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45720"/>
            <a:ext cx="1179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カスミPOS システム全体構成図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82880" y="438912"/>
            <a:ext cx="1179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アカウント・ネットワーク・アクセス経路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37160" y="731520"/>
            <a:ext cx="2377440" cy="5943600"/>
          </a:xfrm>
          <a:prstGeom prst="rect">
            <a:avLst/>
          </a:prstGeom>
          <a:solidFill>
            <a:srgbClr val="1E3A5F">
              <a:alpha val="80000"/>
            </a:srgbClr>
          </a:solidFill>
          <a:ln w="19050">
            <a:solidFill>
              <a:srgbClr val="E53935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37160" y="777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外部アクセス / USMH閉域網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697480" y="731520"/>
            <a:ext cx="6858000" cy="5943600"/>
          </a:xfrm>
          <a:prstGeom prst="rect">
            <a:avLst/>
          </a:prstGeom>
          <a:solidFill>
            <a:srgbClr val="1B2A1B">
              <a:alpha val="90000"/>
            </a:srgbClr>
          </a:solidFill>
          <a:ln w="254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7772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 (ap-northeast-1 / 東京)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692640" y="731520"/>
            <a:ext cx="2331720" cy="5943600"/>
          </a:xfrm>
          <a:prstGeom prst="rect">
            <a:avLst/>
          </a:prstGeom>
          <a:solidFill>
            <a:srgbClr val="1A3A1A">
              <a:alpha val="80000"/>
            </a:srgbClr>
          </a:solidFill>
          <a:ln w="19050">
            <a:solidFill>
              <a:srgbClr val="69F0A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692640" y="7772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9F0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 / 開発チーム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2103120" cy="1005840"/>
          </a:xfrm>
          <a:prstGeom prst="rect">
            <a:avLst/>
          </a:prstGeom>
          <a:solidFill>
            <a:srgbClr val="000000">
              <a:alpha val="60000"/>
            </a:srgbClr>
          </a:solidFill>
          <a:ln w="1905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143000"/>
            <a:ext cx="2103120" cy="5486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2070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539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インターネット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38328" y="1444752"/>
            <a:ext cx="197510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マルエツ チャージ端末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 443 / 8443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2103120" cy="777240"/>
          </a:xfrm>
          <a:prstGeom prst="rect">
            <a:avLst/>
          </a:prstGeom>
          <a:solidFill>
            <a:srgbClr val="000000">
              <a:alpha val="60000"/>
            </a:srgbClr>
          </a:solidFill>
          <a:ln w="19050">
            <a:solidFill>
              <a:srgbClr val="FF40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31720"/>
            <a:ext cx="2103120" cy="54864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957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40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マルエツ (チャージ)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8328" y="2633472"/>
            <a:ext cx="1975104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店舗チャージ端末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インターネット接続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2103120" cy="1005840"/>
          </a:xfrm>
          <a:prstGeom prst="rect">
            <a:avLst/>
          </a:prstGeom>
          <a:solidFill>
            <a:srgbClr val="000000">
              <a:alpha val="60000"/>
            </a:srgbClr>
          </a:solidFill>
          <a:ln w="19050">
            <a:solidFill>
              <a:srgbClr val="7B1FA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337560"/>
            <a:ext cx="2103120" cy="5486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4015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B1F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USMH閉域網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8328" y="3639312"/>
            <a:ext cx="197510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BIPROGY (OC系)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VINX / SHARP (SG/SH系)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ギフト端末 10.156.96.0/24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74320" y="4572000"/>
            <a:ext cx="2103120" cy="777240"/>
          </a:xfrm>
          <a:prstGeom prst="rect">
            <a:avLst/>
          </a:prstGeom>
          <a:solidFill>
            <a:srgbClr val="000000">
              <a:alpha val="60000"/>
            </a:srgbClr>
          </a:solidFill>
          <a:ln w="19050">
            <a:solidFill>
              <a:srgbClr val="90A4A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572000"/>
            <a:ext cx="2103120" cy="54864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6360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0A4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カスミ本部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8328" y="4873752"/>
            <a:ext cx="1975104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管理コンソール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stg.ignicapos.com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ignicapos.com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880360" y="1143000"/>
            <a:ext cx="2011680" cy="5212080"/>
          </a:xfrm>
          <a:prstGeom prst="rect">
            <a:avLst/>
          </a:prstGeom>
          <a:solidFill>
            <a:srgbClr val="0D3B2E">
              <a:alpha val="90000"/>
            </a:srgbClr>
          </a:solidFill>
          <a:ln w="19050">
            <a:solidFill>
              <a:srgbClr val="00C85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80360" y="1143000"/>
            <a:ext cx="2011680" cy="5486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0360" y="12161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  332802448674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880360" y="140817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10.238.0.0/16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971800" y="1645920"/>
            <a:ext cx="182880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168249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8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ALB (internet-facing)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017520" y="184708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ignicapos.com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443/HTTPS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2971800" y="2286000"/>
            <a:ext cx="182880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0" y="232257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8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 Bastion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017520" y="2487168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10.238.2.39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t3.xlarge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2971800" y="2880360"/>
            <a:ext cx="182880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291693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98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 GiftCard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017520" y="3081528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10.238.2.198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t2.large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2971800" y="3474720"/>
            <a:ext cx="182880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0" y="351129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8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Aurora MySQL 8.0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017520" y="367588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db.r5.2xlarge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Multi-AZ: No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2971800" y="4114800"/>
            <a:ext cx="18288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0" y="415137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8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 (21)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017520" y="431596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Java17 / Python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OC/SG/SH系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2971800" y="4663440"/>
            <a:ext cx="18288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0" y="470001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8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Transfer Family (3)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017520" y="486460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OC / SG / SH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2971800" y="5212080"/>
            <a:ext cx="18288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524865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8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 / StepFunctions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017520" y="541324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prd-ignica-ksm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OC/SG/SH取込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2971800" y="5760720"/>
            <a:ext cx="1828800" cy="411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17520" y="579729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B1F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Direct Connect (100M)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017520" y="5961888"/>
            <a:ext cx="173736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USMH SmartVPN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5074920" y="1143000"/>
            <a:ext cx="2011680" cy="4114800"/>
          </a:xfrm>
          <a:prstGeom prst="rect">
            <a:avLst/>
          </a:prstGeom>
          <a:solidFill>
            <a:srgbClr val="1A3A4A">
              <a:alpha val="90000"/>
            </a:srgbClr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74920" y="1143000"/>
            <a:ext cx="201168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74920" y="12161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196F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  750735758916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074920" y="140817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10.239.0.0/16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166360" y="1645920"/>
            <a:ext cx="182880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12080" y="168249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ALB (internet-facing)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212080" y="184708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stg.ignicapos.com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APIも公開中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5166360" y="2286000"/>
            <a:ext cx="182880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12080" y="232257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196F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 STG Web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212080" y="2487168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10.239.2.4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web-fe / web-be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5166360" y="2880360"/>
            <a:ext cx="182880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12080" y="291693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196F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Aurora MySQL 8.0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212080" y="308152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db.r5.2xlarge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(STG用)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5166360" y="3520440"/>
            <a:ext cx="18288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212080" y="355701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196F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212080" y="372160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OC/SG/SH系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5166360" y="4069080"/>
            <a:ext cx="18288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212080" y="410565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196F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Transfer Family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5212080" y="427024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OC / SG / SH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5166360" y="4617720"/>
            <a:ext cx="1828800" cy="411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212080" y="465429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IPSec VPN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5212080" y="4818888"/>
            <a:ext cx="173736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PRD VPC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リスクあり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7269480" y="1143000"/>
            <a:ext cx="2103120" cy="5212080"/>
          </a:xfrm>
          <a:prstGeom prst="rect">
            <a:avLst/>
          </a:prstGeom>
          <a:solidFill>
            <a:srgbClr val="3A2800">
              <a:alpha val="90000"/>
            </a:srgbClr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269480" y="1143000"/>
            <a:ext cx="2103120" cy="5486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269480" y="121615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8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  891376952870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7342632" y="1463040"/>
            <a:ext cx="1956816" cy="27432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4081"/>
            </a:solidFill>
            <a:prstDash val="sysDash"/>
          </a:ln>
        </p:spPr>
      </p:sp>
      <p:sp>
        <p:nvSpPr>
          <p:cNvPr id="80" name="Text 78"/>
          <p:cNvSpPr/>
          <p:nvPr/>
        </p:nvSpPr>
        <p:spPr>
          <a:xfrm>
            <a:off x="7360920" y="148132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4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posspk-vpc  10.226.51.0/24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7406640" y="1691640"/>
            <a:ext cx="182880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452360" y="172821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40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ALB (internet-facing)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7452360" y="1892808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ksm-posspk-alb-api-be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443/8443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7406640" y="2286000"/>
            <a:ext cx="18288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452360" y="232257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40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ECS (チャージAPI)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7452360" y="248716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10.226.51.86:8080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healthy ✅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7406640" y="2834640"/>
            <a:ext cx="18288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452360" y="287121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40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Aurora MySQL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7452360" y="303580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posspk-db-instance-1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db.r5.large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7406640" y="3383280"/>
            <a:ext cx="182880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452360" y="341985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SGセキュリティ問題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7452360" y="3584448"/>
            <a:ext cx="173736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ec2-rds-1: 全開放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web-be: 8080全開放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ALB SG: 全開放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7342632" y="4297680"/>
            <a:ext cx="1956816" cy="18288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2196F3"/>
            </a:solidFill>
            <a:prstDash val="sysDash"/>
          </a:ln>
        </p:spPr>
      </p:sp>
      <p:sp>
        <p:nvSpPr>
          <p:cNvPr id="94" name="Text 92"/>
          <p:cNvSpPr/>
          <p:nvPr/>
        </p:nvSpPr>
        <p:spPr>
          <a:xfrm>
            <a:off x="7360920" y="431596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pos-dev-vpc  10.226.50.0/24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7406640" y="4526280"/>
            <a:ext cx="182880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452360" y="456285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196F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 (pos-dev各種)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7452360" y="4727448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GIFT/棚札 開発DB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pos-dev-db-instance-1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7406640" y="5120640"/>
            <a:ext cx="182880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452360" y="515721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0A4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VPC分離（接続なし）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7452360" y="5321808"/>
            <a:ext cx="173736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posspk↔pos-dev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ピアリングなし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チャージ→開発DB: 不可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8046720" y="4233672"/>
            <a:ext cx="548640" cy="0"/>
          </a:xfrm>
          <a:prstGeom prst="line">
            <a:avLst/>
          </a:prstGeom>
          <a:noFill/>
          <a:ln w="19050">
            <a:solidFill>
              <a:srgbClr val="FF5252"/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>
            <a:off x="9784080" y="1143000"/>
            <a:ext cx="2103120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9050">
            <a:solidFill>
              <a:srgbClr val="69F0A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9784080" y="1143000"/>
            <a:ext cx="2103120" cy="54864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829800" y="12070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9F0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 オフィス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9848088" y="1444752"/>
            <a:ext cx="197510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TP-Link ER605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14.224.146.153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Site-to-Site VPN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9784080" y="2240280"/>
            <a:ext cx="2103120" cy="777240"/>
          </a:xfrm>
          <a:prstGeom prst="rect">
            <a:avLst/>
          </a:prstGeom>
          <a:solidFill>
            <a:srgbClr val="000000">
              <a:alpha val="60000"/>
            </a:srgbClr>
          </a:solidFill>
          <a:ln w="19050">
            <a:solidFill>
              <a:srgbClr val="69F0A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9784080" y="2240280"/>
            <a:ext cx="2103120" cy="54864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829800" y="23042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9F0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 個人PC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9848088" y="2542032"/>
            <a:ext cx="1975104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Client VPN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OpenVPN UDP1194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9784080" y="3200400"/>
            <a:ext cx="2103120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9050">
            <a:solidFill>
              <a:srgbClr val="69B2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9784080" y="3200400"/>
            <a:ext cx="2103120" cy="54864"/>
          </a:xfrm>
          <a:prstGeom prst="rect">
            <a:avLst/>
          </a:prstGeom>
          <a:solidFill>
            <a:srgbClr val="69B2FF"/>
          </a:solidFill>
          <a:ln w="12700">
            <a:solidFill>
              <a:srgbClr val="69B2F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9829800" y="32644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9B2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GitLab Runner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9848088" y="3502152"/>
            <a:ext cx="197510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pos-runner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10.226.51.115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CI/CD Pipeline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9784080" y="4297680"/>
            <a:ext cx="2103120" cy="777240"/>
          </a:xfrm>
          <a:prstGeom prst="rect">
            <a:avLst/>
          </a:prstGeom>
          <a:solidFill>
            <a:srgbClr val="000000">
              <a:alpha val="60000"/>
            </a:srgbClr>
          </a:solidFill>
          <a:ln w="19050">
            <a:solidFill>
              <a:srgbClr val="90A4A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9784080" y="4297680"/>
            <a:ext cx="2103120" cy="54864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9829800" y="43616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0A4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CloudShell / 調査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9848088" y="4599432"/>
            <a:ext cx="1975104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kiyohara IAMユーザー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各アカウントにアクセス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9784080" y="5257800"/>
            <a:ext cx="2103120" cy="777240"/>
          </a:xfrm>
          <a:prstGeom prst="rect">
            <a:avLst/>
          </a:prstGeom>
          <a:solidFill>
            <a:srgbClr val="000000">
              <a:alpha val="60000"/>
            </a:srgbClr>
          </a:solidFill>
          <a:ln w="19050">
            <a:solidFill>
              <a:srgbClr val="F0F6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19" name="Shape 117"/>
          <p:cNvSpPr/>
          <p:nvPr/>
        </p:nvSpPr>
        <p:spPr>
          <a:xfrm>
            <a:off x="9784080" y="5257800"/>
            <a:ext cx="2103120" cy="54864"/>
          </a:xfrm>
          <a:prstGeom prst="rect">
            <a:avLst/>
          </a:prstGeom>
          <a:solidFill>
            <a:srgbClr val="F0F6FF"/>
          </a:solidFill>
          <a:ln w="12700">
            <a:solidFill>
              <a:srgbClr val="F0F6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9829800" y="53218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F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9848088" y="5559552"/>
            <a:ext cx="1975104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kasumi_pos-server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ドキュメント管理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2514600" y="2715768"/>
            <a:ext cx="4892040" cy="-777240"/>
          </a:xfrm>
          <a:prstGeom prst="line">
            <a:avLst/>
          </a:prstGeom>
          <a:noFill/>
          <a:ln w="19050">
            <a:solidFill>
              <a:srgbClr val="FF4081"/>
            </a:solidFill>
            <a:prstDash val="solid"/>
            <a:tailEnd type="arrow"/>
          </a:ln>
        </p:spPr>
      </p:sp>
      <p:sp>
        <p:nvSpPr>
          <p:cNvPr id="123" name="Text 121"/>
          <p:cNvSpPr/>
          <p:nvPr/>
        </p:nvSpPr>
        <p:spPr>
          <a:xfrm>
            <a:off x="4594860" y="2217420"/>
            <a:ext cx="822960" cy="182880"/>
          </a:xfrm>
          <a:prstGeom prst="rect">
            <a:avLst/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40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</a:t>
            </a:r>
            <a:endParaRPr lang="en-US" sz="600" dirty="0"/>
          </a:p>
        </p:txBody>
      </p:sp>
      <p:sp>
        <p:nvSpPr>
          <p:cNvPr id="124" name="Shape 122"/>
          <p:cNvSpPr/>
          <p:nvPr/>
        </p:nvSpPr>
        <p:spPr>
          <a:xfrm>
            <a:off x="2514600" y="3703320"/>
            <a:ext cx="365760" cy="-1847088"/>
          </a:xfrm>
          <a:prstGeom prst="line">
            <a:avLst/>
          </a:prstGeom>
          <a:noFill/>
          <a:ln w="19050">
            <a:solidFill>
              <a:srgbClr val="7B1FA2"/>
            </a:solidFill>
            <a:prstDash val="solid"/>
            <a:tailEnd type="arrow"/>
          </a:ln>
        </p:spPr>
      </p:sp>
      <p:sp>
        <p:nvSpPr>
          <p:cNvPr id="125" name="Text 123"/>
          <p:cNvSpPr/>
          <p:nvPr/>
        </p:nvSpPr>
        <p:spPr>
          <a:xfrm>
            <a:off x="2331720" y="2670048"/>
            <a:ext cx="822960" cy="182880"/>
          </a:xfrm>
          <a:prstGeom prst="rect">
            <a:avLst/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1F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DC/VPN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2514600" y="3977640"/>
            <a:ext cx="365760" cy="-850392"/>
          </a:xfrm>
          <a:prstGeom prst="line">
            <a:avLst/>
          </a:prstGeom>
          <a:noFill/>
          <a:ln w="19050">
            <a:solidFill>
              <a:srgbClr val="7B1FA2"/>
            </a:solidFill>
            <a:prstDash val="solid"/>
            <a:tailEnd type="arrow"/>
          </a:ln>
        </p:spPr>
      </p:sp>
      <p:sp>
        <p:nvSpPr>
          <p:cNvPr id="127" name="Text 125"/>
          <p:cNvSpPr/>
          <p:nvPr/>
        </p:nvSpPr>
        <p:spPr>
          <a:xfrm>
            <a:off x="2331720" y="3442716"/>
            <a:ext cx="822960" cy="182880"/>
          </a:xfrm>
          <a:prstGeom prst="rect">
            <a:avLst/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1F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10.156.96.x</a:t>
            </a:r>
            <a:endParaRPr lang="en-US" sz="600" dirty="0"/>
          </a:p>
        </p:txBody>
      </p:sp>
      <p:sp>
        <p:nvSpPr>
          <p:cNvPr id="128" name="Shape 126"/>
          <p:cNvSpPr/>
          <p:nvPr/>
        </p:nvSpPr>
        <p:spPr>
          <a:xfrm>
            <a:off x="2514600" y="4956048"/>
            <a:ext cx="365760" cy="-3044952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  <a:tailEnd type="arrow"/>
          </a:ln>
        </p:spPr>
      </p:sp>
      <p:sp>
        <p:nvSpPr>
          <p:cNvPr id="129" name="Text 127"/>
          <p:cNvSpPr/>
          <p:nvPr/>
        </p:nvSpPr>
        <p:spPr>
          <a:xfrm>
            <a:off x="2331720" y="3323844"/>
            <a:ext cx="822960" cy="182880"/>
          </a:xfrm>
          <a:prstGeom prst="rect">
            <a:avLst/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0A4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</a:t>
            </a:r>
            <a:endParaRPr lang="en-US" sz="600" dirty="0"/>
          </a:p>
        </p:txBody>
      </p:sp>
      <p:sp>
        <p:nvSpPr>
          <p:cNvPr id="130" name="Shape 128"/>
          <p:cNvSpPr/>
          <p:nvPr/>
        </p:nvSpPr>
        <p:spPr>
          <a:xfrm>
            <a:off x="9692640" y="1600200"/>
            <a:ext cx="-4800600" cy="932688"/>
          </a:xfrm>
          <a:prstGeom prst="line">
            <a:avLst/>
          </a:prstGeom>
          <a:noFill/>
          <a:ln w="19050">
            <a:solidFill>
              <a:srgbClr val="69F0AE"/>
            </a:solidFill>
            <a:prstDash val="solid"/>
            <a:tailEnd type="arrow"/>
          </a:ln>
        </p:spPr>
      </p:sp>
      <p:sp>
        <p:nvSpPr>
          <p:cNvPr id="131" name="Text 129"/>
          <p:cNvSpPr/>
          <p:nvPr/>
        </p:nvSpPr>
        <p:spPr>
          <a:xfrm>
            <a:off x="6926580" y="1956816"/>
            <a:ext cx="822960" cy="182880"/>
          </a:xfrm>
          <a:prstGeom prst="rect">
            <a:avLst/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9F0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VPN</a:t>
            </a:r>
            <a:endParaRPr lang="en-US" sz="600" dirty="0"/>
          </a:p>
        </p:txBody>
      </p:sp>
      <p:sp>
        <p:nvSpPr>
          <p:cNvPr id="132" name="Shape 130"/>
          <p:cNvSpPr/>
          <p:nvPr/>
        </p:nvSpPr>
        <p:spPr>
          <a:xfrm>
            <a:off x="9692640" y="2624328"/>
            <a:ext cx="-2606040" cy="-91440"/>
          </a:xfrm>
          <a:prstGeom prst="line">
            <a:avLst/>
          </a:prstGeom>
          <a:noFill/>
          <a:ln w="19050">
            <a:solidFill>
              <a:srgbClr val="69F0AE"/>
            </a:solidFill>
            <a:prstDash val="solid"/>
            <a:tailEnd type="arrow"/>
          </a:ln>
        </p:spPr>
      </p:sp>
      <p:sp>
        <p:nvSpPr>
          <p:cNvPr id="133" name="Text 131"/>
          <p:cNvSpPr/>
          <p:nvPr/>
        </p:nvSpPr>
        <p:spPr>
          <a:xfrm>
            <a:off x="8023860" y="2468880"/>
            <a:ext cx="822960" cy="182880"/>
          </a:xfrm>
          <a:prstGeom prst="rect">
            <a:avLst/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9F0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VPN</a:t>
            </a:r>
            <a:endParaRPr lang="en-US" sz="600" dirty="0"/>
          </a:p>
        </p:txBody>
      </p:sp>
      <p:sp>
        <p:nvSpPr>
          <p:cNvPr id="134" name="Shape 132"/>
          <p:cNvSpPr/>
          <p:nvPr/>
        </p:nvSpPr>
        <p:spPr>
          <a:xfrm>
            <a:off x="9692640" y="2743200"/>
            <a:ext cx="-320040" cy="-685800"/>
          </a:xfrm>
          <a:prstGeom prst="line">
            <a:avLst/>
          </a:prstGeom>
          <a:noFill/>
          <a:ln w="19050">
            <a:solidFill>
              <a:srgbClr val="69B2FF"/>
            </a:solidFill>
            <a:prstDash val="solid"/>
            <a:tailEnd type="arrow"/>
          </a:ln>
        </p:spPr>
      </p:sp>
      <p:sp>
        <p:nvSpPr>
          <p:cNvPr id="135" name="Text 133"/>
          <p:cNvSpPr/>
          <p:nvPr/>
        </p:nvSpPr>
        <p:spPr>
          <a:xfrm>
            <a:off x="9166860" y="2290572"/>
            <a:ext cx="822960" cy="182880"/>
          </a:xfrm>
          <a:prstGeom prst="rect">
            <a:avLst/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9B2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VPN</a:t>
            </a:r>
            <a:endParaRPr lang="en-US" sz="600" dirty="0"/>
          </a:p>
        </p:txBody>
      </p:sp>
      <p:sp>
        <p:nvSpPr>
          <p:cNvPr id="136" name="Shape 134"/>
          <p:cNvSpPr/>
          <p:nvPr/>
        </p:nvSpPr>
        <p:spPr>
          <a:xfrm>
            <a:off x="4892040" y="6035040"/>
            <a:ext cx="182880" cy="0"/>
          </a:xfrm>
          <a:prstGeom prst="line">
            <a:avLst/>
          </a:prstGeom>
          <a:noFill/>
          <a:ln w="19050">
            <a:solidFill>
              <a:srgbClr val="FF5252"/>
            </a:solidFill>
            <a:prstDash val="dash"/>
            <a:headEnd type="arrow"/>
            <a:tailEnd type="arrow"/>
          </a:ln>
        </p:spPr>
      </p:sp>
      <p:sp>
        <p:nvSpPr>
          <p:cNvPr id="137" name="Text 135"/>
          <p:cNvSpPr/>
          <p:nvPr/>
        </p:nvSpPr>
        <p:spPr>
          <a:xfrm>
            <a:off x="4937760" y="5852160"/>
            <a:ext cx="640080" cy="164592"/>
          </a:xfrm>
          <a:prstGeom prst="rect">
            <a:avLst/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IPSec</a:t>
            </a:r>
            <a:endParaRPr lang="en-US" sz="600" dirty="0"/>
          </a:p>
        </p:txBody>
      </p:sp>
      <p:sp>
        <p:nvSpPr>
          <p:cNvPr id="138" name="Shape 136"/>
          <p:cNvSpPr/>
          <p:nvPr/>
        </p:nvSpPr>
        <p:spPr>
          <a:xfrm>
            <a:off x="2880360" y="6656832"/>
            <a:ext cx="137160" cy="1371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044952" y="664768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PRD本番</a:t>
            </a:r>
            <a:endParaRPr lang="en-US" sz="650" dirty="0"/>
          </a:p>
        </p:txBody>
      </p:sp>
      <p:sp>
        <p:nvSpPr>
          <p:cNvPr id="140" name="Shape 138"/>
          <p:cNvSpPr/>
          <p:nvPr/>
        </p:nvSpPr>
        <p:spPr>
          <a:xfrm>
            <a:off x="3977640" y="6656832"/>
            <a:ext cx="137160" cy="13716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142232" y="664768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STG検証</a:t>
            </a:r>
            <a:endParaRPr lang="en-US" sz="650" dirty="0"/>
          </a:p>
        </p:txBody>
      </p:sp>
      <p:sp>
        <p:nvSpPr>
          <p:cNvPr id="142" name="Shape 140"/>
          <p:cNvSpPr/>
          <p:nvPr/>
        </p:nvSpPr>
        <p:spPr>
          <a:xfrm>
            <a:off x="5074920" y="6656832"/>
            <a:ext cx="137160" cy="13716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239512" y="664768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DEV開発</a:t>
            </a:r>
            <a:endParaRPr lang="en-US" sz="650" dirty="0"/>
          </a:p>
        </p:txBody>
      </p:sp>
      <p:sp>
        <p:nvSpPr>
          <p:cNvPr id="144" name="Shape 142"/>
          <p:cNvSpPr/>
          <p:nvPr/>
        </p:nvSpPr>
        <p:spPr>
          <a:xfrm>
            <a:off x="6172200" y="6656832"/>
            <a:ext cx="137160" cy="137160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336792" y="664768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チャージ経路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7269480" y="6656832"/>
            <a:ext cx="137160" cy="13716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7434072" y="664768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USMH閉域網</a:t>
            </a:r>
            <a:endParaRPr lang="en-US" sz="650" dirty="0"/>
          </a:p>
        </p:txBody>
      </p:sp>
      <p:sp>
        <p:nvSpPr>
          <p:cNvPr id="148" name="Shape 146"/>
          <p:cNvSpPr/>
          <p:nvPr/>
        </p:nvSpPr>
        <p:spPr>
          <a:xfrm>
            <a:off x="8366760" y="6656832"/>
            <a:ext cx="137160" cy="13716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8531352" y="664768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FD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セキュリティ問題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2026-03-12T16:42:36Z</dcterms:created>
  <dcterms:modified xsi:type="dcterms:W3CDTF">2026-03-12T16:42:36Z</dcterms:modified>
</cp:coreProperties>
</file>