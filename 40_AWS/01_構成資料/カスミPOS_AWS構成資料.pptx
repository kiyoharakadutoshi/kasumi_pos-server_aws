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462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ECS: posprd-cluster (FARGATE)  TaskDef: oc-export-data:2 / sg-export-data  QueryLanguage: JSONata  Retry: MaxAttempts:3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フロー（確認済）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74320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10896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 / OpenCentral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4320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10896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pos-original/oc/receive/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{table_name}.END 着地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274320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10896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EventBridge: Object Created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*.END → SF: receive-pos-master-oc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10896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SF: receive-pos-master-oc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split-csv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①backup-file②Map:create-file-end(.ENDIMPORT生成)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274320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10896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② SF: import-pos-master-oc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oc-import-data:$LATEST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S3DownloadException/S3ConnectionException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③ SF: create-txt-file-oc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get-sync-store（同期店舗確認）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oc-export-data (waitForTaskToken)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oc-export-data:2  HeartbeatSec:300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274320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0896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（TXTを送信時刻で分割 + EB Scheduleルール生成）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10896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④ SF: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BOX-PC FTP送信 → backup-file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310896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Subnet: subnet-0d125718b8c5c5a23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subnet-030f7db5506682c07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sg-053d249f0086f8733  AssignPublicIp: DISABLED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274320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10896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・41_P001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274320" y="5779008"/>
            <a:ext cx="2944368" cy="22860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10896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SHOHIN.TXT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フロー（確認済）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3401568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438144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 / PosSserver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3401568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438144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pos-original/sg/receive/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*.ZIP 着地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3401568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438144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EventBridge: Object Created *.ZIP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trigger-sqs-import-sg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store-code-queue-sg.fifo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receive-and-import-sg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3401568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438144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SF: receive-and-import-sg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unzip-file → Choice(paths[0]確認)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LogStream Key: object.etag（ETag使用）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3401568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438144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Parallel: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backup-file → エラー時SQS deleteMessage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Map: sg-import-data:$LATEST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S3DownloadException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エラー時SQS deleteMessage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401568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3438144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.ENDEXPORT生成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EventBridge: Object Created *.ENDEXPORT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create-txt-file-sg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get-sync-store(同期確認)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3401568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438144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ECS FARGATE: sg-export-data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(posprd-cluster, waitForTaskToken)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split-txt-by-sent-time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3401568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438144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② SF: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BOX-PC FTP送信 → backup-file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3438144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deleteMessage: エラー発生時に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store-code-queue-sg.fifoから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メッセージ削除してFail</a:t>
            </a:r>
            <a:endParaRPr lang="en-US" sz="650" dirty="0"/>
          </a:p>
        </p:txBody>
      </p:sp>
      <p:sp>
        <p:nvSpPr>
          <p:cNvPr id="53" name="Shape 48"/>
          <p:cNvSpPr/>
          <p:nvPr/>
        </p:nvSpPr>
        <p:spPr>
          <a:xfrm>
            <a:off x="3401568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438144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・11_ItemMaster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・13_SpecialPriceMaster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・16_ForcePriceMaster</a:t>
            </a:r>
            <a:endParaRPr lang="en-US" sz="750" dirty="0"/>
          </a:p>
        </p:txBody>
      </p:sp>
      <p:sp>
        <p:nvSpPr>
          <p:cNvPr id="55" name="Shape 50"/>
          <p:cNvSpPr/>
          <p:nvPr/>
        </p:nvSpPr>
        <p:spPr>
          <a:xfrm>
            <a:off x="3401568" y="5779008"/>
            <a:ext cx="2944368" cy="228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3438144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ESLDATA.TXT</a:t>
            </a:r>
            <a:endParaRPr lang="en-US" sz="750" dirty="0"/>
          </a:p>
        </p:txBody>
      </p:sp>
      <p:sp>
        <p:nvSpPr>
          <p:cNvPr id="57" name="Shape 52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フロー（確認済）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6528816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565392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/ P003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6528816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6565392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pos-original/sh/receive/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{table_name}.END 着地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6528816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65392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EventBridge: Object Created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*.END → SF: import-pos-master-sh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6528816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6565392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SF: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（DB接続・S3ダウンロード）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6528816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565392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INSERT/UPDATE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Batch_Kasumi.batch_convert_history更新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528816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6565392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Lambda: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（受信ファイルをbackupフォルダへ移動）</a:t>
            </a:r>
            <a:endParaRPr lang="en-US" sz="750" dirty="0"/>
          </a:p>
        </p:txBody>
      </p:sp>
      <p:sp>
        <p:nvSpPr>
          <p:cNvPr id="71" name="Shape 66"/>
          <p:cNvSpPr/>
          <p:nvPr/>
        </p:nvSpPr>
        <p:spPr>
          <a:xfrm>
            <a:off x="6528816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6565392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※ SHはTXTエクスポート・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BOX-PC送信なし</a:t>
            </a:r>
            <a:endParaRPr lang="en-US" sz="750" dirty="0"/>
          </a:p>
        </p:txBody>
      </p:sp>
      <p:sp>
        <p:nvSpPr>
          <p:cNvPr id="73" name="Text 68"/>
          <p:cNvSpPr/>
          <p:nvPr/>
        </p:nvSpPr>
        <p:spPr>
          <a:xfrm>
            <a:off x="6565392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create_date: 2026-01-13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(OC/SGより後に追加されたSM)</a:t>
            </a:r>
            <a:endParaRPr lang="en-US" sz="650" dirty="0"/>
          </a:p>
        </p:txBody>
      </p:sp>
      <p:sp>
        <p:nvSpPr>
          <p:cNvPr id="74" name="Shape 69"/>
          <p:cNvSpPr/>
          <p:nvPr/>
        </p:nvSpPr>
        <p:spPr>
          <a:xfrm>
            <a:off x="6528816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565392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・41_P001</a:t>
            </a:r>
            <a:endParaRPr lang="en-US" sz="750" dirty="0"/>
          </a:p>
        </p:txBody>
      </p:sp>
      <p:sp>
        <p:nvSpPr>
          <p:cNvPr id="76" name="Shape 71"/>
          <p:cNvSpPr/>
          <p:nvPr/>
        </p:nvSpPr>
        <p:spPr>
          <a:xfrm>
            <a:off x="6528816" y="5779008"/>
            <a:ext cx="2944368" cy="22860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6565392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（送信なし）</a:t>
            </a:r>
            <a:endParaRPr lang="en-US" sz="750" dirty="0"/>
          </a:p>
        </p:txBody>
      </p:sp>
      <p:sp>
        <p:nvSpPr>
          <p:cNvPr id="78" name="Text 73"/>
          <p:cNvSpPr/>
          <p:nvPr/>
        </p:nvSpPr>
        <p:spPr>
          <a:xfrm>
            <a:off x="274320" y="6144768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 FTP送信先: PRD=10.156.96.210 / STG=10.156.96.211  |  FTP ID/PW: ishida/ishida  |  Sent path: /{store_code 5char}/Recv/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2026-03-07T19:27:12Z</dcterms:created>
  <dcterms:modified xsi:type="dcterms:W3CDTF">2026-03-07T19:27:12Z</dcterms:modified>
</cp:coreProperties>
</file>