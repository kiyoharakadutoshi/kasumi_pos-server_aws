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　　Ver0.1（お客様確認中）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外部連携（USMH接続詳細）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Connect経路・NAT変換仕様・通信フロー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57200" y="374904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66928" y="387705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8" name="Text 53"/>
          <p:cNvSpPr/>
          <p:nvPr/>
        </p:nvSpPr>
        <p:spPr>
          <a:xfrm>
            <a:off x="566928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59" name="Text 54"/>
          <p:cNvSpPr/>
          <p:nvPr/>
        </p:nvSpPr>
        <p:spPr>
          <a:xfrm>
            <a:off x="1024128" y="380390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外部連携ファイル受信→MySQLインポートフロー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1024128" y="405993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OC(基幹/BIPROGY) / SG(POS/VINX) / SH(棚情報/SHARP)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東京リージョン（ap-northeast-1）上に構築されたシステムです。Java/Tomcat ベースのアプリケーション、Aurora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基幹(BIPROGY)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POS(VINX)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棚情報(SHARP)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→Direct Connect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BIPROGY/OpenCentral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VINX/PosSserver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SHARP/P003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Proxyなし。USMH接続はDirect Connect(Gateway VPC経由)→VPN GW。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USMH接続（IPSec VPN + Direct Connect）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com-posprd-vpc（VPC）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1a+1c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 + Direct Connect）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VPN接続ID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接続帯域（カスミ）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Connect経路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USMH閉域網→SmartVPN→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Direct Connect(100Mbps)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→Gateway VPC→VPN GW→カスミVPC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66360"/>
            <a:ext cx="9171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VPC（別AWSアカウント）で終端。カスミVPCへはVPN Gatewayで接続。カスミへの帯域は10Mbps。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Bastion=ギフトカード管理サーバー(PRD: 10.238.2.39)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Giftcard=管理サーバー(PRD: 10.238.2.198 / STG: 10.239.2.193)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 / OpenVPN)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80←USMH, TCP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 ← 172.21.10.0/24)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 ← USMH)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メインバケット（oc:基幹/sg:POS/sh:棚情報/ログ）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※「pos-master-prod」は存在しない。実際は「prd-ignica-ksm」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スケジュール(UTC)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187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StepFunctions: 7SM (oc系×3 / sg系×2 / sh系×1 / 共通sent-txt-file×1)  SQS: 2 FIFOキュー (sg専用)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外部連携ファイル受信 → MySQL インポートフロー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pos-original/ の3系統（OC / SG / SH）を Aurora MySQL へインポート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 フロー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274320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10896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基幹データ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 / OpenCentral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74320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10896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pos-original/oc/receive/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{table_name}.csv + .END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274320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10896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*.END 着地 → EventBridge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receive-pos-master-oc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74320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10896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Lambda: split-csv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（店舗別CSV分割、.ENDIMPORT生成）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274320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10896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Lambda: oc-import-data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Replica_Kasumi.41_P001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274320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10896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Lambda: 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（バックアップ移動）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274320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0896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EventBridge → SF: create-txt-file-oc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ECS: oc-export-data → SHOHIN.TXT生成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274320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10896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SF: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sent-txt-file → BOX-PC FTP送信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274320" y="5303520"/>
            <a:ext cx="2944368" cy="438912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10896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・41_P001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274320" y="5779008"/>
            <a:ext cx="2944368" cy="228600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310896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SHOHIN.TXT → BOX-PC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フロー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3401568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3438144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POSデータ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 / PosSserver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3401568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3438144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pos-original/sg/receive/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{company}_{store}_yyyymmdd.ZIP</a:t>
            </a:r>
            <a:endParaRPr lang="en-US" sz="750" dirty="0"/>
          </a:p>
        </p:txBody>
      </p:sp>
      <p:sp>
        <p:nvSpPr>
          <p:cNvPr id="39" name="Shape 34"/>
          <p:cNvSpPr/>
          <p:nvPr/>
        </p:nvSpPr>
        <p:spPr>
          <a:xfrm>
            <a:off x="3401568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3438144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*.ZIP 着地 → EventBridge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receive-and-import-pos-master-sg</a:t>
            </a:r>
            <a:endParaRPr lang="en-US" sz="750" dirty="0"/>
          </a:p>
        </p:txBody>
      </p:sp>
      <p:sp>
        <p:nvSpPr>
          <p:cNvPr id="41" name="Shape 36"/>
          <p:cNvSpPr/>
          <p:nvPr/>
        </p:nvSpPr>
        <p:spPr>
          <a:xfrm>
            <a:off x="3401568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3438144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Lambda: unzip-file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（ZIP展開、テーブル別フォルダ移動）</a:t>
            </a:r>
            <a:endParaRPr lang="en-US" sz="750" dirty="0"/>
          </a:p>
        </p:txBody>
      </p:sp>
      <p:sp>
        <p:nvSpPr>
          <p:cNvPr id="43" name="Shape 38"/>
          <p:cNvSpPr/>
          <p:nvPr/>
        </p:nvSpPr>
        <p:spPr>
          <a:xfrm>
            <a:off x="3401568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3438144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Lambda: sg-import-data [Parallel/Map]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Replica_Kasumi (11/13/16)</a:t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3401568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3438144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Lambda: create-file-end → .ENDEXPORT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SQS: store-code-queue-sg.fifo</a:t>
            </a:r>
            <a:endParaRPr lang="en-US" sz="750" dirty="0"/>
          </a:p>
        </p:txBody>
      </p:sp>
      <p:sp>
        <p:nvSpPr>
          <p:cNvPr id="47" name="Shape 42"/>
          <p:cNvSpPr/>
          <p:nvPr/>
        </p:nvSpPr>
        <p:spPr>
          <a:xfrm>
            <a:off x="3401568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3438144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EventBridge → SF: create-txt-file-sg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ECS: sg-export-data → ESLDATA.TXT生成</a:t>
            </a:r>
            <a:endParaRPr lang="en-US" sz="750" dirty="0"/>
          </a:p>
        </p:txBody>
      </p:sp>
      <p:sp>
        <p:nvSpPr>
          <p:cNvPr id="49" name="Shape 44"/>
          <p:cNvSpPr/>
          <p:nvPr/>
        </p:nvSpPr>
        <p:spPr>
          <a:xfrm>
            <a:off x="3401568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3438144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SF: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sent-txt-file → BOX-PC FTP送信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3401568" y="5303520"/>
            <a:ext cx="2944368" cy="438912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3438144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・11_ItemMaster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・13_SpecicalPriceKsmMaster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・16_ForcePriceMaster</a:t>
            </a:r>
            <a:endParaRPr lang="en-US" sz="750" dirty="0"/>
          </a:p>
        </p:txBody>
      </p:sp>
      <p:sp>
        <p:nvSpPr>
          <p:cNvPr id="53" name="Shape 48"/>
          <p:cNvSpPr/>
          <p:nvPr/>
        </p:nvSpPr>
        <p:spPr>
          <a:xfrm>
            <a:off x="3401568" y="5779008"/>
            <a:ext cx="2944368" cy="228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3438144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ESLDATA.TXT → BOX-PC</a:t>
            </a:r>
            <a:endParaRPr lang="en-US" sz="750" dirty="0"/>
          </a:p>
        </p:txBody>
      </p:sp>
      <p:sp>
        <p:nvSpPr>
          <p:cNvPr id="55" name="Shape 50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フロー</a:t>
            </a:r>
            <a:endParaRPr lang="en-US" sz="1050" dirty="0"/>
          </a:p>
        </p:txBody>
      </p:sp>
      <p:sp>
        <p:nvSpPr>
          <p:cNvPr id="57" name="Shape 52"/>
          <p:cNvSpPr/>
          <p:nvPr/>
        </p:nvSpPr>
        <p:spPr>
          <a:xfrm>
            <a:off x="6528816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6565392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棚情報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/ P003</a:t>
            </a:r>
            <a:endParaRPr lang="en-US" sz="800" dirty="0"/>
          </a:p>
        </p:txBody>
      </p:sp>
      <p:sp>
        <p:nvSpPr>
          <p:cNvPr id="59" name="Shape 54"/>
          <p:cNvSpPr/>
          <p:nvPr/>
        </p:nvSpPr>
        <p:spPr>
          <a:xfrm>
            <a:off x="6528816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565392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pos-original/sh/receive/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{table_name}.csv + .END</a:t>
            </a:r>
            <a:endParaRPr lang="en-US" sz="750" dirty="0"/>
          </a:p>
        </p:txBody>
      </p:sp>
      <p:sp>
        <p:nvSpPr>
          <p:cNvPr id="61" name="Shape 56"/>
          <p:cNvSpPr/>
          <p:nvPr/>
        </p:nvSpPr>
        <p:spPr>
          <a:xfrm>
            <a:off x="6528816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6565392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*.END 着地 → EventBridge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import-pos-master-sh</a:t>
            </a:r>
            <a:endParaRPr lang="en-US" sz="750" dirty="0"/>
          </a:p>
        </p:txBody>
      </p:sp>
      <p:sp>
        <p:nvSpPr>
          <p:cNvPr id="63" name="Shape 58"/>
          <p:cNvSpPr/>
          <p:nvPr/>
        </p:nvSpPr>
        <p:spPr>
          <a:xfrm>
            <a:off x="6528816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565392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Lambda: 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（DB接続・ファイルダウンロード）</a:t>
            </a:r>
            <a:endParaRPr lang="en-US" sz="750" dirty="0"/>
          </a:p>
        </p:txBody>
      </p:sp>
      <p:sp>
        <p:nvSpPr>
          <p:cNvPr id="65" name="Shape 60"/>
          <p:cNvSpPr/>
          <p:nvPr/>
        </p:nvSpPr>
        <p:spPr>
          <a:xfrm>
            <a:off x="6528816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6565392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→ Replica_Kasumi.41_P001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バッチステータス更新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6528816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6565392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Lambda: 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（バックアップ移動）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528816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6565392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（SHはTXTエクスポートなし）</a:t>
            </a:r>
            <a:endParaRPr lang="en-US" sz="750" dirty="0"/>
          </a:p>
        </p:txBody>
      </p:sp>
      <p:sp>
        <p:nvSpPr>
          <p:cNvPr id="71" name="Shape 66"/>
          <p:cNvSpPr/>
          <p:nvPr/>
        </p:nvSpPr>
        <p:spPr>
          <a:xfrm>
            <a:off x="6528816" y="5303520"/>
            <a:ext cx="2944368" cy="438912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6565392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・41_P001</a:t>
            </a:r>
            <a:endParaRPr lang="en-US" sz="750" dirty="0"/>
          </a:p>
        </p:txBody>
      </p:sp>
      <p:sp>
        <p:nvSpPr>
          <p:cNvPr id="73" name="Shape 68"/>
          <p:cNvSpPr/>
          <p:nvPr/>
        </p:nvSpPr>
        <p:spPr>
          <a:xfrm>
            <a:off x="6528816" y="5779008"/>
            <a:ext cx="2944368" cy="228600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4" name="Text 69"/>
          <p:cNvSpPr/>
          <p:nvPr/>
        </p:nvSpPr>
        <p:spPr>
          <a:xfrm>
            <a:off x="6565392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（送信なし）</a:t>
            </a:r>
            <a:endParaRPr lang="en-US" sz="750" dirty="0"/>
          </a:p>
        </p:txBody>
      </p:sp>
      <p:sp>
        <p:nvSpPr>
          <p:cNvPr id="75" name="Text 70"/>
          <p:cNvSpPr/>
          <p:nvPr/>
        </p:nvSpPr>
        <p:spPr>
          <a:xfrm>
            <a:off x="274320" y="6053328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BOX-PC FTP送信先: PRD=10.156.96.210 / STG=10.156.96.211  |  FTP ID/PW: ishida/ishida  |  Sent path: /{store_code 5char}/Recv/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9-1. 外部連携 — USMH閉域網とLUVINA AWS環境の接続構成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Connect(100Mbps) → Gateway VPC → VPN GW → カスミ本番VPC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solidFill>
            <a:srgbClr val="FFE8E8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10Mbps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マルエツ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いなげや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50Mbps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MV関東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100Mbps(BE)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137160" y="1627632"/>
            <a:ext cx="1371600" cy="2606040"/>
          </a:xfrm>
          <a:prstGeom prst="rect">
            <a:avLst/>
          </a:prstGeom>
          <a:solidFill>
            <a:srgbClr val="000000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137160" y="16459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USMH閉域網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1828800" y="2606040"/>
            <a:ext cx="1005840" cy="457200"/>
          </a:xfrm>
          <a:prstGeom prst="rect">
            <a:avLst/>
          </a:prstGeom>
          <a:solidFill>
            <a:srgbClr val="F5F5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865376" y="2642616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SmartVPN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1508760" y="2834640"/>
            <a:ext cx="3200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19"/>
          <p:cNvSpPr/>
          <p:nvPr/>
        </p:nvSpPr>
        <p:spPr>
          <a:xfrm>
            <a:off x="3108960" y="2487168"/>
            <a:ext cx="1371600" cy="6858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45536" y="2523744"/>
            <a:ext cx="1298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Direct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834640" y="2834640"/>
            <a:ext cx="27432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4663440" y="2103120"/>
            <a:ext cx="1645920" cy="1371600"/>
          </a:xfrm>
          <a:prstGeom prst="rect">
            <a:avLst/>
          </a:prstGeom>
          <a:solidFill>
            <a:srgbClr val="F0FAFF"/>
          </a:solidFill>
          <a:ln w="19050">
            <a:solidFill>
              <a:srgbClr val="4488CC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4663440" y="2121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（別AWSアカウント）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4800600" y="2487168"/>
            <a:ext cx="137160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837176" y="25237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GW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480560" y="2834640"/>
            <a:ext cx="32004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32" name="Shape 27"/>
          <p:cNvSpPr/>
          <p:nvPr/>
        </p:nvSpPr>
        <p:spPr>
          <a:xfrm>
            <a:off x="6309360" y="2834640"/>
            <a:ext cx="27432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3" name="Shape 28"/>
          <p:cNvSpPr/>
          <p:nvPr/>
        </p:nvSpPr>
        <p:spPr>
          <a:xfrm>
            <a:off x="6583680" y="2487168"/>
            <a:ext cx="109728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20256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(vgw-06d8981903cf33c62)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7863840" y="1572768"/>
            <a:ext cx="1874520" cy="2926080"/>
          </a:xfrm>
          <a:prstGeom prst="rect">
            <a:avLst/>
          </a:prstGeom>
          <a:solidFill>
            <a:srgbClr val="FFF8F8"/>
          </a:solidFill>
          <a:ln w="19050">
            <a:solidFill>
              <a:srgbClr val="D0232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863840" y="159105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AWS本番VPC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10.238.0.0/16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680960" y="2834640"/>
            <a:ext cx="18288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8" name="Shape 33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Bastion(VPN GW)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Giftcard管理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10.238.2.198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solidFill>
            <a:srgbClr val="EBF5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(端末→AWS接続)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6492240" y="4206240"/>
            <a:ext cx="1874520" cy="822960"/>
          </a:xfrm>
          <a:prstGeom prst="rect">
            <a:avLst/>
          </a:prstGeom>
          <a:solidFill>
            <a:srgbClr val="F5F8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47" name="Text 42"/>
          <p:cNvSpPr/>
          <p:nvPr/>
        </p:nvSpPr>
        <p:spPr>
          <a:xfrm>
            <a:off x="6492240" y="4224528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STG 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10.239.0.0/16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(STG: 10.239.2.4 / 10.239.2.193)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LUVINA開発端末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STG:10.239.2.4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PRD:10.238.2.39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554480" y="4937760"/>
            <a:ext cx="4937760" cy="0"/>
          </a:xfrm>
          <a:prstGeom prst="line">
            <a:avLst/>
          </a:prstGeom>
          <a:noFill/>
          <a:ln w="12700">
            <a:solidFill>
              <a:srgbClr val="4488CC"/>
            </a:solidFill>
            <a:prstDash val="dash"/>
            <a:tailEnd type="arrow"/>
          </a:ln>
        </p:spPr>
      </p:sp>
      <p:sp>
        <p:nvSpPr>
          <p:cNvPr id="51" name="Text 46"/>
          <p:cNvSpPr/>
          <p:nvPr/>
        </p:nvSpPr>
        <p:spPr>
          <a:xfrm>
            <a:off x="301752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</p:txBody>
      </p:sp>
      <p:sp>
        <p:nvSpPr>
          <p:cNvPr id="52" name="Text 47"/>
          <p:cNvSpPr/>
          <p:nvPr/>
        </p:nvSpPr>
        <p:spPr>
          <a:xfrm>
            <a:off x="274320" y="56692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VPC（別AWSアカウント）で終端後、VPN GatewayでカスミVPCへルーティング。カスミは10Mbps帯域。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9-2. 外部連携 — 通信仕様（NAT変換・通信フロー）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ギフトカード端末↔AFS / ギフト端末↔LuvinaAWS / AWS↔CDSセンタ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LuvinaAWS環境 → AFSオーソリサーバーへのTCPIP＋ソケット通信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3685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 オーソリサーバー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ギフト端末(本番)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ギフト端末(開発)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solidFill>
            <a:srgbClr val="E8A04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ギフト端末（店頭） → LuvinaAWS環境へのWebAPI通信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44952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56032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カスミ端末リソース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カスミ側IP（NAT後送信先）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LuvinaAWS管理サーバー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(MS管理サーバー)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solidFill>
            <a:srgbClr val="4488CC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LuvinaAWS環境 → NTT DATA様CDSセンタへのインターネット経由SFTP通信</a:t>
            </a:r>
            <a:endParaRPr lang="en-US" sz="100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42816"/>
          <a:ext cx="935431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01568"/>
                <a:gridCol w="339242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外部インターネットIP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NTT DATA様リソース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(57.182.174.110)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(STG側IP)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ギフトサーバー検証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/>
          <p:nvPr/>
        </p:nvSpPr>
        <p:spPr>
          <a:xfrm>
            <a:off x="274320" y="5669280"/>
            <a:ext cx="9354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③のNTT DATA様CDSセンタへの送信元IPおよび宛先IPは要確認。NAT GW Public IP: 57.182.174.110（本番）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CloudShell調査・資料確認に基づく修正点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926080"/>
                <a:gridCol w="6675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Bastion(t3.xlarge)+Giftcard(t2.large)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USMH接続方式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Connect（推定）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 + 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(Gateway VPC経由→VPN GW)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✅確認済み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オーソリ宛先(本番)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NAT変換後送信元IP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本番:10.156.96.220 / 開発:10.156.96.221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 (USMH側: 10.156.96.214)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2026-03-07T19:21:05Z</dcterms:created>
  <dcterms:modified xsi:type="dcterms:W3CDTF">2026-03-07T19:21:05Z</dcterms:modified>
</cp:coreProperties>
</file>