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ESL機器送信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Connect経由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メインバケット（OC/SG/ISHIDA/ログ）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2026-03-07T18:52:04Z</dcterms:created>
  <dcterms:modified xsi:type="dcterms:W3CDTF">2026-03-07T18:52:04Z</dcterms:modified>
</cp:coreProperties>
</file>