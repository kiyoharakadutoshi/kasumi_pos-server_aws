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462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ECS: posprd-cluster (FARGATE)  TaskDef: oc-export-data:2 / sg-export-data  QueryLanguage: JSONata  Retry: MaxAttempts:3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74320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10896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 / OpenCentral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4320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10896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pos-original/oc/receive/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{table_name}.END 着地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274320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10896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EventBridge: Object Created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*.END → SF: receive-pos-master-oc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10896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SF①: split-csv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(店舗別CSV分割 + .ENDIMPORT生成)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[Parallel: backup-file + Map:create-file-end]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274320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10896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SF②: import-pos-master-oc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oc-import-data:$LATEST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SF③: create-txt-file-oc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get-sync-store(同期店舗確認)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(posprd-cluster, TaskDef:v2)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274320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0896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(TXT分割 + 送信スケジュール設定)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10896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SF④: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BOX-PC FTP送信 + backup-file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274320" y="5303520"/>
            <a:ext cx="2944368" cy="43891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0896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・41_P001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274320" y="5779008"/>
            <a:ext cx="2944368" cy="22860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10896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SHOHIN.TXT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3401568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3438144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 / PosSserver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3401568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438144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pos-original/sg/receive/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*.ZIP 着地</a:t>
            </a:r>
            <a:endParaRPr lang="en-US" sz="750" dirty="0"/>
          </a:p>
        </p:txBody>
      </p:sp>
      <p:sp>
        <p:nvSpPr>
          <p:cNvPr id="39" name="Shape 34"/>
          <p:cNvSpPr/>
          <p:nvPr/>
        </p:nvSpPr>
        <p:spPr>
          <a:xfrm>
            <a:off x="3401568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3438144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EventBridge: Object Created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*.ZIP → SQS: store-code-queue.fifo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receive-and-import-sg</a:t>
            </a:r>
            <a:endParaRPr lang="en-US" sz="750" dirty="0"/>
          </a:p>
        </p:txBody>
      </p:sp>
      <p:sp>
        <p:nvSpPr>
          <p:cNvPr id="41" name="Shape 36"/>
          <p:cNvSpPr/>
          <p:nvPr/>
        </p:nvSpPr>
        <p:spPr>
          <a:xfrm>
            <a:off x="3401568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3438144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SF①: receive-and-import-sg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unzip-file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(ZIP展開 + テーブル別移動)</a:t>
            </a:r>
            <a:endParaRPr lang="en-US" sz="750" dirty="0"/>
          </a:p>
        </p:txBody>
      </p:sp>
      <p:sp>
        <p:nvSpPr>
          <p:cNvPr id="43" name="Shape 38"/>
          <p:cNvSpPr/>
          <p:nvPr/>
        </p:nvSpPr>
        <p:spPr>
          <a:xfrm>
            <a:off x="3401568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3438144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backup-file (ZIPバックアップ)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Map: sg-import-data:$LATEST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Replica_Kasumi (11/13/16)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※エラー時SQS deleteMessage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3401568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3438144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.ENDEXPORT生成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EventBridge: Object Created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create-txt-file-sg</a:t>
            </a:r>
            <a:endParaRPr lang="en-US" sz="750" dirty="0"/>
          </a:p>
        </p:txBody>
      </p:sp>
      <p:sp>
        <p:nvSpPr>
          <p:cNvPr id="47" name="Shape 42"/>
          <p:cNvSpPr/>
          <p:nvPr/>
        </p:nvSpPr>
        <p:spPr>
          <a:xfrm>
            <a:off x="3401568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3438144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ECS FARGATE: sg-export-data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(posprd-cluster)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split-txt-by-sent-time</a:t>
            </a:r>
            <a:endParaRPr lang="en-US" sz="750" dirty="0"/>
          </a:p>
        </p:txBody>
      </p:sp>
      <p:sp>
        <p:nvSpPr>
          <p:cNvPr id="49" name="Shape 44"/>
          <p:cNvSpPr/>
          <p:nvPr/>
        </p:nvSpPr>
        <p:spPr>
          <a:xfrm>
            <a:off x="3401568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3438144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SF②: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BOX-PC FTP送信 + backup-file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3401568" y="5303520"/>
            <a:ext cx="2944368" cy="43891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3438144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・11_ItemMaster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・13_SpecialPriceMaster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・16_ForcePriceMaster</a:t>
            </a:r>
            <a:endParaRPr lang="en-US" sz="750" dirty="0"/>
          </a:p>
        </p:txBody>
      </p:sp>
      <p:sp>
        <p:nvSpPr>
          <p:cNvPr id="53" name="Shape 48"/>
          <p:cNvSpPr/>
          <p:nvPr/>
        </p:nvSpPr>
        <p:spPr>
          <a:xfrm>
            <a:off x="3401568" y="5779008"/>
            <a:ext cx="2944368" cy="228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438144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ESLDATA.TXT</a:t>
            </a:r>
            <a:endParaRPr lang="en-US" sz="750" dirty="0"/>
          </a:p>
        </p:txBody>
      </p:sp>
      <p:sp>
        <p:nvSpPr>
          <p:cNvPr id="55" name="Shape 50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</a:t>
            </a:r>
            <a:endParaRPr lang="en-US" sz="1050" dirty="0"/>
          </a:p>
        </p:txBody>
      </p:sp>
      <p:sp>
        <p:nvSpPr>
          <p:cNvPr id="57" name="Shape 52"/>
          <p:cNvSpPr/>
          <p:nvPr/>
        </p:nvSpPr>
        <p:spPr>
          <a:xfrm>
            <a:off x="6528816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65392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/ P003</a:t>
            </a:r>
            <a:endParaRPr lang="en-US" sz="800" dirty="0"/>
          </a:p>
        </p:txBody>
      </p:sp>
      <p:sp>
        <p:nvSpPr>
          <p:cNvPr id="59" name="Shape 54"/>
          <p:cNvSpPr/>
          <p:nvPr/>
        </p:nvSpPr>
        <p:spPr>
          <a:xfrm>
            <a:off x="6528816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565392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pos-original/sh/receive/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{table_name}.END 着地</a:t>
            </a:r>
            <a:endParaRPr lang="en-US" sz="750" dirty="0"/>
          </a:p>
        </p:txBody>
      </p:sp>
      <p:sp>
        <p:nvSpPr>
          <p:cNvPr id="61" name="Shape 56"/>
          <p:cNvSpPr/>
          <p:nvPr/>
        </p:nvSpPr>
        <p:spPr>
          <a:xfrm>
            <a:off x="6528816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6565392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EventBridge: Object Created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*.END → SF: import-pos-master-sh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6528816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65392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SF①: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(DB接続・S3ダウンロード)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6528816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6565392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(INSERT/UPDATE)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バッチステータス更新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6528816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565392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Lambda: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(バックアップ移動)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528816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6565392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（SHはTXT出力・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BOX-PC送信なし）</a:t>
            </a:r>
            <a:endParaRPr lang="en-US" sz="750" dirty="0"/>
          </a:p>
        </p:txBody>
      </p:sp>
      <p:sp>
        <p:nvSpPr>
          <p:cNvPr id="71" name="Shape 66"/>
          <p:cNvSpPr/>
          <p:nvPr/>
        </p:nvSpPr>
        <p:spPr>
          <a:xfrm>
            <a:off x="6528816" y="5303520"/>
            <a:ext cx="2944368" cy="43891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6565392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・41_P001</a:t>
            </a:r>
            <a:endParaRPr lang="en-US" sz="750" dirty="0"/>
          </a:p>
        </p:txBody>
      </p:sp>
      <p:sp>
        <p:nvSpPr>
          <p:cNvPr id="73" name="Shape 68"/>
          <p:cNvSpPr/>
          <p:nvPr/>
        </p:nvSpPr>
        <p:spPr>
          <a:xfrm>
            <a:off x="6528816" y="5779008"/>
            <a:ext cx="2944368" cy="22860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6565392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（送信なし）</a:t>
            </a:r>
            <a:endParaRPr lang="en-US" sz="750" dirty="0"/>
          </a:p>
        </p:txBody>
      </p:sp>
      <p:sp>
        <p:nvSpPr>
          <p:cNvPr id="75" name="Text 70"/>
          <p:cNvSpPr/>
          <p:nvPr/>
        </p:nvSpPr>
        <p:spPr>
          <a:xfrm>
            <a:off x="274320" y="6053328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 FTP送信先: PRD=10.156.96.210 / STG=10.156.96.211  |  FTP ID/PW: ishida/ishida  |  Sent path: /{store_code 5char}/Recv/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2026-03-07T19:24:52Z</dcterms:created>
  <dcterms:modified xsi:type="dcterms:W3CDTF">2026-03-07T19:24:52Z</dcterms:modified>
</cp:coreProperties>
</file>