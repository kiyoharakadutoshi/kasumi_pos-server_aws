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67" r:id="rId13"/>
    <p:sldId id="268" r:id="rId14"/>
    <p:sldId id="269" r:id="rId15"/>
    <p:sldId id="271" r:id="rId22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　11. OC取込定義（GHマスタ）: GHPLUM(実装済) / GHDISCOUNTM・GHBUNDLEM・GHEVENTM・GMMDSEM(未実装)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OC=posprd-cluster(TaskDef:oc-export-data:2, HB:300s) / SG=ksm-posprd-ecs-cluster(TaskDef:sg-export-data:5, HB/TO:2400s)  SM QueryLang: JSONata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 / BIPROGY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①backup-file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②Map: create-file-end(.ENDIMPORT生成)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② import-pos-master-oc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oc-import-data:$LATEST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S3DownloadException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③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posprd-cluster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oc-export-data:2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Heartbeat: 300s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(TXT分割+EBスケジュール生成)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④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get-sync-store(Retry:なし)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FTP先: SftpHost/Port/User/Pass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(DB動的取得)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backup-file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310896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Subnet: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subnet-0d125718b8c5c5a23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subnet-030f7db5506682c07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sg-053d249f0086f8733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274320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 → BOX-PC FTP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 / VINX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*.ZIP着地 → Lambda: trigger-sqs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store-code-queue.fifo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receive-and-import-sg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receive-and-import-sg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unzip-file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LogStream: object.etag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①backup-file(エラー→SQS del)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②Map: sg-import-data:$LATEST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(エラー→SQS del)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Replica_Kasumi: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13_SpecialPriceMaster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16_ForcePriceMaster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.ENDEXPORT生成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export-queue.fifo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② create-txt-file-sg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sg-export-data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ksm-posprd-ecs-cluster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★OCと別クラスター★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sg-export-data:5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Heartbeat/Timeout: 2400s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ECS env: DB_BATCH=prd/Batch_Kasumi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  DB_KASUMI=prd/Replica_Kasumi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成功/失敗 全てSQS deleteMessage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(export-queue-sg.fifo)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③ sent-txt-file（OC/SGで共用）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FTP情報: get-sync-storeから動的取得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(SftpHost/Port/UserName/Password)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送信後: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Log: /pos/log/sent/all|error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3438144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deleteMessage: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全エラーパスと成功時に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export-queue-sg.fifoから削除</a:t>
            </a:r>
            <a:endParaRPr lang="en-US" sz="650" dirty="0"/>
          </a:p>
        </p:txBody>
      </p:sp>
      <p:sp>
        <p:nvSpPr>
          <p:cNvPr id="53" name="Shape 48"/>
          <p:cNvSpPr/>
          <p:nvPr/>
        </p:nvSpPr>
        <p:spPr>
          <a:xfrm>
            <a:off x="3401568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11/13/16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 → BOX-PC FTP</a:t>
            </a:r>
            <a:endParaRPr lang="en-US" sz="750" dirty="0"/>
          </a:p>
        </p:txBody>
      </p:sp>
      <p:sp>
        <p:nvSpPr>
          <p:cNvPr id="57" name="Shape 52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 / SHARP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import-pos-master-sh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lmd-import-pos-master-sh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★他は lmd-function-xxx★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★store_code = 'None'(固定)★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table_name: path[3]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S3DownloadException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States.ALL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INSERT/UPDATE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Batch_Kasumi.batch_convert_history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backup-file（内部処理）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※ TXTエクスポートなし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BOX-PC送信なし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作成日: 2026-01-13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(OC/SGより後に追加)</a:t>
            </a:r>
            <a:endParaRPr lang="en-US" sz="750" dirty="0"/>
          </a:p>
        </p:txBody>
      </p:sp>
      <p:sp>
        <p:nvSpPr>
          <p:cNvPr id="73" name="Text 68"/>
          <p:cNvSpPr/>
          <p:nvPr/>
        </p:nvSpPr>
        <p:spPr>
          <a:xfrm>
            <a:off x="6565392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は import のみ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ECS不使用 / SQS不使用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store_codeなし（全店舗共通）</a:t>
            </a:r>
            <a:endParaRPr lang="en-US" sz="650" dirty="0"/>
          </a:p>
        </p:txBody>
      </p:sp>
      <p:sp>
        <p:nvSpPr>
          <p:cNvPr id="74" name="Shape 69"/>
          <p:cNvSpPr/>
          <p:nvPr/>
        </p:nvSpPr>
        <p:spPr>
          <a:xfrm>
            <a:off x="6528816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8" name="Text 73"/>
          <p:cNvSpPr/>
          <p:nvPr/>
        </p:nvSpPr>
        <p:spPr>
          <a:xfrm>
            <a:off x="274320" y="614476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OC取込定義 — GHマスタ取込テーブル一覧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外部連携（BIPROGY/OpenCentral）→ Replica_Kasumi_CHK 取込テーブル（5種類）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GH取込テーブル一覧（取込順）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テーブル名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内容・主キー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01_GHPLUM  ✅実装済み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PLU/商品マスタ  PK: STR_ID + SCAN_ID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02_GHDISCOUNTM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特売値引マスタ  PK: STR_ID + EVNT_NBR + MBR_FG + PLU_ID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03_GHBUNDLEM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組合せ(M&amp;M)マスタ  PK: STR_ID + EVNT_NBR + PLU_ID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04_GHEVENTM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企画マスタ  PK: STR_ID + EVNT_NBR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05_GMMDSEM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商品階層マスタ  PK: STR_ID + MDSE_NBR1〜6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41_P001 は別途 OC フローで使用（PRD Aurora 実装済み）  開発環境テーブル名: MST_プレフィックス付き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01_GHPLUM 主要カラム定義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カラム名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型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店舗コード (PK)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スキャンコード (PK)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商品コード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DSPL_DESCR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varchar(40)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単品名称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DCPT_DESCR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レシート記述名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RTL_PRC NV_CD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UNT_CST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decimal(9,2)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単位原価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REG_PRC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GSFD_MBR_PRC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会員価格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PRCS_TYP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処理区分（A:登録/U:更新/D:削除）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PRCS_FG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処理フラグ（0:未処理）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P_SCAN_ID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販売コード（親JAN）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TAXBLTY_CD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税種別コード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SCAN_TYP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PLUタイプ（0:JAN-13/1:EAN-13...）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PRCS_DT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処理日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RCV_DT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受信日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取込順序: 01→02→03→04→05  /  02〜05 は将来実装予定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16" y="109728"/>
            <a:ext cx="1600200" cy="533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" y="109728"/>
            <a:ext cx="1874520" cy="466344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LUVINA</a:t>
            </a:r>
          </a:p>
        </p:txBody>
      </p:sp>
      <p:sp>
        <p:nvSpPr>
          <p:cNvPr id="6" name="Title"/>
          <p:cNvSpPr/>
          <p:nvPr/>
        </p:nvSpPr>
        <p:spPr>
          <a:xfrm>
            <a:off x="457200" y="609600"/>
            <a:ext cx="11280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ja-JP" sz="2400" b="1" dirty="0">
                <a:solidFill>
                  <a:srgbClr val="C8102E"/>
                </a:solidFill>
              </a:rPr>
              <a:t>今後の課題 — 2026年3月 AWS調査まとめ</a:t>
            </a:r>
          </a:p>
        </p:txBody>
      </p:sp>
      <p:sp>
        <p:nvSpPr>
          <p:cNvPr id="7" name="Subtitle"/>
          <p:cNvSpPr/>
          <p:nvPr/>
        </p:nvSpPr>
        <p:spPr>
          <a:xfrm>
            <a:off x="457200" y="1066800"/>
            <a:ext cx="11280600" cy="304800"/>
          </a:xfrm>
          <a:prstGeom prst="rect">
            <a:avLst/>
          </a:prstGeom>
          <a:noFill/>
        </p:spPr>
        <p:txBody>
          <a:bodyPr/>
          <a:lstStyle/>
          <a:p>
            <a:r>
              <a:rPr lang="ja-JP" sz="1400" b="0" dirty="0">
                <a:solidFill>
                  <a:srgbClr val="666666"/>
                </a:solidFill>
              </a:rPr>
              <a:t>2026年3月 AWS CloudShell・Lambda調査に基づく改善項目</a:t>
            </a:r>
          </a:p>
        </p:txBody>
      </p:sp>
      <p:sp>
        <p:nvSpPr>
          <p:cNvPr id="8" name="LeftCol"/>
          <p:cNvSpPr/>
          <p:nvPr/>
        </p:nvSpPr>
        <p:spPr>
          <a:xfrm>
            <a:off x="457200" y="1524000"/>
            <a:ext cx="5486400" cy="4724400"/>
          </a:xfrm>
          <a:prstGeom prst="rect">
            <a:avLst/>
          </a:prstGeom>
          <a:solidFill>
            <a:srgbClr val="FFF5F5"/>
          </a:solidFill>
          <a:ln>
            <a:solidFill>
              <a:srgbClr val="C8102E"/>
            </a:solidFill>
          </a:ln>
        </p:spPr>
        <p:txBody>
          <a:bodyPr insFontAlign="base" lIns="180000" tIns="180000" rIns="180000"/>
          <a:lstStyle/>
          <a:p>
            <a:r>
              <a:rPr lang="ja-JP" sz="1600" b="1" dirty="0">
                <a:solidFill>
                  <a:srgbClr val="C8102E"/>
                </a:solidFill>
              </a:rPr>
              <a:t>🔴 高優先度（早期対応推奨）</a:t>
            </a:r>
          </a:p>
          <a:p>
            <a:r>
              <a:rPr lang="ja-JP" sz="11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① バックアップ保持期間の変更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現状: 1日  →  推奨: 最低7日・理想35日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前日分しか自動復元できない状態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参照: 04_修正依頼/20260308_MYSQLバックアップ設定.md</a:t>
            </a:r>
          </a:p>
          <a:p>
            <a:r>
              <a:rPr lang="ja-JP" sz="10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② AWS Backup 設定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現状: 未設定（長期スナップショットなし）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月次スナップショット自動保持ルールの作成が必要</a:t>
            </a:r>
          </a:p>
          <a:p>
            <a:r>
              <a:rPr lang="ja-JP" sz="10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③ RDS インスタンス ダウンサイズ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現状: db.r5.2xlarge ×2台（CPU≈0%・Read IOPS=0）</a:t>
            </a:r>
          </a:p>
          <a:p>
            <a:r>
              <a:rPr lang="ja-JP" sz="1100" dirty="0">
                <a:solidFill>
                  <a:srgbClr val="C8102E"/>
                </a:solidFill>
              </a:rPr>
              <a:t xml:space="preserve">  → db.r5.large に変更で約$1,369/月削減（62%削減）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参照: 06_コスト調査/20260308_RDSパフォーマンス・コスト調査.md</a:t>
            </a:r>
          </a:p>
        </p:txBody>
      </p:sp>
      <p:sp>
        <p:nvSpPr>
          <p:cNvPr id="9" name="RightCol"/>
          <p:cNvSpPr/>
          <p:nvPr/>
        </p:nvSpPr>
        <p:spPr>
          <a:xfrm>
            <a:off x="6248400" y="1524000"/>
            <a:ext cx="5486400" cy="4724400"/>
          </a:xfrm>
          <a:prstGeom prst="rect">
            <a:avLst/>
          </a:prstGeom>
          <a:solidFill>
            <a:srgbClr val="FFFDE7"/>
          </a:solidFill>
          <a:ln>
            <a:solidFill>
              <a:srgbClr val="F59B00"/>
            </a:solidFill>
          </a:ln>
        </p:spPr>
        <p:txBody>
          <a:bodyPr insFontAlign="base" lIns="180000" tIns="180000" rIns="180000"/>
          <a:lstStyle/>
          <a:p>
            <a:r>
              <a:rPr lang="ja-JP" sz="1600" b="1" dirty="0">
                <a:solidFill>
                  <a:srgbClr val="B8860B"/>
                </a:solidFill>
              </a:rPr>
              <a:t>⚠️ 中優先度（計画的に対応）</a:t>
            </a:r>
          </a:p>
          <a:p>
            <a:r>
              <a:rPr lang="ja-JP" sz="11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④ create-file-end-for-night 接続先変更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Lambda調査でSELECTのみと判明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DB_KASUMI: prd/Replica_Kasumi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→ prd/Replica_Kasumi_RO に変更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参照: 04_修正依頼/..._DB接続先変更.md</a:t>
            </a:r>
          </a:p>
          <a:p>
            <a:r>
              <a:rPr lang="ja-JP" sz="10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⑤ PromotionTier 同値問題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instance-1/2 ともに Tier=1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→ instance-2 を Tier=2 に変更し昇格順序を明確化</a:t>
            </a:r>
          </a:p>
          <a:p>
            <a:r>
              <a:rPr lang="ja-JP" sz="1000" dirty="0"/>
              <a:t/>
            </a:r>
          </a:p>
          <a:p>
            <a:r>
              <a:rPr lang="ja-JP" sz="1300" b="1" dirty="0">
                <a:solidFill>
                  <a:srgbClr val="333333"/>
                </a:solidFill>
              </a:rPr>
              <a:t>⑥ シークレット命名の改善（中長期）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prd/Replica_Kasumi は実際にはWriterエンドポイント</a:t>
            </a:r>
          </a:p>
          <a:p>
            <a:r>
              <a:rPr lang="ja-JP" sz="1100" dirty="0">
                <a:solidFill>
                  <a:srgbClr val="555555"/>
                </a:solidFill>
              </a:rPr>
              <a:t xml:space="preserve">  → prd/Writer_Kasumi 等への改名を検討</a:t>
            </a:r>
          </a:p>
        </p:txBody>
      </p:sp>
      <p:sp>
        <p:nvSpPr>
          <p:cNvPr id="10" name="PageNum"/>
          <p:cNvSpPr/>
          <p:nvPr/>
        </p:nvSpPr>
        <p:spPr>
          <a:xfrm>
            <a:off x="11176200" y="6248400"/>
            <a:ext cx="609600" cy="304800"/>
          </a:xfrm>
          <a:prstGeom prst="rect">
            <a:avLst/>
          </a:prstGeom>
          <a:noFill/>
        </p:spPr>
        <p:txBody>
          <a:bodyPr anchor="ctr"/>
          <a:lstStyle/>
          <a:p>
            <a:pPr algn="r"/>
            <a:r>
              <a:rPr lang="en-US" sz="1000" dirty="0">
                <a:solidFill>
                  <a:srgbClr val="999999"/>
                </a:solidFill>
              </a:rPr>
              <a:t>16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2026-03-07T19:30:33Z</dcterms:created>
  <dcterms:modified xsi:type="dcterms:W3CDTF">2026-03-07T19:30:33Z</dcterms:modified>
</cp:coreProperties>
</file>