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OC=posprd-cluster(TaskDef:oc-export-data:2, HB:300s) / SG=ksm-posprd-ecs-cluster(TaskDef:sg-export-data:5, HB/TO:2400s)  SM QueryLang: JSONata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 / BIPROGY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②Map: create-file-end(.ENDIMPORT生成)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② import-pos-master-oc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oc-import-data:$LATEST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S3DownloadException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③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posprd-cluster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oc-export-data:2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Heartbeat: 300s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(TXT分割+EBスケジュール生成)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④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get-sync-store(Retry:なし)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FTP先: SftpHost/Port/User/Pass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(DB動的取得)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backup-file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310896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Subnet: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subnet-0d125718b8c5c5a23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subnet-030f7db5506682c07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sg-053d249f0086f8733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274320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 → BOX-PC FTP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 / VINX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*.ZIP着地 → Lambda: trigger-sqs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store-code-queue.fifo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receive-and-import-sg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receive-and-import-sg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unzip-file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LogStream: object.etag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①backup-file(エラー→SQS del)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②Map: sg-import-data:$LATEST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(エラー→SQS del)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Replica_Kasumi: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13_SpecialPriceMaster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16_ForcePriceMaster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.ENDEXPORT生成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export-queue.fifo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② create-txt-file-sg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sg-export-data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ksm-posprd-ecs-cluster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★OCと別クラスター★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sg-export-data:5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Heartbeat/Timeout: 2400s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ECS env: DB_BATCH=prd/Batch_Kasumi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DB_KASUMI=prd/Replica_Kasumi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成功/失敗 全てSQS deleteMessage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(export-queue-sg.fifo)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③ sent-txt-file（OC/SGで共用）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FTP情報: get-sync-storeから動的取得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(SftpHost/Port/UserName/Password)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送信後: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Log: /pos/log/sent/all|error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3438144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deleteMessage: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全エラーパスと成功時に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export-queue-sg.fifoから削除</a:t>
            </a:r>
            <a:endParaRPr lang="en-US" sz="650" dirty="0"/>
          </a:p>
        </p:txBody>
      </p:sp>
      <p:sp>
        <p:nvSpPr>
          <p:cNvPr id="53" name="Shape 48"/>
          <p:cNvSpPr/>
          <p:nvPr/>
        </p:nvSpPr>
        <p:spPr>
          <a:xfrm>
            <a:off x="3401568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11/13/16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 → BOX-PC FTP</a:t>
            </a:r>
            <a:endParaRPr lang="en-US" sz="750" dirty="0"/>
          </a:p>
        </p:txBody>
      </p:sp>
      <p:sp>
        <p:nvSpPr>
          <p:cNvPr id="57" name="Shape 52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 / SHARP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import-pos-master-sh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lmd-import-pos-master-sh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★他は lmd-function-xxx★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★store_code = 'None'(固定)★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table_name: path[3]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S3DownloadException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States.ALL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INSERT/UPDATE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Batch_Kasumi.batch_convert_history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backup-file（内部処理）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※ TXTエクスポートなし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BOX-PC送信なし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作成日: 2026-01-13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(OC/SGより後に追加)</a:t>
            </a:r>
            <a:endParaRPr lang="en-US" sz="750" dirty="0"/>
          </a:p>
        </p:txBody>
      </p:sp>
      <p:sp>
        <p:nvSpPr>
          <p:cNvPr id="73" name="Text 68"/>
          <p:cNvSpPr/>
          <p:nvPr/>
        </p:nvSpPr>
        <p:spPr>
          <a:xfrm>
            <a:off x="6565392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は import のみ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ECS不使用 / SQS不使用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store_codeなし（全店舗共通）</a:t>
            </a:r>
            <a:endParaRPr lang="en-US" sz="650" dirty="0"/>
          </a:p>
        </p:txBody>
      </p:sp>
      <p:sp>
        <p:nvSpPr>
          <p:cNvPr id="74" name="Shape 69"/>
          <p:cNvSpPr/>
          <p:nvPr/>
        </p:nvSpPr>
        <p:spPr>
          <a:xfrm>
            <a:off x="6528816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8" name="Text 73"/>
          <p:cNvSpPr/>
          <p:nvPr/>
        </p:nvSpPr>
        <p:spPr>
          <a:xfrm>
            <a:off x="274320" y="614476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2026-03-07T19:30:33Z</dcterms:created>
  <dcterms:modified xsi:type="dcterms:W3CDTF">2026-03-07T19:30:33Z</dcterms:modified>
</cp:coreProperties>
</file>