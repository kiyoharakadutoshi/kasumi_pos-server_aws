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71" r:id="rId5"/>
  </p:sldMasterIdLst>
  <p:notesMasterIdLst>
    <p:notesMasterId r:id="rId16"/>
  </p:notesMasterIdLst>
  <p:sldIdLst>
    <p:sldId id="261" r:id="rId6"/>
    <p:sldId id="2147380508" r:id="rId7"/>
    <p:sldId id="263" r:id="rId8"/>
    <p:sldId id="2147380510" r:id="rId9"/>
    <p:sldId id="2147380511" r:id="rId10"/>
    <p:sldId id="2147380509" r:id="rId11"/>
    <p:sldId id="2147380507" r:id="rId12"/>
    <p:sldId id="712" r:id="rId13"/>
    <p:sldId id="260" r:id="rId14"/>
    <p:sldId id="262" r:id="rId1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99"/>
    <a:srgbClr val="F2F2F2"/>
    <a:srgbClr val="FF3300"/>
    <a:srgbClr val="E9560D"/>
    <a:srgbClr val="CE4D0C"/>
    <a:srgbClr val="FF6600"/>
    <a:srgbClr val="FF9966"/>
    <a:srgbClr val="BC4D08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AB64F33-95D6-0728-AFB8-867D552F5411}" v="10" dt="2025-03-25T09:10:05.718"/>
    <p1510:client id="{DCCE7F45-3213-A97D-C9F8-F76E1CFC0EF6}" v="2" dt="2025-03-26T10:57:09.23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7292A2E-F333-43FB-9621-5CBBE7FDCDCB}" styleName="淡色スタイル 2 - アクセント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10" Type="http://schemas.openxmlformats.org/officeDocument/2006/relationships/slide" Target="slides/slide5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ran Thai Son" userId="S::tranthaison_luvina.net#ext#@usmh.onmicrosoft.com::ed9ab2d2-ed22-4633-9fc6-49e3bc6316b7" providerId="AD" clId="Web-{DAB64F33-95D6-0728-AFB8-867D552F5411}"/>
    <pc:docChg chg="modSld">
      <pc:chgData name="Tran Thai Son" userId="S::tranthaison_luvina.net#ext#@usmh.onmicrosoft.com::ed9ab2d2-ed22-4633-9fc6-49e3bc6316b7" providerId="AD" clId="Web-{DAB64F33-95D6-0728-AFB8-867D552F5411}" dt="2025-03-25T09:10:05.718" v="9" actId="14100"/>
      <pc:docMkLst>
        <pc:docMk/>
      </pc:docMkLst>
      <pc:sldChg chg="modSp">
        <pc:chgData name="Tran Thai Son" userId="S::tranthaison_luvina.net#ext#@usmh.onmicrosoft.com::ed9ab2d2-ed22-4633-9fc6-49e3bc6316b7" providerId="AD" clId="Web-{DAB64F33-95D6-0728-AFB8-867D552F5411}" dt="2025-03-25T09:10:05.718" v="9" actId="14100"/>
        <pc:sldMkLst>
          <pc:docMk/>
          <pc:sldMk cId="3761509702" sldId="261"/>
        </pc:sldMkLst>
        <pc:spChg chg="mod">
          <ac:chgData name="Tran Thai Son" userId="S::tranthaison_luvina.net#ext#@usmh.onmicrosoft.com::ed9ab2d2-ed22-4633-9fc6-49e3bc6316b7" providerId="AD" clId="Web-{DAB64F33-95D6-0728-AFB8-867D552F5411}" dt="2025-03-25T09:09:30.295" v="3" actId="14100"/>
          <ac:spMkLst>
            <pc:docMk/>
            <pc:sldMk cId="3761509702" sldId="261"/>
            <ac:spMk id="5" creationId="{0A837252-5873-E137-A039-26429AD7F902}"/>
          </ac:spMkLst>
        </pc:spChg>
        <pc:spChg chg="mod">
          <ac:chgData name="Tran Thai Son" userId="S::tranthaison_luvina.net#ext#@usmh.onmicrosoft.com::ed9ab2d2-ed22-4633-9fc6-49e3bc6316b7" providerId="AD" clId="Web-{DAB64F33-95D6-0728-AFB8-867D552F5411}" dt="2025-03-25T09:09:54.749" v="7" actId="14100"/>
          <ac:spMkLst>
            <pc:docMk/>
            <pc:sldMk cId="3761509702" sldId="261"/>
            <ac:spMk id="7" creationId="{22408F24-AECB-7553-09CF-FCD9A067C539}"/>
          </ac:spMkLst>
        </pc:spChg>
        <pc:spChg chg="mod">
          <ac:chgData name="Tran Thai Son" userId="S::tranthaison_luvina.net#ext#@usmh.onmicrosoft.com::ed9ab2d2-ed22-4633-9fc6-49e3bc6316b7" providerId="AD" clId="Web-{DAB64F33-95D6-0728-AFB8-867D552F5411}" dt="2025-03-25T09:10:05.718" v="9" actId="14100"/>
          <ac:spMkLst>
            <pc:docMk/>
            <pc:sldMk cId="3761509702" sldId="261"/>
            <ac:spMk id="8" creationId="{1B21224E-1C71-4020-C145-743ED2225484}"/>
          </ac:spMkLst>
        </pc:spChg>
      </pc:sldChg>
    </pc:docChg>
  </pc:docChgLst>
  <pc:docChgLst>
    <pc:chgData name="佐々木  大助" userId="c870486a-dad7-4694-ac78-9bbc4445935f" providerId="ADAL" clId="{A237534B-32B1-466E-A729-C2123D2BDFE1}"/>
    <pc:docChg chg="undo custSel addSld modSld sldOrd">
      <pc:chgData name="佐々木  大助" userId="c870486a-dad7-4694-ac78-9bbc4445935f" providerId="ADAL" clId="{A237534B-32B1-466E-A729-C2123D2BDFE1}" dt="2024-01-05T01:39:20.121" v="2586" actId="13926"/>
      <pc:docMkLst>
        <pc:docMk/>
      </pc:docMkLst>
      <pc:sldChg chg="ord">
        <pc:chgData name="佐々木  大助" userId="c870486a-dad7-4694-ac78-9bbc4445935f" providerId="ADAL" clId="{A237534B-32B1-466E-A729-C2123D2BDFE1}" dt="2023-12-29T05:17:45.427" v="1424"/>
        <pc:sldMkLst>
          <pc:docMk/>
          <pc:sldMk cId="2821798218" sldId="260"/>
        </pc:sldMkLst>
      </pc:sldChg>
      <pc:sldChg chg="addSp modSp mod">
        <pc:chgData name="佐々木  大助" userId="c870486a-dad7-4694-ac78-9bbc4445935f" providerId="ADAL" clId="{A237534B-32B1-466E-A729-C2123D2BDFE1}" dt="2024-01-05T01:39:20.121" v="2586" actId="13926"/>
        <pc:sldMkLst>
          <pc:docMk/>
          <pc:sldMk cId="3761509702" sldId="261"/>
        </pc:sldMkLst>
        <pc:spChg chg="add mod">
          <ac:chgData name="佐々木  大助" userId="c870486a-dad7-4694-ac78-9bbc4445935f" providerId="ADAL" clId="{A237534B-32B1-466E-A729-C2123D2BDFE1}" dt="2024-01-05T01:39:20.121" v="2586" actId="13926"/>
          <ac:spMkLst>
            <pc:docMk/>
            <pc:sldMk cId="3761509702" sldId="261"/>
            <ac:spMk id="13" creationId="{62A6214E-D037-587C-77DA-F84D10550E1D}"/>
          </ac:spMkLst>
        </pc:spChg>
      </pc:sldChg>
      <pc:sldChg chg="ord">
        <pc:chgData name="佐々木  大助" userId="c870486a-dad7-4694-ac78-9bbc4445935f" providerId="ADAL" clId="{A237534B-32B1-466E-A729-C2123D2BDFE1}" dt="2023-12-29T05:17:47.633" v="1426"/>
        <pc:sldMkLst>
          <pc:docMk/>
          <pc:sldMk cId="951777480" sldId="262"/>
        </pc:sldMkLst>
      </pc:sldChg>
      <pc:sldChg chg="addSp modSp mod ord">
        <pc:chgData name="佐々木  大助" userId="c870486a-dad7-4694-ac78-9bbc4445935f" providerId="ADAL" clId="{A237534B-32B1-466E-A729-C2123D2BDFE1}" dt="2023-12-29T05:54:07.299" v="1798" actId="207"/>
        <pc:sldMkLst>
          <pc:docMk/>
          <pc:sldMk cId="1602907748" sldId="263"/>
        </pc:sldMkLst>
        <pc:spChg chg="add mod">
          <ac:chgData name="佐々木  大助" userId="c870486a-dad7-4694-ac78-9bbc4445935f" providerId="ADAL" clId="{A237534B-32B1-466E-A729-C2123D2BDFE1}" dt="2023-12-29T02:33:39.882" v="365" actId="1035"/>
          <ac:spMkLst>
            <pc:docMk/>
            <pc:sldMk cId="1602907748" sldId="263"/>
            <ac:spMk id="2" creationId="{F5AF6637-17A0-3E2D-5796-D10BA4722495}"/>
          </ac:spMkLst>
        </pc:spChg>
        <pc:spChg chg="add mod">
          <ac:chgData name="佐々木  大助" userId="c870486a-dad7-4694-ac78-9bbc4445935f" providerId="ADAL" clId="{A237534B-32B1-466E-A729-C2123D2BDFE1}" dt="2023-12-29T02:34:01.061" v="367" actId="1076"/>
          <ac:spMkLst>
            <pc:docMk/>
            <pc:sldMk cId="1602907748" sldId="263"/>
            <ac:spMk id="3" creationId="{8C479463-C342-7C1E-3036-286852B39027}"/>
          </ac:spMkLst>
        </pc:spChg>
        <pc:spChg chg="mod">
          <ac:chgData name="佐々木  大助" userId="c870486a-dad7-4694-ac78-9bbc4445935f" providerId="ADAL" clId="{A237534B-32B1-466E-A729-C2123D2BDFE1}" dt="2023-12-29T02:37:30.517" v="393" actId="20577"/>
          <ac:spMkLst>
            <pc:docMk/>
            <pc:sldMk cId="1602907748" sldId="263"/>
            <ac:spMk id="4" creationId="{AD6EBE28-EE43-40EC-0FC8-4849459C208F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5" creationId="{0DA41D33-2BFB-A2A3-CF75-2772C474DD28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6" creationId="{D9575F36-B6B3-3F38-D921-20B3E1148B27}"/>
          </ac:spMkLst>
        </pc:spChg>
        <pc:spChg chg="add mod">
          <ac:chgData name="佐々木  大助" userId="c870486a-dad7-4694-ac78-9bbc4445935f" providerId="ADAL" clId="{A237534B-32B1-466E-A729-C2123D2BDFE1}" dt="2023-12-29T02:34:09.591" v="368" actId="1076"/>
          <ac:spMkLst>
            <pc:docMk/>
            <pc:sldMk cId="1602907748" sldId="263"/>
            <ac:spMk id="7" creationId="{ABCE4F0E-A086-6D3F-C437-94E1D953BE38}"/>
          </ac:spMkLst>
        </pc:spChg>
        <pc:spChg chg="add mod">
          <ac:chgData name="佐々木  大助" userId="c870486a-dad7-4694-ac78-9bbc4445935f" providerId="ADAL" clId="{A237534B-32B1-466E-A729-C2123D2BDFE1}" dt="2023-12-29T02:34:26.237" v="371" actId="1076"/>
          <ac:spMkLst>
            <pc:docMk/>
            <pc:sldMk cId="1602907748" sldId="263"/>
            <ac:spMk id="8" creationId="{574A4AA7-D298-0B04-3851-6A9E8F07851A}"/>
          </ac:spMkLst>
        </pc:spChg>
        <pc:spChg chg="add mod">
          <ac:chgData name="佐々木  大助" userId="c870486a-dad7-4694-ac78-9bbc4445935f" providerId="ADAL" clId="{A237534B-32B1-466E-A729-C2123D2BDFE1}" dt="2023-12-29T05:22:23.185" v="1509" actId="20577"/>
          <ac:spMkLst>
            <pc:docMk/>
            <pc:sldMk cId="1602907748" sldId="263"/>
            <ac:spMk id="9" creationId="{99E73BFE-D1A3-E3B3-813A-E94A94CBCB90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10" creationId="{A9B52A24-25D4-7C77-39D8-A569FCB37BB0}"/>
          </ac:spMkLst>
        </pc:spChg>
        <pc:spChg chg="mod">
          <ac:chgData name="佐々木  大助" userId="c870486a-dad7-4694-ac78-9bbc4445935f" providerId="ADAL" clId="{A237534B-32B1-466E-A729-C2123D2BDFE1}" dt="2023-12-29T05:18:49.084" v="1433"/>
          <ac:spMkLst>
            <pc:docMk/>
            <pc:sldMk cId="1602907748" sldId="263"/>
            <ac:spMk id="11" creationId="{4BB3E7CF-52E3-B80A-3E04-EF0B61CA1156}"/>
          </ac:spMkLst>
        </pc:spChg>
        <pc:spChg chg="add mod">
          <ac:chgData name="佐々木  大助" userId="c870486a-dad7-4694-ac78-9bbc4445935f" providerId="ADAL" clId="{A237534B-32B1-466E-A729-C2123D2BDFE1}" dt="2023-12-29T05:54:07.299" v="1798" actId="207"/>
          <ac:spMkLst>
            <pc:docMk/>
            <pc:sldMk cId="1602907748" sldId="263"/>
            <ac:spMk id="12" creationId="{17CE8C5B-3F1E-1E4A-8607-60A3E870DFC6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13" creationId="{3516203C-5784-6785-7738-2941DBF7C7A8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15" creationId="{0B0CA5A4-10FD-FE53-FD05-AC403E3AE7E3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16" creationId="{71D454D6-CEA7-F623-69DE-1A17C2A23CE5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20" creationId="{41BEAF94-864A-E275-039F-A6E0899C9ED6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23" creationId="{1E6C7DC2-43C3-288F-9691-E8ED7BDB7F3B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25" creationId="{22E6E77A-7130-0E14-F415-FB0C9CA6980B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26" creationId="{CEA933A6-174F-4062-F198-99581CC27E51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27" creationId="{E0A9251D-9611-B079-B0B4-63B9F8CC14C0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44" creationId="{0740C5CA-F957-F75A-2929-FE701138E463}"/>
          </ac:spMkLst>
        </pc:spChg>
        <pc:spChg chg="mod">
          <ac:chgData name="佐々木  大助" userId="c870486a-dad7-4694-ac78-9bbc4445935f" providerId="ADAL" clId="{A237534B-32B1-466E-A729-C2123D2BDFE1}" dt="2023-12-29T05:21:15.431" v="1500" actId="20577"/>
          <ac:spMkLst>
            <pc:docMk/>
            <pc:sldMk cId="1602907748" sldId="263"/>
            <ac:spMk id="81" creationId="{C9735163-3139-9BD9-76D8-B5D781F55FAD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86" creationId="{3B526034-D07E-34AD-AF54-FC830545B7D3}"/>
          </ac:spMkLst>
        </pc:spChg>
        <pc:spChg chg="mod">
          <ac:chgData name="佐々木  大助" userId="c870486a-dad7-4694-ac78-9bbc4445935f" providerId="ADAL" clId="{A237534B-32B1-466E-A729-C2123D2BDFE1}" dt="2023-12-29T02:38:56.556" v="395" actId="1076"/>
          <ac:spMkLst>
            <pc:docMk/>
            <pc:sldMk cId="1602907748" sldId="263"/>
            <ac:spMk id="87" creationId="{08D1EEE8-90FF-CB7F-1119-09B0FC0451EA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88" creationId="{C29B4294-09E1-EF50-F618-D3E29C5D0AB5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90" creationId="{E5D74A48-D2F5-B2D9-91D3-2E54882E2ED2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91" creationId="{47A02F19-67DB-F72C-FC53-71BC0892AD6D}"/>
          </ac:spMkLst>
        </pc:spChg>
        <pc:spChg chg="mod">
          <ac:chgData name="佐々木  大助" userId="c870486a-dad7-4694-ac78-9bbc4445935f" providerId="ADAL" clId="{A237534B-32B1-466E-A729-C2123D2BDFE1}" dt="2023-12-29T05:32:44.521" v="1621" actId="20577"/>
          <ac:spMkLst>
            <pc:docMk/>
            <pc:sldMk cId="1602907748" sldId="263"/>
            <ac:spMk id="224" creationId="{ED36E680-376F-C1AD-F794-1A3A9CA725CA}"/>
          </ac:spMkLst>
        </pc:spChg>
        <pc:spChg chg="mod">
          <ac:chgData name="佐々木  大助" userId="c870486a-dad7-4694-ac78-9bbc4445935f" providerId="ADAL" clId="{A237534B-32B1-466E-A729-C2123D2BDFE1}" dt="2023-12-29T02:33:39.882" v="365" actId="1035"/>
          <ac:spMkLst>
            <pc:docMk/>
            <pc:sldMk cId="1602907748" sldId="263"/>
            <ac:spMk id="229" creationId="{4276F9CA-3C50-2BF4-22BD-2FF43064F422}"/>
          </ac:spMkLst>
        </pc:spChg>
        <pc:spChg chg="mod">
          <ac:chgData name="佐々木  大助" userId="c870486a-dad7-4694-ac78-9bbc4445935f" providerId="ADAL" clId="{A237534B-32B1-466E-A729-C2123D2BDFE1}" dt="2023-12-29T02:33:50.726" v="366" actId="1076"/>
          <ac:spMkLst>
            <pc:docMk/>
            <pc:sldMk cId="1602907748" sldId="263"/>
            <ac:spMk id="230" creationId="{559C71E2-1565-87E6-518F-BECA4B78F749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233" creationId="{86CB5363-C35C-39CD-D48F-86967194B95E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237" creationId="{300363DB-1135-3943-7B77-52A46E9BB13D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240" creationId="{AC9B72B6-2551-910C-6A0E-53F7218C015C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241" creationId="{E47F0965-6E8A-D4F5-94A9-4333601D480C}"/>
          </ac:spMkLst>
        </pc:spChg>
        <pc:spChg chg="mod">
          <ac:chgData name="佐々木  大助" userId="c870486a-dad7-4694-ac78-9bbc4445935f" providerId="ADAL" clId="{A237534B-32B1-466E-A729-C2123D2BDFE1}" dt="2023-12-29T05:35:29.128" v="1670" actId="20577"/>
          <ac:spMkLst>
            <pc:docMk/>
            <pc:sldMk cId="1602907748" sldId="263"/>
            <ac:spMk id="244" creationId="{08D99E32-D58C-1D05-8423-13C07E14A0CC}"/>
          </ac:spMkLst>
        </pc:spChg>
        <pc:spChg chg="mod">
          <ac:chgData name="佐々木  大助" userId="c870486a-dad7-4694-ac78-9bbc4445935f" providerId="ADAL" clId="{A237534B-32B1-466E-A729-C2123D2BDFE1}" dt="2023-12-29T05:33:56.815" v="1629" actId="6549"/>
          <ac:spMkLst>
            <pc:docMk/>
            <pc:sldMk cId="1602907748" sldId="263"/>
            <ac:spMk id="246" creationId="{E3B698C0-421C-6A7F-F620-02D57A3A94FE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247" creationId="{7201E1BC-DD70-85C8-2EE6-29A4CB4A529E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256" creationId="{CC42DA51-63D6-25DC-FF8D-1FFCF5E559D3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257" creationId="{36FD9172-06C9-0C94-F71D-A4AD6A87EBA4}"/>
          </ac:spMkLst>
        </pc:spChg>
        <pc:spChg chg="mod">
          <ac:chgData name="佐々木  大助" userId="c870486a-dad7-4694-ac78-9bbc4445935f" providerId="ADAL" clId="{A237534B-32B1-466E-A729-C2123D2BDFE1}" dt="2023-12-29T05:24:44.791" v="1597" actId="20577"/>
          <ac:spMkLst>
            <pc:docMk/>
            <pc:sldMk cId="1602907748" sldId="263"/>
            <ac:spMk id="258" creationId="{93D7676F-2817-4AB2-15D7-D07AAF92A2F4}"/>
          </ac:spMkLst>
        </pc:spChg>
        <pc:spChg chg="mod">
          <ac:chgData name="佐々木  大助" userId="c870486a-dad7-4694-ac78-9bbc4445935f" providerId="ADAL" clId="{A237534B-32B1-466E-A729-C2123D2BDFE1}" dt="2023-12-29T02:32:10.548" v="311" actId="1036"/>
          <ac:spMkLst>
            <pc:docMk/>
            <pc:sldMk cId="1602907748" sldId="263"/>
            <ac:spMk id="261" creationId="{636CFDC0-0CDA-046E-29BC-DA94E2B7458B}"/>
          </ac:spMkLst>
        </pc:spChg>
        <pc:cxnChg chg="mod">
          <ac:chgData name="佐々木  大助" userId="c870486a-dad7-4694-ac78-9bbc4445935f" providerId="ADAL" clId="{A237534B-32B1-466E-A729-C2123D2BDFE1}" dt="2023-12-29T02:32:10.548" v="311" actId="1036"/>
          <ac:cxnSpMkLst>
            <pc:docMk/>
            <pc:sldMk cId="1602907748" sldId="263"/>
            <ac:cxnSpMk id="14" creationId="{9995DC0A-9F09-DC7F-0A87-D8C185CF09C4}"/>
          </ac:cxnSpMkLst>
        </pc:cxnChg>
        <pc:cxnChg chg="mod">
          <ac:chgData name="佐々木  大助" userId="c870486a-dad7-4694-ac78-9bbc4445935f" providerId="ADAL" clId="{A237534B-32B1-466E-A729-C2123D2BDFE1}" dt="2023-12-29T02:32:10.548" v="311" actId="1036"/>
          <ac:cxnSpMkLst>
            <pc:docMk/>
            <pc:sldMk cId="1602907748" sldId="263"/>
            <ac:cxnSpMk id="19" creationId="{4577DA3D-792E-0902-21C8-6FD26C132C72}"/>
          </ac:cxnSpMkLst>
        </pc:cxnChg>
        <pc:cxnChg chg="mod">
          <ac:chgData name="佐々木  大助" userId="c870486a-dad7-4694-ac78-9bbc4445935f" providerId="ADAL" clId="{A237534B-32B1-466E-A729-C2123D2BDFE1}" dt="2023-12-29T02:32:10.548" v="311" actId="1036"/>
          <ac:cxnSpMkLst>
            <pc:docMk/>
            <pc:sldMk cId="1602907748" sldId="263"/>
            <ac:cxnSpMk id="28" creationId="{2AF8E5E1-1B36-45C9-0F09-ECA33C32222B}"/>
          </ac:cxnSpMkLst>
        </pc:cxnChg>
        <pc:cxnChg chg="mod">
          <ac:chgData name="佐々木  大助" userId="c870486a-dad7-4694-ac78-9bbc4445935f" providerId="ADAL" clId="{A237534B-32B1-466E-A729-C2123D2BDFE1}" dt="2023-12-29T02:32:10.548" v="311" actId="1036"/>
          <ac:cxnSpMkLst>
            <pc:docMk/>
            <pc:sldMk cId="1602907748" sldId="263"/>
            <ac:cxnSpMk id="30" creationId="{754FD5B6-804F-8068-97FF-8252D5EDBBEA}"/>
          </ac:cxnSpMkLst>
        </pc:cxnChg>
        <pc:cxnChg chg="mod">
          <ac:chgData name="佐々木  大助" userId="c870486a-dad7-4694-ac78-9bbc4445935f" providerId="ADAL" clId="{A237534B-32B1-466E-A729-C2123D2BDFE1}" dt="2023-12-29T02:32:10.548" v="311" actId="1036"/>
          <ac:cxnSpMkLst>
            <pc:docMk/>
            <pc:sldMk cId="1602907748" sldId="263"/>
            <ac:cxnSpMk id="31" creationId="{51BB7432-6936-A74E-04B9-C30ED17741EA}"/>
          </ac:cxnSpMkLst>
        </pc:cxnChg>
        <pc:cxnChg chg="mod">
          <ac:chgData name="佐々木  大助" userId="c870486a-dad7-4694-ac78-9bbc4445935f" providerId="ADAL" clId="{A237534B-32B1-466E-A729-C2123D2BDFE1}" dt="2023-12-29T02:32:10.548" v="311" actId="1036"/>
          <ac:cxnSpMkLst>
            <pc:docMk/>
            <pc:sldMk cId="1602907748" sldId="263"/>
            <ac:cxnSpMk id="47" creationId="{CEEB9B1D-593F-45B1-EA42-6AE81F6DDF07}"/>
          </ac:cxnSpMkLst>
        </pc:cxnChg>
        <pc:cxnChg chg="mod">
          <ac:chgData name="佐々木  大助" userId="c870486a-dad7-4694-ac78-9bbc4445935f" providerId="ADAL" clId="{A237534B-32B1-466E-A729-C2123D2BDFE1}" dt="2023-12-29T02:32:10.548" v="311" actId="1036"/>
          <ac:cxnSpMkLst>
            <pc:docMk/>
            <pc:sldMk cId="1602907748" sldId="263"/>
            <ac:cxnSpMk id="80" creationId="{9512983F-D327-5B29-29D1-B148A8700F13}"/>
          </ac:cxnSpMkLst>
        </pc:cxnChg>
        <pc:cxnChg chg="mod">
          <ac:chgData name="佐々木  大助" userId="c870486a-dad7-4694-ac78-9bbc4445935f" providerId="ADAL" clId="{A237534B-32B1-466E-A729-C2123D2BDFE1}" dt="2023-12-29T02:32:10.548" v="311" actId="1036"/>
          <ac:cxnSpMkLst>
            <pc:docMk/>
            <pc:sldMk cId="1602907748" sldId="263"/>
            <ac:cxnSpMk id="89" creationId="{B81C05D5-690E-E384-D3C5-2C866E91CDAE}"/>
          </ac:cxnSpMkLst>
        </pc:cxnChg>
        <pc:cxnChg chg="mod">
          <ac:chgData name="佐々木  大助" userId="c870486a-dad7-4694-ac78-9bbc4445935f" providerId="ADAL" clId="{A237534B-32B1-466E-A729-C2123D2BDFE1}" dt="2023-12-29T02:32:10.548" v="311" actId="1036"/>
          <ac:cxnSpMkLst>
            <pc:docMk/>
            <pc:sldMk cId="1602907748" sldId="263"/>
            <ac:cxnSpMk id="92" creationId="{56EFBB92-97EF-DBA0-2236-F28610665614}"/>
          </ac:cxnSpMkLst>
        </pc:cxnChg>
        <pc:cxnChg chg="mod">
          <ac:chgData name="佐々木  大助" userId="c870486a-dad7-4694-ac78-9bbc4445935f" providerId="ADAL" clId="{A237534B-32B1-466E-A729-C2123D2BDFE1}" dt="2023-12-29T02:32:10.548" v="311" actId="1036"/>
          <ac:cxnSpMkLst>
            <pc:docMk/>
            <pc:sldMk cId="1602907748" sldId="263"/>
            <ac:cxnSpMk id="93" creationId="{C0C339BD-AC16-0E99-9A11-17A207C80A5E}"/>
          </ac:cxnSpMkLst>
        </pc:cxnChg>
        <pc:cxnChg chg="mod">
          <ac:chgData name="佐々木  大助" userId="c870486a-dad7-4694-ac78-9bbc4445935f" providerId="ADAL" clId="{A237534B-32B1-466E-A729-C2123D2BDFE1}" dt="2023-12-29T02:32:10.548" v="311" actId="1036"/>
          <ac:cxnSpMkLst>
            <pc:docMk/>
            <pc:sldMk cId="1602907748" sldId="263"/>
            <ac:cxnSpMk id="225" creationId="{5D74816C-1E0B-7F36-0A62-EF5C0D6BE0A4}"/>
          </ac:cxnSpMkLst>
        </pc:cxnChg>
        <pc:cxnChg chg="mod">
          <ac:chgData name="佐々木  大助" userId="c870486a-dad7-4694-ac78-9bbc4445935f" providerId="ADAL" clId="{A237534B-32B1-466E-A729-C2123D2BDFE1}" dt="2023-12-29T02:32:10.548" v="311" actId="1036"/>
          <ac:cxnSpMkLst>
            <pc:docMk/>
            <pc:sldMk cId="1602907748" sldId="263"/>
            <ac:cxnSpMk id="228" creationId="{717F4624-C439-11EA-6A60-DE7AD78158B7}"/>
          </ac:cxnSpMkLst>
        </pc:cxnChg>
        <pc:cxnChg chg="mod">
          <ac:chgData name="佐々木  大助" userId="c870486a-dad7-4694-ac78-9bbc4445935f" providerId="ADAL" clId="{A237534B-32B1-466E-A729-C2123D2BDFE1}" dt="2023-12-29T02:32:10.548" v="311" actId="1036"/>
          <ac:cxnSpMkLst>
            <pc:docMk/>
            <pc:sldMk cId="1602907748" sldId="263"/>
            <ac:cxnSpMk id="243" creationId="{4E8125C5-E981-F0EB-E3A9-E6B8A6203D55}"/>
          </ac:cxnSpMkLst>
        </pc:cxnChg>
        <pc:cxnChg chg="mod">
          <ac:chgData name="佐々木  大助" userId="c870486a-dad7-4694-ac78-9bbc4445935f" providerId="ADAL" clId="{A237534B-32B1-466E-A729-C2123D2BDFE1}" dt="2023-12-29T02:32:10.548" v="311" actId="1036"/>
          <ac:cxnSpMkLst>
            <pc:docMk/>
            <pc:sldMk cId="1602907748" sldId="263"/>
            <ac:cxnSpMk id="245" creationId="{0DF0EFFC-95DE-A40C-3262-B298749CB488}"/>
          </ac:cxnSpMkLst>
        </pc:cxnChg>
        <pc:cxnChg chg="mod">
          <ac:chgData name="佐々木  大助" userId="c870486a-dad7-4694-ac78-9bbc4445935f" providerId="ADAL" clId="{A237534B-32B1-466E-A729-C2123D2BDFE1}" dt="2023-12-29T02:32:10.548" v="311" actId="1036"/>
          <ac:cxnSpMkLst>
            <pc:docMk/>
            <pc:sldMk cId="1602907748" sldId="263"/>
            <ac:cxnSpMk id="253" creationId="{7EEADA73-1C88-C577-91A9-94800DAC0974}"/>
          </ac:cxnSpMkLst>
        </pc:cxnChg>
      </pc:sldChg>
      <pc:sldChg chg="modSp mod ord">
        <pc:chgData name="佐々木  大助" userId="c870486a-dad7-4694-ac78-9bbc4445935f" providerId="ADAL" clId="{A237534B-32B1-466E-A729-C2123D2BDFE1}" dt="2023-12-29T05:11:35.110" v="1385" actId="1076"/>
        <pc:sldMkLst>
          <pc:docMk/>
          <pc:sldMk cId="2555304810" sldId="2147380508"/>
        </pc:sldMkLst>
        <pc:spChg chg="mod">
          <ac:chgData name="佐々木  大助" userId="c870486a-dad7-4694-ac78-9bbc4445935f" providerId="ADAL" clId="{A237534B-32B1-466E-A729-C2123D2BDFE1}" dt="2023-12-29T05:11:35.110" v="1385" actId="1076"/>
          <ac:spMkLst>
            <pc:docMk/>
            <pc:sldMk cId="2555304810" sldId="2147380508"/>
            <ac:spMk id="1038" creationId="{4DE83CFF-C27E-ABF4-0386-839AF122BE76}"/>
          </ac:spMkLst>
        </pc:spChg>
      </pc:sldChg>
      <pc:sldChg chg="addSp delSp modSp mod ord">
        <pc:chgData name="佐々木  大助" userId="c870486a-dad7-4694-ac78-9bbc4445935f" providerId="ADAL" clId="{A237534B-32B1-466E-A729-C2123D2BDFE1}" dt="2023-12-29T06:19:08.340" v="2581" actId="21"/>
        <pc:sldMkLst>
          <pc:docMk/>
          <pc:sldMk cId="2512555999" sldId="2147380509"/>
        </pc:sldMkLst>
        <pc:spChg chg="del">
          <ac:chgData name="佐々木  大助" userId="c870486a-dad7-4694-ac78-9bbc4445935f" providerId="ADAL" clId="{A237534B-32B1-466E-A729-C2123D2BDFE1}" dt="2023-12-29T05:00:46.403" v="679" actId="21"/>
          <ac:spMkLst>
            <pc:docMk/>
            <pc:sldMk cId="2512555999" sldId="2147380509"/>
            <ac:spMk id="2" creationId="{F5AF6637-17A0-3E2D-5796-D10BA4722495}"/>
          </ac:spMkLst>
        </pc:spChg>
        <pc:spChg chg="del mod">
          <ac:chgData name="佐々木  大助" userId="c870486a-dad7-4694-ac78-9bbc4445935f" providerId="ADAL" clId="{A237534B-32B1-466E-A729-C2123D2BDFE1}" dt="2023-12-29T06:02:08.658" v="1910" actId="478"/>
          <ac:spMkLst>
            <pc:docMk/>
            <pc:sldMk cId="2512555999" sldId="2147380509"/>
            <ac:spMk id="3" creationId="{8C479463-C342-7C1E-3036-286852B39027}"/>
          </ac:spMkLst>
        </pc:spChg>
        <pc:spChg chg="del">
          <ac:chgData name="佐々木  大助" userId="c870486a-dad7-4694-ac78-9bbc4445935f" providerId="ADAL" clId="{A237534B-32B1-466E-A729-C2123D2BDFE1}" dt="2023-12-29T04:57:30.014" v="637" actId="478"/>
          <ac:spMkLst>
            <pc:docMk/>
            <pc:sldMk cId="2512555999" sldId="2147380509"/>
            <ac:spMk id="4" creationId="{AD6EBE28-EE43-40EC-0FC8-4849459C208F}"/>
          </ac:spMkLst>
        </pc:spChg>
        <pc:spChg chg="del">
          <ac:chgData name="佐々木  大助" userId="c870486a-dad7-4694-ac78-9bbc4445935f" providerId="ADAL" clId="{A237534B-32B1-466E-A729-C2123D2BDFE1}" dt="2023-12-29T04:56:54.832" v="634" actId="478"/>
          <ac:spMkLst>
            <pc:docMk/>
            <pc:sldMk cId="2512555999" sldId="2147380509"/>
            <ac:spMk id="5" creationId="{0DA41D33-2BFB-A2A3-CF75-2772C474DD28}"/>
          </ac:spMkLst>
        </pc:spChg>
        <pc:spChg chg="del">
          <ac:chgData name="佐々木  大助" userId="c870486a-dad7-4694-ac78-9bbc4445935f" providerId="ADAL" clId="{A237534B-32B1-466E-A729-C2123D2BDFE1}" dt="2023-12-29T04:57:21.346" v="636" actId="478"/>
          <ac:spMkLst>
            <pc:docMk/>
            <pc:sldMk cId="2512555999" sldId="2147380509"/>
            <ac:spMk id="6" creationId="{D9575F36-B6B3-3F38-D921-20B3E1148B27}"/>
          </ac:spMkLst>
        </pc:spChg>
        <pc:spChg chg="del">
          <ac:chgData name="佐々木  大助" userId="c870486a-dad7-4694-ac78-9bbc4445935f" providerId="ADAL" clId="{A237534B-32B1-466E-A729-C2123D2BDFE1}" dt="2023-12-29T06:02:08.658" v="1910" actId="478"/>
          <ac:spMkLst>
            <pc:docMk/>
            <pc:sldMk cId="2512555999" sldId="2147380509"/>
            <ac:spMk id="7" creationId="{ABCE4F0E-A086-6D3F-C437-94E1D953BE38}"/>
          </ac:spMkLst>
        </pc:spChg>
        <pc:spChg chg="del">
          <ac:chgData name="佐々木  大助" userId="c870486a-dad7-4694-ac78-9bbc4445935f" providerId="ADAL" clId="{A237534B-32B1-466E-A729-C2123D2BDFE1}" dt="2023-12-29T06:02:08.658" v="1910" actId="478"/>
          <ac:spMkLst>
            <pc:docMk/>
            <pc:sldMk cId="2512555999" sldId="2147380509"/>
            <ac:spMk id="8" creationId="{574A4AA7-D298-0B04-3851-6A9E8F07851A}"/>
          </ac:spMkLst>
        </pc:spChg>
        <pc:spChg chg="del">
          <ac:chgData name="佐々木  大助" userId="c870486a-dad7-4694-ac78-9bbc4445935f" providerId="ADAL" clId="{A237534B-32B1-466E-A729-C2123D2BDFE1}" dt="2023-12-29T05:01:34.634" v="722" actId="478"/>
          <ac:spMkLst>
            <pc:docMk/>
            <pc:sldMk cId="2512555999" sldId="2147380509"/>
            <ac:spMk id="9" creationId="{99E73BFE-D1A3-E3B3-813A-E94A94CBCB90}"/>
          </ac:spMkLst>
        </pc:spChg>
        <pc:spChg chg="del">
          <ac:chgData name="佐々木  大助" userId="c870486a-dad7-4694-ac78-9bbc4445935f" providerId="ADAL" clId="{A237534B-32B1-466E-A729-C2123D2BDFE1}" dt="2023-12-29T05:01:34.634" v="722" actId="478"/>
          <ac:spMkLst>
            <pc:docMk/>
            <pc:sldMk cId="2512555999" sldId="2147380509"/>
            <ac:spMk id="10" creationId="{A9B52A24-25D4-7C77-39D8-A569FCB37BB0}"/>
          </ac:spMkLst>
        </pc:spChg>
        <pc:spChg chg="mod">
          <ac:chgData name="佐々木  大助" userId="c870486a-dad7-4694-ac78-9bbc4445935f" providerId="ADAL" clId="{A237534B-32B1-466E-A729-C2123D2BDFE1}" dt="2023-12-29T04:56:47.610" v="633" actId="20577"/>
          <ac:spMkLst>
            <pc:docMk/>
            <pc:sldMk cId="2512555999" sldId="2147380509"/>
            <ac:spMk id="11" creationId="{4BB3E7CF-52E3-B80A-3E04-EF0B61CA1156}"/>
          </ac:spMkLst>
        </pc:spChg>
        <pc:spChg chg="add del mod">
          <ac:chgData name="佐々木  大助" userId="c870486a-dad7-4694-ac78-9bbc4445935f" providerId="ADAL" clId="{A237534B-32B1-466E-A729-C2123D2BDFE1}" dt="2023-12-29T06:01:42.052" v="1907" actId="478"/>
          <ac:spMkLst>
            <pc:docMk/>
            <pc:sldMk cId="2512555999" sldId="2147380509"/>
            <ac:spMk id="12" creationId="{286FB30B-39E4-D590-1DE4-56704D9C407E}"/>
          </ac:spMkLst>
        </pc:spChg>
        <pc:spChg chg="del">
          <ac:chgData name="佐々木  大助" userId="c870486a-dad7-4694-ac78-9bbc4445935f" providerId="ADAL" clId="{A237534B-32B1-466E-A729-C2123D2BDFE1}" dt="2023-12-29T05:01:34.634" v="722" actId="478"/>
          <ac:spMkLst>
            <pc:docMk/>
            <pc:sldMk cId="2512555999" sldId="2147380509"/>
            <ac:spMk id="13" creationId="{3516203C-5784-6785-7738-2941DBF7C7A8}"/>
          </ac:spMkLst>
        </pc:spChg>
        <pc:spChg chg="del">
          <ac:chgData name="佐々木  大助" userId="c870486a-dad7-4694-ac78-9bbc4445935f" providerId="ADAL" clId="{A237534B-32B1-466E-A729-C2123D2BDFE1}" dt="2023-12-29T05:01:34.634" v="722" actId="478"/>
          <ac:spMkLst>
            <pc:docMk/>
            <pc:sldMk cId="2512555999" sldId="2147380509"/>
            <ac:spMk id="15" creationId="{0B0CA5A4-10FD-FE53-FD05-AC403E3AE7E3}"/>
          </ac:spMkLst>
        </pc:spChg>
        <pc:spChg chg="del">
          <ac:chgData name="佐々木  大助" userId="c870486a-dad7-4694-ac78-9bbc4445935f" providerId="ADAL" clId="{A237534B-32B1-466E-A729-C2123D2BDFE1}" dt="2023-12-29T05:01:34.634" v="722" actId="478"/>
          <ac:spMkLst>
            <pc:docMk/>
            <pc:sldMk cId="2512555999" sldId="2147380509"/>
            <ac:spMk id="16" creationId="{71D454D6-CEA7-F623-69DE-1A17C2A23CE5}"/>
          </ac:spMkLst>
        </pc:spChg>
        <pc:spChg chg="add del mod">
          <ac:chgData name="佐々木  大助" userId="c870486a-dad7-4694-ac78-9bbc4445935f" providerId="ADAL" clId="{A237534B-32B1-466E-A729-C2123D2BDFE1}" dt="2023-12-29T06:01:42.052" v="1907" actId="478"/>
          <ac:spMkLst>
            <pc:docMk/>
            <pc:sldMk cId="2512555999" sldId="2147380509"/>
            <ac:spMk id="17" creationId="{670C0BAE-DE0C-E175-5509-C9A0A60F1470}"/>
          </ac:spMkLst>
        </pc:spChg>
        <pc:spChg chg="del">
          <ac:chgData name="佐々木  大助" userId="c870486a-dad7-4694-ac78-9bbc4445935f" providerId="ADAL" clId="{A237534B-32B1-466E-A729-C2123D2BDFE1}" dt="2023-12-29T04:56:54.832" v="634" actId="478"/>
          <ac:spMkLst>
            <pc:docMk/>
            <pc:sldMk cId="2512555999" sldId="2147380509"/>
            <ac:spMk id="20" creationId="{41BEAF94-864A-E275-039F-A6E0899C9ED6}"/>
          </ac:spMkLst>
        </pc:spChg>
        <pc:spChg chg="add del">
          <ac:chgData name="佐々木  大助" userId="c870486a-dad7-4694-ac78-9bbc4445935f" providerId="ADAL" clId="{A237534B-32B1-466E-A729-C2123D2BDFE1}" dt="2023-12-29T05:58:04.011" v="1887" actId="22"/>
          <ac:spMkLst>
            <pc:docMk/>
            <pc:sldMk cId="2512555999" sldId="2147380509"/>
            <ac:spMk id="22" creationId="{29ACFD55-2C59-C52F-6976-94713AE81238}"/>
          </ac:spMkLst>
        </pc:spChg>
        <pc:spChg chg="del">
          <ac:chgData name="佐々木  大助" userId="c870486a-dad7-4694-ac78-9bbc4445935f" providerId="ADAL" clId="{A237534B-32B1-466E-A729-C2123D2BDFE1}" dt="2023-12-29T04:57:21.346" v="636" actId="478"/>
          <ac:spMkLst>
            <pc:docMk/>
            <pc:sldMk cId="2512555999" sldId="2147380509"/>
            <ac:spMk id="23" creationId="{1E6C7DC2-43C3-288F-9691-E8ED7BDB7F3B}"/>
          </ac:spMkLst>
        </pc:spChg>
        <pc:spChg chg="del">
          <ac:chgData name="佐々木  大助" userId="c870486a-dad7-4694-ac78-9bbc4445935f" providerId="ADAL" clId="{A237534B-32B1-466E-A729-C2123D2BDFE1}" dt="2023-12-29T04:56:54.832" v="634" actId="478"/>
          <ac:spMkLst>
            <pc:docMk/>
            <pc:sldMk cId="2512555999" sldId="2147380509"/>
            <ac:spMk id="25" creationId="{22E6E77A-7130-0E14-F415-FB0C9CA6980B}"/>
          </ac:spMkLst>
        </pc:spChg>
        <pc:spChg chg="del">
          <ac:chgData name="佐々木  大助" userId="c870486a-dad7-4694-ac78-9bbc4445935f" providerId="ADAL" clId="{A237534B-32B1-466E-A729-C2123D2BDFE1}" dt="2023-12-29T04:57:30.014" v="637" actId="478"/>
          <ac:spMkLst>
            <pc:docMk/>
            <pc:sldMk cId="2512555999" sldId="2147380509"/>
            <ac:spMk id="26" creationId="{CEA933A6-174F-4062-F198-99581CC27E51}"/>
          </ac:spMkLst>
        </pc:spChg>
        <pc:spChg chg="del">
          <ac:chgData name="佐々木  大助" userId="c870486a-dad7-4694-ac78-9bbc4445935f" providerId="ADAL" clId="{A237534B-32B1-466E-A729-C2123D2BDFE1}" dt="2023-12-29T04:57:21.346" v="636" actId="478"/>
          <ac:spMkLst>
            <pc:docMk/>
            <pc:sldMk cId="2512555999" sldId="2147380509"/>
            <ac:spMk id="27" creationId="{E0A9251D-9611-B079-B0B4-63B9F8CC14C0}"/>
          </ac:spMkLst>
        </pc:spChg>
        <pc:spChg chg="add del">
          <ac:chgData name="佐々木  大助" userId="c870486a-dad7-4694-ac78-9bbc4445935f" providerId="ADAL" clId="{A237534B-32B1-466E-A729-C2123D2BDFE1}" dt="2023-12-29T06:01:37.121" v="1905" actId="22"/>
          <ac:spMkLst>
            <pc:docMk/>
            <pc:sldMk cId="2512555999" sldId="2147380509"/>
            <ac:spMk id="29" creationId="{33AD5EAE-EFC1-0BC5-D63B-2F5957D794FA}"/>
          </ac:spMkLst>
        </pc:spChg>
        <pc:spChg chg="del">
          <ac:chgData name="佐々木  大助" userId="c870486a-dad7-4694-ac78-9bbc4445935f" providerId="ADAL" clId="{A237534B-32B1-466E-A729-C2123D2BDFE1}" dt="2023-12-29T05:01:34.634" v="722" actId="478"/>
          <ac:spMkLst>
            <pc:docMk/>
            <pc:sldMk cId="2512555999" sldId="2147380509"/>
            <ac:spMk id="44" creationId="{0740C5CA-F957-F75A-2929-FE701138E463}"/>
          </ac:spMkLst>
        </pc:spChg>
        <pc:spChg chg="del">
          <ac:chgData name="佐々木  大助" userId="c870486a-dad7-4694-ac78-9bbc4445935f" providerId="ADAL" clId="{A237534B-32B1-466E-A729-C2123D2BDFE1}" dt="2023-12-29T06:01:56.138" v="1909" actId="478"/>
          <ac:spMkLst>
            <pc:docMk/>
            <pc:sldMk cId="2512555999" sldId="2147380509"/>
            <ac:spMk id="81" creationId="{C9735163-3139-9BD9-76D8-B5D781F55FAD}"/>
          </ac:spMkLst>
        </pc:spChg>
        <pc:spChg chg="del">
          <ac:chgData name="佐々木  大助" userId="c870486a-dad7-4694-ac78-9bbc4445935f" providerId="ADAL" clId="{A237534B-32B1-466E-A729-C2123D2BDFE1}" dt="2023-12-29T06:01:56.138" v="1909" actId="478"/>
          <ac:spMkLst>
            <pc:docMk/>
            <pc:sldMk cId="2512555999" sldId="2147380509"/>
            <ac:spMk id="86" creationId="{3B526034-D07E-34AD-AF54-FC830545B7D3}"/>
          </ac:spMkLst>
        </pc:spChg>
        <pc:spChg chg="del">
          <ac:chgData name="佐々木  大助" userId="c870486a-dad7-4694-ac78-9bbc4445935f" providerId="ADAL" clId="{A237534B-32B1-466E-A729-C2123D2BDFE1}" dt="2023-12-29T06:01:56.138" v="1909" actId="478"/>
          <ac:spMkLst>
            <pc:docMk/>
            <pc:sldMk cId="2512555999" sldId="2147380509"/>
            <ac:spMk id="87" creationId="{08D1EEE8-90FF-CB7F-1119-09B0FC0451EA}"/>
          </ac:spMkLst>
        </pc:spChg>
        <pc:spChg chg="del">
          <ac:chgData name="佐々木  大助" userId="c870486a-dad7-4694-ac78-9bbc4445935f" providerId="ADAL" clId="{A237534B-32B1-466E-A729-C2123D2BDFE1}" dt="2023-12-29T06:01:56.138" v="1909" actId="478"/>
          <ac:spMkLst>
            <pc:docMk/>
            <pc:sldMk cId="2512555999" sldId="2147380509"/>
            <ac:spMk id="88" creationId="{C29B4294-09E1-EF50-F618-D3E29C5D0AB5}"/>
          </ac:spMkLst>
        </pc:spChg>
        <pc:spChg chg="del">
          <ac:chgData name="佐々木  大助" userId="c870486a-dad7-4694-ac78-9bbc4445935f" providerId="ADAL" clId="{A237534B-32B1-466E-A729-C2123D2BDFE1}" dt="2023-12-29T06:01:56.138" v="1909" actId="478"/>
          <ac:spMkLst>
            <pc:docMk/>
            <pc:sldMk cId="2512555999" sldId="2147380509"/>
            <ac:spMk id="90" creationId="{E5D74A48-D2F5-B2D9-91D3-2E54882E2ED2}"/>
          </ac:spMkLst>
        </pc:spChg>
        <pc:spChg chg="del">
          <ac:chgData name="佐々木  大助" userId="c870486a-dad7-4694-ac78-9bbc4445935f" providerId="ADAL" clId="{A237534B-32B1-466E-A729-C2123D2BDFE1}" dt="2023-12-29T06:01:56.138" v="1909" actId="478"/>
          <ac:spMkLst>
            <pc:docMk/>
            <pc:sldMk cId="2512555999" sldId="2147380509"/>
            <ac:spMk id="91" creationId="{47A02F19-67DB-F72C-FC53-71BC0892AD6D}"/>
          </ac:spMkLst>
        </pc:spChg>
        <pc:spChg chg="del">
          <ac:chgData name="佐々木  大助" userId="c870486a-dad7-4694-ac78-9bbc4445935f" providerId="ADAL" clId="{A237534B-32B1-466E-A729-C2123D2BDFE1}" dt="2023-12-29T05:01:34.634" v="722" actId="478"/>
          <ac:spMkLst>
            <pc:docMk/>
            <pc:sldMk cId="2512555999" sldId="2147380509"/>
            <ac:spMk id="224" creationId="{ED36E680-376F-C1AD-F794-1A3A9CA725CA}"/>
          </ac:spMkLst>
        </pc:spChg>
        <pc:spChg chg="del">
          <ac:chgData name="佐々木  大助" userId="c870486a-dad7-4694-ac78-9bbc4445935f" providerId="ADAL" clId="{A237534B-32B1-466E-A729-C2123D2BDFE1}" dt="2023-12-29T04:57:09.284" v="635" actId="478"/>
          <ac:spMkLst>
            <pc:docMk/>
            <pc:sldMk cId="2512555999" sldId="2147380509"/>
            <ac:spMk id="229" creationId="{4276F9CA-3C50-2BF4-22BD-2FF43064F422}"/>
          </ac:spMkLst>
        </pc:spChg>
        <pc:spChg chg="del">
          <ac:chgData name="佐々木  大助" userId="c870486a-dad7-4694-ac78-9bbc4445935f" providerId="ADAL" clId="{A237534B-32B1-466E-A729-C2123D2BDFE1}" dt="2023-12-29T05:01:34.634" v="722" actId="478"/>
          <ac:spMkLst>
            <pc:docMk/>
            <pc:sldMk cId="2512555999" sldId="2147380509"/>
            <ac:spMk id="230" creationId="{559C71E2-1565-87E6-518F-BECA4B78F749}"/>
          </ac:spMkLst>
        </pc:spChg>
        <pc:spChg chg="del">
          <ac:chgData name="佐々木  大助" userId="c870486a-dad7-4694-ac78-9bbc4445935f" providerId="ADAL" clId="{A237534B-32B1-466E-A729-C2123D2BDFE1}" dt="2023-12-29T04:57:09.284" v="635" actId="478"/>
          <ac:spMkLst>
            <pc:docMk/>
            <pc:sldMk cId="2512555999" sldId="2147380509"/>
            <ac:spMk id="233" creationId="{86CB5363-C35C-39CD-D48F-86967194B95E}"/>
          </ac:spMkLst>
        </pc:spChg>
        <pc:spChg chg="del">
          <ac:chgData name="佐々木  大助" userId="c870486a-dad7-4694-ac78-9bbc4445935f" providerId="ADAL" clId="{A237534B-32B1-466E-A729-C2123D2BDFE1}" dt="2023-12-29T05:01:34.634" v="722" actId="478"/>
          <ac:spMkLst>
            <pc:docMk/>
            <pc:sldMk cId="2512555999" sldId="2147380509"/>
            <ac:spMk id="237" creationId="{300363DB-1135-3943-7B77-52A46E9BB13D}"/>
          </ac:spMkLst>
        </pc:spChg>
        <pc:spChg chg="del">
          <ac:chgData name="佐々木  大助" userId="c870486a-dad7-4694-ac78-9bbc4445935f" providerId="ADAL" clId="{A237534B-32B1-466E-A729-C2123D2BDFE1}" dt="2023-12-29T05:01:34.634" v="722" actId="478"/>
          <ac:spMkLst>
            <pc:docMk/>
            <pc:sldMk cId="2512555999" sldId="2147380509"/>
            <ac:spMk id="240" creationId="{AC9B72B6-2551-910C-6A0E-53F7218C015C}"/>
          </ac:spMkLst>
        </pc:spChg>
        <pc:spChg chg="del">
          <ac:chgData name="佐々木  大助" userId="c870486a-dad7-4694-ac78-9bbc4445935f" providerId="ADAL" clId="{A237534B-32B1-466E-A729-C2123D2BDFE1}" dt="2023-12-29T05:01:34.634" v="722" actId="478"/>
          <ac:spMkLst>
            <pc:docMk/>
            <pc:sldMk cId="2512555999" sldId="2147380509"/>
            <ac:spMk id="241" creationId="{E47F0965-6E8A-D4F5-94A9-4333601D480C}"/>
          </ac:spMkLst>
        </pc:spChg>
        <pc:spChg chg="del">
          <ac:chgData name="佐々木  大助" userId="c870486a-dad7-4694-ac78-9bbc4445935f" providerId="ADAL" clId="{A237534B-32B1-466E-A729-C2123D2BDFE1}" dt="2023-12-29T05:01:34.634" v="722" actId="478"/>
          <ac:spMkLst>
            <pc:docMk/>
            <pc:sldMk cId="2512555999" sldId="2147380509"/>
            <ac:spMk id="244" creationId="{08D99E32-D58C-1D05-8423-13C07E14A0CC}"/>
          </ac:spMkLst>
        </pc:spChg>
        <pc:spChg chg="del">
          <ac:chgData name="佐々木  大助" userId="c870486a-dad7-4694-ac78-9bbc4445935f" providerId="ADAL" clId="{A237534B-32B1-466E-A729-C2123D2BDFE1}" dt="2023-12-29T05:01:34.634" v="722" actId="478"/>
          <ac:spMkLst>
            <pc:docMk/>
            <pc:sldMk cId="2512555999" sldId="2147380509"/>
            <ac:spMk id="246" creationId="{E3B698C0-421C-6A7F-F620-02D57A3A94FE}"/>
          </ac:spMkLst>
        </pc:spChg>
        <pc:spChg chg="del">
          <ac:chgData name="佐々木  大助" userId="c870486a-dad7-4694-ac78-9bbc4445935f" providerId="ADAL" clId="{A237534B-32B1-466E-A729-C2123D2BDFE1}" dt="2023-12-29T05:01:34.634" v="722" actId="478"/>
          <ac:spMkLst>
            <pc:docMk/>
            <pc:sldMk cId="2512555999" sldId="2147380509"/>
            <ac:spMk id="247" creationId="{7201E1BC-DD70-85C8-2EE6-29A4CB4A529E}"/>
          </ac:spMkLst>
        </pc:spChg>
        <pc:spChg chg="del mod">
          <ac:chgData name="佐々木  大助" userId="c870486a-dad7-4694-ac78-9bbc4445935f" providerId="ADAL" clId="{A237534B-32B1-466E-A729-C2123D2BDFE1}" dt="2023-12-29T06:01:42.052" v="1907" actId="478"/>
          <ac:spMkLst>
            <pc:docMk/>
            <pc:sldMk cId="2512555999" sldId="2147380509"/>
            <ac:spMk id="256" creationId="{CC42DA51-63D6-25DC-FF8D-1FFCF5E559D3}"/>
          </ac:spMkLst>
        </pc:spChg>
        <pc:spChg chg="del">
          <ac:chgData name="佐々木  大助" userId="c870486a-dad7-4694-ac78-9bbc4445935f" providerId="ADAL" clId="{A237534B-32B1-466E-A729-C2123D2BDFE1}" dt="2023-12-29T05:01:34.634" v="722" actId="478"/>
          <ac:spMkLst>
            <pc:docMk/>
            <pc:sldMk cId="2512555999" sldId="2147380509"/>
            <ac:spMk id="257" creationId="{36FD9172-06C9-0C94-F71D-A4AD6A87EBA4}"/>
          </ac:spMkLst>
        </pc:spChg>
        <pc:spChg chg="del">
          <ac:chgData name="佐々木  大助" userId="c870486a-dad7-4694-ac78-9bbc4445935f" providerId="ADAL" clId="{A237534B-32B1-466E-A729-C2123D2BDFE1}" dt="2023-12-29T05:01:34.634" v="722" actId="478"/>
          <ac:spMkLst>
            <pc:docMk/>
            <pc:sldMk cId="2512555999" sldId="2147380509"/>
            <ac:spMk id="258" creationId="{93D7676F-2817-4AB2-15D7-D07AAF92A2F4}"/>
          </ac:spMkLst>
        </pc:spChg>
        <pc:spChg chg="del">
          <ac:chgData name="佐々木  大助" userId="c870486a-dad7-4694-ac78-9bbc4445935f" providerId="ADAL" clId="{A237534B-32B1-466E-A729-C2123D2BDFE1}" dt="2023-12-29T06:19:08.340" v="2581" actId="21"/>
          <ac:spMkLst>
            <pc:docMk/>
            <pc:sldMk cId="2512555999" sldId="2147380509"/>
            <ac:spMk id="261" creationId="{636CFDC0-0CDA-046E-29BC-DA94E2B7458B}"/>
          </ac:spMkLst>
        </pc:spChg>
        <pc:graphicFrameChg chg="add mod modGraphic">
          <ac:chgData name="佐々木  大助" userId="c870486a-dad7-4694-ac78-9bbc4445935f" providerId="ADAL" clId="{A237534B-32B1-466E-A729-C2123D2BDFE1}" dt="2023-12-29T06:19:03.471" v="2580" actId="14734"/>
          <ac:graphicFrameMkLst>
            <pc:docMk/>
            <pc:sldMk cId="2512555999" sldId="2147380509"/>
            <ac:graphicFrameMk id="18" creationId="{0124FE10-05F1-F7A3-EB03-93BCFA57A550}"/>
          </ac:graphicFrameMkLst>
        </pc:graphicFrameChg>
        <pc:cxnChg chg="del mod">
          <ac:chgData name="佐々木  大助" userId="c870486a-dad7-4694-ac78-9bbc4445935f" providerId="ADAL" clId="{A237534B-32B1-466E-A729-C2123D2BDFE1}" dt="2023-12-29T05:01:34.634" v="722" actId="478"/>
          <ac:cxnSpMkLst>
            <pc:docMk/>
            <pc:sldMk cId="2512555999" sldId="2147380509"/>
            <ac:cxnSpMk id="14" creationId="{9995DC0A-9F09-DC7F-0A87-D8C185CF09C4}"/>
          </ac:cxnSpMkLst>
        </pc:cxnChg>
        <pc:cxnChg chg="del mod">
          <ac:chgData name="佐々木  大助" userId="c870486a-dad7-4694-ac78-9bbc4445935f" providerId="ADAL" clId="{A237534B-32B1-466E-A729-C2123D2BDFE1}" dt="2023-12-29T05:01:34.634" v="722" actId="478"/>
          <ac:cxnSpMkLst>
            <pc:docMk/>
            <pc:sldMk cId="2512555999" sldId="2147380509"/>
            <ac:cxnSpMk id="19" creationId="{4577DA3D-792E-0902-21C8-6FD26C132C72}"/>
          </ac:cxnSpMkLst>
        </pc:cxnChg>
        <pc:cxnChg chg="del mod">
          <ac:chgData name="佐々木  大助" userId="c870486a-dad7-4694-ac78-9bbc4445935f" providerId="ADAL" clId="{A237534B-32B1-466E-A729-C2123D2BDFE1}" dt="2023-12-29T04:57:09.284" v="635" actId="478"/>
          <ac:cxnSpMkLst>
            <pc:docMk/>
            <pc:sldMk cId="2512555999" sldId="2147380509"/>
            <ac:cxnSpMk id="28" creationId="{2AF8E5E1-1B36-45C9-0F09-ECA33C32222B}"/>
          </ac:cxnSpMkLst>
        </pc:cxnChg>
        <pc:cxnChg chg="del mod">
          <ac:chgData name="佐々木  大助" userId="c870486a-dad7-4694-ac78-9bbc4445935f" providerId="ADAL" clId="{A237534B-32B1-466E-A729-C2123D2BDFE1}" dt="2023-12-29T04:57:09.284" v="635" actId="478"/>
          <ac:cxnSpMkLst>
            <pc:docMk/>
            <pc:sldMk cId="2512555999" sldId="2147380509"/>
            <ac:cxnSpMk id="30" creationId="{754FD5B6-804F-8068-97FF-8252D5EDBBEA}"/>
          </ac:cxnSpMkLst>
        </pc:cxnChg>
        <pc:cxnChg chg="del mod">
          <ac:chgData name="佐々木  大助" userId="c870486a-dad7-4694-ac78-9bbc4445935f" providerId="ADAL" clId="{A237534B-32B1-466E-A729-C2123D2BDFE1}" dt="2023-12-29T05:01:34.634" v="722" actId="478"/>
          <ac:cxnSpMkLst>
            <pc:docMk/>
            <pc:sldMk cId="2512555999" sldId="2147380509"/>
            <ac:cxnSpMk id="31" creationId="{51BB7432-6936-A74E-04B9-C30ED17741EA}"/>
          </ac:cxnSpMkLst>
        </pc:cxnChg>
        <pc:cxnChg chg="del mod">
          <ac:chgData name="佐々木  大助" userId="c870486a-dad7-4694-ac78-9bbc4445935f" providerId="ADAL" clId="{A237534B-32B1-466E-A729-C2123D2BDFE1}" dt="2023-12-29T05:01:34.634" v="722" actId="478"/>
          <ac:cxnSpMkLst>
            <pc:docMk/>
            <pc:sldMk cId="2512555999" sldId="2147380509"/>
            <ac:cxnSpMk id="47" creationId="{CEEB9B1D-593F-45B1-EA42-6AE81F6DDF07}"/>
          </ac:cxnSpMkLst>
        </pc:cxnChg>
        <pc:cxnChg chg="del">
          <ac:chgData name="佐々木  大助" userId="c870486a-dad7-4694-ac78-9bbc4445935f" providerId="ADAL" clId="{A237534B-32B1-466E-A729-C2123D2BDFE1}" dt="2023-12-29T05:01:34.634" v="722" actId="478"/>
          <ac:cxnSpMkLst>
            <pc:docMk/>
            <pc:sldMk cId="2512555999" sldId="2147380509"/>
            <ac:cxnSpMk id="80" creationId="{9512983F-D327-5B29-29D1-B148A8700F13}"/>
          </ac:cxnSpMkLst>
        </pc:cxnChg>
        <pc:cxnChg chg="del mod">
          <ac:chgData name="佐々木  大助" userId="c870486a-dad7-4694-ac78-9bbc4445935f" providerId="ADAL" clId="{A237534B-32B1-466E-A729-C2123D2BDFE1}" dt="2023-12-29T06:01:56.138" v="1909" actId="478"/>
          <ac:cxnSpMkLst>
            <pc:docMk/>
            <pc:sldMk cId="2512555999" sldId="2147380509"/>
            <ac:cxnSpMk id="89" creationId="{B81C05D5-690E-E384-D3C5-2C866E91CDAE}"/>
          </ac:cxnSpMkLst>
        </pc:cxnChg>
        <pc:cxnChg chg="del mod">
          <ac:chgData name="佐々木  大助" userId="c870486a-dad7-4694-ac78-9bbc4445935f" providerId="ADAL" clId="{A237534B-32B1-466E-A729-C2123D2BDFE1}" dt="2023-12-29T06:01:56.138" v="1909" actId="478"/>
          <ac:cxnSpMkLst>
            <pc:docMk/>
            <pc:sldMk cId="2512555999" sldId="2147380509"/>
            <ac:cxnSpMk id="92" creationId="{56EFBB92-97EF-DBA0-2236-F28610665614}"/>
          </ac:cxnSpMkLst>
        </pc:cxnChg>
        <pc:cxnChg chg="del mod">
          <ac:chgData name="佐々木  大助" userId="c870486a-dad7-4694-ac78-9bbc4445935f" providerId="ADAL" clId="{A237534B-32B1-466E-A729-C2123D2BDFE1}" dt="2023-12-29T06:01:56.138" v="1909" actId="478"/>
          <ac:cxnSpMkLst>
            <pc:docMk/>
            <pc:sldMk cId="2512555999" sldId="2147380509"/>
            <ac:cxnSpMk id="93" creationId="{C0C339BD-AC16-0E99-9A11-17A207C80A5E}"/>
          </ac:cxnSpMkLst>
        </pc:cxnChg>
        <pc:cxnChg chg="del">
          <ac:chgData name="佐々木  大助" userId="c870486a-dad7-4694-ac78-9bbc4445935f" providerId="ADAL" clId="{A237534B-32B1-466E-A729-C2123D2BDFE1}" dt="2023-12-29T05:01:26.268" v="721" actId="478"/>
          <ac:cxnSpMkLst>
            <pc:docMk/>
            <pc:sldMk cId="2512555999" sldId="2147380509"/>
            <ac:cxnSpMk id="225" creationId="{5D74816C-1E0B-7F36-0A62-EF5C0D6BE0A4}"/>
          </ac:cxnSpMkLst>
        </pc:cxnChg>
        <pc:cxnChg chg="del mod">
          <ac:chgData name="佐々木  大助" userId="c870486a-dad7-4694-ac78-9bbc4445935f" providerId="ADAL" clId="{A237534B-32B1-466E-A729-C2123D2BDFE1}" dt="2023-12-29T04:57:09.284" v="635" actId="478"/>
          <ac:cxnSpMkLst>
            <pc:docMk/>
            <pc:sldMk cId="2512555999" sldId="2147380509"/>
            <ac:cxnSpMk id="228" creationId="{717F4624-C439-11EA-6A60-DE7AD78158B7}"/>
          </ac:cxnSpMkLst>
        </pc:cxnChg>
        <pc:cxnChg chg="del mod">
          <ac:chgData name="佐々木  大助" userId="c870486a-dad7-4694-ac78-9bbc4445935f" providerId="ADAL" clId="{A237534B-32B1-466E-A729-C2123D2BDFE1}" dt="2023-12-29T05:01:34.634" v="722" actId="478"/>
          <ac:cxnSpMkLst>
            <pc:docMk/>
            <pc:sldMk cId="2512555999" sldId="2147380509"/>
            <ac:cxnSpMk id="243" creationId="{4E8125C5-E981-F0EB-E3A9-E6B8A6203D55}"/>
          </ac:cxnSpMkLst>
        </pc:cxnChg>
        <pc:cxnChg chg="del">
          <ac:chgData name="佐々木  大助" userId="c870486a-dad7-4694-ac78-9bbc4445935f" providerId="ADAL" clId="{A237534B-32B1-466E-A729-C2123D2BDFE1}" dt="2023-12-29T05:01:34.634" v="722" actId="478"/>
          <ac:cxnSpMkLst>
            <pc:docMk/>
            <pc:sldMk cId="2512555999" sldId="2147380509"/>
            <ac:cxnSpMk id="245" creationId="{0DF0EFFC-95DE-A40C-3262-B298749CB488}"/>
          </ac:cxnSpMkLst>
        </pc:cxnChg>
        <pc:cxnChg chg="del mod">
          <ac:chgData name="佐々木  大助" userId="c870486a-dad7-4694-ac78-9bbc4445935f" providerId="ADAL" clId="{A237534B-32B1-466E-A729-C2123D2BDFE1}" dt="2023-12-29T05:01:34.634" v="722" actId="478"/>
          <ac:cxnSpMkLst>
            <pc:docMk/>
            <pc:sldMk cId="2512555999" sldId="2147380509"/>
            <ac:cxnSpMk id="253" creationId="{7EEADA73-1C88-C577-91A9-94800DAC0974}"/>
          </ac:cxnSpMkLst>
        </pc:cxnChg>
      </pc:sldChg>
      <pc:sldChg chg="addSp delSp modSp add mod">
        <pc:chgData name="佐々木  大助" userId="c870486a-dad7-4694-ac78-9bbc4445935f" providerId="ADAL" clId="{A237534B-32B1-466E-A729-C2123D2BDFE1}" dt="2023-12-29T05:15:29.388" v="1409" actId="21"/>
        <pc:sldMkLst>
          <pc:docMk/>
          <pc:sldMk cId="4101963923" sldId="2147380510"/>
        </pc:sldMkLst>
        <pc:spChg chg="add mod">
          <ac:chgData name="佐々木  大助" userId="c870486a-dad7-4694-ac78-9bbc4445935f" providerId="ADAL" clId="{A237534B-32B1-466E-A729-C2123D2BDFE1}" dt="2023-12-29T05:07:56.977" v="1281" actId="1076"/>
          <ac:spMkLst>
            <pc:docMk/>
            <pc:sldMk cId="4101963923" sldId="2147380510"/>
            <ac:spMk id="3" creationId="{E602CA4A-B3FD-E43C-C81B-C293C766B91D}"/>
          </ac:spMkLst>
        </pc:spChg>
        <pc:spChg chg="del">
          <ac:chgData name="佐々木  大助" userId="c870486a-dad7-4694-ac78-9bbc4445935f" providerId="ADAL" clId="{A237534B-32B1-466E-A729-C2123D2BDFE1}" dt="2023-12-29T05:09:10.136" v="1293" actId="21"/>
          <ac:spMkLst>
            <pc:docMk/>
            <pc:sldMk cId="4101963923" sldId="2147380510"/>
            <ac:spMk id="4" creationId="{0D53B073-7B85-2817-A8BB-6B8918FA3515}"/>
          </ac:spMkLst>
        </pc:spChg>
        <pc:spChg chg="add mod">
          <ac:chgData name="佐々木  大助" userId="c870486a-dad7-4694-ac78-9bbc4445935f" providerId="ADAL" clId="{A237534B-32B1-466E-A729-C2123D2BDFE1}" dt="2023-12-29T05:07:56.977" v="1281" actId="1076"/>
          <ac:spMkLst>
            <pc:docMk/>
            <pc:sldMk cId="4101963923" sldId="2147380510"/>
            <ac:spMk id="5" creationId="{CA3CAE82-892C-BA42-D7B0-8D0DF230B22E}"/>
          </ac:spMkLst>
        </pc:spChg>
        <pc:spChg chg="add mod">
          <ac:chgData name="佐々木  大助" userId="c870486a-dad7-4694-ac78-9bbc4445935f" providerId="ADAL" clId="{A237534B-32B1-466E-A729-C2123D2BDFE1}" dt="2023-12-29T05:07:56.977" v="1281" actId="1076"/>
          <ac:spMkLst>
            <pc:docMk/>
            <pc:sldMk cId="4101963923" sldId="2147380510"/>
            <ac:spMk id="6" creationId="{7EC1337B-4C30-4A72-D263-86D936B966D2}"/>
          </ac:spMkLst>
        </pc:spChg>
        <pc:spChg chg="del">
          <ac:chgData name="佐々木  大助" userId="c870486a-dad7-4694-ac78-9bbc4445935f" providerId="ADAL" clId="{A237534B-32B1-466E-A729-C2123D2BDFE1}" dt="2023-12-29T05:12:54.334" v="1393" actId="478"/>
          <ac:spMkLst>
            <pc:docMk/>
            <pc:sldMk cId="4101963923" sldId="2147380510"/>
            <ac:spMk id="8" creationId="{CA26E866-7E09-FF35-4963-02C93AA6BCEC}"/>
          </ac:spMkLst>
        </pc:spChg>
        <pc:spChg chg="add del mod">
          <ac:chgData name="佐々木  大助" userId="c870486a-dad7-4694-ac78-9bbc4445935f" providerId="ADAL" clId="{A237534B-32B1-466E-A729-C2123D2BDFE1}" dt="2023-12-29T05:08:03.833" v="1283"/>
          <ac:spMkLst>
            <pc:docMk/>
            <pc:sldMk cId="4101963923" sldId="2147380510"/>
            <ac:spMk id="9" creationId="{9F3332CD-2400-B5B5-CDEB-29EDB4BEFDFD}"/>
          </ac:spMkLst>
        </pc:spChg>
        <pc:spChg chg="del">
          <ac:chgData name="佐々木  大助" userId="c870486a-dad7-4694-ac78-9bbc4445935f" providerId="ADAL" clId="{A237534B-32B1-466E-A729-C2123D2BDFE1}" dt="2023-12-29T05:09:14.086" v="1294" actId="478"/>
          <ac:spMkLst>
            <pc:docMk/>
            <pc:sldMk cId="4101963923" sldId="2147380510"/>
            <ac:spMk id="10" creationId="{42CA765A-443C-7137-13E8-831F3CBC0CC1}"/>
          </ac:spMkLst>
        </pc:spChg>
        <pc:spChg chg="del">
          <ac:chgData name="佐々木  大助" userId="c870486a-dad7-4694-ac78-9bbc4445935f" providerId="ADAL" clId="{A237534B-32B1-466E-A729-C2123D2BDFE1}" dt="2023-12-29T05:13:04.369" v="1394" actId="478"/>
          <ac:spMkLst>
            <pc:docMk/>
            <pc:sldMk cId="4101963923" sldId="2147380510"/>
            <ac:spMk id="11" creationId="{8ED036CB-AF6B-CE32-D5C5-149DF82C3CF6}"/>
          </ac:spMkLst>
        </pc:spChg>
        <pc:spChg chg="mod">
          <ac:chgData name="佐々木  大助" userId="c870486a-dad7-4694-ac78-9bbc4445935f" providerId="ADAL" clId="{A237534B-32B1-466E-A729-C2123D2BDFE1}" dt="2023-12-29T05:08:50.630" v="1291" actId="6549"/>
          <ac:spMkLst>
            <pc:docMk/>
            <pc:sldMk cId="4101963923" sldId="2147380510"/>
            <ac:spMk id="13" creationId="{08A70FAA-54C0-122E-EADC-B900FFAC2CE4}"/>
          </ac:spMkLst>
        </pc:spChg>
        <pc:spChg chg="add del mod">
          <ac:chgData name="佐々木  大助" userId="c870486a-dad7-4694-ac78-9bbc4445935f" providerId="ADAL" clId="{A237534B-32B1-466E-A729-C2123D2BDFE1}" dt="2023-12-29T05:08:03.833" v="1283"/>
          <ac:spMkLst>
            <pc:docMk/>
            <pc:sldMk cId="4101963923" sldId="2147380510"/>
            <ac:spMk id="16" creationId="{66181DB2-9434-5F34-777B-D6E53A2A0F13}"/>
          </ac:spMkLst>
        </pc:spChg>
        <pc:spChg chg="del">
          <ac:chgData name="佐々木  大助" userId="c870486a-dad7-4694-ac78-9bbc4445935f" providerId="ADAL" clId="{A237534B-32B1-466E-A729-C2123D2BDFE1}" dt="2023-12-29T05:13:04.369" v="1394" actId="478"/>
          <ac:spMkLst>
            <pc:docMk/>
            <pc:sldMk cId="4101963923" sldId="2147380510"/>
            <ac:spMk id="17" creationId="{4618F37B-BE9A-6976-E7AE-C4E301938B70}"/>
          </ac:spMkLst>
        </pc:spChg>
        <pc:spChg chg="add del mod">
          <ac:chgData name="佐々木  大助" userId="c870486a-dad7-4694-ac78-9bbc4445935f" providerId="ADAL" clId="{A237534B-32B1-466E-A729-C2123D2BDFE1}" dt="2023-12-29T05:08:03.833" v="1283"/>
          <ac:spMkLst>
            <pc:docMk/>
            <pc:sldMk cId="4101963923" sldId="2147380510"/>
            <ac:spMk id="18" creationId="{7343099B-62CB-FC59-B086-98ECE41E420F}"/>
          </ac:spMkLst>
        </pc:spChg>
        <pc:spChg chg="add mod">
          <ac:chgData name="佐々木  大助" userId="c870486a-dad7-4694-ac78-9bbc4445935f" providerId="ADAL" clId="{A237534B-32B1-466E-A729-C2123D2BDFE1}" dt="2023-12-29T05:08:15.555" v="1285" actId="1076"/>
          <ac:spMkLst>
            <pc:docMk/>
            <pc:sldMk cId="4101963923" sldId="2147380510"/>
            <ac:spMk id="19" creationId="{D518AB19-906A-4537-C942-73C790D1AD2C}"/>
          </ac:spMkLst>
        </pc:spChg>
        <pc:spChg chg="add mod">
          <ac:chgData name="佐々木  大助" userId="c870486a-dad7-4694-ac78-9bbc4445935f" providerId="ADAL" clId="{A237534B-32B1-466E-A729-C2123D2BDFE1}" dt="2023-12-29T05:13:30.358" v="1399" actId="6549"/>
          <ac:spMkLst>
            <pc:docMk/>
            <pc:sldMk cId="4101963923" sldId="2147380510"/>
            <ac:spMk id="20" creationId="{4945E175-EE6F-B6DF-8737-C42A647D372F}"/>
          </ac:spMkLst>
        </pc:spChg>
        <pc:spChg chg="mod">
          <ac:chgData name="佐々木  大助" userId="c870486a-dad7-4694-ac78-9bbc4445935f" providerId="ADAL" clId="{A237534B-32B1-466E-A729-C2123D2BDFE1}" dt="2023-12-29T05:12:37.406" v="1390" actId="207"/>
          <ac:spMkLst>
            <pc:docMk/>
            <pc:sldMk cId="4101963923" sldId="2147380510"/>
            <ac:spMk id="23" creationId="{F34B8BDA-A30D-E92A-2EC4-177F61CEB4FC}"/>
          </ac:spMkLst>
        </pc:spChg>
        <pc:spChg chg="mod">
          <ac:chgData name="佐々木  大助" userId="c870486a-dad7-4694-ac78-9bbc4445935f" providerId="ADAL" clId="{A237534B-32B1-466E-A729-C2123D2BDFE1}" dt="2023-12-29T05:12:09.678" v="1389" actId="1076"/>
          <ac:spMkLst>
            <pc:docMk/>
            <pc:sldMk cId="4101963923" sldId="2147380510"/>
            <ac:spMk id="26" creationId="{A651EF14-B6BA-88D2-1AF2-271DDB1340B2}"/>
          </ac:spMkLst>
        </pc:spChg>
        <pc:spChg chg="del">
          <ac:chgData name="佐々木  大助" userId="c870486a-dad7-4694-ac78-9bbc4445935f" providerId="ADAL" clId="{A237534B-32B1-466E-A729-C2123D2BDFE1}" dt="2023-12-29T05:09:14.086" v="1294" actId="478"/>
          <ac:spMkLst>
            <pc:docMk/>
            <pc:sldMk cId="4101963923" sldId="2147380510"/>
            <ac:spMk id="39" creationId="{0A15E7E2-56A8-603A-3A60-52CDA4CEF44D}"/>
          </ac:spMkLst>
        </pc:spChg>
        <pc:spChg chg="del">
          <ac:chgData name="佐々木  大助" userId="c870486a-dad7-4694-ac78-9bbc4445935f" providerId="ADAL" clId="{A237534B-32B1-466E-A729-C2123D2BDFE1}" dt="2023-12-29T05:13:04.369" v="1394" actId="478"/>
          <ac:spMkLst>
            <pc:docMk/>
            <pc:sldMk cId="4101963923" sldId="2147380510"/>
            <ac:spMk id="49" creationId="{7D323823-48FB-EC03-09BB-25CFD2CD8A05}"/>
          </ac:spMkLst>
        </pc:spChg>
        <pc:spChg chg="del">
          <ac:chgData name="佐々木  大助" userId="c870486a-dad7-4694-ac78-9bbc4445935f" providerId="ADAL" clId="{A237534B-32B1-466E-A729-C2123D2BDFE1}" dt="2023-12-29T05:09:14.086" v="1294" actId="478"/>
          <ac:spMkLst>
            <pc:docMk/>
            <pc:sldMk cId="4101963923" sldId="2147380510"/>
            <ac:spMk id="50" creationId="{9A689018-AB97-1B1C-7F57-1C6A6C541E72}"/>
          </ac:spMkLst>
        </pc:spChg>
        <pc:spChg chg="del">
          <ac:chgData name="佐々木  大助" userId="c870486a-dad7-4694-ac78-9bbc4445935f" providerId="ADAL" clId="{A237534B-32B1-466E-A729-C2123D2BDFE1}" dt="2023-12-29T05:13:04.369" v="1394" actId="478"/>
          <ac:spMkLst>
            <pc:docMk/>
            <pc:sldMk cId="4101963923" sldId="2147380510"/>
            <ac:spMk id="56" creationId="{E8B54034-4C21-668F-A2A4-1948DDFDFE8B}"/>
          </ac:spMkLst>
        </pc:spChg>
        <pc:spChg chg="del">
          <ac:chgData name="佐々木  大助" userId="c870486a-dad7-4694-ac78-9bbc4445935f" providerId="ADAL" clId="{A237534B-32B1-466E-A729-C2123D2BDFE1}" dt="2023-12-29T05:13:04.369" v="1394" actId="478"/>
          <ac:spMkLst>
            <pc:docMk/>
            <pc:sldMk cId="4101963923" sldId="2147380510"/>
            <ac:spMk id="69" creationId="{FDF47365-1E8E-2892-5E3F-156816636F81}"/>
          </ac:spMkLst>
        </pc:spChg>
        <pc:spChg chg="del mod">
          <ac:chgData name="佐々木  大助" userId="c870486a-dad7-4694-ac78-9bbc4445935f" providerId="ADAL" clId="{A237534B-32B1-466E-A729-C2123D2BDFE1}" dt="2023-12-29T05:15:29.388" v="1409" actId="21"/>
          <ac:spMkLst>
            <pc:docMk/>
            <pc:sldMk cId="4101963923" sldId="2147380510"/>
            <ac:spMk id="93" creationId="{338D7219-5F48-8073-1DC4-62082AADCA3E}"/>
          </ac:spMkLst>
        </pc:spChg>
        <pc:spChg chg="del">
          <ac:chgData name="佐々木  大助" userId="c870486a-dad7-4694-ac78-9bbc4445935f" providerId="ADAL" clId="{A237534B-32B1-466E-A729-C2123D2BDFE1}" dt="2023-12-29T05:11:43.321" v="1387" actId="21"/>
          <ac:spMkLst>
            <pc:docMk/>
            <pc:sldMk cId="4101963923" sldId="2147380510"/>
            <ac:spMk id="1038" creationId="{4DE83CFF-C27E-ABF4-0386-839AF122BE76}"/>
          </ac:spMkLst>
        </pc:spChg>
        <pc:grpChg chg="add mod">
          <ac:chgData name="佐々木  大助" userId="c870486a-dad7-4694-ac78-9bbc4445935f" providerId="ADAL" clId="{A237534B-32B1-466E-A729-C2123D2BDFE1}" dt="2023-12-29T05:12:37.406" v="1390" actId="207"/>
          <ac:grpSpMkLst>
            <pc:docMk/>
            <pc:sldMk cId="4101963923" sldId="2147380510"/>
            <ac:grpSpMk id="21" creationId="{2B7E9B5F-4AA1-576D-350C-1B246ABD232C}"/>
          </ac:grpSpMkLst>
        </pc:grpChg>
        <pc:grpChg chg="add mod">
          <ac:chgData name="佐々木  大助" userId="c870486a-dad7-4694-ac78-9bbc4445935f" providerId="ADAL" clId="{A237534B-32B1-466E-A729-C2123D2BDFE1}" dt="2023-12-29T05:12:44.346" v="1391" actId="207"/>
          <ac:grpSpMkLst>
            <pc:docMk/>
            <pc:sldMk cId="4101963923" sldId="2147380510"/>
            <ac:grpSpMk id="25" creationId="{9BCBB590-6AAE-3E3C-9175-E97F89763371}"/>
          </ac:grpSpMkLst>
        </pc:grpChg>
        <pc:grpChg chg="del">
          <ac:chgData name="佐々木  大助" userId="c870486a-dad7-4694-ac78-9bbc4445935f" providerId="ADAL" clId="{A237534B-32B1-466E-A729-C2123D2BDFE1}" dt="2023-12-29T05:12:51.293" v="1392" actId="478"/>
          <ac:grpSpMkLst>
            <pc:docMk/>
            <pc:sldMk cId="4101963923" sldId="2147380510"/>
            <ac:grpSpMk id="33" creationId="{F1B7BA3E-FA4A-16BA-657B-1DCB10AB2E5D}"/>
          </ac:grpSpMkLst>
        </pc:grpChg>
        <pc:grpChg chg="del">
          <ac:chgData name="佐々木  大助" userId="c870486a-dad7-4694-ac78-9bbc4445935f" providerId="ADAL" clId="{A237534B-32B1-466E-A729-C2123D2BDFE1}" dt="2023-12-29T05:12:51.293" v="1392" actId="478"/>
          <ac:grpSpMkLst>
            <pc:docMk/>
            <pc:sldMk cId="4101963923" sldId="2147380510"/>
            <ac:grpSpMk id="89" creationId="{8A64BA71-AFD2-DD34-2151-FA17780F2B74}"/>
          </ac:grpSpMkLst>
        </pc:grpChg>
        <pc:grpChg chg="del">
          <ac:chgData name="佐々木  大助" userId="c870486a-dad7-4694-ac78-9bbc4445935f" providerId="ADAL" clId="{A237534B-32B1-466E-A729-C2123D2BDFE1}" dt="2023-12-29T05:12:51.293" v="1392" actId="478"/>
          <ac:grpSpMkLst>
            <pc:docMk/>
            <pc:sldMk cId="4101963923" sldId="2147380510"/>
            <ac:grpSpMk id="1025" creationId="{7B7B116C-2E23-6B8C-EE9B-7532FDB5C80C}"/>
          </ac:grpSpMkLst>
        </pc:grpChg>
        <pc:grpChg chg="del">
          <ac:chgData name="佐々木  大助" userId="c870486a-dad7-4694-ac78-9bbc4445935f" providerId="ADAL" clId="{A237534B-32B1-466E-A729-C2123D2BDFE1}" dt="2023-12-29T05:12:51.293" v="1392" actId="478"/>
          <ac:grpSpMkLst>
            <pc:docMk/>
            <pc:sldMk cId="4101963923" sldId="2147380510"/>
            <ac:grpSpMk id="1027" creationId="{11CD9332-B6F4-79DE-4FE8-3B80E3C501C7}"/>
          </ac:grpSpMkLst>
        </pc:grpChg>
        <pc:picChg chg="mod">
          <ac:chgData name="佐々木  大助" userId="c870486a-dad7-4694-ac78-9bbc4445935f" providerId="ADAL" clId="{A237534B-32B1-466E-A729-C2123D2BDFE1}" dt="2023-12-29T05:12:37.406" v="1390" actId="207"/>
          <ac:picMkLst>
            <pc:docMk/>
            <pc:sldMk cId="4101963923" sldId="2147380510"/>
            <ac:picMk id="24" creationId="{ABEDB288-B07F-390F-5960-144121FCA234}"/>
          </ac:picMkLst>
        </pc:picChg>
        <pc:picChg chg="mod">
          <ac:chgData name="佐々木  大助" userId="c870486a-dad7-4694-ac78-9bbc4445935f" providerId="ADAL" clId="{A237534B-32B1-466E-A729-C2123D2BDFE1}" dt="2023-12-29T05:12:09.678" v="1389" actId="1076"/>
          <ac:picMkLst>
            <pc:docMk/>
            <pc:sldMk cId="4101963923" sldId="2147380510"/>
            <ac:picMk id="27" creationId="{EF53494C-DEA8-DD19-B07E-F61F1A713B37}"/>
          </ac:picMkLst>
        </pc:picChg>
        <pc:cxnChg chg="del mod">
          <ac:chgData name="佐々木  大助" userId="c870486a-dad7-4694-ac78-9bbc4445935f" providerId="ADAL" clId="{A237534B-32B1-466E-A729-C2123D2BDFE1}" dt="2023-12-29T05:13:04.369" v="1394" actId="478"/>
          <ac:cxnSpMkLst>
            <pc:docMk/>
            <pc:sldMk cId="4101963923" sldId="2147380510"/>
            <ac:cxnSpMk id="42" creationId="{26BA1866-9545-D266-FEC9-97B558A48C52}"/>
          </ac:cxnSpMkLst>
        </pc:cxnChg>
        <pc:cxnChg chg="mod">
          <ac:chgData name="佐々木  大助" userId="c870486a-dad7-4694-ac78-9bbc4445935f" providerId="ADAL" clId="{A237534B-32B1-466E-A729-C2123D2BDFE1}" dt="2023-12-29T05:09:07.334" v="1292" actId="1076"/>
          <ac:cxnSpMkLst>
            <pc:docMk/>
            <pc:sldMk cId="4101963923" sldId="2147380510"/>
            <ac:cxnSpMk id="76" creationId="{7F5CFB39-F987-5913-F8B8-DA4C053D0DC5}"/>
          </ac:cxnSpMkLst>
        </pc:cxnChg>
      </pc:sldChg>
      <pc:sldChg chg="addSp delSp modSp add mod ord">
        <pc:chgData name="佐々木  大助" userId="c870486a-dad7-4694-ac78-9bbc4445935f" providerId="ADAL" clId="{A237534B-32B1-466E-A729-C2123D2BDFE1}" dt="2023-12-29T05:54:50.482" v="1822" actId="14100"/>
        <pc:sldMkLst>
          <pc:docMk/>
          <pc:sldMk cId="1376677041" sldId="2147380511"/>
        </pc:sldMkLst>
        <pc:spChg chg="del">
          <ac:chgData name="佐々木  大助" userId="c870486a-dad7-4694-ac78-9bbc4445935f" providerId="ADAL" clId="{A237534B-32B1-466E-A729-C2123D2BDFE1}" dt="2023-12-29T05:27:19.743" v="1598" actId="478"/>
          <ac:spMkLst>
            <pc:docMk/>
            <pc:sldMk cId="1376677041" sldId="2147380511"/>
            <ac:spMk id="9" creationId="{99E73BFE-D1A3-E3B3-813A-E94A94CBCB90}"/>
          </ac:spMkLst>
        </pc:spChg>
        <pc:spChg chg="mod">
          <ac:chgData name="佐々木  大助" userId="c870486a-dad7-4694-ac78-9bbc4445935f" providerId="ADAL" clId="{A237534B-32B1-466E-A729-C2123D2BDFE1}" dt="2023-12-29T05:54:50.482" v="1822" actId="14100"/>
          <ac:spMkLst>
            <pc:docMk/>
            <pc:sldMk cId="1376677041" sldId="2147380511"/>
            <ac:spMk id="11" creationId="{4BB3E7CF-52E3-B80A-3E04-EF0B61CA1156}"/>
          </ac:spMkLst>
        </pc:spChg>
        <pc:spChg chg="add mod">
          <ac:chgData name="佐々木  大助" userId="c870486a-dad7-4694-ac78-9bbc4445935f" providerId="ADAL" clId="{A237534B-32B1-466E-A729-C2123D2BDFE1}" dt="2023-12-29T05:27:48.141" v="1600"/>
          <ac:spMkLst>
            <pc:docMk/>
            <pc:sldMk cId="1376677041" sldId="2147380511"/>
            <ac:spMk id="12" creationId="{E395E880-FA15-74DD-6884-C32FA0F37269}"/>
          </ac:spMkLst>
        </pc:spChg>
        <pc:spChg chg="add mod">
          <ac:chgData name="佐々木  大助" userId="c870486a-dad7-4694-ac78-9bbc4445935f" providerId="ADAL" clId="{A237534B-32B1-466E-A729-C2123D2BDFE1}" dt="2023-12-29T05:27:48.141" v="1600"/>
          <ac:spMkLst>
            <pc:docMk/>
            <pc:sldMk cId="1376677041" sldId="2147380511"/>
            <ac:spMk id="17" creationId="{F2F32904-5B53-F6A0-1B76-C95EBA71C7DC}"/>
          </ac:spMkLst>
        </pc:spChg>
        <pc:spChg chg="add del mod">
          <ac:chgData name="佐々木  大助" userId="c870486a-dad7-4694-ac78-9bbc4445935f" providerId="ADAL" clId="{A237534B-32B1-466E-A729-C2123D2BDFE1}" dt="2023-12-29T05:36:47.643" v="1674" actId="21"/>
          <ac:spMkLst>
            <pc:docMk/>
            <pc:sldMk cId="1376677041" sldId="2147380511"/>
            <ac:spMk id="18" creationId="{6FC2FA50-9EC3-9F5D-64CF-190509D9C40D}"/>
          </ac:spMkLst>
        </pc:spChg>
        <pc:spChg chg="add mod">
          <ac:chgData name="佐々木  大助" userId="c870486a-dad7-4694-ac78-9bbc4445935f" providerId="ADAL" clId="{A237534B-32B1-466E-A729-C2123D2BDFE1}" dt="2023-12-29T05:28:12.739" v="1602"/>
          <ac:spMkLst>
            <pc:docMk/>
            <pc:sldMk cId="1376677041" sldId="2147380511"/>
            <ac:spMk id="21" creationId="{4506379F-9482-3416-7B57-D2546CAEDF67}"/>
          </ac:spMkLst>
        </pc:spChg>
        <pc:spChg chg="add mod">
          <ac:chgData name="佐々木  大助" userId="c870486a-dad7-4694-ac78-9bbc4445935f" providerId="ADAL" clId="{A237534B-32B1-466E-A729-C2123D2BDFE1}" dt="2023-12-29T05:36:19.543" v="1673"/>
          <ac:spMkLst>
            <pc:docMk/>
            <pc:sldMk cId="1376677041" sldId="2147380511"/>
            <ac:spMk id="22" creationId="{09C7285D-28F3-713C-AC97-85140DC3CB89}"/>
          </ac:spMkLst>
        </pc:spChg>
        <pc:spChg chg="add mod">
          <ac:chgData name="佐々木  大助" userId="c870486a-dad7-4694-ac78-9bbc4445935f" providerId="ADAL" clId="{A237534B-32B1-466E-A729-C2123D2BDFE1}" dt="2023-12-29T05:36:55.790" v="1675"/>
          <ac:spMkLst>
            <pc:docMk/>
            <pc:sldMk cId="1376677041" sldId="2147380511"/>
            <ac:spMk id="24" creationId="{1963D13A-3ABA-EC64-FF53-7923A0C8250D}"/>
          </ac:spMkLst>
        </pc:spChg>
        <pc:spChg chg="add mod">
          <ac:chgData name="佐々木  大助" userId="c870486a-dad7-4694-ac78-9bbc4445935f" providerId="ADAL" clId="{A237534B-32B1-466E-A729-C2123D2BDFE1}" dt="2023-12-29T05:36:55.790" v="1675"/>
          <ac:spMkLst>
            <pc:docMk/>
            <pc:sldMk cId="1376677041" sldId="2147380511"/>
            <ac:spMk id="29" creationId="{E3AC1A82-31CD-637B-3E54-7E11AA2B3444}"/>
          </ac:spMkLst>
        </pc:spChg>
        <pc:spChg chg="del">
          <ac:chgData name="佐々木  大助" userId="c870486a-dad7-4694-ac78-9bbc4445935f" providerId="ADAL" clId="{A237534B-32B1-466E-A729-C2123D2BDFE1}" dt="2023-12-29T05:28:05.500" v="1601" actId="478"/>
          <ac:spMkLst>
            <pc:docMk/>
            <pc:sldMk cId="1376677041" sldId="2147380511"/>
            <ac:spMk id="81" creationId="{C9735163-3139-9BD9-76D8-B5D781F55FAD}"/>
          </ac:spMkLst>
        </pc:spChg>
        <pc:spChg chg="del">
          <ac:chgData name="佐々木  大助" userId="c870486a-dad7-4694-ac78-9bbc4445935f" providerId="ADAL" clId="{A237534B-32B1-466E-A729-C2123D2BDFE1}" dt="2023-12-29T05:36:47.643" v="1674" actId="21"/>
          <ac:spMkLst>
            <pc:docMk/>
            <pc:sldMk cId="1376677041" sldId="2147380511"/>
            <ac:spMk id="224" creationId="{ED36E680-376F-C1AD-F794-1A3A9CA725CA}"/>
          </ac:spMkLst>
        </pc:spChg>
        <pc:spChg chg="del mod">
          <ac:chgData name="佐々木  大助" userId="c870486a-dad7-4694-ac78-9bbc4445935f" providerId="ADAL" clId="{A237534B-32B1-466E-A729-C2123D2BDFE1}" dt="2023-12-29T05:36:12.783" v="1672" actId="21"/>
          <ac:spMkLst>
            <pc:docMk/>
            <pc:sldMk cId="1376677041" sldId="2147380511"/>
            <ac:spMk id="244" creationId="{08D99E32-D58C-1D05-8423-13C07E14A0CC}"/>
          </ac:spMkLst>
        </pc:spChg>
        <pc:spChg chg="del">
          <ac:chgData name="佐々木  大助" userId="c870486a-dad7-4694-ac78-9bbc4445935f" providerId="ADAL" clId="{A237534B-32B1-466E-A729-C2123D2BDFE1}" dt="2023-12-29T05:28:05.500" v="1601" actId="478"/>
          <ac:spMkLst>
            <pc:docMk/>
            <pc:sldMk cId="1376677041" sldId="2147380511"/>
            <ac:spMk id="246" creationId="{E3B698C0-421C-6A7F-F620-02D57A3A94FE}"/>
          </ac:spMkLst>
        </pc:spChg>
        <pc:spChg chg="del">
          <ac:chgData name="佐々木  大助" userId="c870486a-dad7-4694-ac78-9bbc4445935f" providerId="ADAL" clId="{A237534B-32B1-466E-A729-C2123D2BDFE1}" dt="2023-12-29T05:27:39.059" v="1599" actId="478"/>
          <ac:spMkLst>
            <pc:docMk/>
            <pc:sldMk cId="1376677041" sldId="2147380511"/>
            <ac:spMk id="258" creationId="{93D7676F-2817-4AB2-15D7-D07AAF92A2F4}"/>
          </ac:spMkLst>
        </pc:spChg>
      </pc:sldChg>
    </pc:docChg>
  </pc:docChgLst>
  <pc:docChgLst>
    <pc:chgData name="佐々木  大助" userId="S::daisuke.sasaki@kasumi.co.jp::c870486a-dad7-4694-ac78-9bbc4445935f" providerId="AD" clId="Web-{DF8833DA-A94F-8460-B963-606ACA5FDC13}"/>
    <pc:docChg chg="modSld">
      <pc:chgData name="佐々木  大助" userId="S::daisuke.sasaki@kasumi.co.jp::c870486a-dad7-4694-ac78-9bbc4445935f" providerId="AD" clId="Web-{DF8833DA-A94F-8460-B963-606ACA5FDC13}" dt="2024-01-03T23:19:04.662" v="2" actId="1076"/>
      <pc:docMkLst>
        <pc:docMk/>
      </pc:docMkLst>
      <pc:sldChg chg="modSp">
        <pc:chgData name="佐々木  大助" userId="S::daisuke.sasaki@kasumi.co.jp::c870486a-dad7-4694-ac78-9bbc4445935f" providerId="AD" clId="Web-{DF8833DA-A94F-8460-B963-606ACA5FDC13}" dt="2024-01-03T23:19:04.662" v="2" actId="1076"/>
        <pc:sldMkLst>
          <pc:docMk/>
          <pc:sldMk cId="1602907748" sldId="263"/>
        </pc:sldMkLst>
        <pc:spChg chg="mod">
          <ac:chgData name="佐々木  大助" userId="S::daisuke.sasaki@kasumi.co.jp::c870486a-dad7-4694-ac78-9bbc4445935f" providerId="AD" clId="Web-{DF8833DA-A94F-8460-B963-606ACA5FDC13}" dt="2024-01-03T23:19:04.662" v="2" actId="1076"/>
          <ac:spMkLst>
            <pc:docMk/>
            <pc:sldMk cId="1602907748" sldId="263"/>
            <ac:spMk id="12" creationId="{17CE8C5B-3F1E-1E4A-8607-60A3E870DFC6}"/>
          </ac:spMkLst>
        </pc:spChg>
      </pc:sldChg>
    </pc:docChg>
  </pc:docChgLst>
  <pc:docChgLst>
    <pc:chgData name="kiyohara" userId="97cc6578-a8e5-494a-bf9e-9f550a3dbfc5" providerId="ADAL" clId="{AB602DDD-88A8-45BE-A1B2-611E433FF161}"/>
    <pc:docChg chg="modSld">
      <pc:chgData name="kiyohara" userId="97cc6578-a8e5-494a-bf9e-9f550a3dbfc5" providerId="ADAL" clId="{AB602DDD-88A8-45BE-A1B2-611E433FF161}" dt="2024-01-16T12:35:38.187" v="0" actId="1076"/>
      <pc:docMkLst>
        <pc:docMk/>
      </pc:docMkLst>
      <pc:sldChg chg="modSp mod">
        <pc:chgData name="kiyohara" userId="97cc6578-a8e5-494a-bf9e-9f550a3dbfc5" providerId="ADAL" clId="{AB602DDD-88A8-45BE-A1B2-611E433FF161}" dt="2024-01-16T12:35:38.187" v="0" actId="1076"/>
        <pc:sldMkLst>
          <pc:docMk/>
          <pc:sldMk cId="3761509702" sldId="261"/>
        </pc:sldMkLst>
        <pc:spChg chg="mod">
          <ac:chgData name="kiyohara" userId="97cc6578-a8e5-494a-bf9e-9f550a3dbfc5" providerId="ADAL" clId="{AB602DDD-88A8-45BE-A1B2-611E433FF161}" dt="2024-01-16T12:35:38.187" v="0" actId="1076"/>
          <ac:spMkLst>
            <pc:docMk/>
            <pc:sldMk cId="3761509702" sldId="261"/>
            <ac:spMk id="5" creationId="{0A837252-5873-E137-A039-26429AD7F902}"/>
          </ac:spMkLst>
        </pc:spChg>
      </pc:sldChg>
    </pc:docChg>
  </pc:docChgLst>
  <pc:docChgLst>
    <pc:chgData name="Tran Thai Son" userId="S::tranthaison_luvina.net#ext#@usmh.onmicrosoft.com::ed9ab2d2-ed22-4633-9fc6-49e3bc6316b7" providerId="AD" clId="Web-{DCCE7F45-3213-A97D-C9F8-F76E1CFC0EF6}"/>
    <pc:docChg chg="modSld">
      <pc:chgData name="Tran Thai Son" userId="S::tranthaison_luvina.net#ext#@usmh.onmicrosoft.com::ed9ab2d2-ed22-4633-9fc6-49e3bc6316b7" providerId="AD" clId="Web-{DCCE7F45-3213-A97D-C9F8-F76E1CFC0EF6}" dt="2025-03-26T10:57:09.239" v="1" actId="1076"/>
      <pc:docMkLst>
        <pc:docMk/>
      </pc:docMkLst>
      <pc:sldChg chg="modSp">
        <pc:chgData name="Tran Thai Son" userId="S::tranthaison_luvina.net#ext#@usmh.onmicrosoft.com::ed9ab2d2-ed22-4633-9fc6-49e3bc6316b7" providerId="AD" clId="Web-{DCCE7F45-3213-A97D-C9F8-F76E1CFC0EF6}" dt="2025-03-26T10:57:09.239" v="1" actId="1076"/>
        <pc:sldMkLst>
          <pc:docMk/>
          <pc:sldMk cId="2555304810" sldId="2147380508"/>
        </pc:sldMkLst>
        <pc:spChg chg="mod">
          <ac:chgData name="Tran Thai Son" userId="S::tranthaison_luvina.net#ext#@usmh.onmicrosoft.com::ed9ab2d2-ed22-4633-9fc6-49e3bc6316b7" providerId="AD" clId="Web-{DCCE7F45-3213-A97D-C9F8-F76E1CFC0EF6}" dt="2025-03-26T10:57:09.239" v="1" actId="1076"/>
          <ac:spMkLst>
            <pc:docMk/>
            <pc:sldMk cId="2555304810" sldId="2147380508"/>
            <ac:spMk id="1033" creationId="{54548E81-7E95-2FED-4380-6B8E94E53FA9}"/>
          </ac:spMkLst>
        </pc:spChg>
        <pc:cxnChg chg="mod">
          <ac:chgData name="Tran Thai Son" userId="S::tranthaison_luvina.net#ext#@usmh.onmicrosoft.com::ed9ab2d2-ed22-4633-9fc6-49e3bc6316b7" providerId="AD" clId="Web-{DCCE7F45-3213-A97D-C9F8-F76E1CFC0EF6}" dt="2025-03-26T10:57:09.239" v="1" actId="1076"/>
          <ac:cxnSpMkLst>
            <pc:docMk/>
            <pc:sldMk cId="2555304810" sldId="2147380508"/>
            <ac:cxnSpMk id="1035" creationId="{8068AA01-C4FD-D163-8C37-33FA45777CA6}"/>
          </ac:cxnSpMkLst>
        </pc:cxnChg>
      </pc:sldChg>
    </pc:docChg>
  </pc:docChgLst>
  <pc:docChgLst>
    <pc:chgData name="佐々木  大助" userId="S::daisuke.sasaki_kasumi.co.jp#ext#@usmh.onmicrosoft.com::3abe477e-7fe6-4d71-843b-fea31b2fdabd" providerId="AD" clId="Web-{DA72D2C8-2D8E-340D-D332-07B3F6B1EC02}"/>
    <pc:docChg chg="modSld">
      <pc:chgData name="佐々木  大助" userId="S::daisuke.sasaki_kasumi.co.jp#ext#@usmh.onmicrosoft.com::3abe477e-7fe6-4d71-843b-fea31b2fdabd" providerId="AD" clId="Web-{DA72D2C8-2D8E-340D-D332-07B3F6B1EC02}" dt="2025-02-17T04:47:00.908" v="1" actId="14100"/>
      <pc:docMkLst>
        <pc:docMk/>
      </pc:docMkLst>
      <pc:sldChg chg="modSp">
        <pc:chgData name="佐々木  大助" userId="S::daisuke.sasaki_kasumi.co.jp#ext#@usmh.onmicrosoft.com::3abe477e-7fe6-4d71-843b-fea31b2fdabd" providerId="AD" clId="Web-{DA72D2C8-2D8E-340D-D332-07B3F6B1EC02}" dt="2025-02-17T04:47:00.908" v="1" actId="14100"/>
        <pc:sldMkLst>
          <pc:docMk/>
          <pc:sldMk cId="1376677041" sldId="2147380511"/>
        </pc:sldMkLst>
        <pc:spChg chg="mod">
          <ac:chgData name="佐々木  大助" userId="S::daisuke.sasaki_kasumi.co.jp#ext#@usmh.onmicrosoft.com::3abe477e-7fe6-4d71-843b-fea31b2fdabd" providerId="AD" clId="Web-{DA72D2C8-2D8E-340D-D332-07B3F6B1EC02}" dt="2025-02-17T04:47:00.908" v="1" actId="14100"/>
          <ac:spMkLst>
            <pc:docMk/>
            <pc:sldMk cId="1376677041" sldId="2147380511"/>
            <ac:spMk id="11" creationId="{4BB3E7CF-52E3-B80A-3E04-EF0B61CA1156}"/>
          </ac:spMkLst>
        </pc:spChg>
      </pc:sldChg>
    </pc:docChg>
  </pc:docChgLst>
  <pc:docChgLst>
    <pc:chgData name="佐々木  大助" userId="S::daisuke.sasaki_kasumi.co.jp#ext#@usmh.onmicrosoft.com::3abe477e-7fe6-4d71-843b-fea31b2fdabd" providerId="AD" clId="Web-{A9349720-C0C2-3F7A-C8D8-071AD53EFB64}"/>
    <pc:docChg chg="mod modSld modMainMaster">
      <pc:chgData name="佐々木  大助" userId="S::daisuke.sasaki_kasumi.co.jp#ext#@usmh.onmicrosoft.com::3abe477e-7fe6-4d71-843b-fea31b2fdabd" providerId="AD" clId="Web-{A9349720-C0C2-3F7A-C8D8-071AD53EFB64}" dt="2024-01-15T05:01:39.412" v="8"/>
      <pc:docMkLst>
        <pc:docMk/>
      </pc:docMkLst>
      <pc:sldChg chg="modSp">
        <pc:chgData name="佐々木  大助" userId="S::daisuke.sasaki_kasumi.co.jp#ext#@usmh.onmicrosoft.com::3abe477e-7fe6-4d71-843b-fea31b2fdabd" providerId="AD" clId="Web-{A9349720-C0C2-3F7A-C8D8-071AD53EFB64}" dt="2024-01-15T04:57:32.969" v="1" actId="1076"/>
        <pc:sldMkLst>
          <pc:docMk/>
          <pc:sldMk cId="1602907748" sldId="263"/>
        </pc:sldMkLst>
        <pc:spChg chg="mod">
          <ac:chgData name="佐々木  大助" userId="S::daisuke.sasaki_kasumi.co.jp#ext#@usmh.onmicrosoft.com::3abe477e-7fe6-4d71-843b-fea31b2fdabd" providerId="AD" clId="Web-{A9349720-C0C2-3F7A-C8D8-071AD53EFB64}" dt="2024-01-15T04:57:32.969" v="1" actId="1076"/>
          <ac:spMkLst>
            <pc:docMk/>
            <pc:sldMk cId="1602907748" sldId="263"/>
            <ac:spMk id="12" creationId="{17CE8C5B-3F1E-1E4A-8607-60A3E870DFC6}"/>
          </ac:spMkLst>
        </pc:spChg>
      </pc:sldChg>
      <pc:sldChg chg="addSp delSp modSp">
        <pc:chgData name="佐々木  大助" userId="S::daisuke.sasaki_kasumi.co.jp#ext#@usmh.onmicrosoft.com::3abe477e-7fe6-4d71-843b-fea31b2fdabd" providerId="AD" clId="Web-{A9349720-C0C2-3F7A-C8D8-071AD53EFB64}" dt="2024-01-15T05:01:29.521" v="7"/>
        <pc:sldMkLst>
          <pc:docMk/>
          <pc:sldMk cId="2555304810" sldId="2147380508"/>
        </pc:sldMkLst>
        <pc:spChg chg="del">
          <ac:chgData name="佐々木  大助" userId="S::daisuke.sasaki_kasumi.co.jp#ext#@usmh.onmicrosoft.com::3abe477e-7fe6-4d71-843b-fea31b2fdabd" providerId="AD" clId="Web-{A9349720-C0C2-3F7A-C8D8-071AD53EFB64}" dt="2024-01-15T05:01:09.270" v="2"/>
          <ac:spMkLst>
            <pc:docMk/>
            <pc:sldMk cId="2555304810" sldId="2147380508"/>
            <ac:spMk id="2" creationId="{00000000-0000-0000-0000-000000000000}"/>
          </ac:spMkLst>
        </pc:spChg>
        <pc:spChg chg="add del mod">
          <ac:chgData name="佐々木  大助" userId="S::daisuke.sasaki_kasumi.co.jp#ext#@usmh.onmicrosoft.com::3abe477e-7fe6-4d71-843b-fea31b2fdabd" providerId="AD" clId="Web-{A9349720-C0C2-3F7A-C8D8-071AD53EFB64}" dt="2024-01-15T05:01:28.130" v="6"/>
          <ac:spMkLst>
            <pc:docMk/>
            <pc:sldMk cId="2555304810" sldId="2147380508"/>
            <ac:spMk id="3" creationId="{2F944690-0926-CBAA-4172-A0C837DF3290}"/>
          </ac:spMkLst>
        </pc:spChg>
        <pc:spChg chg="add mod">
          <ac:chgData name="佐々木  大助" userId="S::daisuke.sasaki_kasumi.co.jp#ext#@usmh.onmicrosoft.com::3abe477e-7fe6-4d71-843b-fea31b2fdabd" providerId="AD" clId="Web-{A9349720-C0C2-3F7A-C8D8-071AD53EFB64}" dt="2024-01-15T05:01:29.521" v="7"/>
          <ac:spMkLst>
            <pc:docMk/>
            <pc:sldMk cId="2555304810" sldId="2147380508"/>
            <ac:spMk id="5" creationId="{8EAE85E1-B517-CE76-5C9E-09F55F2186F2}"/>
          </ac:spMkLst>
        </pc:spChg>
      </pc:sldChg>
      <pc:sldMasterChg chg="mod modSldLayout">
        <pc:chgData name="佐々木  大助" userId="S::daisuke.sasaki_kasumi.co.jp#ext#@usmh.onmicrosoft.com::3abe477e-7fe6-4d71-843b-fea31b2fdabd" providerId="AD" clId="Web-{A9349720-C0C2-3F7A-C8D8-071AD53EFB64}" dt="2024-01-15T05:01:39.412" v="8"/>
        <pc:sldMasterMkLst>
          <pc:docMk/>
          <pc:sldMasterMk cId="1512079002" sldId="2147483660"/>
        </pc:sldMasterMkLst>
        <pc:sldLayoutChg chg="mod">
          <pc:chgData name="佐々木  大助" userId="S::daisuke.sasaki_kasumi.co.jp#ext#@usmh.onmicrosoft.com::3abe477e-7fe6-4d71-843b-fea31b2fdabd" providerId="AD" clId="Web-{A9349720-C0C2-3F7A-C8D8-071AD53EFB64}" dt="2024-01-15T05:01:39.412" v="8"/>
          <pc:sldLayoutMkLst>
            <pc:docMk/>
            <pc:sldMasterMk cId="1512079002" sldId="2147483660"/>
            <pc:sldLayoutMk cId="2651381257" sldId="2147483661"/>
          </pc:sldLayoutMkLst>
        </pc:sldLayoutChg>
        <pc:sldLayoutChg chg="mod">
          <pc:chgData name="佐々木  大助" userId="S::daisuke.sasaki_kasumi.co.jp#ext#@usmh.onmicrosoft.com::3abe477e-7fe6-4d71-843b-fea31b2fdabd" providerId="AD" clId="Web-{A9349720-C0C2-3F7A-C8D8-071AD53EFB64}" dt="2024-01-15T05:01:39.412" v="8"/>
          <pc:sldLayoutMkLst>
            <pc:docMk/>
            <pc:sldMasterMk cId="1512079002" sldId="2147483660"/>
            <pc:sldLayoutMk cId="2113483814" sldId="2147483662"/>
          </pc:sldLayoutMkLst>
        </pc:sldLayoutChg>
        <pc:sldLayoutChg chg="mod">
          <pc:chgData name="佐々木  大助" userId="S::daisuke.sasaki_kasumi.co.jp#ext#@usmh.onmicrosoft.com::3abe477e-7fe6-4d71-843b-fea31b2fdabd" providerId="AD" clId="Web-{A9349720-C0C2-3F7A-C8D8-071AD53EFB64}" dt="2024-01-15T05:01:39.412" v="8"/>
          <pc:sldLayoutMkLst>
            <pc:docMk/>
            <pc:sldMasterMk cId="1512079002" sldId="2147483660"/>
            <pc:sldLayoutMk cId="1209343783" sldId="2147483663"/>
          </pc:sldLayoutMkLst>
        </pc:sldLayoutChg>
        <pc:sldLayoutChg chg="mod">
          <pc:chgData name="佐々木  大助" userId="S::daisuke.sasaki_kasumi.co.jp#ext#@usmh.onmicrosoft.com::3abe477e-7fe6-4d71-843b-fea31b2fdabd" providerId="AD" clId="Web-{A9349720-C0C2-3F7A-C8D8-071AD53EFB64}" dt="2024-01-15T05:01:39.412" v="8"/>
          <pc:sldLayoutMkLst>
            <pc:docMk/>
            <pc:sldMasterMk cId="1512079002" sldId="2147483660"/>
            <pc:sldLayoutMk cId="2586492503" sldId="2147483664"/>
          </pc:sldLayoutMkLst>
        </pc:sldLayoutChg>
        <pc:sldLayoutChg chg="mod">
          <pc:chgData name="佐々木  大助" userId="S::daisuke.sasaki_kasumi.co.jp#ext#@usmh.onmicrosoft.com::3abe477e-7fe6-4d71-843b-fea31b2fdabd" providerId="AD" clId="Web-{A9349720-C0C2-3F7A-C8D8-071AD53EFB64}" dt="2024-01-15T05:01:39.412" v="8"/>
          <pc:sldLayoutMkLst>
            <pc:docMk/>
            <pc:sldMasterMk cId="1512079002" sldId="2147483660"/>
            <pc:sldLayoutMk cId="4276203604" sldId="2147483666"/>
          </pc:sldLayoutMkLst>
        </pc:sldLayoutChg>
        <pc:sldLayoutChg chg="mod">
          <pc:chgData name="佐々木  大助" userId="S::daisuke.sasaki_kasumi.co.jp#ext#@usmh.onmicrosoft.com::3abe477e-7fe6-4d71-843b-fea31b2fdabd" providerId="AD" clId="Web-{A9349720-C0C2-3F7A-C8D8-071AD53EFB64}" dt="2024-01-15T05:01:39.412" v="8"/>
          <pc:sldLayoutMkLst>
            <pc:docMk/>
            <pc:sldMasterMk cId="1512079002" sldId="2147483660"/>
            <pc:sldLayoutMk cId="3968747392" sldId="2147483667"/>
          </pc:sldLayoutMkLst>
        </pc:sldLayoutChg>
        <pc:sldLayoutChg chg="mod">
          <pc:chgData name="佐々木  大助" userId="S::daisuke.sasaki_kasumi.co.jp#ext#@usmh.onmicrosoft.com::3abe477e-7fe6-4d71-843b-fea31b2fdabd" providerId="AD" clId="Web-{A9349720-C0C2-3F7A-C8D8-071AD53EFB64}" dt="2024-01-15T05:01:39.412" v="8"/>
          <pc:sldLayoutMkLst>
            <pc:docMk/>
            <pc:sldMasterMk cId="1512079002" sldId="2147483660"/>
            <pc:sldLayoutMk cId="2668321372" sldId="2147483669"/>
          </pc:sldLayoutMkLst>
        </pc:sldLayoutChg>
        <pc:sldLayoutChg chg="mod">
          <pc:chgData name="佐々木  大助" userId="S::daisuke.sasaki_kasumi.co.jp#ext#@usmh.onmicrosoft.com::3abe477e-7fe6-4d71-843b-fea31b2fdabd" providerId="AD" clId="Web-{A9349720-C0C2-3F7A-C8D8-071AD53EFB64}" dt="2024-01-15T05:01:39.412" v="8"/>
          <pc:sldLayoutMkLst>
            <pc:docMk/>
            <pc:sldMasterMk cId="1512079002" sldId="2147483660"/>
            <pc:sldLayoutMk cId="418985182" sldId="2147483670"/>
          </pc:sldLayoutMkLst>
        </pc:sldLayoutChg>
      </pc:sldMasterChg>
      <pc:sldMasterChg chg="mod modSldLayout">
        <pc:chgData name="佐々木  大助" userId="S::daisuke.sasaki_kasumi.co.jp#ext#@usmh.onmicrosoft.com::3abe477e-7fe6-4d71-843b-fea31b2fdabd" providerId="AD" clId="Web-{A9349720-C0C2-3F7A-C8D8-071AD53EFB64}" dt="2024-01-15T05:01:39.412" v="8"/>
        <pc:sldMasterMkLst>
          <pc:docMk/>
          <pc:sldMasterMk cId="3540084592" sldId="2147483671"/>
        </pc:sldMasterMkLst>
        <pc:sldLayoutChg chg="mod">
          <pc:chgData name="佐々木  大助" userId="S::daisuke.sasaki_kasumi.co.jp#ext#@usmh.onmicrosoft.com::3abe477e-7fe6-4d71-843b-fea31b2fdabd" providerId="AD" clId="Web-{A9349720-C0C2-3F7A-C8D8-071AD53EFB64}" dt="2024-01-15T05:01:39.412" v="8"/>
          <pc:sldLayoutMkLst>
            <pc:docMk/>
            <pc:sldMasterMk cId="3540084592" sldId="2147483671"/>
            <pc:sldLayoutMk cId="3745619032" sldId="2147483672"/>
          </pc:sldLayoutMkLst>
        </pc:sldLayoutChg>
        <pc:sldLayoutChg chg="mod">
          <pc:chgData name="佐々木  大助" userId="S::daisuke.sasaki_kasumi.co.jp#ext#@usmh.onmicrosoft.com::3abe477e-7fe6-4d71-843b-fea31b2fdabd" providerId="AD" clId="Web-{A9349720-C0C2-3F7A-C8D8-071AD53EFB64}" dt="2024-01-15T05:01:39.412" v="8"/>
          <pc:sldLayoutMkLst>
            <pc:docMk/>
            <pc:sldMasterMk cId="3540084592" sldId="2147483671"/>
            <pc:sldLayoutMk cId="4274944440" sldId="2147483673"/>
          </pc:sldLayoutMkLst>
        </pc:sldLayoutChg>
        <pc:sldLayoutChg chg="mod">
          <pc:chgData name="佐々木  大助" userId="S::daisuke.sasaki_kasumi.co.jp#ext#@usmh.onmicrosoft.com::3abe477e-7fe6-4d71-843b-fea31b2fdabd" providerId="AD" clId="Web-{A9349720-C0C2-3F7A-C8D8-071AD53EFB64}" dt="2024-01-15T05:01:39.412" v="8"/>
          <pc:sldLayoutMkLst>
            <pc:docMk/>
            <pc:sldMasterMk cId="3540084592" sldId="2147483671"/>
            <pc:sldLayoutMk cId="1008945931" sldId="2147483674"/>
          </pc:sldLayoutMkLst>
        </pc:sldLayoutChg>
        <pc:sldLayoutChg chg="mod">
          <pc:chgData name="佐々木  大助" userId="S::daisuke.sasaki_kasumi.co.jp#ext#@usmh.onmicrosoft.com::3abe477e-7fe6-4d71-843b-fea31b2fdabd" providerId="AD" clId="Web-{A9349720-C0C2-3F7A-C8D8-071AD53EFB64}" dt="2024-01-15T05:01:39.412" v="8"/>
          <pc:sldLayoutMkLst>
            <pc:docMk/>
            <pc:sldMasterMk cId="3540084592" sldId="2147483671"/>
            <pc:sldLayoutMk cId="2647165395" sldId="2147483675"/>
          </pc:sldLayoutMkLst>
        </pc:sldLayoutChg>
        <pc:sldLayoutChg chg="mod">
          <pc:chgData name="佐々木  大助" userId="S::daisuke.sasaki_kasumi.co.jp#ext#@usmh.onmicrosoft.com::3abe477e-7fe6-4d71-843b-fea31b2fdabd" providerId="AD" clId="Web-{A9349720-C0C2-3F7A-C8D8-071AD53EFB64}" dt="2024-01-15T05:01:39.412" v="8"/>
          <pc:sldLayoutMkLst>
            <pc:docMk/>
            <pc:sldMasterMk cId="3540084592" sldId="2147483671"/>
            <pc:sldLayoutMk cId="3791492326" sldId="2147483676"/>
          </pc:sldLayoutMkLst>
        </pc:sldLayoutChg>
        <pc:sldLayoutChg chg="mod">
          <pc:chgData name="佐々木  大助" userId="S::daisuke.sasaki_kasumi.co.jp#ext#@usmh.onmicrosoft.com::3abe477e-7fe6-4d71-843b-fea31b2fdabd" providerId="AD" clId="Web-{A9349720-C0C2-3F7A-C8D8-071AD53EFB64}" dt="2024-01-15T05:01:39.412" v="8"/>
          <pc:sldLayoutMkLst>
            <pc:docMk/>
            <pc:sldMasterMk cId="3540084592" sldId="2147483671"/>
            <pc:sldLayoutMk cId="2516571695" sldId="2147483677"/>
          </pc:sldLayoutMkLst>
        </pc:sldLayoutChg>
        <pc:sldLayoutChg chg="mod">
          <pc:chgData name="佐々木  大助" userId="S::daisuke.sasaki_kasumi.co.jp#ext#@usmh.onmicrosoft.com::3abe477e-7fe6-4d71-843b-fea31b2fdabd" providerId="AD" clId="Web-{A9349720-C0C2-3F7A-C8D8-071AD53EFB64}" dt="2024-01-15T05:01:39.412" v="8"/>
          <pc:sldLayoutMkLst>
            <pc:docMk/>
            <pc:sldMasterMk cId="3540084592" sldId="2147483671"/>
            <pc:sldLayoutMk cId="218840517" sldId="2147483678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610505-29F3-4817-A654-B55014098BEF}" type="datetimeFigureOut">
              <a:rPr kumimoji="1" lang="ja-JP" altLang="en-US" smtClean="0"/>
              <a:t>2025/3/26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993335-684B-4E69-98A7-E833F27690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696707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993335-684B-4E69-98A7-E833F2769094}" type="slidenum">
              <a:rPr kumimoji="1" lang="ja-JP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50" charset="-128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629985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993335-684B-4E69-98A7-E833F2769094}" type="slidenum">
              <a:rPr kumimoji="1" lang="ja-JP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50" charset="-128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164468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993335-684B-4E69-98A7-E833F2769094}" type="slidenum">
              <a:rPr kumimoji="1" lang="ja-JP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50" charset="-128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721363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993335-684B-4E69-98A7-E833F2769094}" type="slidenum">
              <a:rPr kumimoji="1" lang="ja-JP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50" charset="-128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451376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-158750" y="606425"/>
            <a:ext cx="7056438" cy="3970338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23C30D30-6E87-4095-9B34-CED26FF332F8}" type="slidenum">
              <a:rPr kumimoji="1" lang="en-US" altLang="ja-JP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-128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671744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993335-684B-4E69-98A7-E833F2769094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00389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993335-684B-4E69-98A7-E833F2769094}" type="slidenum">
              <a:rPr kumimoji="1" lang="ja-JP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50" charset="-128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ＭＳ Ｐゴシック" panose="020B0600070205080204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039038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950385" y="2519421"/>
            <a:ext cx="10363200" cy="1470025"/>
          </a:xfrm>
        </p:spPr>
        <p:txBody>
          <a:bodyPr/>
          <a:lstStyle>
            <a:lvl1pPr algn="ctr">
              <a:defRPr sz="3600" b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5118253" y="161682"/>
            <a:ext cx="6838968" cy="1392798"/>
          </a:xfrm>
        </p:spPr>
        <p:txBody>
          <a:bodyPr anchor="t"/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</a:p>
        </p:txBody>
      </p:sp>
      <p:sp>
        <p:nvSpPr>
          <p:cNvPr id="39" name="AutoShape 4"/>
          <p:cNvSpPr>
            <a:spLocks noChangeArrowheads="1"/>
          </p:cNvSpPr>
          <p:nvPr/>
        </p:nvSpPr>
        <p:spPr bwMode="gray">
          <a:xfrm>
            <a:off x="6060019" y="0"/>
            <a:ext cx="71967" cy="44450"/>
          </a:xfrm>
          <a:prstGeom prst="triangle">
            <a:avLst>
              <a:gd name="adj" fmla="val 50000"/>
            </a:avLst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ctr">
                <a:solidFill>
                  <a:srgbClr val="595959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53882" dir="2700000" algn="ctr" rotWithShape="0">
                    <a:schemeClr val="bg2">
                      <a:alpha val="50000"/>
                    </a:schemeClr>
                  </a:outerShdw>
                </a:effectLst>
              </a14:hiddenEffects>
            </a:ext>
          </a:extLst>
        </p:spPr>
        <p:txBody>
          <a:bodyPr lIns="68571" tIns="34286" rIns="68571" bIns="34286" anchor="ctr"/>
          <a:lstStyle>
            <a:lvl1pPr algn="l" defTabSz="912813" fontAlgn="base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algn="l" defTabSz="912813" fontAlgn="base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912813" algn="l" defTabSz="912813" fontAlgn="base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algn="l" defTabSz="912813" fontAlgn="base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algn="l" defTabSz="912813" fontAlgn="base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defTabSz="912813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defTabSz="912813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defTabSz="912813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defTabSz="912813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fontAlgn="ctr">
              <a:defRPr/>
            </a:pPr>
            <a:endParaRPr lang="en-GB" altLang="ja-JP" sz="750">
              <a:latin typeface="ＭＳ Ｐゴシック" charset="-128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1381257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000" b="0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243841" y="556954"/>
            <a:ext cx="11715120" cy="5677592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113483814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914400" y="3429001"/>
            <a:ext cx="10363200" cy="1362075"/>
          </a:xfrm>
        </p:spPr>
        <p:txBody>
          <a:bodyPr anchor="ctr"/>
          <a:lstStyle>
            <a:lvl1pPr algn="l">
              <a:defRPr sz="3000" b="0" cap="all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914400" y="1928812"/>
            <a:ext cx="10363200" cy="1500187"/>
          </a:xfrm>
        </p:spPr>
        <p:txBody>
          <a:bodyPr anchor="b"/>
          <a:lstStyle>
            <a:lvl1pPr marL="0" indent="0">
              <a:buNone/>
              <a:defRPr sz="180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209343783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sz="half" idx="1"/>
          </p:nvPr>
        </p:nvSpPr>
        <p:spPr>
          <a:xfrm>
            <a:off x="293057" y="606827"/>
            <a:ext cx="5753121" cy="5658158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205840" y="606827"/>
            <a:ext cx="5753121" cy="5658158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586492503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4276203604"/>
      </p:ext>
    </p:extLst>
  </p:cSld>
  <p:clrMapOvr>
    <a:masterClrMapping/>
  </p:clrMapOvr>
  <p:transition>
    <p:zoom/>
  </p:transition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8747392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CF84EA4-4943-4335-B156-92246BE84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418985182"/>
      </p:ext>
    </p:extLst>
  </p:cSld>
  <p:clrMapOvr>
    <a:masterClrMapping/>
  </p:clrMapOvr>
  <p:transition>
    <p:zoom/>
  </p:transition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タイトル、テキスト、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88422" y="127753"/>
            <a:ext cx="11815157" cy="379325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sz="half" idx="1"/>
          </p:nvPr>
        </p:nvSpPr>
        <p:spPr>
          <a:xfrm>
            <a:off x="195811" y="619299"/>
            <a:ext cx="5778269" cy="548640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quarter" idx="2"/>
          </p:nvPr>
        </p:nvSpPr>
        <p:spPr>
          <a:xfrm>
            <a:off x="6217920" y="619299"/>
            <a:ext cx="5778269" cy="266700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コンテンツ プレースホルダ 4"/>
          <p:cNvSpPr>
            <a:spLocks noGrp="1"/>
          </p:cNvSpPr>
          <p:nvPr>
            <p:ph sz="quarter" idx="3"/>
          </p:nvPr>
        </p:nvSpPr>
        <p:spPr>
          <a:xfrm>
            <a:off x="6217920" y="3438699"/>
            <a:ext cx="5778269" cy="266700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668321372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45619032"/>
      </p:ext>
    </p:extLst>
  </p:cSld>
  <p:clrMapOvr>
    <a:masterClrMapping/>
  </p:clrMapOvr>
  <p:transition>
    <p:fade/>
  </p:transition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4C08F0D-0CAE-4BBB-BAFB-93C2A21EDA29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4274944440"/>
      </p:ext>
    </p:extLst>
  </p:cSld>
  <p:clrMapOvr>
    <a:masterClrMapping/>
  </p:clrMapOvr>
  <p:transition>
    <p:fade/>
  </p:transition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0C6AC0-C155-4070-9322-E0E9644A3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0B6CF38F-D8CB-44C2-B2A2-1096EE2C5F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F6E0D0E-053B-42A3-9937-37A1419B96BF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008945931"/>
      </p:ext>
    </p:extLst>
  </p:cSld>
  <p:clrMapOvr>
    <a:masterClrMapping/>
  </p:clrMapOvr>
  <p:transition>
    <p:fade/>
  </p:transition>
  <p:hf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576221-06E8-4337-88F9-136186C65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0C66343F-1219-46DC-9A82-4D1755892E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F6E0D0E-053B-42A3-9937-37A1419B96BF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647165395"/>
      </p:ext>
    </p:extLst>
  </p:cSld>
  <p:clrMapOvr>
    <a:masterClrMapping/>
  </p:clrMapOvr>
  <p:transition>
    <p:fade/>
  </p:transition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7267A16-3266-4521-BD4B-5ACF445CC0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91480" y="6568453"/>
            <a:ext cx="9985109" cy="218137"/>
          </a:xfrm>
          <a:prstGeom prst="rect">
            <a:avLst/>
          </a:prstGeom>
        </p:spPr>
        <p:txBody>
          <a:bodyPr anchor="ctr"/>
          <a:lstStyle>
            <a:lvl1pPr algn="ctr">
              <a:defRPr lang="en-US" altLang="ja-JP" sz="825" b="0" i="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kumimoji="1" lang="en-US" altLang="ja-JP"/>
              <a:t>Copyright © 2019 KASUMI CO., LTD. All Rights Reserved.</a:t>
            </a:r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B40AA96D-BAB4-4E84-93AC-B3DBC9B04F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F6E0D0E-053B-42A3-9937-37A1419B96BF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791492326"/>
      </p:ext>
    </p:extLst>
  </p:cSld>
  <p:clrMapOvr>
    <a:masterClrMapping/>
  </p:clrMapOvr>
  <p:transition>
    <p:fade/>
  </p:transition>
  <p:hf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7">
            <a:extLst>
              <a:ext uri="{FF2B5EF4-FFF2-40B4-BE49-F238E27FC236}">
                <a16:creationId xmlns:a16="http://schemas.microsoft.com/office/drawing/2014/main" id="{5C0A4CD4-083C-4963-ADEC-4D9E920B16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4400" y="2393950"/>
            <a:ext cx="10363200" cy="109538"/>
          </a:xfrm>
          <a:custGeom>
            <a:avLst/>
            <a:gdLst>
              <a:gd name="T0" fmla="*/ 0 w 1000"/>
              <a:gd name="T1" fmla="*/ 0 h 1000"/>
              <a:gd name="T2" fmla="*/ 2147483646 w 1000"/>
              <a:gd name="T3" fmla="*/ 0 h 1000"/>
              <a:gd name="T4" fmla="*/ 2147483646 w 1000"/>
              <a:gd name="T5" fmla="*/ 2147483646 h 1000"/>
              <a:gd name="T6" fmla="*/ 0 w 1000"/>
              <a:gd name="T7" fmla="*/ 2147483646 h 1000"/>
              <a:gd name="T8" fmla="*/ 0 w 1000"/>
              <a:gd name="T9" fmla="*/ 0 h 1000"/>
              <a:gd name="T10" fmla="*/ 2147483646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1000" h="1000" stroke="0">
                <a:moveTo>
                  <a:pt x="0" y="0"/>
                </a:moveTo>
                <a:lnTo>
                  <a:pt x="618" y="0"/>
                </a:lnTo>
                <a:lnTo>
                  <a:pt x="618" y="1000"/>
                </a:lnTo>
                <a:lnTo>
                  <a:pt x="0" y="1000"/>
                </a:lnTo>
                <a:lnTo>
                  <a:pt x="0" y="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chemeClr val="accent2"/>
          </a:solidFill>
          <a:ln w="9525">
            <a:solidFill>
              <a:schemeClr val="accent2"/>
            </a:solidFill>
            <a:round/>
            <a:headEnd/>
            <a:tailEnd/>
          </a:ln>
        </p:spPr>
        <p:txBody>
          <a:bodyPr/>
          <a:lstStyle/>
          <a:p>
            <a:endParaRPr lang="ja-JP" altLang="en-US"/>
          </a:p>
        </p:txBody>
      </p:sp>
      <p:sp useBgFill="1">
        <p:nvSpPr>
          <p:cNvPr id="5" name="Rectangle 8">
            <a:extLst>
              <a:ext uri="{FF2B5EF4-FFF2-40B4-BE49-F238E27FC236}">
                <a16:creationId xmlns:a16="http://schemas.microsoft.com/office/drawing/2014/main" id="{CAD6135E-38A4-4479-A6DA-B3F82735CC0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83569" y="5805491"/>
            <a:ext cx="4224867" cy="828676"/>
          </a:xfrm>
          <a:prstGeom prst="rect">
            <a:avLst/>
          </a:prstGeom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algn="ctr" eaLnBrk="1" hangingPunct="1">
              <a:defRPr/>
            </a:pPr>
            <a:r>
              <a:rPr kumimoji="0" lang="en-US" altLang="ja-JP" sz="1800" b="1">
                <a:solidFill>
                  <a:srgbClr val="AE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charset="-128"/>
              </a:rPr>
              <a:t></a:t>
            </a:r>
          </a:p>
          <a:p>
            <a:pPr algn="ctr" eaLnBrk="1" hangingPunct="1">
              <a:defRPr/>
            </a:pPr>
            <a:r>
              <a:rPr kumimoji="0" lang="en-US" altLang="ja-JP" sz="900" b="1">
                <a:solidFill>
                  <a:srgbClr val="AE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charset="-128"/>
              </a:rPr>
              <a:t>www.kasumi.co.jp</a:t>
            </a:r>
          </a:p>
        </p:txBody>
      </p:sp>
      <p:sp>
        <p:nvSpPr>
          <p:cNvPr id="5222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990600"/>
            <a:ext cx="10363200" cy="1371600"/>
          </a:xfrm>
        </p:spPr>
        <p:txBody>
          <a:bodyPr/>
          <a:lstStyle>
            <a:lvl1pPr>
              <a:defRPr sz="30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52227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930400" y="3429000"/>
            <a:ext cx="9347200" cy="1600200"/>
          </a:xfrm>
        </p:spPr>
        <p:txBody>
          <a:bodyPr/>
          <a:lstStyle>
            <a:lvl1pPr marL="0" indent="0">
              <a:buFont typeface="Wingdings" pitchFamily="2" charset="2"/>
              <a:buNone/>
              <a:defRPr sz="2100"/>
            </a:lvl1pPr>
          </a:lstStyle>
          <a:p>
            <a:r>
              <a:rPr lang="ja-JP" altLang="en-US"/>
              <a:t>マスタ サブタイトルの書式設定</a:t>
            </a:r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D6BDCC19-67FA-4BF4-A977-CCFDFC41AEB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914400" y="6248400"/>
            <a:ext cx="25400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C30014-E06D-46A6-88E1-F9C02FA5AAF4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xfrm>
            <a:off x="9457267" y="6488117"/>
            <a:ext cx="2540000" cy="180976"/>
          </a:xfrm>
        </p:spPr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E4A6F01A-24FA-41C0-9544-ABF48303FDE1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516571695"/>
      </p:ext>
    </p:extLst>
  </p:cSld>
  <p:clrMapOvr>
    <a:masterClrMapping/>
  </p:clrMapOvr>
  <p:hf hd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96AB895B-DBF5-49B7-B103-C06F9C55C1A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8">
            <a:extLst>
              <a:ext uri="{FF2B5EF4-FFF2-40B4-BE49-F238E27FC236}">
                <a16:creationId xmlns:a16="http://schemas.microsoft.com/office/drawing/2014/main" id="{BC61C9F8-CF2C-45E8-8541-52EC99C23D43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2E37EA1-3FC9-4A0A-8578-FB012C5D1744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18840517"/>
      </p:ext>
    </p:extLst>
  </p:cSld>
  <p:clrMapOvr>
    <a:masterClrMapping/>
  </p:clrMapOvr>
  <p:hf hd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2.xml"/><Relationship Id="rId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/>
          <p:cNvSpPr/>
          <p:nvPr/>
        </p:nvSpPr>
        <p:spPr>
          <a:xfrm>
            <a:off x="4621875" y="6614397"/>
            <a:ext cx="7570124" cy="249382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56000">
                <a:schemeClr val="accent6">
                  <a:lumMod val="75000"/>
                </a:schemeClr>
              </a:gs>
              <a:gs pos="100000">
                <a:srgbClr val="C00000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ja-JP" sz="900" b="0" i="1" baseline="0">
                <a:solidFill>
                  <a:schemeClr val="bg1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  <a:cs typeface="Arial" panose="020B0604020202020204" pitchFamily="34" charset="0"/>
              </a:rPr>
              <a:t>Art, Science, Craft, New Business Model</a:t>
            </a:r>
            <a:endParaRPr lang="ja-JP" altLang="en-US" sz="900" b="0" i="1">
              <a:solidFill>
                <a:schemeClr val="bg1"/>
              </a:solidFill>
              <a:effectLst/>
              <a:latin typeface="Microsoft JhengHei" panose="020B0604030504040204" pitchFamily="34" charset="-120"/>
              <a:ea typeface="Microsoft JhengHei" panose="020B0604030504040204" pitchFamily="34" charset="-120"/>
              <a:cs typeface="Arial" panose="020B0604020202020204" pitchFamily="34" charset="0"/>
            </a:endParaRPr>
          </a:p>
        </p:txBody>
      </p:sp>
      <p:sp>
        <p:nvSpPr>
          <p:cNvPr id="2" name="タイトル プレースホルダ 1"/>
          <p:cNvSpPr>
            <a:spLocks noGrp="1"/>
          </p:cNvSpPr>
          <p:nvPr>
            <p:ph type="title"/>
          </p:nvPr>
        </p:nvSpPr>
        <p:spPr>
          <a:xfrm>
            <a:off x="243841" y="131005"/>
            <a:ext cx="11715120" cy="370640"/>
          </a:xfrm>
          <a:prstGeom prst="rect">
            <a:avLst/>
          </a:prstGeom>
          <a:noFill/>
          <a:effectLst>
            <a:softEdge rad="31750"/>
          </a:effectLst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ja-JP" altLang="en-US"/>
              <a:t>マスタ タイトルの書式設定</a:t>
            </a:r>
          </a:p>
        </p:txBody>
      </p:sp>
      <p:sp>
        <p:nvSpPr>
          <p:cNvPr id="1029" name="テキスト プレースホルダ 2"/>
          <p:cNvSpPr>
            <a:spLocks noGrp="1"/>
          </p:cNvSpPr>
          <p:nvPr>
            <p:ph type="body" idx="1"/>
          </p:nvPr>
        </p:nvSpPr>
        <p:spPr bwMode="auto">
          <a:xfrm>
            <a:off x="288828" y="664843"/>
            <a:ext cx="11686316" cy="56911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032" name="テキスト ボックス 11"/>
          <p:cNvSpPr txBox="1">
            <a:spLocks noChangeArrowheads="1"/>
          </p:cNvSpPr>
          <p:nvPr/>
        </p:nvSpPr>
        <p:spPr bwMode="auto">
          <a:xfrm>
            <a:off x="2245926" y="6608617"/>
            <a:ext cx="5016007" cy="2308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9pPr>
          </a:lstStyle>
          <a:p>
            <a:pPr>
              <a:defRPr/>
            </a:pPr>
            <a:r>
              <a:rPr lang="en-US" altLang="ja-JP" sz="90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Microsoft Sans Serif" panose="020B0604020202020204" pitchFamily="34" charset="0"/>
              </a:rPr>
              <a:t>CONFIDENTIAL.</a:t>
            </a:r>
            <a:r>
              <a:rPr lang="ja-JP" altLang="en-US" sz="90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Microsoft Sans Serif" panose="020B0604020202020204" pitchFamily="34" charset="0"/>
              </a:rPr>
              <a:t> </a:t>
            </a:r>
            <a:r>
              <a:rPr lang="en-US" altLang="ja-JP" sz="90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Microsoft Sans Serif" panose="020B0604020202020204" pitchFamily="34" charset="0"/>
              </a:rPr>
              <a:t> </a:t>
            </a:r>
            <a:r>
              <a:rPr lang="ja-JP" altLang="en-US" sz="90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Microsoft Sans Serif" panose="020B0604020202020204" pitchFamily="34" charset="0"/>
              </a:rPr>
              <a:t>　</a:t>
            </a:r>
            <a:r>
              <a:rPr lang="en-US" altLang="ja-JP" sz="90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Copyright © United Super Market Holdings Inc. All Rights Reserved.</a:t>
            </a:r>
          </a:p>
        </p:txBody>
      </p:sp>
      <p:sp>
        <p:nvSpPr>
          <p:cNvPr id="12" name="AutoShape 6"/>
          <p:cNvSpPr>
            <a:spLocks noChangeArrowheads="1"/>
          </p:cNvSpPr>
          <p:nvPr/>
        </p:nvSpPr>
        <p:spPr bwMode="gray">
          <a:xfrm>
            <a:off x="6060019" y="0"/>
            <a:ext cx="71967" cy="44450"/>
          </a:xfrm>
          <a:prstGeom prst="triangle">
            <a:avLst>
              <a:gd name="adj" fmla="val 50000"/>
            </a:avLst>
          </a:prstGeom>
          <a:solidFill>
            <a:srgbClr val="C0C0C0"/>
          </a:solidFill>
          <a:ln w="9525" algn="ctr">
            <a:noFill/>
            <a:miter lim="800000"/>
            <a:headEnd/>
            <a:tailEnd/>
          </a:ln>
          <a:effectLst/>
        </p:spPr>
        <p:txBody>
          <a:bodyPr lIns="68571" tIns="34286" rIns="68571" bIns="34286" anchor="ctr"/>
          <a:lstStyle>
            <a:lvl1pPr algn="l" defTabSz="912813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algn="l" defTabSz="912813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algn="l" defTabSz="912813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algn="l" defTabSz="912813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algn="l" defTabSz="912813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algn="ctr" eaLnBrk="1" fontAlgn="ctr" hangingPunct="1">
              <a:defRPr/>
            </a:pPr>
            <a:endParaRPr lang="en-GB" altLang="ja-JP" sz="1350">
              <a:effectLst/>
              <a:latin typeface="Meiryo UI" panose="020B0604030504040204" pitchFamily="50" charset="-128"/>
              <a:ea typeface="Meiryo UI" panose="020B0604030504040204" pitchFamily="50" charset="-128"/>
              <a:cs typeface="Meiryo UI" panose="020B0604030504040204" pitchFamily="50" charset="-128"/>
            </a:endParaRPr>
          </a:p>
        </p:txBody>
      </p:sp>
      <p:pic>
        <p:nvPicPr>
          <p:cNvPr id="8" name="Picture 3">
            <a:extLst>
              <a:ext uri="{FF2B5EF4-FFF2-40B4-BE49-F238E27FC236}">
                <a16:creationId xmlns:a16="http://schemas.microsoft.com/office/drawing/2014/main" id="{BFABE208-647F-40BE-B248-15B2DCFB639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0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6531" y="6519184"/>
            <a:ext cx="1828800" cy="2493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FB1465E4-7A52-4BD6-9B17-AAE8073F45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412111" y="655165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/>
                </a:solidFill>
                <a:latin typeface="+mn-lt"/>
              </a:defRPr>
            </a:lvl1pPr>
          </a:lstStyle>
          <a:p>
            <a:fld id="{C4011EC6-74A0-4115-8BAE-80F68B10E8D9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5120790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6" r:id="rId5"/>
    <p:sldLayoutId id="2147483667" r:id="rId6"/>
    <p:sldLayoutId id="2147483670" r:id="rId7"/>
    <p:sldLayoutId id="2147483669" r:id="rId8"/>
  </p:sldLayoutIdLst>
  <p:transition>
    <p:zoom/>
  </p:transition>
  <p:hf hdr="0" dt="0"/>
  <p:txStyles>
    <p:titleStyle>
      <a:lvl1pPr algn="r" rtl="0" eaLnBrk="1" fontAlgn="base" hangingPunct="1">
        <a:spcBef>
          <a:spcPct val="0"/>
        </a:spcBef>
        <a:spcAft>
          <a:spcPct val="0"/>
        </a:spcAft>
        <a:defRPr kumimoji="1" sz="2000" b="0" kern="1200">
          <a:solidFill>
            <a:schemeClr val="tx1"/>
          </a:solidFill>
          <a:latin typeface="+mj-ea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ea"/>
          <a:ea typeface="+mn-ea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umimoji="1" sz="1800" kern="1200">
          <a:solidFill>
            <a:schemeClr val="tx1"/>
          </a:solidFill>
          <a:latin typeface="+mn-ea"/>
          <a:ea typeface="+mn-ea"/>
          <a:cs typeface="+mn-cs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ea"/>
          <a:ea typeface="+mn-ea"/>
          <a:cs typeface="+mn-cs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umimoji="1" sz="1800" kern="1200">
          <a:solidFill>
            <a:schemeClr val="tx1"/>
          </a:solidFill>
          <a:latin typeface="+mn-ea"/>
          <a:ea typeface="+mn-ea"/>
          <a:cs typeface="+mn-cs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kumimoji="1" sz="1800" kern="1200">
          <a:solidFill>
            <a:schemeClr val="tx1"/>
          </a:solidFill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4" name="AutoShape 4"/>
          <p:cNvSpPr>
            <a:spLocks noChangeArrowheads="1"/>
          </p:cNvSpPr>
          <p:nvPr/>
        </p:nvSpPr>
        <p:spPr bwMode="auto">
          <a:xfrm>
            <a:off x="239188" y="642922"/>
            <a:ext cx="11713633" cy="142876"/>
          </a:xfrm>
          <a:custGeom>
            <a:avLst/>
            <a:gdLst>
              <a:gd name="G0" fmla="+- 585 0 0"/>
            </a:gdLst>
            <a:ahLst/>
            <a:cxnLst>
              <a:cxn ang="0">
                <a:pos x="0" y="0"/>
              </a:cxn>
              <a:cxn ang="0">
                <a:pos x="585" y="0"/>
              </a:cxn>
              <a:cxn ang="0">
                <a:pos x="585" y="1000"/>
              </a:cxn>
              <a:cxn ang="0">
                <a:pos x="0" y="1000"/>
              </a:cxn>
              <a:cxn ang="0">
                <a:pos x="0" y="0"/>
              </a:cxn>
              <a:cxn ang="0">
                <a:pos x="1000" y="0"/>
              </a:cxn>
            </a:cxnLst>
            <a:rect l="0" t="0" r="r" b="b"/>
            <a:pathLst>
              <a:path w="1000" h="1000" stroke="0">
                <a:moveTo>
                  <a:pt x="0" y="0"/>
                </a:moveTo>
                <a:lnTo>
                  <a:pt x="585" y="0"/>
                </a:lnTo>
                <a:lnTo>
                  <a:pt x="585" y="1000"/>
                </a:lnTo>
                <a:lnTo>
                  <a:pt x="0" y="100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chemeClr val="accent2"/>
          </a:solidFill>
          <a:ln w="9525">
            <a:solidFill>
              <a:schemeClr val="accent2"/>
            </a:solidFill>
            <a:round/>
            <a:headEnd/>
            <a:tailEnd/>
          </a:ln>
        </p:spPr>
        <p:txBody>
          <a:bodyPr/>
          <a:lstStyle/>
          <a:p>
            <a:pPr>
              <a:defRPr/>
            </a:pPr>
            <a:endParaRPr kumimoji="0" lang="ja-JP" altLang="ja-JP" sz="1800">
              <a:latin typeface="Times New Roman" pitchFamily="18" charset="0"/>
            </a:endParaRPr>
          </a:p>
        </p:txBody>
      </p:sp>
      <p:sp>
        <p:nvSpPr>
          <p:cNvPr id="51205" name="Line 5"/>
          <p:cNvSpPr>
            <a:spLocks noChangeShapeType="1"/>
          </p:cNvSpPr>
          <p:nvPr/>
        </p:nvSpPr>
        <p:spPr bwMode="auto">
          <a:xfrm flipV="1">
            <a:off x="239184" y="6499251"/>
            <a:ext cx="11664949" cy="1588"/>
          </a:xfrm>
          <a:prstGeom prst="line">
            <a:avLst/>
          </a:prstGeom>
          <a:noFill/>
          <a:ln w="3175">
            <a:solidFill>
              <a:schemeClr val="accent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ja-JP" altLang="en-US"/>
          </a:p>
        </p:txBody>
      </p:sp>
      <p:sp>
        <p:nvSpPr>
          <p:cNvPr id="51208" name="Rectangle 8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359900" y="6518303"/>
            <a:ext cx="26416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900" smtClean="0">
                <a:latin typeface="+mn-ea"/>
                <a:ea typeface="+mn-ea"/>
              </a:defRPr>
            </a:lvl1pPr>
          </a:lstStyle>
          <a:p>
            <a:pPr>
              <a:defRPr/>
            </a:pPr>
            <a:fld id="{2F6E0D0E-053B-42A3-9937-37A1419B96BF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pic>
        <p:nvPicPr>
          <p:cNvPr id="1031" name="図 8" descr="カスミロゴ.gif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33491" y="6536644"/>
            <a:ext cx="1143000" cy="2571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タイトル 1">
            <a:extLst>
              <a:ext uri="{FF2B5EF4-FFF2-40B4-BE49-F238E27FC236}">
                <a16:creationId xmlns:a16="http://schemas.microsoft.com/office/drawing/2014/main" id="{C8C6033B-D83D-40F3-BD06-E5CC384A6BD5}"/>
              </a:ext>
            </a:extLst>
          </p:cNvPr>
          <p:cNvSpPr txBox="1">
            <a:spLocks/>
          </p:cNvSpPr>
          <p:nvPr userDrawn="1"/>
        </p:nvSpPr>
        <p:spPr>
          <a:xfrm>
            <a:off x="1391480" y="6568453"/>
            <a:ext cx="9985109" cy="218137"/>
          </a:xfrm>
          <a:prstGeom prst="rect">
            <a:avLst/>
          </a:prstGeom>
        </p:spPr>
        <p:txBody>
          <a:bodyPr anchor="ctr"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kumimoji="1" lang="en-US" altLang="ja-JP" sz="1100" b="0" i="0" smtClean="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9pPr>
          </a:lstStyle>
          <a:p>
            <a:r>
              <a:rPr lang="en-US" sz="825" kern="0">
                <a:solidFill>
                  <a:schemeClr val="bg1">
                    <a:lumMod val="50000"/>
                  </a:schemeClr>
                </a:solidFill>
              </a:rPr>
              <a:t>Copyright © KASUMI CO., LTD. All Rights Reserved.</a:t>
            </a:r>
            <a:endParaRPr lang="en-US" altLang="ja-JP" sz="825" kern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00845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</p:sldLayoutIdLst>
  <p:transition>
    <p:fade/>
  </p:transition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5pPr>
      <a:lvl6pPr marL="342891" algn="l" rtl="0" fontAlgn="base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6pPr>
      <a:lvl7pPr marL="685783" algn="l" rtl="0" fontAlgn="base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7pPr>
      <a:lvl8pPr marL="1028674" algn="l" rtl="0" fontAlgn="base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8pPr>
      <a:lvl9pPr marL="1371566" algn="l" rtl="0" fontAlgn="base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9pPr>
    </p:titleStyle>
    <p:bodyStyle>
      <a:lvl1pPr marL="352417" indent="-352417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o"/>
        <a:defRPr kumimoji="1" sz="2251">
          <a:solidFill>
            <a:schemeClr val="tx1"/>
          </a:solidFill>
          <a:latin typeface="+mn-lt"/>
          <a:ea typeface="+mn-ea"/>
          <a:cs typeface="+mn-cs"/>
        </a:defRPr>
      </a:lvl1pPr>
      <a:lvl2pPr marL="681022" indent="-327414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n"/>
        <a:defRPr kumimoji="1" sz="1951">
          <a:solidFill>
            <a:schemeClr val="tx1"/>
          </a:solidFill>
          <a:latin typeface="+mn-lt"/>
          <a:ea typeface="+mn-ea"/>
        </a:defRPr>
      </a:lvl2pPr>
      <a:lvl3pPr marL="978670" indent="-296459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o"/>
        <a:defRPr kumimoji="1" sz="1725">
          <a:solidFill>
            <a:schemeClr val="tx1"/>
          </a:solidFill>
          <a:latin typeface="+mn-lt"/>
          <a:ea typeface="+mn-ea"/>
        </a:defRPr>
      </a:lvl3pPr>
      <a:lvl4pPr marL="1270366" indent="-290506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n"/>
        <a:defRPr kumimoji="1" sz="1500">
          <a:solidFill>
            <a:schemeClr val="tx1"/>
          </a:solidFill>
          <a:latin typeface="+mn-lt"/>
          <a:ea typeface="+mn-ea"/>
        </a:defRPr>
      </a:lvl4pPr>
      <a:lvl5pPr marL="1570395" indent="-298839" algn="l" rtl="0" eaLnBrk="0" fontAlgn="base" hangingPunct="0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kumimoji="1" sz="1500">
          <a:solidFill>
            <a:schemeClr val="tx1"/>
          </a:solidFill>
          <a:latin typeface="+mn-lt"/>
          <a:ea typeface="+mn-ea"/>
        </a:defRPr>
      </a:lvl5pPr>
      <a:lvl6pPr marL="1913287" indent="-298839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kumimoji="1" sz="1500">
          <a:solidFill>
            <a:schemeClr val="tx1"/>
          </a:solidFill>
          <a:latin typeface="+mn-lt"/>
          <a:ea typeface="+mn-ea"/>
        </a:defRPr>
      </a:lvl6pPr>
      <a:lvl7pPr marL="2256178" indent="-298839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kumimoji="1" sz="1500">
          <a:solidFill>
            <a:schemeClr val="tx1"/>
          </a:solidFill>
          <a:latin typeface="+mn-lt"/>
          <a:ea typeface="+mn-ea"/>
        </a:defRPr>
      </a:lvl7pPr>
      <a:lvl8pPr marL="2599070" indent="-298839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kumimoji="1" sz="1500">
          <a:solidFill>
            <a:schemeClr val="tx1"/>
          </a:solidFill>
          <a:latin typeface="+mn-lt"/>
          <a:ea typeface="+mn-ea"/>
        </a:defRPr>
      </a:lvl8pPr>
      <a:lvl9pPr marL="2941961" indent="-298839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2891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4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9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1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7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7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8.emf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フローチャート: 磁気ディスク 215">
            <a:extLst>
              <a:ext uri="{FF2B5EF4-FFF2-40B4-BE49-F238E27FC236}">
                <a16:creationId xmlns:a16="http://schemas.microsoft.com/office/drawing/2014/main" id="{FD521049-68F3-41A4-A776-3701FD2A0394}"/>
              </a:ext>
            </a:extLst>
          </p:cNvPr>
          <p:cNvSpPr/>
          <p:nvPr/>
        </p:nvSpPr>
        <p:spPr>
          <a:xfrm>
            <a:off x="3804773" y="2990473"/>
            <a:ext cx="624012" cy="625403"/>
          </a:xfrm>
          <a:prstGeom prst="flowChartMagneticDisk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全店分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配信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マスタ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4BB3E7CF-52E3-B80A-3E04-EF0B61CA1156}"/>
              </a:ext>
            </a:extLst>
          </p:cNvPr>
          <p:cNvSpPr/>
          <p:nvPr/>
        </p:nvSpPr>
        <p:spPr>
          <a:xfrm>
            <a:off x="151637" y="134128"/>
            <a:ext cx="2245334" cy="452407"/>
          </a:xfrm>
          <a:prstGeom prst="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夜間処理の流れ</a:t>
            </a:r>
          </a:p>
        </p:txBody>
      </p:sp>
      <p:graphicFrame>
        <p:nvGraphicFramePr>
          <p:cNvPr id="2" name="表 1">
            <a:extLst>
              <a:ext uri="{FF2B5EF4-FFF2-40B4-BE49-F238E27FC236}">
                <a16:creationId xmlns:a16="http://schemas.microsoft.com/office/drawing/2014/main" id="{D744C4D8-223E-9CE3-22C5-B6F90F38362D}"/>
              </a:ext>
            </a:extLst>
          </p:cNvPr>
          <p:cNvGraphicFramePr>
            <a:graphicFrameLocks noGrp="1"/>
          </p:cNvGraphicFramePr>
          <p:nvPr/>
        </p:nvGraphicFramePr>
        <p:xfrm>
          <a:off x="2100284" y="923276"/>
          <a:ext cx="9792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2000">
                  <a:extLst>
                    <a:ext uri="{9D8B030D-6E8A-4147-A177-3AD203B41FA5}">
                      <a16:colId xmlns:a16="http://schemas.microsoft.com/office/drawing/2014/main" val="22756063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391913767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3124612328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3690757324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1807667760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3990852813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233202984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3018294112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765000297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145128392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3071999533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2098438578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1218866688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2169618934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766607324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1202233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50">
                          <a:solidFill>
                            <a:schemeClr val="tx1"/>
                          </a:solidFill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21:00</a:t>
                      </a:r>
                      <a:endParaRPr kumimoji="1" lang="ja-JP" altLang="en-US" sz="1050">
                        <a:solidFill>
                          <a:schemeClr val="tx1"/>
                        </a:solidFill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50">
                          <a:solidFill>
                            <a:schemeClr val="tx1"/>
                          </a:solidFill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22:00</a:t>
                      </a:r>
                      <a:endParaRPr kumimoji="1" lang="ja-JP" altLang="en-US" sz="1050">
                        <a:solidFill>
                          <a:schemeClr val="tx1"/>
                        </a:solidFill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50">
                          <a:solidFill>
                            <a:schemeClr val="tx1"/>
                          </a:solidFill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23:00</a:t>
                      </a:r>
                      <a:endParaRPr kumimoji="1" lang="ja-JP" altLang="en-US" sz="1050">
                        <a:solidFill>
                          <a:schemeClr val="tx1"/>
                        </a:solidFill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50">
                          <a:solidFill>
                            <a:schemeClr val="tx1"/>
                          </a:solidFill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0:00</a:t>
                      </a:r>
                      <a:endParaRPr kumimoji="1" lang="ja-JP" altLang="en-US" sz="1050">
                        <a:solidFill>
                          <a:schemeClr val="tx1"/>
                        </a:solidFill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50">
                          <a:solidFill>
                            <a:schemeClr val="tx1"/>
                          </a:solidFill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1:00</a:t>
                      </a:r>
                      <a:endParaRPr kumimoji="1" lang="ja-JP" altLang="en-US" sz="1050">
                        <a:solidFill>
                          <a:schemeClr val="tx1"/>
                        </a:solidFill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50">
                          <a:solidFill>
                            <a:schemeClr val="tx1"/>
                          </a:solidFill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2:00</a:t>
                      </a:r>
                      <a:endParaRPr kumimoji="1" lang="ja-JP" altLang="en-US" sz="1050">
                        <a:solidFill>
                          <a:schemeClr val="tx1"/>
                        </a:solidFill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50">
                          <a:solidFill>
                            <a:schemeClr val="tx1"/>
                          </a:solidFill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3:00</a:t>
                      </a:r>
                      <a:endParaRPr kumimoji="1" lang="ja-JP" altLang="en-US" sz="1050">
                        <a:solidFill>
                          <a:schemeClr val="tx1"/>
                        </a:solidFill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50">
                          <a:solidFill>
                            <a:schemeClr val="tx1"/>
                          </a:solidFill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4</a:t>
                      </a:r>
                      <a:r>
                        <a:rPr kumimoji="1" lang="ja-JP" altLang="en-US" sz="1050">
                          <a:solidFill>
                            <a:schemeClr val="tx1"/>
                          </a:solidFill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：</a:t>
                      </a:r>
                      <a:r>
                        <a:rPr kumimoji="1" lang="en-US" altLang="ja-JP" sz="1050">
                          <a:solidFill>
                            <a:schemeClr val="tx1"/>
                          </a:solidFill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00</a:t>
                      </a:r>
                      <a:endParaRPr kumimoji="1" lang="ja-JP" altLang="en-US" sz="1050">
                        <a:solidFill>
                          <a:schemeClr val="tx1"/>
                        </a:solidFill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50">
                          <a:solidFill>
                            <a:schemeClr val="tx1"/>
                          </a:solidFill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5</a:t>
                      </a:r>
                      <a:r>
                        <a:rPr kumimoji="1" lang="ja-JP" altLang="en-US" sz="1050">
                          <a:solidFill>
                            <a:schemeClr val="tx1"/>
                          </a:solidFill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：</a:t>
                      </a:r>
                      <a:r>
                        <a:rPr kumimoji="1" lang="en-US" altLang="ja-JP" sz="1050">
                          <a:solidFill>
                            <a:schemeClr val="tx1"/>
                          </a:solidFill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00</a:t>
                      </a:r>
                      <a:endParaRPr kumimoji="1" lang="ja-JP" altLang="en-US" sz="1050">
                        <a:solidFill>
                          <a:schemeClr val="tx1"/>
                        </a:solidFill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50">
                          <a:solidFill>
                            <a:schemeClr val="tx1"/>
                          </a:solidFill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6</a:t>
                      </a:r>
                      <a:r>
                        <a:rPr kumimoji="1" lang="ja-JP" altLang="en-US" sz="1050">
                          <a:solidFill>
                            <a:schemeClr val="tx1"/>
                          </a:solidFill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：</a:t>
                      </a:r>
                      <a:r>
                        <a:rPr kumimoji="1" lang="en-US" altLang="ja-JP" sz="1050">
                          <a:solidFill>
                            <a:schemeClr val="tx1"/>
                          </a:solidFill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00</a:t>
                      </a:r>
                      <a:endParaRPr kumimoji="1" lang="ja-JP" altLang="en-US" sz="1050">
                        <a:solidFill>
                          <a:schemeClr val="tx1"/>
                        </a:solidFill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50">
                          <a:solidFill>
                            <a:schemeClr val="tx1"/>
                          </a:solidFill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7</a:t>
                      </a:r>
                      <a:r>
                        <a:rPr kumimoji="1" lang="ja-JP" altLang="en-US" sz="1050">
                          <a:solidFill>
                            <a:schemeClr val="tx1"/>
                          </a:solidFill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：</a:t>
                      </a:r>
                      <a:r>
                        <a:rPr kumimoji="1" lang="en-US" altLang="ja-JP" sz="1050">
                          <a:solidFill>
                            <a:schemeClr val="tx1"/>
                          </a:solidFill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00</a:t>
                      </a:r>
                      <a:endParaRPr kumimoji="1" lang="ja-JP" altLang="en-US" sz="105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50">
                          <a:solidFill>
                            <a:schemeClr val="tx1"/>
                          </a:solidFill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50">
                          <a:solidFill>
                            <a:schemeClr val="tx1"/>
                          </a:solidFill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11:00</a:t>
                      </a:r>
                      <a:endParaRPr kumimoji="1" lang="ja-JP" altLang="en-US" sz="1050">
                        <a:solidFill>
                          <a:schemeClr val="tx1"/>
                        </a:solidFill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50">
                          <a:solidFill>
                            <a:schemeClr val="tx1"/>
                          </a:solidFill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12:00</a:t>
                      </a:r>
                      <a:endParaRPr kumimoji="1" lang="ja-JP" altLang="en-US" sz="105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50">
                          <a:solidFill>
                            <a:schemeClr val="tx1"/>
                          </a:solidFill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13:00</a:t>
                      </a:r>
                      <a:endParaRPr kumimoji="1" lang="ja-JP" altLang="en-US" sz="1050">
                        <a:solidFill>
                          <a:schemeClr val="tx1"/>
                        </a:solidFill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050">
                          <a:solidFill>
                            <a:schemeClr val="tx1"/>
                          </a:solidFill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14:00</a:t>
                      </a:r>
                      <a:endParaRPr kumimoji="1" lang="ja-JP" altLang="en-US" sz="1050">
                        <a:solidFill>
                          <a:schemeClr val="tx1"/>
                        </a:solidFill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3545705"/>
                  </a:ext>
                </a:extLst>
              </a:tr>
            </a:tbl>
          </a:graphicData>
        </a:graphic>
      </p:graphicFrame>
      <p:sp>
        <p:nvSpPr>
          <p:cNvPr id="18" name="フローチャート: 磁気ディスク 17">
            <a:extLst>
              <a:ext uri="{FF2B5EF4-FFF2-40B4-BE49-F238E27FC236}">
                <a16:creationId xmlns:a16="http://schemas.microsoft.com/office/drawing/2014/main" id="{68C2547E-9580-2002-A187-287DD527202D}"/>
              </a:ext>
            </a:extLst>
          </p:cNvPr>
          <p:cNvSpPr/>
          <p:nvPr/>
        </p:nvSpPr>
        <p:spPr>
          <a:xfrm>
            <a:off x="2645546" y="2080070"/>
            <a:ext cx="624012" cy="625403"/>
          </a:xfrm>
          <a:prstGeom prst="flowChartMagneticDisk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全店分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配信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マスタ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41BEAF94-864A-E275-039F-A6E0899C9ED6}"/>
              </a:ext>
            </a:extLst>
          </p:cNvPr>
          <p:cNvSpPr/>
          <p:nvPr/>
        </p:nvSpPr>
        <p:spPr>
          <a:xfrm>
            <a:off x="173116" y="3132277"/>
            <a:ext cx="1664562" cy="866357"/>
          </a:xfrm>
          <a:prstGeom prst="round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Ignica</a:t>
            </a: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 POS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センターサーバ</a:t>
            </a:r>
            <a:endParaRPr kumimoji="1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22E6E77A-7130-0E14-F415-FB0C9CA6980B}"/>
              </a:ext>
            </a:extLst>
          </p:cNvPr>
          <p:cNvSpPr/>
          <p:nvPr/>
        </p:nvSpPr>
        <p:spPr>
          <a:xfrm>
            <a:off x="151637" y="1778446"/>
            <a:ext cx="1664562" cy="866357"/>
          </a:xfrm>
          <a:prstGeom prst="round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基幹システム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OC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cxnSp>
        <p:nvCxnSpPr>
          <p:cNvPr id="28" name="直線コネクタ 27">
            <a:extLst>
              <a:ext uri="{FF2B5EF4-FFF2-40B4-BE49-F238E27FC236}">
                <a16:creationId xmlns:a16="http://schemas.microsoft.com/office/drawing/2014/main" id="{3D769D2E-AA7F-E95E-6B90-DAE9A90F7801}"/>
              </a:ext>
            </a:extLst>
          </p:cNvPr>
          <p:cNvCxnSpPr>
            <a:cxnSpLocks/>
          </p:cNvCxnSpPr>
          <p:nvPr/>
        </p:nvCxnSpPr>
        <p:spPr>
          <a:xfrm flipH="1">
            <a:off x="3269558" y="1294692"/>
            <a:ext cx="50691" cy="5307276"/>
          </a:xfrm>
          <a:prstGeom prst="line">
            <a:avLst/>
          </a:prstGeom>
          <a:ln>
            <a:solidFill>
              <a:schemeClr val="tx1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AB568295-4FBA-14B9-91A7-4AEB35228712}"/>
              </a:ext>
            </a:extLst>
          </p:cNvPr>
          <p:cNvCxnSpPr>
            <a:cxnSpLocks/>
          </p:cNvCxnSpPr>
          <p:nvPr/>
        </p:nvCxnSpPr>
        <p:spPr>
          <a:xfrm>
            <a:off x="5147505" y="1253247"/>
            <a:ext cx="0" cy="5348721"/>
          </a:xfrm>
          <a:prstGeom prst="line">
            <a:avLst/>
          </a:prstGeom>
          <a:ln>
            <a:solidFill>
              <a:schemeClr val="tx1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コネクタ 40">
            <a:extLst>
              <a:ext uri="{FF2B5EF4-FFF2-40B4-BE49-F238E27FC236}">
                <a16:creationId xmlns:a16="http://schemas.microsoft.com/office/drawing/2014/main" id="{62233671-8812-5583-DF5E-8F581175F905}"/>
              </a:ext>
            </a:extLst>
          </p:cNvPr>
          <p:cNvCxnSpPr>
            <a:cxnSpLocks/>
          </p:cNvCxnSpPr>
          <p:nvPr/>
        </p:nvCxnSpPr>
        <p:spPr>
          <a:xfrm flipV="1">
            <a:off x="1816199" y="2377674"/>
            <a:ext cx="829347" cy="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FC65576B-9020-B232-CC33-1A285010E649}"/>
              </a:ext>
            </a:extLst>
          </p:cNvPr>
          <p:cNvSpPr/>
          <p:nvPr/>
        </p:nvSpPr>
        <p:spPr>
          <a:xfrm>
            <a:off x="1866887" y="2412505"/>
            <a:ext cx="727969" cy="15321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entury Gothic" panose="020F0302020204030204"/>
                <a:ea typeface="メイリオ" panose="020B0604030504040204" pitchFamily="50" charset="-128"/>
                <a:cs typeface="+mn-cs"/>
              </a:rPr>
              <a:t>配信データ作成</a:t>
            </a:r>
            <a:endParaRPr kumimoji="1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5A5FA054-7F0C-9D5F-6166-1FA31C597D11}"/>
              </a:ext>
            </a:extLst>
          </p:cNvPr>
          <p:cNvSpPr/>
          <p:nvPr/>
        </p:nvSpPr>
        <p:spPr>
          <a:xfrm>
            <a:off x="2602446" y="2668702"/>
            <a:ext cx="727969" cy="62540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商品マスタ</a:t>
            </a:r>
            <a:endParaRPr kumimoji="1" lang="en-US" altLang="ja-JP" sz="6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特売マスタ</a:t>
            </a:r>
            <a:endParaRPr kumimoji="1" lang="en-US" altLang="ja-JP" sz="6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MM</a:t>
            </a:r>
            <a:r>
              <a:rPr kumimoji="1" lang="ja-JP" altLang="en-US" sz="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マスタ</a:t>
            </a:r>
            <a:endParaRPr kumimoji="1" lang="en-US" altLang="ja-JP" sz="6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企画マスタ</a:t>
            </a:r>
            <a:endParaRPr kumimoji="1" lang="en-US" altLang="ja-JP" sz="6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分類マスタ</a:t>
            </a:r>
            <a:endParaRPr kumimoji="1" lang="ja-JP" altLang="en-US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cxnSp>
        <p:nvCxnSpPr>
          <p:cNvPr id="47" name="コネクタ: カギ線 46">
            <a:extLst>
              <a:ext uri="{FF2B5EF4-FFF2-40B4-BE49-F238E27FC236}">
                <a16:creationId xmlns:a16="http://schemas.microsoft.com/office/drawing/2014/main" id="{FAEC20CF-B4C0-2DC4-A41E-FE137176D6C1}"/>
              </a:ext>
            </a:extLst>
          </p:cNvPr>
          <p:cNvCxnSpPr>
            <a:cxnSpLocks/>
            <a:stCxn id="18" idx="4"/>
            <a:endCxn id="55" idx="1"/>
          </p:cNvCxnSpPr>
          <p:nvPr/>
        </p:nvCxnSpPr>
        <p:spPr>
          <a:xfrm>
            <a:off x="3269558" y="2392772"/>
            <a:ext cx="384176" cy="91040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線コネクタ 50">
            <a:extLst>
              <a:ext uri="{FF2B5EF4-FFF2-40B4-BE49-F238E27FC236}">
                <a16:creationId xmlns:a16="http://schemas.microsoft.com/office/drawing/2014/main" id="{A3DE1812-6DB7-6D8B-DAFB-0D1D0B4697D6}"/>
              </a:ext>
            </a:extLst>
          </p:cNvPr>
          <p:cNvCxnSpPr>
            <a:cxnSpLocks/>
          </p:cNvCxnSpPr>
          <p:nvPr/>
        </p:nvCxnSpPr>
        <p:spPr>
          <a:xfrm>
            <a:off x="1866887" y="4093282"/>
            <a:ext cx="10162381" cy="0"/>
          </a:xfrm>
          <a:prstGeom prst="line">
            <a:avLst/>
          </a:prstGeom>
          <a:ln>
            <a:solidFill>
              <a:schemeClr val="tx1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フローチャート: 磁気ディスク 54">
            <a:extLst>
              <a:ext uri="{FF2B5EF4-FFF2-40B4-BE49-F238E27FC236}">
                <a16:creationId xmlns:a16="http://schemas.microsoft.com/office/drawing/2014/main" id="{EA63CD32-BA6F-BCE8-7EA9-1CB7B88B7D1E}"/>
              </a:ext>
            </a:extLst>
          </p:cNvPr>
          <p:cNvSpPr/>
          <p:nvPr/>
        </p:nvSpPr>
        <p:spPr>
          <a:xfrm>
            <a:off x="3341728" y="3303175"/>
            <a:ext cx="624012" cy="625403"/>
          </a:xfrm>
          <a:prstGeom prst="flowChartMagneticDisk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全店分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配信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マスタ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68" name="フローチャート: 磁気ディスク 67">
            <a:extLst>
              <a:ext uri="{FF2B5EF4-FFF2-40B4-BE49-F238E27FC236}">
                <a16:creationId xmlns:a16="http://schemas.microsoft.com/office/drawing/2014/main" id="{FEEE9D49-5A51-362A-45E0-D9AFCCBA110A}"/>
              </a:ext>
            </a:extLst>
          </p:cNvPr>
          <p:cNvSpPr/>
          <p:nvPr/>
        </p:nvSpPr>
        <p:spPr>
          <a:xfrm>
            <a:off x="5201481" y="3303175"/>
            <a:ext cx="624012" cy="625403"/>
          </a:xfrm>
          <a:prstGeom prst="flowChartMagneticDisk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全店分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実績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データ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cxnSp>
        <p:nvCxnSpPr>
          <p:cNvPr id="76" name="コネクタ: カギ線 75">
            <a:extLst>
              <a:ext uri="{FF2B5EF4-FFF2-40B4-BE49-F238E27FC236}">
                <a16:creationId xmlns:a16="http://schemas.microsoft.com/office/drawing/2014/main" id="{CF088888-5DDC-812B-F1B0-6AA748B24290}"/>
              </a:ext>
            </a:extLst>
          </p:cNvPr>
          <p:cNvCxnSpPr>
            <a:cxnSpLocks/>
            <a:stCxn id="68" idx="1"/>
          </p:cNvCxnSpPr>
          <p:nvPr/>
        </p:nvCxnSpPr>
        <p:spPr>
          <a:xfrm rot="16200000" flipV="1">
            <a:off x="3056049" y="845737"/>
            <a:ext cx="1293040" cy="3621836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正方形/長方形 80">
            <a:extLst>
              <a:ext uri="{FF2B5EF4-FFF2-40B4-BE49-F238E27FC236}">
                <a16:creationId xmlns:a16="http://schemas.microsoft.com/office/drawing/2014/main" id="{DC564821-8CC3-0892-F129-3B4DE45DCA2F}"/>
              </a:ext>
            </a:extLst>
          </p:cNvPr>
          <p:cNvSpPr/>
          <p:nvPr/>
        </p:nvSpPr>
        <p:spPr>
          <a:xfrm>
            <a:off x="3137637" y="3908689"/>
            <a:ext cx="1679061" cy="24407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23</a:t>
            </a:r>
            <a:r>
              <a:rPr kumimoji="1" lang="ja-JP" altLang="en-US" sz="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時全店配信マスタ受信⇒取込処理</a:t>
            </a:r>
            <a:endParaRPr kumimoji="1" lang="ja-JP" altLang="en-US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88" name="正方形/長方形 87">
            <a:extLst>
              <a:ext uri="{FF2B5EF4-FFF2-40B4-BE49-F238E27FC236}">
                <a16:creationId xmlns:a16="http://schemas.microsoft.com/office/drawing/2014/main" id="{707CD68E-0489-146B-9701-C407743AD8B8}"/>
              </a:ext>
            </a:extLst>
          </p:cNvPr>
          <p:cNvSpPr/>
          <p:nvPr/>
        </p:nvSpPr>
        <p:spPr>
          <a:xfrm>
            <a:off x="5468154" y="3904027"/>
            <a:ext cx="456192" cy="24407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7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entury Gothic 本文"/>
                <a:ea typeface="メイリオ" panose="020B0604030504040204" pitchFamily="50" charset="-128"/>
                <a:cs typeface="+mn-cs"/>
              </a:rPr>
              <a:t>2:10</a:t>
            </a:r>
            <a:endParaRPr kumimoji="1" lang="ja-JP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 本文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89" name="正方形/長方形 88">
            <a:extLst>
              <a:ext uri="{FF2B5EF4-FFF2-40B4-BE49-F238E27FC236}">
                <a16:creationId xmlns:a16="http://schemas.microsoft.com/office/drawing/2014/main" id="{7FCD1CCD-BDC9-251A-1AA8-9270D5E4866F}"/>
              </a:ext>
            </a:extLst>
          </p:cNvPr>
          <p:cNvSpPr/>
          <p:nvPr/>
        </p:nvSpPr>
        <p:spPr>
          <a:xfrm>
            <a:off x="3723255" y="5373658"/>
            <a:ext cx="624012" cy="24407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7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entury Gothic" panose="020F0302020204030204"/>
                <a:ea typeface="メイリオ" panose="020B0604030504040204" pitchFamily="50" charset="-128"/>
                <a:cs typeface="+mn-cs"/>
              </a:rPr>
              <a:t>0:10</a:t>
            </a:r>
            <a:endParaRPr kumimoji="1" lang="ja-JP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91" name="正方形/長方形 90">
            <a:extLst>
              <a:ext uri="{FF2B5EF4-FFF2-40B4-BE49-F238E27FC236}">
                <a16:creationId xmlns:a16="http://schemas.microsoft.com/office/drawing/2014/main" id="{8FEBDE07-DF62-6DF2-E548-2A06956138FA}"/>
              </a:ext>
            </a:extLst>
          </p:cNvPr>
          <p:cNvSpPr/>
          <p:nvPr/>
        </p:nvSpPr>
        <p:spPr>
          <a:xfrm>
            <a:off x="4458125" y="6328602"/>
            <a:ext cx="624012" cy="24407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7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entury Gothic" panose="020F0302020204030204"/>
                <a:ea typeface="メイリオ" panose="020B0604030504040204" pitchFamily="50" charset="-128"/>
                <a:cs typeface="+mn-cs"/>
              </a:rPr>
              <a:t>1:00</a:t>
            </a:r>
            <a:endParaRPr kumimoji="1" lang="ja-JP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</p:txBody>
      </p:sp>
      <p:cxnSp>
        <p:nvCxnSpPr>
          <p:cNvPr id="114" name="コネクタ: カギ線 113">
            <a:extLst>
              <a:ext uri="{FF2B5EF4-FFF2-40B4-BE49-F238E27FC236}">
                <a16:creationId xmlns:a16="http://schemas.microsoft.com/office/drawing/2014/main" id="{89FAD10C-089E-C743-1EED-5AC740D4A3A2}"/>
              </a:ext>
            </a:extLst>
          </p:cNvPr>
          <p:cNvCxnSpPr>
            <a:cxnSpLocks/>
          </p:cNvCxnSpPr>
          <p:nvPr/>
        </p:nvCxnSpPr>
        <p:spPr>
          <a:xfrm rot="10800000">
            <a:off x="5341594" y="2010137"/>
            <a:ext cx="4468245" cy="1640511"/>
          </a:xfrm>
          <a:prstGeom prst="bentConnector3">
            <a:avLst>
              <a:gd name="adj1" fmla="val -956"/>
            </a:avLst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フローチャート: 磁気ディスク 118">
            <a:extLst>
              <a:ext uri="{FF2B5EF4-FFF2-40B4-BE49-F238E27FC236}">
                <a16:creationId xmlns:a16="http://schemas.microsoft.com/office/drawing/2014/main" id="{620F2C9C-57B4-EA84-7D67-E7D6C4E31CD5}"/>
              </a:ext>
            </a:extLst>
          </p:cNvPr>
          <p:cNvSpPr/>
          <p:nvPr/>
        </p:nvSpPr>
        <p:spPr>
          <a:xfrm>
            <a:off x="5513487" y="1334052"/>
            <a:ext cx="624012" cy="625403"/>
          </a:xfrm>
          <a:prstGeom prst="flowChartMagneticDisk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店舗別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売上日報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120" name="フローチャート: 磁気ディスク 119">
            <a:extLst>
              <a:ext uri="{FF2B5EF4-FFF2-40B4-BE49-F238E27FC236}">
                <a16:creationId xmlns:a16="http://schemas.microsoft.com/office/drawing/2014/main" id="{8A9CC9F2-8A2A-F425-87A3-7213E311788B}"/>
              </a:ext>
            </a:extLst>
          </p:cNvPr>
          <p:cNvSpPr/>
          <p:nvPr/>
        </p:nvSpPr>
        <p:spPr>
          <a:xfrm>
            <a:off x="10896077" y="1334052"/>
            <a:ext cx="624012" cy="625403"/>
          </a:xfrm>
          <a:prstGeom prst="flowChartMagneticDisk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店別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売上確定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cxnSp>
        <p:nvCxnSpPr>
          <p:cNvPr id="122" name="コネクタ: カギ線 121">
            <a:extLst>
              <a:ext uri="{FF2B5EF4-FFF2-40B4-BE49-F238E27FC236}">
                <a16:creationId xmlns:a16="http://schemas.microsoft.com/office/drawing/2014/main" id="{E08E04C0-C3D7-34C6-A239-45CA418D1EBA}"/>
              </a:ext>
            </a:extLst>
          </p:cNvPr>
          <p:cNvCxnSpPr>
            <a:stCxn id="25" idx="0"/>
            <a:endCxn id="119" idx="2"/>
          </p:cNvCxnSpPr>
          <p:nvPr/>
        </p:nvCxnSpPr>
        <p:spPr>
          <a:xfrm rot="5400000" flipH="1" flipV="1">
            <a:off x="3182856" y="-552184"/>
            <a:ext cx="131692" cy="452956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線矢印コネクタ 125">
            <a:extLst>
              <a:ext uri="{FF2B5EF4-FFF2-40B4-BE49-F238E27FC236}">
                <a16:creationId xmlns:a16="http://schemas.microsoft.com/office/drawing/2014/main" id="{B964F446-9653-018D-7BDB-773FC96AB72F}"/>
              </a:ext>
            </a:extLst>
          </p:cNvPr>
          <p:cNvCxnSpPr>
            <a:cxnSpLocks/>
            <a:stCxn id="119" idx="4"/>
            <a:endCxn id="120" idx="2"/>
          </p:cNvCxnSpPr>
          <p:nvPr/>
        </p:nvCxnSpPr>
        <p:spPr>
          <a:xfrm>
            <a:off x="6137499" y="1646754"/>
            <a:ext cx="47585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正方形/長方形 134">
            <a:extLst>
              <a:ext uri="{FF2B5EF4-FFF2-40B4-BE49-F238E27FC236}">
                <a16:creationId xmlns:a16="http://schemas.microsoft.com/office/drawing/2014/main" id="{9E73D1EA-9320-5C2B-0126-4E1DCCBBE6D9}"/>
              </a:ext>
            </a:extLst>
          </p:cNvPr>
          <p:cNvSpPr/>
          <p:nvPr/>
        </p:nvSpPr>
        <p:spPr>
          <a:xfrm>
            <a:off x="5801071" y="3413058"/>
            <a:ext cx="727969" cy="62540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レジ精算</a:t>
            </a:r>
            <a:endParaRPr kumimoji="1" lang="en-US" altLang="ja-JP" sz="6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単品売上</a:t>
            </a:r>
            <a:endParaRPr kumimoji="1" lang="en-US" altLang="ja-JP" sz="6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単品売上値引</a:t>
            </a:r>
            <a:endParaRPr kumimoji="1" lang="en-US" altLang="ja-JP" sz="6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廃棄</a:t>
            </a:r>
            <a:endParaRPr kumimoji="1" lang="en-US" altLang="ja-JP" sz="6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特売実施実績</a:t>
            </a:r>
            <a:endParaRPr kumimoji="1" lang="en-US" altLang="ja-JP" sz="6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139" name="正方形/長方形 138">
            <a:extLst>
              <a:ext uri="{FF2B5EF4-FFF2-40B4-BE49-F238E27FC236}">
                <a16:creationId xmlns:a16="http://schemas.microsoft.com/office/drawing/2014/main" id="{ADAA5CA6-EC4F-595E-EEB9-23335388FA22}"/>
              </a:ext>
            </a:extLst>
          </p:cNvPr>
          <p:cNvSpPr/>
          <p:nvPr/>
        </p:nvSpPr>
        <p:spPr>
          <a:xfrm>
            <a:off x="6550781" y="2178177"/>
            <a:ext cx="2956472" cy="14111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レジ精算：店舗別売上日報、部門別売上日報、店舗会計</a:t>
            </a:r>
            <a:endParaRPr kumimoji="1" lang="en-US" altLang="ja-JP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単品売上：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MD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単品売上実績</a:t>
            </a:r>
            <a:endParaRPr kumimoji="1" lang="en-US" altLang="ja-JP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単品売上値引：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MD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単品売上値引</a:t>
            </a:r>
            <a:endParaRPr kumimoji="1" lang="en-US" altLang="ja-JP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廃棄：</a:t>
            </a:r>
            <a:r>
              <a:rPr kumimoji="1" lang="en-US" altLang="ja-JP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MD</a:t>
            </a:r>
            <a:r>
              <a:rPr kumimoji="1" lang="ja-JP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廃棄</a:t>
            </a:r>
            <a:endParaRPr kumimoji="1" lang="en-US" altLang="ja-JP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65" name="四角形: 角を丸くする 64">
            <a:extLst>
              <a:ext uri="{FF2B5EF4-FFF2-40B4-BE49-F238E27FC236}">
                <a16:creationId xmlns:a16="http://schemas.microsoft.com/office/drawing/2014/main" id="{577F10DC-4F2B-FA73-7647-70216A2C87DB}"/>
              </a:ext>
            </a:extLst>
          </p:cNvPr>
          <p:cNvSpPr/>
          <p:nvPr/>
        </p:nvSpPr>
        <p:spPr>
          <a:xfrm>
            <a:off x="3694854" y="5056939"/>
            <a:ext cx="680815" cy="361109"/>
          </a:xfrm>
          <a:prstGeom prst="round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8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９店舗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閉店処理開始</a:t>
            </a:r>
            <a:endParaRPr kumimoji="1" lang="ja-JP" alt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92" name="四角形: 角を丸くする 91">
            <a:extLst>
              <a:ext uri="{FF2B5EF4-FFF2-40B4-BE49-F238E27FC236}">
                <a16:creationId xmlns:a16="http://schemas.microsoft.com/office/drawing/2014/main" id="{AEACD12F-ED4F-D98C-6CAC-58A80D7BD2E3}"/>
              </a:ext>
            </a:extLst>
          </p:cNvPr>
          <p:cNvSpPr/>
          <p:nvPr/>
        </p:nvSpPr>
        <p:spPr>
          <a:xfrm>
            <a:off x="4429724" y="6007271"/>
            <a:ext cx="680815" cy="361109"/>
          </a:xfrm>
          <a:prstGeom prst="round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８２店舗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閉店処理開始</a:t>
            </a:r>
            <a:endParaRPr kumimoji="1" lang="ja-JP" alt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147" name="フローチャート: 磁気ディスク 146">
            <a:extLst>
              <a:ext uri="{FF2B5EF4-FFF2-40B4-BE49-F238E27FC236}">
                <a16:creationId xmlns:a16="http://schemas.microsoft.com/office/drawing/2014/main" id="{2D09B87B-162B-4F8A-9A7E-1FD88FE48115}"/>
              </a:ext>
            </a:extLst>
          </p:cNvPr>
          <p:cNvSpPr/>
          <p:nvPr/>
        </p:nvSpPr>
        <p:spPr>
          <a:xfrm>
            <a:off x="8186996" y="3310391"/>
            <a:ext cx="624012" cy="625403"/>
          </a:xfrm>
          <a:prstGeom prst="flowChartMagneticDisk">
            <a:avLst/>
          </a:prstGeom>
          <a:noFill/>
          <a:ln>
            <a:solidFill>
              <a:srgbClr val="FF0000"/>
            </a:solidFill>
            <a:prstDash val="dashDot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差分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実績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データ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cxnSp>
        <p:nvCxnSpPr>
          <p:cNvPr id="149" name="直線コネクタ 148">
            <a:extLst>
              <a:ext uri="{FF2B5EF4-FFF2-40B4-BE49-F238E27FC236}">
                <a16:creationId xmlns:a16="http://schemas.microsoft.com/office/drawing/2014/main" id="{7BD7E40F-1620-0C33-6561-7CD34680A4ED}"/>
              </a:ext>
            </a:extLst>
          </p:cNvPr>
          <p:cNvCxnSpPr>
            <a:cxnSpLocks/>
            <a:endCxn id="147" idx="1"/>
          </p:cNvCxnSpPr>
          <p:nvPr/>
        </p:nvCxnSpPr>
        <p:spPr>
          <a:xfrm>
            <a:off x="8499002" y="2010134"/>
            <a:ext cx="0" cy="1300257"/>
          </a:xfrm>
          <a:prstGeom prst="line">
            <a:avLst/>
          </a:prstGeom>
          <a:ln>
            <a:solidFill>
              <a:srgbClr val="FF0000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正方形/長方形 149">
            <a:extLst>
              <a:ext uri="{FF2B5EF4-FFF2-40B4-BE49-F238E27FC236}">
                <a16:creationId xmlns:a16="http://schemas.microsoft.com/office/drawing/2014/main" id="{846A41AD-5E8A-0EB5-38A9-652BDCC987CA}"/>
              </a:ext>
            </a:extLst>
          </p:cNvPr>
          <p:cNvSpPr/>
          <p:nvPr/>
        </p:nvSpPr>
        <p:spPr>
          <a:xfrm>
            <a:off x="2296666" y="2148694"/>
            <a:ext cx="350776" cy="24407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entury Gothic" panose="020F0302020204030204"/>
                <a:ea typeface="メイリオ" panose="020B0604030504040204" pitchFamily="50" charset="-128"/>
                <a:cs typeface="+mn-cs"/>
              </a:rPr>
              <a:t>➀</a:t>
            </a:r>
            <a:endParaRPr kumimoji="1" lang="ja-JP" altLang="en-US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151" name="正方形/長方形 150">
            <a:extLst>
              <a:ext uri="{FF2B5EF4-FFF2-40B4-BE49-F238E27FC236}">
                <a16:creationId xmlns:a16="http://schemas.microsoft.com/office/drawing/2014/main" id="{B8EF6DF2-CD39-5CEA-496E-9E5DF4D9A753}"/>
              </a:ext>
            </a:extLst>
          </p:cNvPr>
          <p:cNvSpPr/>
          <p:nvPr/>
        </p:nvSpPr>
        <p:spPr>
          <a:xfrm>
            <a:off x="3281479" y="3059098"/>
            <a:ext cx="350776" cy="24407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entury Gothic" panose="020F0302020204030204"/>
                <a:ea typeface="メイリオ" panose="020B0604030504040204" pitchFamily="50" charset="-128"/>
                <a:cs typeface="+mn-cs"/>
              </a:rPr>
              <a:t>②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152" name="正方形/長方形 151">
            <a:extLst>
              <a:ext uri="{FF2B5EF4-FFF2-40B4-BE49-F238E27FC236}">
                <a16:creationId xmlns:a16="http://schemas.microsoft.com/office/drawing/2014/main" id="{9BB14A1A-1673-4045-42BE-66BD6116E399}"/>
              </a:ext>
            </a:extLst>
          </p:cNvPr>
          <p:cNvSpPr/>
          <p:nvPr/>
        </p:nvSpPr>
        <p:spPr>
          <a:xfrm>
            <a:off x="5117378" y="3093409"/>
            <a:ext cx="350776" cy="24407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entury Gothic" panose="020F0302020204030204"/>
                <a:ea typeface="メイリオ" panose="020B0604030504040204" pitchFamily="50" charset="-128"/>
                <a:cs typeface="+mn-cs"/>
              </a:rPr>
              <a:t>③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113" name="フローチャート: 磁気ディスク 112">
            <a:extLst>
              <a:ext uri="{FF2B5EF4-FFF2-40B4-BE49-F238E27FC236}">
                <a16:creationId xmlns:a16="http://schemas.microsoft.com/office/drawing/2014/main" id="{8CD0A8C8-CA60-6487-04D6-E442F252223C}"/>
              </a:ext>
            </a:extLst>
          </p:cNvPr>
          <p:cNvSpPr/>
          <p:nvPr/>
        </p:nvSpPr>
        <p:spPr>
          <a:xfrm>
            <a:off x="9507253" y="3303175"/>
            <a:ext cx="624012" cy="625403"/>
          </a:xfrm>
          <a:prstGeom prst="flowChartMagneticDisk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差分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実績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データ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170" name="正方形/長方形 169">
            <a:extLst>
              <a:ext uri="{FF2B5EF4-FFF2-40B4-BE49-F238E27FC236}">
                <a16:creationId xmlns:a16="http://schemas.microsoft.com/office/drawing/2014/main" id="{9716B7D5-4D63-2D30-D6EE-CE4703498734}"/>
              </a:ext>
            </a:extLst>
          </p:cNvPr>
          <p:cNvSpPr/>
          <p:nvPr/>
        </p:nvSpPr>
        <p:spPr>
          <a:xfrm>
            <a:off x="8219573" y="3311943"/>
            <a:ext cx="600643" cy="24407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7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追加処理</a:t>
            </a:r>
            <a:endParaRPr kumimoji="1" lang="ja-JP" altLang="en-US" sz="20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cxnSp>
        <p:nvCxnSpPr>
          <p:cNvPr id="171" name="コネクタ: カギ線 170">
            <a:extLst>
              <a:ext uri="{FF2B5EF4-FFF2-40B4-BE49-F238E27FC236}">
                <a16:creationId xmlns:a16="http://schemas.microsoft.com/office/drawing/2014/main" id="{7AAEB3CA-C150-F2BB-01BC-76F8A038DF98}"/>
              </a:ext>
            </a:extLst>
          </p:cNvPr>
          <p:cNvCxnSpPr>
            <a:cxnSpLocks/>
            <a:stCxn id="127" idx="4"/>
            <a:endCxn id="113" idx="3"/>
          </p:cNvCxnSpPr>
          <p:nvPr/>
        </p:nvCxnSpPr>
        <p:spPr>
          <a:xfrm flipV="1">
            <a:off x="5082137" y="3928578"/>
            <a:ext cx="4737122" cy="1270748"/>
          </a:xfrm>
          <a:prstGeom prst="bentConnector2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コネクタ: カギ線 172">
            <a:extLst>
              <a:ext uri="{FF2B5EF4-FFF2-40B4-BE49-F238E27FC236}">
                <a16:creationId xmlns:a16="http://schemas.microsoft.com/office/drawing/2014/main" id="{DD411F21-E74C-F020-4079-FE8EF8AC88C9}"/>
              </a:ext>
            </a:extLst>
          </p:cNvPr>
          <p:cNvCxnSpPr>
            <a:cxnSpLocks/>
          </p:cNvCxnSpPr>
          <p:nvPr/>
        </p:nvCxnSpPr>
        <p:spPr>
          <a:xfrm flipV="1">
            <a:off x="5805186" y="4726903"/>
            <a:ext cx="4014073" cy="1464176"/>
          </a:xfrm>
          <a:prstGeom prst="bentConnector2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フローチャート: 磁気ディスク 126">
            <a:extLst>
              <a:ext uri="{FF2B5EF4-FFF2-40B4-BE49-F238E27FC236}">
                <a16:creationId xmlns:a16="http://schemas.microsoft.com/office/drawing/2014/main" id="{233F7B5B-E0A1-7E52-285A-485B6A985625}"/>
              </a:ext>
            </a:extLst>
          </p:cNvPr>
          <p:cNvSpPr/>
          <p:nvPr/>
        </p:nvSpPr>
        <p:spPr>
          <a:xfrm>
            <a:off x="4458125" y="4886624"/>
            <a:ext cx="624012" cy="625403"/>
          </a:xfrm>
          <a:prstGeom prst="flowChartMagneticDisk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実績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データ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129" name="フローチャート: 磁気ディスク 128">
            <a:extLst>
              <a:ext uri="{FF2B5EF4-FFF2-40B4-BE49-F238E27FC236}">
                <a16:creationId xmlns:a16="http://schemas.microsoft.com/office/drawing/2014/main" id="{D5C2DBBF-D584-E361-CD52-214544A3F5C1}"/>
              </a:ext>
            </a:extLst>
          </p:cNvPr>
          <p:cNvSpPr/>
          <p:nvPr/>
        </p:nvSpPr>
        <p:spPr>
          <a:xfrm>
            <a:off x="5183193" y="5875123"/>
            <a:ext cx="624012" cy="625403"/>
          </a:xfrm>
          <a:prstGeom prst="flowChartMagneticDisk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実績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データ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188" name="四角形: 角を丸くする 187">
            <a:extLst>
              <a:ext uri="{FF2B5EF4-FFF2-40B4-BE49-F238E27FC236}">
                <a16:creationId xmlns:a16="http://schemas.microsoft.com/office/drawing/2014/main" id="{29BA9DDA-618A-F9D0-BBEC-35A29C2EE3F0}"/>
              </a:ext>
            </a:extLst>
          </p:cNvPr>
          <p:cNvSpPr/>
          <p:nvPr/>
        </p:nvSpPr>
        <p:spPr>
          <a:xfrm>
            <a:off x="6844025" y="4381999"/>
            <a:ext cx="680815" cy="361109"/>
          </a:xfrm>
          <a:prstGeom prst="round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POS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への配信</a:t>
            </a:r>
            <a:endParaRPr kumimoji="1" lang="ja-JP" alt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cxnSp>
        <p:nvCxnSpPr>
          <p:cNvPr id="204" name="直線矢印コネクタ 203">
            <a:extLst>
              <a:ext uri="{FF2B5EF4-FFF2-40B4-BE49-F238E27FC236}">
                <a16:creationId xmlns:a16="http://schemas.microsoft.com/office/drawing/2014/main" id="{E48A8E01-02EE-58A4-BF03-D0923C6C64C9}"/>
              </a:ext>
            </a:extLst>
          </p:cNvPr>
          <p:cNvCxnSpPr>
            <a:stCxn id="68" idx="3"/>
            <a:endCxn id="129" idx="1"/>
          </p:cNvCxnSpPr>
          <p:nvPr/>
        </p:nvCxnSpPr>
        <p:spPr>
          <a:xfrm flipH="1">
            <a:off x="5495199" y="3928578"/>
            <a:ext cx="18288" cy="1946545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四角形: 角を丸くする 204">
            <a:extLst>
              <a:ext uri="{FF2B5EF4-FFF2-40B4-BE49-F238E27FC236}">
                <a16:creationId xmlns:a16="http://schemas.microsoft.com/office/drawing/2014/main" id="{C339A242-D8EA-4088-0141-FA2058194456}"/>
              </a:ext>
            </a:extLst>
          </p:cNvPr>
          <p:cNvSpPr/>
          <p:nvPr/>
        </p:nvSpPr>
        <p:spPr>
          <a:xfrm>
            <a:off x="6844025" y="5418048"/>
            <a:ext cx="680815" cy="361109"/>
          </a:xfrm>
          <a:prstGeom prst="round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POS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への配信</a:t>
            </a:r>
            <a:endParaRPr kumimoji="1" lang="ja-JP" altLang="en-US" sz="10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cxnSp>
        <p:nvCxnSpPr>
          <p:cNvPr id="207" name="直線矢印コネクタ 206">
            <a:extLst>
              <a:ext uri="{FF2B5EF4-FFF2-40B4-BE49-F238E27FC236}">
                <a16:creationId xmlns:a16="http://schemas.microsoft.com/office/drawing/2014/main" id="{EBF51469-C121-6B23-F61A-77EE7C57228D}"/>
              </a:ext>
            </a:extLst>
          </p:cNvPr>
          <p:cNvCxnSpPr>
            <a:cxnSpLocks/>
            <a:stCxn id="189" idx="4"/>
          </p:cNvCxnSpPr>
          <p:nvPr/>
        </p:nvCxnSpPr>
        <p:spPr>
          <a:xfrm>
            <a:off x="5258028" y="4544506"/>
            <a:ext cx="155425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直線矢印コネクタ 221">
            <a:extLst>
              <a:ext uri="{FF2B5EF4-FFF2-40B4-BE49-F238E27FC236}">
                <a16:creationId xmlns:a16="http://schemas.microsoft.com/office/drawing/2014/main" id="{C46F0B13-FD4A-7536-EDE8-77EA53924521}"/>
              </a:ext>
            </a:extLst>
          </p:cNvPr>
          <p:cNvCxnSpPr>
            <a:stCxn id="153" idx="4"/>
            <a:endCxn id="205" idx="1"/>
          </p:cNvCxnSpPr>
          <p:nvPr/>
        </p:nvCxnSpPr>
        <p:spPr>
          <a:xfrm>
            <a:off x="6178232" y="5587619"/>
            <a:ext cx="665793" cy="109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4" name="フローチャート: 磁気ディスク 223">
            <a:extLst>
              <a:ext uri="{FF2B5EF4-FFF2-40B4-BE49-F238E27FC236}">
                <a16:creationId xmlns:a16="http://schemas.microsoft.com/office/drawing/2014/main" id="{F4FA49D2-AE7F-A0DA-14B2-0C1D13AD7AE0}"/>
              </a:ext>
            </a:extLst>
          </p:cNvPr>
          <p:cNvSpPr/>
          <p:nvPr/>
        </p:nvSpPr>
        <p:spPr>
          <a:xfrm>
            <a:off x="7603391" y="4865509"/>
            <a:ext cx="624012" cy="625403"/>
          </a:xfrm>
          <a:prstGeom prst="flowChartMagneticDisk">
            <a:avLst/>
          </a:prstGeom>
          <a:solidFill>
            <a:schemeClr val="bg1"/>
          </a:solidFill>
          <a:ln>
            <a:solidFill>
              <a:srgbClr val="FF0000"/>
            </a:solidFill>
            <a:prstDash val="dashDot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差分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実績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データ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225" name="正方形/長方形 224">
            <a:extLst>
              <a:ext uri="{FF2B5EF4-FFF2-40B4-BE49-F238E27FC236}">
                <a16:creationId xmlns:a16="http://schemas.microsoft.com/office/drawing/2014/main" id="{2E92B24E-F297-2985-4369-DBD320640854}"/>
              </a:ext>
            </a:extLst>
          </p:cNvPr>
          <p:cNvSpPr/>
          <p:nvPr/>
        </p:nvSpPr>
        <p:spPr>
          <a:xfrm>
            <a:off x="7580915" y="4839506"/>
            <a:ext cx="600643" cy="24407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7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リカバリ</a:t>
            </a:r>
            <a:endParaRPr kumimoji="1" lang="ja-JP" altLang="en-US" sz="20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226" name="フローチャート: 磁気ディスク 225">
            <a:extLst>
              <a:ext uri="{FF2B5EF4-FFF2-40B4-BE49-F238E27FC236}">
                <a16:creationId xmlns:a16="http://schemas.microsoft.com/office/drawing/2014/main" id="{7A242952-A31C-5255-B59C-A34A7CC08B75}"/>
              </a:ext>
            </a:extLst>
          </p:cNvPr>
          <p:cNvSpPr/>
          <p:nvPr/>
        </p:nvSpPr>
        <p:spPr>
          <a:xfrm>
            <a:off x="7603391" y="5851427"/>
            <a:ext cx="624012" cy="625403"/>
          </a:xfrm>
          <a:prstGeom prst="flowChartMagneticDisk">
            <a:avLst/>
          </a:prstGeom>
          <a:solidFill>
            <a:schemeClr val="bg1"/>
          </a:solidFill>
          <a:ln>
            <a:solidFill>
              <a:srgbClr val="FF0000"/>
            </a:solidFill>
            <a:prstDash val="dashDot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差分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実績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データ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227" name="正方形/長方形 226">
            <a:extLst>
              <a:ext uri="{FF2B5EF4-FFF2-40B4-BE49-F238E27FC236}">
                <a16:creationId xmlns:a16="http://schemas.microsoft.com/office/drawing/2014/main" id="{C440784C-3801-07D6-E0A4-742C81F3F302}"/>
              </a:ext>
            </a:extLst>
          </p:cNvPr>
          <p:cNvSpPr/>
          <p:nvPr/>
        </p:nvSpPr>
        <p:spPr>
          <a:xfrm>
            <a:off x="7580915" y="5825424"/>
            <a:ext cx="600643" cy="24407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7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リカバリ</a:t>
            </a:r>
            <a:endParaRPr kumimoji="1" lang="ja-JP" altLang="en-US" sz="20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cxnSp>
        <p:nvCxnSpPr>
          <p:cNvPr id="228" name="直線コネクタ 227">
            <a:extLst>
              <a:ext uri="{FF2B5EF4-FFF2-40B4-BE49-F238E27FC236}">
                <a16:creationId xmlns:a16="http://schemas.microsoft.com/office/drawing/2014/main" id="{467926B1-836E-7C4D-F216-FC3032BE505D}"/>
              </a:ext>
            </a:extLst>
          </p:cNvPr>
          <p:cNvCxnSpPr>
            <a:cxnSpLocks/>
            <a:stCxn id="147" idx="3"/>
          </p:cNvCxnSpPr>
          <p:nvPr/>
        </p:nvCxnSpPr>
        <p:spPr>
          <a:xfrm>
            <a:off x="8499002" y="3935794"/>
            <a:ext cx="0" cy="1263532"/>
          </a:xfrm>
          <a:prstGeom prst="line">
            <a:avLst/>
          </a:prstGeom>
          <a:ln>
            <a:solidFill>
              <a:srgbClr val="FF0000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線コネクタ 229">
            <a:extLst>
              <a:ext uri="{FF2B5EF4-FFF2-40B4-BE49-F238E27FC236}">
                <a16:creationId xmlns:a16="http://schemas.microsoft.com/office/drawing/2014/main" id="{2BA0FDDB-D823-E6ED-E2AF-EE43CCF290C7}"/>
              </a:ext>
            </a:extLst>
          </p:cNvPr>
          <p:cNvCxnSpPr>
            <a:cxnSpLocks/>
            <a:stCxn id="224" idx="3"/>
          </p:cNvCxnSpPr>
          <p:nvPr/>
        </p:nvCxnSpPr>
        <p:spPr>
          <a:xfrm>
            <a:off x="7915397" y="5490912"/>
            <a:ext cx="0" cy="390301"/>
          </a:xfrm>
          <a:prstGeom prst="line">
            <a:avLst/>
          </a:prstGeom>
          <a:ln>
            <a:solidFill>
              <a:srgbClr val="FF0000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フローチャート: 磁気ディスク 233">
            <a:extLst>
              <a:ext uri="{FF2B5EF4-FFF2-40B4-BE49-F238E27FC236}">
                <a16:creationId xmlns:a16="http://schemas.microsoft.com/office/drawing/2014/main" id="{E5576191-094B-4C93-F538-0E3C7F47D9EC}"/>
              </a:ext>
            </a:extLst>
          </p:cNvPr>
          <p:cNvSpPr/>
          <p:nvPr/>
        </p:nvSpPr>
        <p:spPr>
          <a:xfrm>
            <a:off x="8198680" y="1334052"/>
            <a:ext cx="624012" cy="625403"/>
          </a:xfrm>
          <a:prstGeom prst="flowChartMagneticDisk">
            <a:avLst/>
          </a:prstGeom>
          <a:solidFill>
            <a:schemeClr val="bg1"/>
          </a:solidFill>
          <a:ln>
            <a:solidFill>
              <a:srgbClr val="FF0000"/>
            </a:solidFill>
            <a:prstDash val="dashDot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店舗別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売上日報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235" name="フローチャート: 磁気ディスク 234">
            <a:extLst>
              <a:ext uri="{FF2B5EF4-FFF2-40B4-BE49-F238E27FC236}">
                <a16:creationId xmlns:a16="http://schemas.microsoft.com/office/drawing/2014/main" id="{F350F063-DD21-A3F1-532D-15565950BC92}"/>
              </a:ext>
            </a:extLst>
          </p:cNvPr>
          <p:cNvSpPr/>
          <p:nvPr/>
        </p:nvSpPr>
        <p:spPr>
          <a:xfrm>
            <a:off x="4873978" y="4142300"/>
            <a:ext cx="624012" cy="625403"/>
          </a:xfrm>
          <a:prstGeom prst="flowChartMagneticDisk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全店分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配信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マスタ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189" name="フローチャート: 磁気ディスク 188">
            <a:extLst>
              <a:ext uri="{FF2B5EF4-FFF2-40B4-BE49-F238E27FC236}">
                <a16:creationId xmlns:a16="http://schemas.microsoft.com/office/drawing/2014/main" id="{61F18A36-EEEE-C130-5A11-9D1B02E4BDFD}"/>
              </a:ext>
            </a:extLst>
          </p:cNvPr>
          <p:cNvSpPr/>
          <p:nvPr/>
        </p:nvSpPr>
        <p:spPr>
          <a:xfrm>
            <a:off x="4634016" y="4231804"/>
            <a:ext cx="624012" cy="625403"/>
          </a:xfrm>
          <a:prstGeom prst="flowChartMagneticDisk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店舗配信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マスタ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更新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236" name="フローチャート: 磁気ディスク 235">
            <a:extLst>
              <a:ext uri="{FF2B5EF4-FFF2-40B4-BE49-F238E27FC236}">
                <a16:creationId xmlns:a16="http://schemas.microsoft.com/office/drawing/2014/main" id="{F2C01105-5658-555C-F192-5ED4B611FA02}"/>
              </a:ext>
            </a:extLst>
          </p:cNvPr>
          <p:cNvSpPr/>
          <p:nvPr/>
        </p:nvSpPr>
        <p:spPr>
          <a:xfrm>
            <a:off x="5761360" y="5138089"/>
            <a:ext cx="624012" cy="625403"/>
          </a:xfrm>
          <a:prstGeom prst="flowChartMagneticDisk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全店分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配信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マスタ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153" name="フローチャート: 磁気ディスク 152">
            <a:extLst>
              <a:ext uri="{FF2B5EF4-FFF2-40B4-BE49-F238E27FC236}">
                <a16:creationId xmlns:a16="http://schemas.microsoft.com/office/drawing/2014/main" id="{5785B990-64C7-D46A-63CE-29E8480C6D98}"/>
              </a:ext>
            </a:extLst>
          </p:cNvPr>
          <p:cNvSpPr/>
          <p:nvPr/>
        </p:nvSpPr>
        <p:spPr>
          <a:xfrm>
            <a:off x="5554220" y="5274917"/>
            <a:ext cx="624012" cy="625403"/>
          </a:xfrm>
          <a:prstGeom prst="flowChartMagneticDisk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店舗配信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マスタ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更新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44583E4B-74D9-CD57-42B6-ED89D17338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4627" y="4250771"/>
            <a:ext cx="2162348" cy="435261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4AB48EE8-54FA-5010-1F0C-03204E7F20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02559" y="5038488"/>
            <a:ext cx="2208938" cy="929527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08ECB96-22EA-84B5-AF3A-E670FC044CC0}"/>
              </a:ext>
            </a:extLst>
          </p:cNvPr>
          <p:cNvSpPr/>
          <p:nvPr/>
        </p:nvSpPr>
        <p:spPr>
          <a:xfrm>
            <a:off x="8619501" y="3125949"/>
            <a:ext cx="350776" cy="24407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entury Gothic" panose="020F0302020204030204"/>
                <a:ea typeface="メイリオ" panose="020B0604030504040204" pitchFamily="50" charset="-128"/>
                <a:cs typeface="+mn-cs"/>
              </a:rPr>
              <a:t></a:t>
            </a:r>
            <a:endParaRPr kumimoji="1" lang="en-US" altLang="ja-JP" sz="12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5" name="吹き出し: 角を丸めた四角形 4">
            <a:extLst>
              <a:ext uri="{FF2B5EF4-FFF2-40B4-BE49-F238E27FC236}">
                <a16:creationId xmlns:a16="http://schemas.microsoft.com/office/drawing/2014/main" id="{0A837252-5873-E137-A039-26429AD7F902}"/>
              </a:ext>
            </a:extLst>
          </p:cNvPr>
          <p:cNvSpPr/>
          <p:nvPr/>
        </p:nvSpPr>
        <p:spPr>
          <a:xfrm>
            <a:off x="401743" y="4227060"/>
            <a:ext cx="2452125" cy="1425901"/>
          </a:xfrm>
          <a:prstGeom prst="wedgeRoundRectCallout">
            <a:avLst>
              <a:gd name="adj1" fmla="val 46073"/>
              <a:gd name="adj2" fmla="val -150032"/>
              <a:gd name="adj3" fmla="val 16667"/>
            </a:avLst>
          </a:prstGeom>
          <a:solidFill>
            <a:srgbClr val="FFFF99"/>
          </a:solidFill>
          <a:ln>
            <a:solidFill>
              <a:srgbClr val="FF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2408F24-AECB-7553-09CF-FCD9A067C539}"/>
              </a:ext>
            </a:extLst>
          </p:cNvPr>
          <p:cNvSpPr txBox="1"/>
          <p:nvPr/>
        </p:nvSpPr>
        <p:spPr>
          <a:xfrm>
            <a:off x="527602" y="4554031"/>
            <a:ext cx="21977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entury Gothic" panose="020F0302020204030204"/>
                <a:ea typeface="メイリオ" panose="020B0604030504040204" pitchFamily="50" charset="-128"/>
                <a:cs typeface="+mn-cs"/>
              </a:rPr>
              <a:t>・月末月初、処理時間前倒し</a:t>
            </a:r>
            <a:endParaRPr kumimoji="1" lang="en-US" altLang="ja-JP" sz="12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entury Gothic" panose="020F0302020204030204"/>
                <a:ea typeface="メイリオ" panose="020B0604030504040204" pitchFamily="50" charset="-128"/>
                <a:cs typeface="+mn-cs"/>
              </a:rPr>
              <a:t>　→</a:t>
            </a:r>
            <a:r>
              <a:rPr kumimoji="1" lang="en-US" altLang="ja-JP" sz="12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entury Gothic" panose="020F0302020204030204"/>
                <a:ea typeface="メイリオ" panose="020B0604030504040204" pitchFamily="50" charset="-128"/>
                <a:cs typeface="+mn-cs"/>
              </a:rPr>
              <a:t>21</a:t>
            </a:r>
            <a:r>
              <a:rPr kumimoji="1" lang="ja-JP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entury Gothic" panose="020F0302020204030204"/>
                <a:ea typeface="メイリオ" panose="020B0604030504040204" pitchFamily="50" charset="-128"/>
                <a:cs typeface="+mn-cs"/>
              </a:rPr>
              <a:t>時から</a:t>
            </a:r>
            <a:r>
              <a:rPr kumimoji="1" lang="en-US" altLang="ja-JP" sz="12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entury Gothic" panose="020F0302020204030204"/>
                <a:ea typeface="メイリオ" panose="020B0604030504040204" pitchFamily="50" charset="-128"/>
                <a:cs typeface="+mn-cs"/>
              </a:rPr>
              <a:t>20</a:t>
            </a:r>
            <a:r>
              <a:rPr kumimoji="1" lang="ja-JP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entury Gothic" panose="020F0302020204030204"/>
                <a:ea typeface="メイリオ" panose="020B0604030504040204" pitchFamily="50" charset="-128"/>
                <a:cs typeface="+mn-cs"/>
              </a:rPr>
              <a:t>時へ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B21224E-1C71-4020-C145-743ED2225484}"/>
              </a:ext>
            </a:extLst>
          </p:cNvPr>
          <p:cNvSpPr txBox="1"/>
          <p:nvPr/>
        </p:nvSpPr>
        <p:spPr>
          <a:xfrm>
            <a:off x="523492" y="5037889"/>
            <a:ext cx="25299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entury Gothic" panose="020F0302020204030204"/>
                <a:ea typeface="メイリオ" panose="020B0604030504040204" pitchFamily="50" charset="-128"/>
                <a:cs typeface="+mn-cs"/>
              </a:rPr>
              <a:t>・仕入関連情報は対象外とする。</a:t>
            </a:r>
          </a:p>
        </p:txBody>
      </p:sp>
      <p:sp>
        <p:nvSpPr>
          <p:cNvPr id="9" name="吹き出し: 角を丸めた四角形 8">
            <a:extLst>
              <a:ext uri="{FF2B5EF4-FFF2-40B4-BE49-F238E27FC236}">
                <a16:creationId xmlns:a16="http://schemas.microsoft.com/office/drawing/2014/main" id="{AD17BCC8-B467-E39A-3827-7D1F6432D9F5}"/>
              </a:ext>
            </a:extLst>
          </p:cNvPr>
          <p:cNvSpPr/>
          <p:nvPr/>
        </p:nvSpPr>
        <p:spPr>
          <a:xfrm>
            <a:off x="9939757" y="2168346"/>
            <a:ext cx="2111167" cy="1421022"/>
          </a:xfrm>
          <a:prstGeom prst="wedgeRoundRectCallout">
            <a:avLst>
              <a:gd name="adj1" fmla="val -102140"/>
              <a:gd name="adj2" fmla="val 43080"/>
              <a:gd name="adj3" fmla="val 16667"/>
            </a:avLst>
          </a:prstGeom>
          <a:solidFill>
            <a:srgbClr val="FFFF99"/>
          </a:solidFill>
          <a:ln>
            <a:solidFill>
              <a:srgbClr val="FF0000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9AA99D0-3DB1-5335-02E5-D9DC52ADCA79}"/>
              </a:ext>
            </a:extLst>
          </p:cNvPr>
          <p:cNvSpPr txBox="1"/>
          <p:nvPr/>
        </p:nvSpPr>
        <p:spPr>
          <a:xfrm>
            <a:off x="10003927" y="2298362"/>
            <a:ext cx="223584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entury Gothic" panose="020F0302020204030204"/>
                <a:ea typeface="メイリオ" panose="020B0604030504040204" pitchFamily="50" charset="-128"/>
                <a:cs typeface="+mn-cs"/>
              </a:rPr>
              <a:t>・処理時間は前倒し</a:t>
            </a:r>
            <a:endParaRPr kumimoji="1" lang="en-US" altLang="ja-JP" sz="12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entury Gothic" panose="020F0302020204030204"/>
                <a:ea typeface="メイリオ" panose="020B0604030504040204" pitchFamily="50" charset="-128"/>
                <a:cs typeface="+mn-cs"/>
              </a:rPr>
              <a:t>　→</a:t>
            </a:r>
            <a:r>
              <a:rPr kumimoji="1" lang="en-US" altLang="ja-JP" sz="12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entury Gothic" panose="020F0302020204030204"/>
                <a:ea typeface="メイリオ" panose="020B0604030504040204" pitchFamily="50" charset="-128"/>
                <a:cs typeface="+mn-cs"/>
              </a:rPr>
              <a:t>11</a:t>
            </a:r>
            <a:r>
              <a:rPr kumimoji="1" lang="ja-JP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entury Gothic" panose="020F0302020204030204"/>
                <a:ea typeface="メイリオ" panose="020B0604030504040204" pitchFamily="50" charset="-128"/>
                <a:cs typeface="+mn-cs"/>
              </a:rPr>
              <a:t>時から</a:t>
            </a:r>
            <a:r>
              <a:rPr kumimoji="1" lang="en-US" altLang="ja-JP" sz="12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entury Gothic" panose="020F0302020204030204"/>
                <a:ea typeface="メイリオ" panose="020B0604030504040204" pitchFamily="50" charset="-128"/>
                <a:cs typeface="+mn-cs"/>
              </a:rPr>
              <a:t>7</a:t>
            </a:r>
            <a:r>
              <a:rPr kumimoji="1" lang="ja-JP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entury Gothic" panose="020F0302020204030204"/>
                <a:ea typeface="メイリオ" panose="020B0604030504040204" pitchFamily="50" charset="-128"/>
                <a:cs typeface="+mn-cs"/>
              </a:rPr>
              <a:t>時へ</a:t>
            </a:r>
            <a:endParaRPr kumimoji="1" lang="en-US" altLang="ja-JP" sz="12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12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2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0980054-6525-4B03-0188-347032CF1803}"/>
              </a:ext>
            </a:extLst>
          </p:cNvPr>
          <p:cNvSpPr txBox="1"/>
          <p:nvPr/>
        </p:nvSpPr>
        <p:spPr>
          <a:xfrm>
            <a:off x="9975715" y="2891426"/>
            <a:ext cx="22358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entury Gothic" panose="020F0302020204030204"/>
                <a:ea typeface="メイリオ" panose="020B0604030504040204" pitchFamily="50" charset="-128"/>
                <a:cs typeface="+mn-cs"/>
              </a:rPr>
              <a:t>・店舗会計差分の取込</a:t>
            </a:r>
          </a:p>
        </p:txBody>
      </p:sp>
      <p:sp>
        <p:nvSpPr>
          <p:cNvPr id="13" name="フローチャート: 磁気ディスク 12">
            <a:extLst>
              <a:ext uri="{FF2B5EF4-FFF2-40B4-BE49-F238E27FC236}">
                <a16:creationId xmlns:a16="http://schemas.microsoft.com/office/drawing/2014/main" id="{62A6214E-D037-587C-77DA-F84D10550E1D}"/>
              </a:ext>
            </a:extLst>
          </p:cNvPr>
          <p:cNvSpPr/>
          <p:nvPr/>
        </p:nvSpPr>
        <p:spPr>
          <a:xfrm>
            <a:off x="8820216" y="1338160"/>
            <a:ext cx="624012" cy="625403"/>
          </a:xfrm>
          <a:prstGeom prst="flowChartMagneticDisk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highlight>
                  <a:srgbClr val="00FFFF"/>
                </a:highlight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店別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highlight>
                <a:srgbClr val="00FFFF"/>
              </a:highlight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highlight>
                  <a:srgbClr val="00FFFF"/>
                </a:highlight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売上確定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highlight>
                <a:srgbClr val="00FFFF"/>
              </a:highlight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61509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D53B073-7B85-2817-A8BB-6B8918FA3515}"/>
              </a:ext>
            </a:extLst>
          </p:cNvPr>
          <p:cNvSpPr/>
          <p:nvPr/>
        </p:nvSpPr>
        <p:spPr>
          <a:xfrm>
            <a:off x="913285" y="996353"/>
            <a:ext cx="1676400" cy="17420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42CA765A-443C-7137-13E8-831F3CBC0CC1}"/>
              </a:ext>
            </a:extLst>
          </p:cNvPr>
          <p:cNvSpPr/>
          <p:nvPr/>
        </p:nvSpPr>
        <p:spPr>
          <a:xfrm>
            <a:off x="913285" y="1031383"/>
            <a:ext cx="719203" cy="428625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メイリオ" pitchFamily="50" charset="-128"/>
              </a:rPr>
              <a:t>OC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08A70FAA-54C0-122E-EADC-B900FFAC2CE4}"/>
              </a:ext>
            </a:extLst>
          </p:cNvPr>
          <p:cNvSpPr/>
          <p:nvPr/>
        </p:nvSpPr>
        <p:spPr>
          <a:xfrm>
            <a:off x="151636" y="134128"/>
            <a:ext cx="2911604" cy="452407"/>
          </a:xfrm>
          <a:prstGeom prst="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新サーバ切替過渡期（</a:t>
            </a:r>
            <a:r>
              <a:rPr kumimoji="1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windows</a:t>
            </a: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レジ設置時）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4E846192-004F-B04D-8D3D-9EC8CDCB340F}"/>
              </a:ext>
            </a:extLst>
          </p:cNvPr>
          <p:cNvSpPr/>
          <p:nvPr/>
        </p:nvSpPr>
        <p:spPr>
          <a:xfrm>
            <a:off x="8626437" y="1054505"/>
            <a:ext cx="1676400" cy="16839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E24AC8B-6762-BD4C-B540-5D741192878F}"/>
              </a:ext>
            </a:extLst>
          </p:cNvPr>
          <p:cNvSpPr/>
          <p:nvPr/>
        </p:nvSpPr>
        <p:spPr>
          <a:xfrm>
            <a:off x="8515350" y="1022427"/>
            <a:ext cx="1317373" cy="428625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200" kern="0">
                <a:solidFill>
                  <a:prstClr val="black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メイリオ" pitchFamily="50" charset="-128"/>
              </a:rPr>
              <a:t>S&amp;G</a:t>
            </a:r>
            <a:r>
              <a:rPr kumimoji="0" lang="ja-JP" altLang="en-US" sz="1200" kern="0">
                <a:solidFill>
                  <a:prstClr val="black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メイリオ" pitchFamily="50" charset="-128"/>
              </a:rPr>
              <a:t>サーバー</a:t>
            </a:r>
            <a:endParaRPr kumimoji="0" lang="en-US" altLang="ja-JP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メイリオ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A26E866-7E09-FF35-4963-02C93AA6BCEC}"/>
              </a:ext>
            </a:extLst>
          </p:cNvPr>
          <p:cNvSpPr/>
          <p:nvPr/>
        </p:nvSpPr>
        <p:spPr>
          <a:xfrm>
            <a:off x="3998644" y="1047997"/>
            <a:ext cx="2266660" cy="165837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8ED036CB-AF6B-CE32-D5C5-149DF82C3CF6}"/>
              </a:ext>
            </a:extLst>
          </p:cNvPr>
          <p:cNvSpPr/>
          <p:nvPr/>
        </p:nvSpPr>
        <p:spPr>
          <a:xfrm>
            <a:off x="3998644" y="1031383"/>
            <a:ext cx="1317373" cy="428625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200" kern="0" err="1">
                <a:solidFill>
                  <a:prstClr val="black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メイリオ" pitchFamily="50" charset="-128"/>
              </a:rPr>
              <a:t>Ignica</a:t>
            </a:r>
            <a:r>
              <a:rPr kumimoji="0" lang="ja-JP" altLang="en-US" sz="1200" kern="0">
                <a:solidFill>
                  <a:prstClr val="black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メイリオ" pitchFamily="50" charset="-128"/>
              </a:rPr>
              <a:t>サーバー</a:t>
            </a:r>
            <a:endParaRPr kumimoji="0" lang="en-US" altLang="ja-JP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メイリオ" pitchFamily="50" charset="-128"/>
            </a:endParaRPr>
          </a:p>
        </p:txBody>
      </p:sp>
      <p:sp>
        <p:nvSpPr>
          <p:cNvPr id="17" name="フローチャート : 磁気ディスク 6">
            <a:extLst>
              <a:ext uri="{FF2B5EF4-FFF2-40B4-BE49-F238E27FC236}">
                <a16:creationId xmlns:a16="http://schemas.microsoft.com/office/drawing/2014/main" id="{4618F37B-BE9A-6976-E7AE-C4E301938B70}"/>
              </a:ext>
            </a:extLst>
          </p:cNvPr>
          <p:cNvSpPr/>
          <p:nvPr/>
        </p:nvSpPr>
        <p:spPr>
          <a:xfrm>
            <a:off x="4201060" y="1416363"/>
            <a:ext cx="551964" cy="428625"/>
          </a:xfrm>
          <a:prstGeom prst="flowChartMagneticDisk">
            <a:avLst/>
          </a:prstGeom>
          <a:solidFill>
            <a:srgbClr val="C0504D">
              <a:lumMod val="40000"/>
              <a:lumOff val="60000"/>
            </a:srgbClr>
          </a:soli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0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JhengHei"/>
              <a:ea typeface="Meiryo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マスタ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E568CD6-CB40-573B-B760-35B5CFC704D2}"/>
              </a:ext>
            </a:extLst>
          </p:cNvPr>
          <p:cNvSpPr/>
          <p:nvPr/>
        </p:nvSpPr>
        <p:spPr>
          <a:xfrm>
            <a:off x="3998645" y="3479759"/>
            <a:ext cx="2266660" cy="165837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616E84FE-97B8-A644-6333-BFCD359447F9}"/>
              </a:ext>
            </a:extLst>
          </p:cNvPr>
          <p:cNvSpPr/>
          <p:nvPr/>
        </p:nvSpPr>
        <p:spPr>
          <a:xfrm>
            <a:off x="3998644" y="3479759"/>
            <a:ext cx="1781219" cy="511275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>
                <a:solidFill>
                  <a:prstClr val="black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メイリオ" pitchFamily="50" charset="-128"/>
              </a:rPr>
              <a:t>新サーバー</a:t>
            </a:r>
            <a:endParaRPr kumimoji="0" lang="en-US" altLang="ja-JP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メイリオ" pitchFamily="50" charset="-128"/>
            </a:endParaRPr>
          </a:p>
        </p:txBody>
      </p:sp>
      <p:cxnSp>
        <p:nvCxnSpPr>
          <p:cNvPr id="22" name="コネクタ: カギ線 21">
            <a:extLst>
              <a:ext uri="{FF2B5EF4-FFF2-40B4-BE49-F238E27FC236}">
                <a16:creationId xmlns:a16="http://schemas.microsoft.com/office/drawing/2014/main" id="{E605BCC6-A1B0-799E-0FA0-10B987C12E33}"/>
              </a:ext>
            </a:extLst>
          </p:cNvPr>
          <p:cNvCxnSpPr>
            <a:cxnSpLocks/>
            <a:stCxn id="7" idx="3"/>
            <a:endCxn id="14" idx="2"/>
          </p:cNvCxnSpPr>
          <p:nvPr/>
        </p:nvCxnSpPr>
        <p:spPr>
          <a:xfrm flipV="1">
            <a:off x="6265305" y="2738450"/>
            <a:ext cx="3199332" cy="1570497"/>
          </a:xfrm>
          <a:prstGeom prst="bentConnector2">
            <a:avLst/>
          </a:prstGeom>
          <a:ln w="63500">
            <a:solidFill>
              <a:schemeClr val="accent3">
                <a:lumMod val="60000"/>
                <a:lumOff val="40000"/>
              </a:schemeClr>
            </a:solidFill>
            <a:headEnd type="triangl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グループ化 32">
            <a:extLst>
              <a:ext uri="{FF2B5EF4-FFF2-40B4-BE49-F238E27FC236}">
                <a16:creationId xmlns:a16="http://schemas.microsoft.com/office/drawing/2014/main" id="{F1B7BA3E-FA4A-16BA-657B-1DCB10AB2E5D}"/>
              </a:ext>
            </a:extLst>
          </p:cNvPr>
          <p:cNvGrpSpPr/>
          <p:nvPr/>
        </p:nvGrpSpPr>
        <p:grpSpPr>
          <a:xfrm>
            <a:off x="4237415" y="2515695"/>
            <a:ext cx="1431980" cy="642938"/>
            <a:chOff x="7628200" y="2892100"/>
            <a:chExt cx="1431980" cy="642938"/>
          </a:xfrm>
        </p:grpSpPr>
        <p:sp>
          <p:nvSpPr>
            <p:cNvPr id="32" name="正方形/長方形 31">
              <a:extLst>
                <a:ext uri="{FF2B5EF4-FFF2-40B4-BE49-F238E27FC236}">
                  <a16:creationId xmlns:a16="http://schemas.microsoft.com/office/drawing/2014/main" id="{D4ED0A57-3525-DF73-64A8-DAF9D04AF5D7}"/>
                </a:ext>
              </a:extLst>
            </p:cNvPr>
            <p:cNvSpPr/>
            <p:nvPr/>
          </p:nvSpPr>
          <p:spPr>
            <a:xfrm>
              <a:off x="7628200" y="2892100"/>
              <a:ext cx="1431980" cy="642938"/>
            </a:xfrm>
            <a:prstGeom prst="rect">
              <a:avLst/>
            </a:prstGeom>
            <a:solidFill>
              <a:srgbClr val="FFFF00"/>
            </a:solidFill>
            <a:ln w="9525" cap="flat" cmpd="sng" algn="ctr">
              <a:solidFill>
                <a:srgbClr val="C0504D"/>
              </a:solidFill>
              <a:prstDash val="solid"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ja-JP" sz="1100" b="0" i="0" u="none" strike="noStrike" kern="0" cap="none" spc="0" normalizeH="0" baseline="0" noProof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UD デジタル 教科書体 NP-B" panose="02020700000000000000" pitchFamily="18" charset="-128"/>
                  <a:ea typeface="UD デジタル 教科書体 NP-B" panose="02020700000000000000" pitchFamily="18" charset="-128"/>
                  <a:cs typeface="+mn-cs"/>
                </a:rPr>
                <a:t>Ignica</a:t>
              </a:r>
              <a:endParaRPr kumimoji="0" lang="en-US" altLang="ja-JP" sz="1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1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UD デジタル 教科書体 NP-B" panose="02020700000000000000" pitchFamily="18" charset="-128"/>
                  <a:ea typeface="UD デジタル 教科書体 NP-B" panose="02020700000000000000" pitchFamily="18" charset="-128"/>
                  <a:cs typeface="+mn-cs"/>
                </a:rPr>
                <a:t>レジ</a:t>
              </a:r>
              <a:endParaRPr kumimoji="0" lang="en-US" altLang="ja-JP" sz="1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endParaRPr>
            </a:p>
          </p:txBody>
        </p:sp>
        <p:pic>
          <p:nvPicPr>
            <p:cNvPr id="31" name="図 30">
              <a:extLst>
                <a:ext uri="{FF2B5EF4-FFF2-40B4-BE49-F238E27FC236}">
                  <a16:creationId xmlns:a16="http://schemas.microsoft.com/office/drawing/2014/main" id="{034F2BE1-4993-640C-BED7-1B7BC0EBD6F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 bwMode="auto">
            <a:xfrm>
              <a:off x="8515350" y="3082639"/>
              <a:ext cx="379413" cy="4397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025DFDDD-B457-C73B-73DE-81ADED8F612B}"/>
              </a:ext>
            </a:extLst>
          </p:cNvPr>
          <p:cNvGrpSpPr/>
          <p:nvPr/>
        </p:nvGrpSpPr>
        <p:grpSpPr>
          <a:xfrm>
            <a:off x="4237415" y="5011297"/>
            <a:ext cx="1431980" cy="642938"/>
            <a:chOff x="7628200" y="2892100"/>
            <a:chExt cx="1431980" cy="642938"/>
          </a:xfrm>
          <a:solidFill>
            <a:schemeClr val="bg2">
              <a:lumMod val="40000"/>
              <a:lumOff val="60000"/>
            </a:schemeClr>
          </a:solidFill>
        </p:grpSpPr>
        <p:sp>
          <p:nvSpPr>
            <p:cNvPr id="37" name="正方形/長方形 36">
              <a:extLst>
                <a:ext uri="{FF2B5EF4-FFF2-40B4-BE49-F238E27FC236}">
                  <a16:creationId xmlns:a16="http://schemas.microsoft.com/office/drawing/2014/main" id="{FBDA8CC8-4BAC-D585-0DB7-B01A42AC4742}"/>
                </a:ext>
              </a:extLst>
            </p:cNvPr>
            <p:cNvSpPr/>
            <p:nvPr/>
          </p:nvSpPr>
          <p:spPr>
            <a:xfrm>
              <a:off x="7628200" y="2892100"/>
              <a:ext cx="1431980" cy="642938"/>
            </a:xfrm>
            <a:prstGeom prst="rect">
              <a:avLst/>
            </a:prstGeom>
            <a:grpFill/>
            <a:ln w="9525" cap="flat" cmpd="sng" algn="ctr">
              <a:solidFill>
                <a:srgbClr val="C0504D"/>
              </a:solidFill>
              <a:prstDash val="solid"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1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UD デジタル 教科書体 NP-B" panose="02020700000000000000" pitchFamily="18" charset="-128"/>
                  <a:ea typeface="UD デジタル 教科書体 NP-B" panose="02020700000000000000" pitchFamily="18" charset="-128"/>
                  <a:cs typeface="+mn-cs"/>
                </a:rPr>
                <a:t>Ｗ</a:t>
              </a:r>
              <a:r>
                <a:rPr kumimoji="0" lang="en-US" altLang="ja-JP" sz="1100" b="0" i="0" u="none" strike="noStrike" kern="0" cap="none" spc="0" normalizeH="0" baseline="0" noProof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UD デジタル 教科書体 NP-B" panose="02020700000000000000" pitchFamily="18" charset="-128"/>
                  <a:ea typeface="UD デジタル 教科書体 NP-B" panose="02020700000000000000" pitchFamily="18" charset="-128"/>
                  <a:cs typeface="+mn-cs"/>
                </a:rPr>
                <a:t>indows</a:t>
              </a:r>
              <a:endParaRPr kumimoji="0" lang="en-US" altLang="ja-JP" sz="1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1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UD デジタル 教科書体 NP-B" panose="02020700000000000000" pitchFamily="18" charset="-128"/>
                  <a:ea typeface="UD デジタル 教科書体 NP-B" panose="02020700000000000000" pitchFamily="18" charset="-128"/>
                  <a:cs typeface="+mn-cs"/>
                </a:rPr>
                <a:t>レジ</a:t>
              </a:r>
              <a:endParaRPr kumimoji="0" lang="en-US" altLang="ja-JP" sz="1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endParaRPr>
            </a:p>
          </p:txBody>
        </p:sp>
        <p:pic>
          <p:nvPicPr>
            <p:cNvPr id="38" name="図 37">
              <a:extLst>
                <a:ext uri="{FF2B5EF4-FFF2-40B4-BE49-F238E27FC236}">
                  <a16:creationId xmlns:a16="http://schemas.microsoft.com/office/drawing/2014/main" id="{064DBE07-AC87-AE41-BEC8-98CB92367C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 bwMode="auto">
            <a:xfrm>
              <a:off x="8515350" y="3082639"/>
              <a:ext cx="379413" cy="439738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</p:pic>
      </p:grpSp>
      <p:sp>
        <p:nvSpPr>
          <p:cNvPr id="39" name="フローチャート : 磁気ディスク 6">
            <a:extLst>
              <a:ext uri="{FF2B5EF4-FFF2-40B4-BE49-F238E27FC236}">
                <a16:creationId xmlns:a16="http://schemas.microsoft.com/office/drawing/2014/main" id="{0A15E7E2-56A8-603A-3A60-52CDA4CEF44D}"/>
              </a:ext>
            </a:extLst>
          </p:cNvPr>
          <p:cNvSpPr/>
          <p:nvPr/>
        </p:nvSpPr>
        <p:spPr>
          <a:xfrm>
            <a:off x="1922194" y="1416362"/>
            <a:ext cx="551964" cy="428625"/>
          </a:xfrm>
          <a:prstGeom prst="flowChartMagneticDisk">
            <a:avLst/>
          </a:prstGeom>
          <a:solidFill>
            <a:srgbClr val="C0504D">
              <a:lumMod val="40000"/>
              <a:lumOff val="60000"/>
            </a:srgbClr>
          </a:soli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0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JhengHei"/>
              <a:ea typeface="Meiryo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マスタ</a:t>
            </a:r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26BA1866-9545-D266-FEC9-97B558A48C52}"/>
              </a:ext>
            </a:extLst>
          </p:cNvPr>
          <p:cNvCxnSpPr>
            <a:cxnSpLocks/>
            <a:stCxn id="8" idx="3"/>
            <a:endCxn id="14" idx="1"/>
          </p:cNvCxnSpPr>
          <p:nvPr/>
        </p:nvCxnSpPr>
        <p:spPr>
          <a:xfrm>
            <a:off x="6265304" y="1877185"/>
            <a:ext cx="2361133" cy="0"/>
          </a:xfrm>
          <a:prstGeom prst="straightConnector1">
            <a:avLst/>
          </a:prstGeom>
          <a:ln w="63500">
            <a:solidFill>
              <a:schemeClr val="accent3">
                <a:lumMod val="40000"/>
                <a:lumOff val="6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フローチャート : 磁気ディスク 6">
            <a:extLst>
              <a:ext uri="{FF2B5EF4-FFF2-40B4-BE49-F238E27FC236}">
                <a16:creationId xmlns:a16="http://schemas.microsoft.com/office/drawing/2014/main" id="{4D622DCE-1513-4D5F-B823-DD4B191C9E78}"/>
              </a:ext>
            </a:extLst>
          </p:cNvPr>
          <p:cNvSpPr/>
          <p:nvPr/>
        </p:nvSpPr>
        <p:spPr>
          <a:xfrm>
            <a:off x="9093100" y="1467853"/>
            <a:ext cx="551964" cy="428625"/>
          </a:xfrm>
          <a:prstGeom prst="flowChartMagneticDisk">
            <a:avLst/>
          </a:prstGeom>
          <a:solidFill>
            <a:srgbClr val="C0504D">
              <a:lumMod val="40000"/>
              <a:lumOff val="60000"/>
            </a:srgbClr>
          </a:soli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0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JhengHei"/>
              <a:ea typeface="Meiryo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マスタ</a:t>
            </a:r>
          </a:p>
        </p:txBody>
      </p:sp>
      <p:sp>
        <p:nvSpPr>
          <p:cNvPr id="49" name="フローチャート : 磁気ディスク 6">
            <a:extLst>
              <a:ext uri="{FF2B5EF4-FFF2-40B4-BE49-F238E27FC236}">
                <a16:creationId xmlns:a16="http://schemas.microsoft.com/office/drawing/2014/main" id="{7D323823-48FB-EC03-09BB-25CFD2CD8A05}"/>
              </a:ext>
            </a:extLst>
          </p:cNvPr>
          <p:cNvSpPr/>
          <p:nvPr/>
        </p:nvSpPr>
        <p:spPr>
          <a:xfrm>
            <a:off x="4201060" y="2014077"/>
            <a:ext cx="551964" cy="428625"/>
          </a:xfrm>
          <a:prstGeom prst="flowChartMagneticDisk">
            <a:avLst/>
          </a:prstGeom>
          <a:solidFill>
            <a:srgbClr val="C0504D">
              <a:lumMod val="40000"/>
              <a:lumOff val="60000"/>
            </a:srgbClr>
          </a:soli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0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JhengHei"/>
              <a:ea typeface="Meiryo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kern="0">
                <a:solidFill>
                  <a:prstClr val="black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実績</a:t>
            </a:r>
            <a:endParaRPr kumimoji="0" lang="ja-JP" altLang="en-US" sz="9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50" name="フローチャート : 磁気ディスク 6">
            <a:extLst>
              <a:ext uri="{FF2B5EF4-FFF2-40B4-BE49-F238E27FC236}">
                <a16:creationId xmlns:a16="http://schemas.microsoft.com/office/drawing/2014/main" id="{9A689018-AB97-1B1C-7F57-1C6A6C541E72}"/>
              </a:ext>
            </a:extLst>
          </p:cNvPr>
          <p:cNvSpPr/>
          <p:nvPr/>
        </p:nvSpPr>
        <p:spPr>
          <a:xfrm>
            <a:off x="1935865" y="2014077"/>
            <a:ext cx="551964" cy="428625"/>
          </a:xfrm>
          <a:prstGeom prst="flowChartMagneticDisk">
            <a:avLst/>
          </a:prstGeom>
          <a:solidFill>
            <a:srgbClr val="C0504D">
              <a:lumMod val="40000"/>
              <a:lumOff val="60000"/>
            </a:srgbClr>
          </a:soli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0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JhengHei"/>
              <a:ea typeface="Meiryo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kern="0">
                <a:solidFill>
                  <a:prstClr val="black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実績</a:t>
            </a:r>
            <a:endParaRPr kumimoji="0" lang="ja-JP" altLang="en-US" sz="9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56" name="フローチャート : 磁気ディスク 6">
            <a:extLst>
              <a:ext uri="{FF2B5EF4-FFF2-40B4-BE49-F238E27FC236}">
                <a16:creationId xmlns:a16="http://schemas.microsoft.com/office/drawing/2014/main" id="{E8B54034-4C21-668F-A2A4-1948DDFDFE8B}"/>
              </a:ext>
            </a:extLst>
          </p:cNvPr>
          <p:cNvSpPr/>
          <p:nvPr/>
        </p:nvSpPr>
        <p:spPr>
          <a:xfrm>
            <a:off x="5494262" y="2014077"/>
            <a:ext cx="551964" cy="428625"/>
          </a:xfrm>
          <a:prstGeom prst="flowChartMagneticDisk">
            <a:avLst/>
          </a:prstGeom>
          <a:solidFill>
            <a:srgbClr val="C0504D">
              <a:lumMod val="40000"/>
              <a:lumOff val="60000"/>
            </a:srgbClr>
          </a:soli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0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JhengHei"/>
              <a:ea typeface="Meiryo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取引</a:t>
            </a:r>
            <a:endParaRPr kumimoji="0" lang="en-US" altLang="ja-JP" sz="9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ログ</a:t>
            </a:r>
          </a:p>
        </p:txBody>
      </p:sp>
      <p:sp>
        <p:nvSpPr>
          <p:cNvPr id="62" name="フローチャート : 磁気ディスク 6">
            <a:extLst>
              <a:ext uri="{FF2B5EF4-FFF2-40B4-BE49-F238E27FC236}">
                <a16:creationId xmlns:a16="http://schemas.microsoft.com/office/drawing/2014/main" id="{FF98C8D7-917C-2494-E139-5627FD791CC5}"/>
              </a:ext>
            </a:extLst>
          </p:cNvPr>
          <p:cNvSpPr/>
          <p:nvPr/>
        </p:nvSpPr>
        <p:spPr>
          <a:xfrm>
            <a:off x="9093100" y="2014077"/>
            <a:ext cx="551964" cy="428625"/>
          </a:xfrm>
          <a:prstGeom prst="flowChartMagneticDisk">
            <a:avLst/>
          </a:prstGeom>
          <a:solidFill>
            <a:srgbClr val="C0504D">
              <a:lumMod val="40000"/>
              <a:lumOff val="60000"/>
            </a:srgbClr>
          </a:soli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0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JhengHei"/>
              <a:ea typeface="Meiryo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取引</a:t>
            </a:r>
            <a:endParaRPr kumimoji="0" lang="en-US" altLang="ja-JP" sz="9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ログ</a:t>
            </a:r>
          </a:p>
        </p:txBody>
      </p:sp>
      <p:sp>
        <p:nvSpPr>
          <p:cNvPr id="69" name="フローチャート : 磁気ディスク 6">
            <a:extLst>
              <a:ext uri="{FF2B5EF4-FFF2-40B4-BE49-F238E27FC236}">
                <a16:creationId xmlns:a16="http://schemas.microsoft.com/office/drawing/2014/main" id="{FDF47365-1E8E-2892-5E3F-156816636F81}"/>
              </a:ext>
            </a:extLst>
          </p:cNvPr>
          <p:cNvSpPr/>
          <p:nvPr/>
        </p:nvSpPr>
        <p:spPr>
          <a:xfrm>
            <a:off x="5503881" y="1416363"/>
            <a:ext cx="551964" cy="428625"/>
          </a:xfrm>
          <a:prstGeom prst="flowChartMagneticDisk">
            <a:avLst/>
          </a:prstGeom>
          <a:solidFill>
            <a:srgbClr val="C0504D">
              <a:lumMod val="40000"/>
              <a:lumOff val="60000"/>
            </a:srgbClr>
          </a:soli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0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JhengHei"/>
              <a:ea typeface="Meiryo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マスタ</a:t>
            </a:r>
          </a:p>
        </p:txBody>
      </p:sp>
      <p:cxnSp>
        <p:nvCxnSpPr>
          <p:cNvPr id="76" name="直線矢印コネクタ 75">
            <a:extLst>
              <a:ext uri="{FF2B5EF4-FFF2-40B4-BE49-F238E27FC236}">
                <a16:creationId xmlns:a16="http://schemas.microsoft.com/office/drawing/2014/main" id="{7F5CFB39-F987-5913-F8B8-DA4C053D0DC5}"/>
              </a:ext>
            </a:extLst>
          </p:cNvPr>
          <p:cNvCxnSpPr>
            <a:cxnSpLocks/>
          </p:cNvCxnSpPr>
          <p:nvPr/>
        </p:nvCxnSpPr>
        <p:spPr>
          <a:xfrm>
            <a:off x="2571133" y="1871621"/>
            <a:ext cx="1420468" cy="7359"/>
          </a:xfrm>
          <a:prstGeom prst="straightConnector1">
            <a:avLst/>
          </a:prstGeom>
          <a:ln w="63500">
            <a:solidFill>
              <a:schemeClr val="accent3">
                <a:lumMod val="40000"/>
                <a:lumOff val="6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フローチャート : 磁気ディスク 6">
            <a:extLst>
              <a:ext uri="{FF2B5EF4-FFF2-40B4-BE49-F238E27FC236}">
                <a16:creationId xmlns:a16="http://schemas.microsoft.com/office/drawing/2014/main" id="{29D3BE26-E530-BA94-875F-13AFBCA02022}"/>
              </a:ext>
            </a:extLst>
          </p:cNvPr>
          <p:cNvSpPr/>
          <p:nvPr/>
        </p:nvSpPr>
        <p:spPr>
          <a:xfrm>
            <a:off x="4871578" y="4473834"/>
            <a:ext cx="551964" cy="428625"/>
          </a:xfrm>
          <a:prstGeom prst="flowChartMagneticDisk">
            <a:avLst/>
          </a:prstGeom>
          <a:solidFill>
            <a:srgbClr val="C0504D">
              <a:lumMod val="40000"/>
              <a:lumOff val="60000"/>
            </a:srgbClr>
          </a:soli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0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JhengHei"/>
              <a:ea typeface="Meiryo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取引</a:t>
            </a:r>
            <a:endParaRPr kumimoji="0" lang="en-US" altLang="ja-JP" sz="9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ログ</a:t>
            </a:r>
          </a:p>
        </p:txBody>
      </p:sp>
      <p:sp>
        <p:nvSpPr>
          <p:cNvPr id="80" name="フローチャート : 磁気ディスク 6">
            <a:extLst>
              <a:ext uri="{FF2B5EF4-FFF2-40B4-BE49-F238E27FC236}">
                <a16:creationId xmlns:a16="http://schemas.microsoft.com/office/drawing/2014/main" id="{17BB4978-DF97-BFAF-ADBD-663A77E0ED9F}"/>
              </a:ext>
            </a:extLst>
          </p:cNvPr>
          <p:cNvSpPr/>
          <p:nvPr/>
        </p:nvSpPr>
        <p:spPr>
          <a:xfrm>
            <a:off x="4881197" y="3876120"/>
            <a:ext cx="551964" cy="428625"/>
          </a:xfrm>
          <a:prstGeom prst="flowChartMagneticDisk">
            <a:avLst/>
          </a:prstGeom>
          <a:solidFill>
            <a:srgbClr val="C0504D">
              <a:lumMod val="40000"/>
              <a:lumOff val="60000"/>
            </a:srgbClr>
          </a:soli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0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JhengHei"/>
              <a:ea typeface="Meiryo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マスタ</a:t>
            </a:r>
          </a:p>
        </p:txBody>
      </p:sp>
      <p:grpSp>
        <p:nvGrpSpPr>
          <p:cNvPr id="89" name="グループ化 88">
            <a:extLst>
              <a:ext uri="{FF2B5EF4-FFF2-40B4-BE49-F238E27FC236}">
                <a16:creationId xmlns:a16="http://schemas.microsoft.com/office/drawing/2014/main" id="{8A64BA71-AFD2-DD34-2151-FA17780F2B74}"/>
              </a:ext>
            </a:extLst>
          </p:cNvPr>
          <p:cNvGrpSpPr/>
          <p:nvPr/>
        </p:nvGrpSpPr>
        <p:grpSpPr>
          <a:xfrm>
            <a:off x="3232000" y="2515695"/>
            <a:ext cx="825368" cy="627696"/>
            <a:chOff x="7129125" y="2936728"/>
            <a:chExt cx="1431980" cy="642938"/>
          </a:xfrm>
        </p:grpSpPr>
        <p:sp>
          <p:nvSpPr>
            <p:cNvPr id="87" name="正方形/長方形 86">
              <a:extLst>
                <a:ext uri="{FF2B5EF4-FFF2-40B4-BE49-F238E27FC236}">
                  <a16:creationId xmlns:a16="http://schemas.microsoft.com/office/drawing/2014/main" id="{63521C7E-DF3A-90FA-5B50-7004DECBA99D}"/>
                </a:ext>
              </a:extLst>
            </p:cNvPr>
            <p:cNvSpPr/>
            <p:nvPr/>
          </p:nvSpPr>
          <p:spPr>
            <a:xfrm>
              <a:off x="7129125" y="2936728"/>
              <a:ext cx="1431980" cy="642938"/>
            </a:xfrm>
            <a:prstGeom prst="rect">
              <a:avLst/>
            </a:prstGeom>
            <a:solidFill>
              <a:srgbClr val="FFFF00"/>
            </a:solidFill>
            <a:ln w="9525" cap="flat" cmpd="sng" algn="ctr">
              <a:solidFill>
                <a:srgbClr val="C0504D"/>
              </a:solidFill>
              <a:prstDash val="solid"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0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UD デジタル 教科書体 NP-B" panose="02020700000000000000" pitchFamily="18" charset="-128"/>
                  <a:ea typeface="UD デジタル 教科書体 NP-B" panose="02020700000000000000" pitchFamily="18" charset="-128"/>
                </a:rPr>
                <a:t>画面</a:t>
              </a:r>
              <a:endParaRPr kumimoji="0" lang="en-US" altLang="ja-JP" sz="10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endParaRPr>
            </a:p>
          </p:txBody>
        </p:sp>
        <p:pic>
          <p:nvPicPr>
            <p:cNvPr id="88" name="Picture 4" descr="パソコンイラスト｜無料イラスト・フリー素材なら「イラストAC」">
              <a:extLst>
                <a:ext uri="{FF2B5EF4-FFF2-40B4-BE49-F238E27FC236}">
                  <a16:creationId xmlns:a16="http://schemas.microsoft.com/office/drawing/2014/main" id="{60F05CD9-F759-4DE6-12A7-695DBDA4B15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71397" y="3113198"/>
              <a:ext cx="551964" cy="3965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0" name="グループ化 89">
            <a:extLst>
              <a:ext uri="{FF2B5EF4-FFF2-40B4-BE49-F238E27FC236}">
                <a16:creationId xmlns:a16="http://schemas.microsoft.com/office/drawing/2014/main" id="{418EA2D1-B231-8268-B7A1-F6F669757699}"/>
              </a:ext>
            </a:extLst>
          </p:cNvPr>
          <p:cNvGrpSpPr/>
          <p:nvPr/>
        </p:nvGrpSpPr>
        <p:grpSpPr>
          <a:xfrm>
            <a:off x="3260081" y="5007520"/>
            <a:ext cx="825368" cy="642939"/>
            <a:chOff x="7129125" y="2936728"/>
            <a:chExt cx="1431980" cy="642938"/>
          </a:xfrm>
          <a:solidFill>
            <a:schemeClr val="bg2">
              <a:lumMod val="40000"/>
              <a:lumOff val="60000"/>
            </a:schemeClr>
          </a:solidFill>
        </p:grpSpPr>
        <p:sp>
          <p:nvSpPr>
            <p:cNvPr id="91" name="正方形/長方形 90">
              <a:extLst>
                <a:ext uri="{FF2B5EF4-FFF2-40B4-BE49-F238E27FC236}">
                  <a16:creationId xmlns:a16="http://schemas.microsoft.com/office/drawing/2014/main" id="{03880D66-AFED-4C63-1913-355B3433AF67}"/>
                </a:ext>
              </a:extLst>
            </p:cNvPr>
            <p:cNvSpPr/>
            <p:nvPr/>
          </p:nvSpPr>
          <p:spPr>
            <a:xfrm>
              <a:off x="7129125" y="2936728"/>
              <a:ext cx="1431980" cy="642938"/>
            </a:xfrm>
            <a:prstGeom prst="rect">
              <a:avLst/>
            </a:prstGeom>
            <a:grpFill/>
            <a:ln w="9525" cap="flat" cmpd="sng" algn="ctr">
              <a:solidFill>
                <a:srgbClr val="C0504D"/>
              </a:solidFill>
              <a:prstDash val="solid"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0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UD デジタル 教科書体 NP-B" panose="02020700000000000000" pitchFamily="18" charset="-128"/>
                  <a:ea typeface="UD デジタル 教科書体 NP-B" panose="02020700000000000000" pitchFamily="18" charset="-128"/>
                </a:rPr>
                <a:t>画面</a:t>
              </a:r>
              <a:endParaRPr kumimoji="0" lang="en-US" altLang="ja-JP" sz="10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endParaRPr>
            </a:p>
          </p:txBody>
        </p:sp>
        <p:pic>
          <p:nvPicPr>
            <p:cNvPr id="92" name="Picture 4" descr="パソコンイラスト｜無料イラスト・フリー素材なら「イラストAC」">
              <a:extLst>
                <a:ext uri="{FF2B5EF4-FFF2-40B4-BE49-F238E27FC236}">
                  <a16:creationId xmlns:a16="http://schemas.microsoft.com/office/drawing/2014/main" id="{A5DBBDFD-1AC8-B128-D98E-583A3ADC21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71397" y="3113198"/>
              <a:ext cx="551964" cy="396557"/>
            </a:xfrm>
            <a:prstGeom prst="rect">
              <a:avLst/>
            </a:prstGeom>
            <a:grpFill/>
          </p:spPr>
        </p:pic>
      </p:grpSp>
      <p:sp>
        <p:nvSpPr>
          <p:cNvPr id="93" name="正方形/長方形 92">
            <a:extLst>
              <a:ext uri="{FF2B5EF4-FFF2-40B4-BE49-F238E27FC236}">
                <a16:creationId xmlns:a16="http://schemas.microsoft.com/office/drawing/2014/main" id="{338D7219-5F48-8073-1DC4-62082AADCA3E}"/>
              </a:ext>
            </a:extLst>
          </p:cNvPr>
          <p:cNvSpPr/>
          <p:nvPr/>
        </p:nvSpPr>
        <p:spPr>
          <a:xfrm>
            <a:off x="3123720" y="5826616"/>
            <a:ext cx="2922506" cy="244077"/>
          </a:xfrm>
          <a:prstGeom prst="rect">
            <a:avLst/>
          </a:prstGeom>
          <a:solidFill>
            <a:srgbClr val="FFFF00"/>
          </a:solidFill>
          <a:ln w="9525" cap="flat" cmpd="sng" algn="ctr">
            <a:noFill/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1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切替過渡期は新サーバー画面は照会のみ</a:t>
            </a:r>
            <a:endParaRPr kumimoji="0" lang="en-US" altLang="ja-JP" sz="1100" b="1" i="0" u="none" strike="noStrike" kern="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grpSp>
        <p:nvGrpSpPr>
          <p:cNvPr id="1025" name="グループ化 1024">
            <a:extLst>
              <a:ext uri="{FF2B5EF4-FFF2-40B4-BE49-F238E27FC236}">
                <a16:creationId xmlns:a16="http://schemas.microsoft.com/office/drawing/2014/main" id="{7B7B116C-2E23-6B8C-EE9B-7532FDB5C80C}"/>
              </a:ext>
            </a:extLst>
          </p:cNvPr>
          <p:cNvGrpSpPr/>
          <p:nvPr/>
        </p:nvGrpSpPr>
        <p:grpSpPr>
          <a:xfrm>
            <a:off x="5800148" y="2500452"/>
            <a:ext cx="1001100" cy="642939"/>
            <a:chOff x="8724900" y="5045559"/>
            <a:chExt cx="1001100" cy="642939"/>
          </a:xfrm>
          <a:solidFill>
            <a:srgbClr val="FFFF00"/>
          </a:solidFill>
        </p:grpSpPr>
        <p:sp>
          <p:nvSpPr>
            <p:cNvPr id="95" name="正方形/長方形 94">
              <a:extLst>
                <a:ext uri="{FF2B5EF4-FFF2-40B4-BE49-F238E27FC236}">
                  <a16:creationId xmlns:a16="http://schemas.microsoft.com/office/drawing/2014/main" id="{11142558-98C6-4E1C-6A11-EAC32C1A84DA}"/>
                </a:ext>
              </a:extLst>
            </p:cNvPr>
            <p:cNvSpPr/>
            <p:nvPr/>
          </p:nvSpPr>
          <p:spPr>
            <a:xfrm>
              <a:off x="8724900" y="5045559"/>
              <a:ext cx="1001100" cy="642939"/>
            </a:xfrm>
            <a:prstGeom prst="rect">
              <a:avLst/>
            </a:prstGeom>
            <a:grpFill/>
            <a:ln w="9525" cap="flat" cmpd="sng" algn="ctr">
              <a:solidFill>
                <a:srgbClr val="C0504D"/>
              </a:solidFill>
              <a:prstDash val="solid"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ja-JP" sz="1000" kern="0">
                  <a:solidFill>
                    <a:prstClr val="black"/>
                  </a:solidFill>
                  <a:latin typeface="UD デジタル 教科書体 NP-B" panose="02020700000000000000" pitchFamily="18" charset="-128"/>
                  <a:ea typeface="UD デジタル 教科書体 NP-B" panose="02020700000000000000" pitchFamily="18" charset="-128"/>
                </a:rPr>
                <a:t>PDA</a:t>
              </a:r>
              <a:endParaRPr kumimoji="0" lang="en-US" altLang="ja-JP" sz="10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endParaRPr>
            </a:p>
          </p:txBody>
        </p:sp>
        <p:pic>
          <p:nvPicPr>
            <p:cNvPr id="1030" name="Picture 6" descr="82,644件の「Ｐｄａ」の画像、写真素材、3Dオブジェクト ...">
              <a:extLst>
                <a:ext uri="{FF2B5EF4-FFF2-40B4-BE49-F238E27FC236}">
                  <a16:creationId xmlns:a16="http://schemas.microsoft.com/office/drawing/2014/main" id="{12CB8BF3-FDC5-9C09-48A7-40788FCAD4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74036" y="5074370"/>
              <a:ext cx="551964" cy="551964"/>
            </a:xfrm>
            <a:prstGeom prst="rect">
              <a:avLst/>
            </a:prstGeom>
            <a:grpFill/>
          </p:spPr>
        </p:pic>
      </p:grpSp>
      <p:grpSp>
        <p:nvGrpSpPr>
          <p:cNvPr id="1027" name="グループ化 1026">
            <a:extLst>
              <a:ext uri="{FF2B5EF4-FFF2-40B4-BE49-F238E27FC236}">
                <a16:creationId xmlns:a16="http://schemas.microsoft.com/office/drawing/2014/main" id="{11CD9332-B6F4-79DE-4FE8-3B80E3C501C7}"/>
              </a:ext>
            </a:extLst>
          </p:cNvPr>
          <p:cNvGrpSpPr/>
          <p:nvPr/>
        </p:nvGrpSpPr>
        <p:grpSpPr>
          <a:xfrm>
            <a:off x="6912335" y="2500452"/>
            <a:ext cx="825368" cy="627696"/>
            <a:chOff x="7129125" y="2936728"/>
            <a:chExt cx="1431980" cy="642938"/>
          </a:xfrm>
        </p:grpSpPr>
        <p:sp>
          <p:nvSpPr>
            <p:cNvPr id="1029" name="正方形/長方形 1028">
              <a:extLst>
                <a:ext uri="{FF2B5EF4-FFF2-40B4-BE49-F238E27FC236}">
                  <a16:creationId xmlns:a16="http://schemas.microsoft.com/office/drawing/2014/main" id="{FC65C002-2BB0-3BD4-E074-B9116D0B20EC}"/>
                </a:ext>
              </a:extLst>
            </p:cNvPr>
            <p:cNvSpPr/>
            <p:nvPr/>
          </p:nvSpPr>
          <p:spPr>
            <a:xfrm>
              <a:off x="7129125" y="2936728"/>
              <a:ext cx="1431980" cy="642938"/>
            </a:xfrm>
            <a:prstGeom prst="rect">
              <a:avLst/>
            </a:prstGeom>
            <a:solidFill>
              <a:srgbClr val="FFFF00"/>
            </a:solidFill>
            <a:ln w="9525" cap="flat" cmpd="sng" algn="ctr">
              <a:solidFill>
                <a:srgbClr val="C0504D"/>
              </a:solidFill>
              <a:prstDash val="solid"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ja-JP" sz="10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UD デジタル 教科書体 NP-B" panose="02020700000000000000" pitchFamily="18" charset="-128"/>
                  <a:ea typeface="UD デジタル 教科書体 NP-B" panose="02020700000000000000" pitchFamily="18" charset="-128"/>
                </a:rPr>
                <a:t>POP</a:t>
              </a:r>
            </a:p>
          </p:txBody>
        </p:sp>
        <p:pic>
          <p:nvPicPr>
            <p:cNvPr id="1031" name="Picture 4" descr="パソコンイラスト｜無料イラスト・フリー素材なら「イラストAC」">
              <a:extLst>
                <a:ext uri="{FF2B5EF4-FFF2-40B4-BE49-F238E27FC236}">
                  <a16:creationId xmlns:a16="http://schemas.microsoft.com/office/drawing/2014/main" id="{84D75316-97E2-AE18-6473-0F69CBDADD8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71397" y="3113198"/>
              <a:ext cx="551964" cy="3965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2" name="グループ化 1031">
            <a:extLst>
              <a:ext uri="{FF2B5EF4-FFF2-40B4-BE49-F238E27FC236}">
                <a16:creationId xmlns:a16="http://schemas.microsoft.com/office/drawing/2014/main" id="{D3E440BF-F212-D900-5D80-4A3840E35911}"/>
              </a:ext>
            </a:extLst>
          </p:cNvPr>
          <p:cNvGrpSpPr/>
          <p:nvPr/>
        </p:nvGrpSpPr>
        <p:grpSpPr>
          <a:xfrm>
            <a:off x="8626436" y="5068678"/>
            <a:ext cx="1676399" cy="642938"/>
            <a:chOff x="7628200" y="2892100"/>
            <a:chExt cx="1431980" cy="642938"/>
          </a:xfrm>
          <a:solidFill>
            <a:schemeClr val="bg2">
              <a:lumMod val="40000"/>
              <a:lumOff val="60000"/>
            </a:schemeClr>
          </a:solidFill>
        </p:grpSpPr>
        <p:sp>
          <p:nvSpPr>
            <p:cNvPr id="1033" name="正方形/長方形 1032">
              <a:extLst>
                <a:ext uri="{FF2B5EF4-FFF2-40B4-BE49-F238E27FC236}">
                  <a16:creationId xmlns:a16="http://schemas.microsoft.com/office/drawing/2014/main" id="{54548E81-7E95-2FED-4380-6B8E94E53FA9}"/>
                </a:ext>
              </a:extLst>
            </p:cNvPr>
            <p:cNvSpPr/>
            <p:nvPr/>
          </p:nvSpPr>
          <p:spPr>
            <a:xfrm>
              <a:off x="7628200" y="2892100"/>
              <a:ext cx="1431980" cy="642938"/>
            </a:xfrm>
            <a:prstGeom prst="rect">
              <a:avLst/>
            </a:prstGeom>
            <a:grpFill/>
            <a:ln w="9525" cap="flat" cmpd="sng" algn="ctr">
              <a:solidFill>
                <a:srgbClr val="C0504D"/>
              </a:solidFill>
              <a:prstDash val="solid"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100" kern="0">
                  <a:solidFill>
                    <a:prstClr val="black"/>
                  </a:solidFill>
                  <a:latin typeface="UD デジタル 教科書体 NP-B" panose="02020700000000000000" pitchFamily="18" charset="-128"/>
                  <a:ea typeface="UD デジタル 教科書体 NP-B" panose="02020700000000000000" pitchFamily="18" charset="-128"/>
                </a:rPr>
                <a:t>アンドロイド</a:t>
              </a:r>
              <a:endParaRPr kumimoji="0" lang="en-US" altLang="ja-JP" sz="1100" kern="0">
                <a:solidFill>
                  <a:prstClr val="black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1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UD デジタル 教科書体 NP-B" panose="02020700000000000000" pitchFamily="18" charset="-128"/>
                  <a:ea typeface="UD デジタル 教科書体 NP-B" panose="02020700000000000000" pitchFamily="18" charset="-128"/>
                  <a:cs typeface="+mn-cs"/>
                </a:rPr>
                <a:t>レジ</a:t>
              </a:r>
              <a:endParaRPr kumimoji="0" lang="en-US" altLang="ja-JP" sz="1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endParaRPr>
            </a:p>
          </p:txBody>
        </p:sp>
        <p:pic>
          <p:nvPicPr>
            <p:cNvPr id="1034" name="図 1033">
              <a:extLst>
                <a:ext uri="{FF2B5EF4-FFF2-40B4-BE49-F238E27FC236}">
                  <a16:creationId xmlns:a16="http://schemas.microsoft.com/office/drawing/2014/main" id="{F64AF950-19DD-DDD6-7089-803F3F9A6C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 bwMode="auto">
            <a:xfrm>
              <a:off x="8515350" y="3082639"/>
              <a:ext cx="379413" cy="439738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</p:pic>
      </p:grpSp>
      <p:cxnSp>
        <p:nvCxnSpPr>
          <p:cNvPr id="1035" name="直線矢印コネクタ 1034">
            <a:extLst>
              <a:ext uri="{FF2B5EF4-FFF2-40B4-BE49-F238E27FC236}">
                <a16:creationId xmlns:a16="http://schemas.microsoft.com/office/drawing/2014/main" id="{8068AA01-C4FD-D163-8C37-33FA45777CA6}"/>
              </a:ext>
            </a:extLst>
          </p:cNvPr>
          <p:cNvCxnSpPr>
            <a:cxnSpLocks/>
            <a:stCxn id="1033" idx="0"/>
            <a:endCxn id="14" idx="2"/>
          </p:cNvCxnSpPr>
          <p:nvPr/>
        </p:nvCxnSpPr>
        <p:spPr>
          <a:xfrm flipV="1">
            <a:off x="9464636" y="2738450"/>
            <a:ext cx="1" cy="2330228"/>
          </a:xfrm>
          <a:prstGeom prst="straightConnector1">
            <a:avLst/>
          </a:prstGeom>
          <a:ln w="63500">
            <a:solidFill>
              <a:schemeClr val="accent3">
                <a:lumMod val="40000"/>
                <a:lumOff val="6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8" name="正方形/長方形 1037">
            <a:extLst>
              <a:ext uri="{FF2B5EF4-FFF2-40B4-BE49-F238E27FC236}">
                <a16:creationId xmlns:a16="http://schemas.microsoft.com/office/drawing/2014/main" id="{4DE83CFF-C27E-ABF4-0386-839AF122BE76}"/>
              </a:ext>
            </a:extLst>
          </p:cNvPr>
          <p:cNvSpPr/>
          <p:nvPr/>
        </p:nvSpPr>
        <p:spPr>
          <a:xfrm>
            <a:off x="6375773" y="3441251"/>
            <a:ext cx="2972413" cy="650812"/>
          </a:xfrm>
          <a:prstGeom prst="rect">
            <a:avLst/>
          </a:prstGeom>
          <a:solidFill>
            <a:srgbClr val="FFFF00"/>
          </a:solidFill>
          <a:ln w="9525" cap="flat" cmpd="sng" algn="ctr">
            <a:solidFill>
              <a:srgbClr val="FFFF00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000" b="1" i="0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＜課題＞</a:t>
            </a:r>
            <a:endParaRPr kumimoji="0" lang="en-US" altLang="ja-JP" sz="1000" b="1" i="0" u="none" strike="noStrike" kern="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000" b="1" kern="0">
                <a:solidFill>
                  <a:srgbClr val="FF0000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・連携マスタ：</a:t>
            </a:r>
            <a:r>
              <a:rPr kumimoji="0" lang="en-US" altLang="ja-JP" sz="1000" b="1" i="0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S&amp;G</a:t>
            </a:r>
            <a:r>
              <a:rPr kumimoji="0" lang="ja-JP" altLang="en-US" sz="1000" b="1" i="0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サーバー　 ⇒ 　新サーバー</a:t>
            </a:r>
            <a:endParaRPr kumimoji="0" lang="en-US" altLang="ja-JP" sz="1000" b="1" kern="0">
              <a:solidFill>
                <a:srgbClr val="FF0000"/>
              </a:solidFill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000" b="1" i="0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・連携ログ　 ：新サーバー　⇒　</a:t>
            </a:r>
            <a:r>
              <a:rPr kumimoji="0" lang="en-US" altLang="ja-JP" sz="1000" b="1" i="0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 S&amp;G</a:t>
            </a:r>
            <a:r>
              <a:rPr kumimoji="0" lang="ja-JP" altLang="en-US" sz="1000" b="1" i="0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サーバー　 </a:t>
            </a:r>
            <a:endParaRPr kumimoji="0" lang="en-US" altLang="ja-JP" sz="1000" b="1" i="0" u="none" strike="noStrike" kern="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AE85E1-B517-CE76-5C9E-09F55F2186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34C08F0D-0CAE-4BBB-BAFB-93C2A21EDA29}" type="slidenum">
              <a:rPr lang="en-US" altLang="ja-JP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304810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4BB3E7CF-52E3-B80A-3E04-EF0B61CA1156}"/>
              </a:ext>
            </a:extLst>
          </p:cNvPr>
          <p:cNvSpPr/>
          <p:nvPr/>
        </p:nvSpPr>
        <p:spPr>
          <a:xfrm>
            <a:off x="151636" y="134128"/>
            <a:ext cx="4450844" cy="452407"/>
          </a:xfrm>
          <a:prstGeom prst="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新サーバ（</a:t>
            </a:r>
            <a:r>
              <a:rPr kumimoji="1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windows</a:t>
            </a: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レジ設置時）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41BEAF94-864A-E275-039F-A6E0899C9ED6}"/>
              </a:ext>
            </a:extLst>
          </p:cNvPr>
          <p:cNvSpPr/>
          <p:nvPr/>
        </p:nvSpPr>
        <p:spPr>
          <a:xfrm>
            <a:off x="3520516" y="749888"/>
            <a:ext cx="5038811" cy="472161"/>
          </a:xfrm>
          <a:prstGeom prst="round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新センターサーバ</a:t>
            </a:r>
            <a:endParaRPr kumimoji="1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22E6E77A-7130-0E14-F415-FB0C9CA6980B}"/>
              </a:ext>
            </a:extLst>
          </p:cNvPr>
          <p:cNvSpPr/>
          <p:nvPr/>
        </p:nvSpPr>
        <p:spPr>
          <a:xfrm>
            <a:off x="945866" y="749888"/>
            <a:ext cx="1664562" cy="472161"/>
          </a:xfrm>
          <a:prstGeom prst="round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基幹システム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OC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26" name="フローチャート: 磁気ディスク 25">
            <a:extLst>
              <a:ext uri="{FF2B5EF4-FFF2-40B4-BE49-F238E27FC236}">
                <a16:creationId xmlns:a16="http://schemas.microsoft.com/office/drawing/2014/main" id="{CEA933A6-174F-4062-F198-99581CC27E51}"/>
              </a:ext>
            </a:extLst>
          </p:cNvPr>
          <p:cNvSpPr/>
          <p:nvPr/>
        </p:nvSpPr>
        <p:spPr>
          <a:xfrm>
            <a:off x="1478651" y="1514001"/>
            <a:ext cx="624012" cy="625403"/>
          </a:xfrm>
          <a:prstGeom prst="flowChartMagneticDisk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800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切替店</a:t>
            </a:r>
            <a:endParaRPr lang="en-US" altLang="ja-JP" sz="800">
              <a:solidFill>
                <a:prstClr val="black"/>
              </a:solidFill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800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全件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マスタ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27" name="フローチャート: 磁気ディスク 26">
            <a:extLst>
              <a:ext uri="{FF2B5EF4-FFF2-40B4-BE49-F238E27FC236}">
                <a16:creationId xmlns:a16="http://schemas.microsoft.com/office/drawing/2014/main" id="{E0A9251D-9611-B079-B0B4-63B9F8CC14C0}"/>
              </a:ext>
            </a:extLst>
          </p:cNvPr>
          <p:cNvSpPr/>
          <p:nvPr/>
        </p:nvSpPr>
        <p:spPr>
          <a:xfrm>
            <a:off x="3520517" y="1514001"/>
            <a:ext cx="624012" cy="625403"/>
          </a:xfrm>
          <a:prstGeom prst="flowChartMagneticDisk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切替店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800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マスタ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754FD5B6-804F-8068-97FF-8252D5EDBBEA}"/>
              </a:ext>
            </a:extLst>
          </p:cNvPr>
          <p:cNvCxnSpPr>
            <a:cxnSpLocks/>
            <a:stCxn id="26" idx="4"/>
            <a:endCxn id="27" idx="2"/>
          </p:cNvCxnSpPr>
          <p:nvPr/>
        </p:nvCxnSpPr>
        <p:spPr>
          <a:xfrm>
            <a:off x="2102663" y="1826703"/>
            <a:ext cx="14178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正方形/長方形 236">
            <a:extLst>
              <a:ext uri="{FF2B5EF4-FFF2-40B4-BE49-F238E27FC236}">
                <a16:creationId xmlns:a16="http://schemas.microsoft.com/office/drawing/2014/main" id="{300363DB-1135-3943-7B77-52A46E9BB13D}"/>
              </a:ext>
            </a:extLst>
          </p:cNvPr>
          <p:cNvSpPr/>
          <p:nvPr/>
        </p:nvSpPr>
        <p:spPr>
          <a:xfrm>
            <a:off x="2012025" y="2778115"/>
            <a:ext cx="624012" cy="24407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7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entury Gothic" panose="020F0302020204030204"/>
                <a:ea typeface="メイリオ" panose="020B0604030504040204" pitchFamily="50" charset="-128"/>
                <a:cs typeface="+mn-cs"/>
              </a:rPr>
              <a:t>22:30</a:t>
            </a:r>
            <a:endParaRPr kumimoji="1" lang="ja-JP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0DA41D33-2BFB-A2A3-CF75-2772C474DD28}"/>
              </a:ext>
            </a:extLst>
          </p:cNvPr>
          <p:cNvSpPr/>
          <p:nvPr/>
        </p:nvSpPr>
        <p:spPr>
          <a:xfrm>
            <a:off x="9469415" y="749888"/>
            <a:ext cx="1664562" cy="472161"/>
          </a:xfrm>
          <a:prstGeom prst="round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富士通サーバー</a:t>
            </a:r>
            <a:endParaRPr kumimoji="1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6" name="フローチャート: 磁気ディスク 5">
            <a:extLst>
              <a:ext uri="{FF2B5EF4-FFF2-40B4-BE49-F238E27FC236}">
                <a16:creationId xmlns:a16="http://schemas.microsoft.com/office/drawing/2014/main" id="{D9575F36-B6B3-3F38-D921-20B3E1148B27}"/>
              </a:ext>
            </a:extLst>
          </p:cNvPr>
          <p:cNvSpPr/>
          <p:nvPr/>
        </p:nvSpPr>
        <p:spPr>
          <a:xfrm>
            <a:off x="6490025" y="1513999"/>
            <a:ext cx="624012" cy="625403"/>
          </a:xfrm>
          <a:prstGeom prst="flowChartMagneticDisk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店別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マスタ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23" name="フローチャート: 定義済み処理 22">
            <a:extLst>
              <a:ext uri="{FF2B5EF4-FFF2-40B4-BE49-F238E27FC236}">
                <a16:creationId xmlns:a16="http://schemas.microsoft.com/office/drawing/2014/main" id="{1E6C7DC2-43C3-288F-9691-E8ED7BDB7F3B}"/>
              </a:ext>
            </a:extLst>
          </p:cNvPr>
          <p:cNvSpPr/>
          <p:nvPr/>
        </p:nvSpPr>
        <p:spPr>
          <a:xfrm>
            <a:off x="4404579" y="1513999"/>
            <a:ext cx="1825396" cy="625403"/>
          </a:xfrm>
          <a:prstGeom prst="flowChartPredefinedProcess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entury Gothic" panose="020F0302020204030204"/>
                <a:ea typeface="メイリオ" panose="020B0604030504040204" pitchFamily="50" charset="-128"/>
                <a:cs typeface="+mn-cs"/>
              </a:rPr>
              <a:t>サーバーマスタ取込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</p:txBody>
      </p: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2AF8E5E1-1B36-45C9-0F09-ECA33C32222B}"/>
              </a:ext>
            </a:extLst>
          </p:cNvPr>
          <p:cNvCxnSpPr>
            <a:cxnSpLocks/>
            <a:stCxn id="27" idx="4"/>
            <a:endCxn id="23" idx="1"/>
          </p:cNvCxnSpPr>
          <p:nvPr/>
        </p:nvCxnSpPr>
        <p:spPr>
          <a:xfrm flipV="1">
            <a:off x="4144529" y="1826701"/>
            <a:ext cx="260050" cy="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直線矢印コネクタ 227">
            <a:extLst>
              <a:ext uri="{FF2B5EF4-FFF2-40B4-BE49-F238E27FC236}">
                <a16:creationId xmlns:a16="http://schemas.microsoft.com/office/drawing/2014/main" id="{717F4624-C439-11EA-6A60-DE7AD78158B7}"/>
              </a:ext>
            </a:extLst>
          </p:cNvPr>
          <p:cNvCxnSpPr>
            <a:cxnSpLocks/>
            <a:stCxn id="23" idx="3"/>
            <a:endCxn id="6" idx="2"/>
          </p:cNvCxnSpPr>
          <p:nvPr/>
        </p:nvCxnSpPr>
        <p:spPr>
          <a:xfrm>
            <a:off x="6229975" y="1826701"/>
            <a:ext cx="26005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D6EBE28-EE43-40EC-0FC8-4849459C208F}"/>
              </a:ext>
            </a:extLst>
          </p:cNvPr>
          <p:cNvSpPr/>
          <p:nvPr/>
        </p:nvSpPr>
        <p:spPr>
          <a:xfrm>
            <a:off x="2090283" y="1779149"/>
            <a:ext cx="900538" cy="62540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＜切替店全件マスタ＞</a:t>
            </a:r>
            <a:endParaRPr kumimoji="1" lang="en-US" altLang="ja-JP" sz="6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商品マスタ　</a:t>
            </a:r>
            <a:endParaRPr kumimoji="1" lang="en-US" altLang="ja-JP" sz="6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P001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6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プロモーション</a:t>
            </a:r>
            <a:endParaRPr lang="en-US" altLang="ja-JP" sz="600" b="1">
              <a:solidFill>
                <a:prstClr val="black"/>
              </a:solidFill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階層マスタ</a:t>
            </a:r>
            <a:endParaRPr kumimoji="1" lang="en-US" altLang="ja-JP" sz="6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10" name="フローチャート: 磁気ディスク 9">
            <a:extLst>
              <a:ext uri="{FF2B5EF4-FFF2-40B4-BE49-F238E27FC236}">
                <a16:creationId xmlns:a16="http://schemas.microsoft.com/office/drawing/2014/main" id="{A9B52A24-25D4-7C77-39D8-A569FCB37BB0}"/>
              </a:ext>
            </a:extLst>
          </p:cNvPr>
          <p:cNvSpPr/>
          <p:nvPr/>
        </p:nvSpPr>
        <p:spPr>
          <a:xfrm>
            <a:off x="1478651" y="2784795"/>
            <a:ext cx="624012" cy="625403"/>
          </a:xfrm>
          <a:prstGeom prst="flowChartMagneticDisk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800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全店差分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マスタ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13" name="フローチャート: 磁気ディスク 12">
            <a:extLst>
              <a:ext uri="{FF2B5EF4-FFF2-40B4-BE49-F238E27FC236}">
                <a16:creationId xmlns:a16="http://schemas.microsoft.com/office/drawing/2014/main" id="{3516203C-5784-6785-7738-2941DBF7C7A8}"/>
              </a:ext>
            </a:extLst>
          </p:cNvPr>
          <p:cNvSpPr/>
          <p:nvPr/>
        </p:nvSpPr>
        <p:spPr>
          <a:xfrm>
            <a:off x="3520517" y="2784795"/>
            <a:ext cx="624012" cy="625403"/>
          </a:xfrm>
          <a:prstGeom prst="flowChartMagneticDisk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切替店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800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マスタ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9995DC0A-9F09-DC7F-0A87-D8C185CF09C4}"/>
              </a:ext>
            </a:extLst>
          </p:cNvPr>
          <p:cNvCxnSpPr>
            <a:cxnSpLocks/>
            <a:stCxn id="10" idx="4"/>
            <a:endCxn id="13" idx="2"/>
          </p:cNvCxnSpPr>
          <p:nvPr/>
        </p:nvCxnSpPr>
        <p:spPr>
          <a:xfrm>
            <a:off x="2102663" y="3097497"/>
            <a:ext cx="14178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フローチャート: 磁気ディスク 14">
            <a:extLst>
              <a:ext uri="{FF2B5EF4-FFF2-40B4-BE49-F238E27FC236}">
                <a16:creationId xmlns:a16="http://schemas.microsoft.com/office/drawing/2014/main" id="{0B0CA5A4-10FD-FE53-FD05-AC403E3AE7E3}"/>
              </a:ext>
            </a:extLst>
          </p:cNvPr>
          <p:cNvSpPr/>
          <p:nvPr/>
        </p:nvSpPr>
        <p:spPr>
          <a:xfrm>
            <a:off x="6490025" y="2791475"/>
            <a:ext cx="624012" cy="625403"/>
          </a:xfrm>
          <a:prstGeom prst="flowChartMagneticDisk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店別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マスタ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16" name="フローチャート: 定義済み処理 15">
            <a:extLst>
              <a:ext uri="{FF2B5EF4-FFF2-40B4-BE49-F238E27FC236}">
                <a16:creationId xmlns:a16="http://schemas.microsoft.com/office/drawing/2014/main" id="{71D454D6-CEA7-F623-69DE-1A17C2A23CE5}"/>
              </a:ext>
            </a:extLst>
          </p:cNvPr>
          <p:cNvSpPr/>
          <p:nvPr/>
        </p:nvSpPr>
        <p:spPr>
          <a:xfrm>
            <a:off x="4398483" y="2784793"/>
            <a:ext cx="1831492" cy="625403"/>
          </a:xfrm>
          <a:prstGeom prst="flowChartPredefinedProcess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entury Gothic" panose="020F0302020204030204"/>
                <a:ea typeface="メイリオ" panose="020B0604030504040204" pitchFamily="50" charset="-128"/>
                <a:cs typeface="+mn-cs"/>
              </a:rPr>
              <a:t>サーバーマスタ取込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4577DA3D-792E-0902-21C8-6FD26C132C72}"/>
              </a:ext>
            </a:extLst>
          </p:cNvPr>
          <p:cNvCxnSpPr>
            <a:cxnSpLocks/>
            <a:stCxn id="13" idx="4"/>
            <a:endCxn id="16" idx="1"/>
          </p:cNvCxnSpPr>
          <p:nvPr/>
        </p:nvCxnSpPr>
        <p:spPr>
          <a:xfrm flipV="1">
            <a:off x="4144529" y="3097495"/>
            <a:ext cx="253954" cy="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51BB7432-6936-A74E-04B9-C30ED17741EA}"/>
              </a:ext>
            </a:extLst>
          </p:cNvPr>
          <p:cNvCxnSpPr>
            <a:cxnSpLocks/>
            <a:stCxn id="16" idx="3"/>
            <a:endCxn id="15" idx="2"/>
          </p:cNvCxnSpPr>
          <p:nvPr/>
        </p:nvCxnSpPr>
        <p:spPr>
          <a:xfrm>
            <a:off x="6229975" y="3097495"/>
            <a:ext cx="260050" cy="668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4" name="正方形/長方形 223">
            <a:extLst>
              <a:ext uri="{FF2B5EF4-FFF2-40B4-BE49-F238E27FC236}">
                <a16:creationId xmlns:a16="http://schemas.microsoft.com/office/drawing/2014/main" id="{ED36E680-376F-C1AD-F794-1A3A9CA725CA}"/>
              </a:ext>
            </a:extLst>
          </p:cNvPr>
          <p:cNvSpPr/>
          <p:nvPr/>
        </p:nvSpPr>
        <p:spPr>
          <a:xfrm>
            <a:off x="2092228" y="3019316"/>
            <a:ext cx="900538" cy="62540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＜全店差分マスタ＞</a:t>
            </a:r>
            <a:endParaRPr kumimoji="1" lang="en-US" altLang="ja-JP" sz="6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商品マスタ　</a:t>
            </a:r>
            <a:endParaRPr kumimoji="1" lang="en-US" altLang="ja-JP" sz="6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P001</a:t>
            </a:r>
            <a:r>
              <a:rPr kumimoji="1" lang="ja-JP" altLang="en-US" sz="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　</a:t>
            </a:r>
            <a:r>
              <a:rPr kumimoji="1" lang="en-US" altLang="ja-JP" sz="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P003(</a:t>
            </a:r>
            <a:r>
              <a:rPr kumimoji="1" lang="ja-JP" altLang="en-US" sz="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全件</a:t>
            </a:r>
            <a:r>
              <a:rPr kumimoji="1" lang="en-US" altLang="ja-JP" sz="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6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プロモーション</a:t>
            </a:r>
            <a:endParaRPr lang="en-US" altLang="ja-JP" sz="600" b="1">
              <a:solidFill>
                <a:prstClr val="black"/>
              </a:solidFill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階層マスタ</a:t>
            </a:r>
            <a:endParaRPr kumimoji="1" lang="en-US" altLang="ja-JP" sz="6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cxnSp>
        <p:nvCxnSpPr>
          <p:cNvPr id="225" name="直線コネクタ 224">
            <a:extLst>
              <a:ext uri="{FF2B5EF4-FFF2-40B4-BE49-F238E27FC236}">
                <a16:creationId xmlns:a16="http://schemas.microsoft.com/office/drawing/2014/main" id="{5D74816C-1E0B-7F36-0A62-EF5C0D6BE0A4}"/>
              </a:ext>
            </a:extLst>
          </p:cNvPr>
          <p:cNvCxnSpPr>
            <a:cxnSpLocks/>
          </p:cNvCxnSpPr>
          <p:nvPr/>
        </p:nvCxnSpPr>
        <p:spPr>
          <a:xfrm>
            <a:off x="958730" y="2435517"/>
            <a:ext cx="10162381" cy="0"/>
          </a:xfrm>
          <a:prstGeom prst="line">
            <a:avLst/>
          </a:prstGeom>
          <a:ln>
            <a:solidFill>
              <a:schemeClr val="tx1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正方形/長方形 228">
            <a:extLst>
              <a:ext uri="{FF2B5EF4-FFF2-40B4-BE49-F238E27FC236}">
                <a16:creationId xmlns:a16="http://schemas.microsoft.com/office/drawing/2014/main" id="{4276F9CA-3C50-2BF4-22BD-2FF43064F422}"/>
              </a:ext>
            </a:extLst>
          </p:cNvPr>
          <p:cNvSpPr/>
          <p:nvPr/>
        </p:nvSpPr>
        <p:spPr>
          <a:xfrm>
            <a:off x="924821" y="1301954"/>
            <a:ext cx="1719918" cy="24407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8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切替日</a:t>
            </a:r>
            <a:r>
              <a:rPr lang="en-US" altLang="ja-JP" sz="8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N</a:t>
            </a:r>
            <a:r>
              <a:rPr lang="ja-JP" altLang="en-US" sz="8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日前日中</a:t>
            </a:r>
            <a:r>
              <a:rPr kumimoji="1" lang="ja-JP" altLang="en-US" sz="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にマスタ連携</a:t>
            </a:r>
            <a:endParaRPr lang="en-US" altLang="ja-JP" sz="800" b="1">
              <a:solidFill>
                <a:prstClr val="black"/>
              </a:solidFill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</p:txBody>
      </p:sp>
      <p:sp>
        <p:nvSpPr>
          <p:cNvPr id="230" name="正方形/長方形 229">
            <a:extLst>
              <a:ext uri="{FF2B5EF4-FFF2-40B4-BE49-F238E27FC236}">
                <a16:creationId xmlns:a16="http://schemas.microsoft.com/office/drawing/2014/main" id="{559C71E2-1565-87E6-518F-BECA4B78F749}"/>
              </a:ext>
            </a:extLst>
          </p:cNvPr>
          <p:cNvSpPr/>
          <p:nvPr/>
        </p:nvSpPr>
        <p:spPr>
          <a:xfrm>
            <a:off x="932345" y="2466738"/>
            <a:ext cx="1719918" cy="2440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8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切替日</a:t>
            </a:r>
            <a:r>
              <a:rPr lang="en-US" altLang="ja-JP" sz="8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N</a:t>
            </a:r>
            <a:r>
              <a:rPr lang="ja-JP" altLang="en-US" sz="8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日前夜間より</a:t>
            </a:r>
            <a:r>
              <a:rPr kumimoji="1" lang="ja-JP" altLang="en-US" sz="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マスタ連携</a:t>
            </a:r>
            <a:endParaRPr lang="en-US" altLang="ja-JP" sz="800" b="1">
              <a:solidFill>
                <a:prstClr val="black"/>
              </a:solidFill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</p:txBody>
      </p:sp>
      <p:sp>
        <p:nvSpPr>
          <p:cNvPr id="233" name="正方形/長方形 232">
            <a:extLst>
              <a:ext uri="{FF2B5EF4-FFF2-40B4-BE49-F238E27FC236}">
                <a16:creationId xmlns:a16="http://schemas.microsoft.com/office/drawing/2014/main" id="{86CB5363-C35C-39CD-D48F-86967194B95E}"/>
              </a:ext>
            </a:extLst>
          </p:cNvPr>
          <p:cNvSpPr/>
          <p:nvPr/>
        </p:nvSpPr>
        <p:spPr>
          <a:xfrm>
            <a:off x="2020727" y="1552099"/>
            <a:ext cx="624012" cy="24407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7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entury Gothic" panose="020F0302020204030204"/>
                <a:ea typeface="メイリオ" panose="020B0604030504040204" pitchFamily="50" charset="-128"/>
                <a:cs typeface="+mn-cs"/>
              </a:rPr>
              <a:t>10:</a:t>
            </a:r>
            <a:r>
              <a:rPr lang="en-US" altLang="ja-JP" sz="700" b="1">
                <a:solidFill>
                  <a:prstClr val="black"/>
                </a:solidFill>
                <a:latin typeface="Century Gothic" panose="020F0302020204030204"/>
                <a:ea typeface="メイリオ" panose="020B0604030504040204" pitchFamily="50" charset="-128"/>
              </a:rPr>
              <a:t>0</a:t>
            </a:r>
            <a:r>
              <a:rPr kumimoji="1" lang="en-US" altLang="ja-JP" sz="7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entury Gothic" panose="020F0302020204030204"/>
                <a:ea typeface="メイリオ" panose="020B0604030504040204" pitchFamily="50" charset="-128"/>
                <a:cs typeface="+mn-cs"/>
              </a:rPr>
              <a:t>0</a:t>
            </a:r>
            <a:endParaRPr kumimoji="1" lang="ja-JP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240" name="フローチャート: 磁気ディスク 239">
            <a:extLst>
              <a:ext uri="{FF2B5EF4-FFF2-40B4-BE49-F238E27FC236}">
                <a16:creationId xmlns:a16="http://schemas.microsoft.com/office/drawing/2014/main" id="{AC9B72B6-2551-910C-6A0E-53F7218C015C}"/>
              </a:ext>
            </a:extLst>
          </p:cNvPr>
          <p:cNvSpPr/>
          <p:nvPr/>
        </p:nvSpPr>
        <p:spPr>
          <a:xfrm>
            <a:off x="4690217" y="4071629"/>
            <a:ext cx="624012" cy="652306"/>
          </a:xfrm>
          <a:prstGeom prst="flowChartMagneticDisk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店別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マスタ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241" name="フローチャート: 定義済み処理 240">
            <a:extLst>
              <a:ext uri="{FF2B5EF4-FFF2-40B4-BE49-F238E27FC236}">
                <a16:creationId xmlns:a16="http://schemas.microsoft.com/office/drawing/2014/main" id="{E47F0965-6E8A-D4F5-94A9-4333601D480C}"/>
              </a:ext>
            </a:extLst>
          </p:cNvPr>
          <p:cNvSpPr/>
          <p:nvPr/>
        </p:nvSpPr>
        <p:spPr>
          <a:xfrm>
            <a:off x="5704195" y="4081351"/>
            <a:ext cx="1882140" cy="653673"/>
          </a:xfrm>
          <a:prstGeom prst="flowChartPredefinedProcess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entury Gothic" panose="020F0302020204030204"/>
                <a:ea typeface="メイリオ" panose="020B0604030504040204" pitchFamily="50" charset="-128"/>
                <a:cs typeface="+mn-cs"/>
              </a:rPr>
              <a:t>富士通サーバーマスタ取込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</p:txBody>
      </p:sp>
      <p:cxnSp>
        <p:nvCxnSpPr>
          <p:cNvPr id="243" name="直線矢印コネクタ 242">
            <a:extLst>
              <a:ext uri="{FF2B5EF4-FFF2-40B4-BE49-F238E27FC236}">
                <a16:creationId xmlns:a16="http://schemas.microsoft.com/office/drawing/2014/main" id="{4E8125C5-E981-F0EB-E3A9-E6B8A6203D55}"/>
              </a:ext>
            </a:extLst>
          </p:cNvPr>
          <p:cNvCxnSpPr>
            <a:cxnSpLocks/>
            <a:stCxn id="247" idx="2"/>
            <a:endCxn id="44" idx="4"/>
          </p:cNvCxnSpPr>
          <p:nvPr/>
        </p:nvCxnSpPr>
        <p:spPr>
          <a:xfrm flipH="1" flipV="1">
            <a:off x="8471978" y="4408187"/>
            <a:ext cx="997437" cy="131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4" name="正方形/長方形 243">
            <a:extLst>
              <a:ext uri="{FF2B5EF4-FFF2-40B4-BE49-F238E27FC236}">
                <a16:creationId xmlns:a16="http://schemas.microsoft.com/office/drawing/2014/main" id="{08D99E32-D58C-1D05-8423-13C07E14A0CC}"/>
              </a:ext>
            </a:extLst>
          </p:cNvPr>
          <p:cNvSpPr/>
          <p:nvPr/>
        </p:nvSpPr>
        <p:spPr>
          <a:xfrm>
            <a:off x="8520426" y="4361743"/>
            <a:ext cx="1120723" cy="62540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＜切替店全件マスタ＞</a:t>
            </a:r>
            <a:endParaRPr kumimoji="1" lang="en-US" altLang="ja-JP" sz="6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6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プロモーション</a:t>
            </a:r>
            <a:endParaRPr lang="en-US" altLang="ja-JP" sz="600" b="1">
              <a:solidFill>
                <a:prstClr val="black"/>
              </a:solidFill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6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特売マスタ</a:t>
            </a:r>
            <a:endParaRPr lang="en-US" altLang="ja-JP" sz="600" b="1">
              <a:solidFill>
                <a:prstClr val="black"/>
              </a:solidFill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ミックスマッチ</a:t>
            </a:r>
            <a:endParaRPr kumimoji="1" lang="en-US" altLang="ja-JP" sz="6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6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商品マスタ（売価更新のみ）</a:t>
            </a:r>
            <a:endParaRPr kumimoji="1" lang="en-US" altLang="ja-JP" sz="6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cxnSp>
        <p:nvCxnSpPr>
          <p:cNvPr id="245" name="直線コネクタ 244">
            <a:extLst>
              <a:ext uri="{FF2B5EF4-FFF2-40B4-BE49-F238E27FC236}">
                <a16:creationId xmlns:a16="http://schemas.microsoft.com/office/drawing/2014/main" id="{0DF0EFFC-95DE-A40C-3262-B298749CB488}"/>
              </a:ext>
            </a:extLst>
          </p:cNvPr>
          <p:cNvCxnSpPr>
            <a:cxnSpLocks/>
          </p:cNvCxnSpPr>
          <p:nvPr/>
        </p:nvCxnSpPr>
        <p:spPr>
          <a:xfrm>
            <a:off x="958729" y="3704571"/>
            <a:ext cx="10162381" cy="0"/>
          </a:xfrm>
          <a:prstGeom prst="line">
            <a:avLst/>
          </a:prstGeom>
          <a:ln>
            <a:solidFill>
              <a:schemeClr val="tx1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6" name="正方形/長方形 245">
            <a:extLst>
              <a:ext uri="{FF2B5EF4-FFF2-40B4-BE49-F238E27FC236}">
                <a16:creationId xmlns:a16="http://schemas.microsoft.com/office/drawing/2014/main" id="{E3B698C0-421C-6A7F-F620-02D57A3A94FE}"/>
              </a:ext>
            </a:extLst>
          </p:cNvPr>
          <p:cNvSpPr/>
          <p:nvPr/>
        </p:nvSpPr>
        <p:spPr>
          <a:xfrm>
            <a:off x="932345" y="3704538"/>
            <a:ext cx="1719918" cy="2440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8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切替日</a:t>
            </a:r>
            <a:r>
              <a:rPr kumimoji="1" lang="ja-JP" altLang="en-US" sz="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マスタ連携</a:t>
            </a:r>
            <a:endParaRPr lang="en-US" altLang="ja-JP" sz="800" b="1">
              <a:solidFill>
                <a:prstClr val="black"/>
              </a:solidFill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</p:txBody>
      </p:sp>
      <p:sp>
        <p:nvSpPr>
          <p:cNvPr id="247" name="フローチャート: 磁気ディスク 246">
            <a:extLst>
              <a:ext uri="{FF2B5EF4-FFF2-40B4-BE49-F238E27FC236}">
                <a16:creationId xmlns:a16="http://schemas.microsoft.com/office/drawing/2014/main" id="{7201E1BC-DD70-85C8-2EE6-29A4CB4A529E}"/>
              </a:ext>
            </a:extLst>
          </p:cNvPr>
          <p:cNvSpPr/>
          <p:nvPr/>
        </p:nvSpPr>
        <p:spPr>
          <a:xfrm>
            <a:off x="9469415" y="4071630"/>
            <a:ext cx="624012" cy="699338"/>
          </a:xfrm>
          <a:prstGeom prst="flowChartMagneticDisk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店別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マスタ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cxnSp>
        <p:nvCxnSpPr>
          <p:cNvPr id="253" name="直線矢印コネクタ 252">
            <a:extLst>
              <a:ext uri="{FF2B5EF4-FFF2-40B4-BE49-F238E27FC236}">
                <a16:creationId xmlns:a16="http://schemas.microsoft.com/office/drawing/2014/main" id="{7EEADA73-1C88-C577-91A9-94800DAC0974}"/>
              </a:ext>
            </a:extLst>
          </p:cNvPr>
          <p:cNvCxnSpPr>
            <a:cxnSpLocks/>
            <a:stCxn id="241" idx="1"/>
            <a:endCxn id="240" idx="4"/>
          </p:cNvCxnSpPr>
          <p:nvPr/>
        </p:nvCxnSpPr>
        <p:spPr>
          <a:xfrm flipH="1" flipV="1">
            <a:off x="5314229" y="4397782"/>
            <a:ext cx="389966" cy="1040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フローチャート: 磁気ディスク 43">
            <a:extLst>
              <a:ext uri="{FF2B5EF4-FFF2-40B4-BE49-F238E27FC236}">
                <a16:creationId xmlns:a16="http://schemas.microsoft.com/office/drawing/2014/main" id="{0740C5CA-F957-F75A-2929-FE701138E463}"/>
              </a:ext>
            </a:extLst>
          </p:cNvPr>
          <p:cNvSpPr/>
          <p:nvPr/>
        </p:nvSpPr>
        <p:spPr>
          <a:xfrm>
            <a:off x="7847966" y="4081351"/>
            <a:ext cx="624012" cy="653672"/>
          </a:xfrm>
          <a:prstGeom prst="flowChartMagneticDisk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店別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マスタ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CEEB9B1D-593F-45B1-EA42-6AE81F6DDF07}"/>
              </a:ext>
            </a:extLst>
          </p:cNvPr>
          <p:cNvCxnSpPr>
            <a:cxnSpLocks/>
            <a:stCxn id="44" idx="2"/>
            <a:endCxn id="241" idx="3"/>
          </p:cNvCxnSpPr>
          <p:nvPr/>
        </p:nvCxnSpPr>
        <p:spPr>
          <a:xfrm flipH="1">
            <a:off x="7586335" y="4408187"/>
            <a:ext cx="261631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線コネクタ 79">
            <a:extLst>
              <a:ext uri="{FF2B5EF4-FFF2-40B4-BE49-F238E27FC236}">
                <a16:creationId xmlns:a16="http://schemas.microsoft.com/office/drawing/2014/main" id="{9512983F-D327-5B29-29D1-B148A8700F13}"/>
              </a:ext>
            </a:extLst>
          </p:cNvPr>
          <p:cNvCxnSpPr>
            <a:cxnSpLocks/>
          </p:cNvCxnSpPr>
          <p:nvPr/>
        </p:nvCxnSpPr>
        <p:spPr>
          <a:xfrm>
            <a:off x="932345" y="5080101"/>
            <a:ext cx="10162381" cy="0"/>
          </a:xfrm>
          <a:prstGeom prst="line">
            <a:avLst/>
          </a:prstGeom>
          <a:ln>
            <a:solidFill>
              <a:schemeClr val="tx1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正方形/長方形 80">
            <a:extLst>
              <a:ext uri="{FF2B5EF4-FFF2-40B4-BE49-F238E27FC236}">
                <a16:creationId xmlns:a16="http://schemas.microsoft.com/office/drawing/2014/main" id="{C9735163-3139-9BD9-76D8-B5D781F55FAD}"/>
              </a:ext>
            </a:extLst>
          </p:cNvPr>
          <p:cNvSpPr/>
          <p:nvPr/>
        </p:nvSpPr>
        <p:spPr>
          <a:xfrm>
            <a:off x="932345" y="5124774"/>
            <a:ext cx="2274516" cy="2440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8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切替後</a:t>
            </a:r>
            <a:r>
              <a:rPr kumimoji="1" lang="ja-JP" altLang="en-US" sz="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マスタ連携（前月末日５営業日前分）</a:t>
            </a:r>
            <a:endParaRPr kumimoji="1" lang="en-US" altLang="ja-JP" sz="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r>
              <a:rPr lang="en-US" altLang="ja-JP" sz="8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※</a:t>
            </a:r>
            <a:r>
              <a:rPr lang="ja-JP" altLang="en-US" sz="8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切替日によっては事前処理</a:t>
            </a:r>
            <a:endParaRPr lang="en-US" altLang="ja-JP" sz="800" b="1">
              <a:solidFill>
                <a:prstClr val="black"/>
              </a:solidFill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</p:txBody>
      </p:sp>
      <p:sp>
        <p:nvSpPr>
          <p:cNvPr id="86" name="フローチャート: 磁気ディスク 85">
            <a:extLst>
              <a:ext uri="{FF2B5EF4-FFF2-40B4-BE49-F238E27FC236}">
                <a16:creationId xmlns:a16="http://schemas.microsoft.com/office/drawing/2014/main" id="{3B526034-D07E-34AD-AF54-FC830545B7D3}"/>
              </a:ext>
            </a:extLst>
          </p:cNvPr>
          <p:cNvSpPr/>
          <p:nvPr/>
        </p:nvSpPr>
        <p:spPr>
          <a:xfrm>
            <a:off x="1478651" y="5447159"/>
            <a:ext cx="624012" cy="625403"/>
          </a:xfrm>
          <a:prstGeom prst="flowChartMagneticDisk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800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切替店</a:t>
            </a:r>
            <a:endParaRPr lang="en-US" altLang="ja-JP" sz="800">
              <a:solidFill>
                <a:prstClr val="black"/>
              </a:solidFill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マスタ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87" name="正方形/長方形 86">
            <a:extLst>
              <a:ext uri="{FF2B5EF4-FFF2-40B4-BE49-F238E27FC236}">
                <a16:creationId xmlns:a16="http://schemas.microsoft.com/office/drawing/2014/main" id="{08D1EEE8-90FF-CB7F-1119-09B0FC0451EA}"/>
              </a:ext>
            </a:extLst>
          </p:cNvPr>
          <p:cNvSpPr/>
          <p:nvPr/>
        </p:nvSpPr>
        <p:spPr>
          <a:xfrm>
            <a:off x="1964400" y="5610459"/>
            <a:ext cx="900538" cy="62540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＜切替店＞</a:t>
            </a:r>
            <a:endParaRPr kumimoji="1" lang="en-US" altLang="ja-JP" sz="6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6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予算</a:t>
            </a:r>
            <a:r>
              <a:rPr kumimoji="1" lang="ja-JP" altLang="en-US" sz="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マスタ</a:t>
            </a:r>
            <a:endParaRPr kumimoji="1" lang="en-US" altLang="ja-JP" sz="6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88" name="フローチャート: 磁気ディスク 87">
            <a:extLst>
              <a:ext uri="{FF2B5EF4-FFF2-40B4-BE49-F238E27FC236}">
                <a16:creationId xmlns:a16="http://schemas.microsoft.com/office/drawing/2014/main" id="{C29B4294-09E1-EF50-F618-D3E29C5D0AB5}"/>
              </a:ext>
            </a:extLst>
          </p:cNvPr>
          <p:cNvSpPr/>
          <p:nvPr/>
        </p:nvSpPr>
        <p:spPr>
          <a:xfrm>
            <a:off x="3510617" y="5431642"/>
            <a:ext cx="624012" cy="625403"/>
          </a:xfrm>
          <a:prstGeom prst="flowChartMagneticDisk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切替店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800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マスタ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cxnSp>
        <p:nvCxnSpPr>
          <p:cNvPr id="89" name="直線矢印コネクタ 88">
            <a:extLst>
              <a:ext uri="{FF2B5EF4-FFF2-40B4-BE49-F238E27FC236}">
                <a16:creationId xmlns:a16="http://schemas.microsoft.com/office/drawing/2014/main" id="{B81C05D5-690E-E384-D3C5-2C866E91CDAE}"/>
              </a:ext>
            </a:extLst>
          </p:cNvPr>
          <p:cNvCxnSpPr>
            <a:cxnSpLocks/>
            <a:endCxn id="88" idx="2"/>
          </p:cNvCxnSpPr>
          <p:nvPr/>
        </p:nvCxnSpPr>
        <p:spPr>
          <a:xfrm>
            <a:off x="2092763" y="5744344"/>
            <a:ext cx="14178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フローチャート: 磁気ディスク 89">
            <a:extLst>
              <a:ext uri="{FF2B5EF4-FFF2-40B4-BE49-F238E27FC236}">
                <a16:creationId xmlns:a16="http://schemas.microsoft.com/office/drawing/2014/main" id="{E5D74A48-D2F5-B2D9-91D3-2E54882E2ED2}"/>
              </a:ext>
            </a:extLst>
          </p:cNvPr>
          <p:cNvSpPr/>
          <p:nvPr/>
        </p:nvSpPr>
        <p:spPr>
          <a:xfrm>
            <a:off x="6470225" y="5446194"/>
            <a:ext cx="624012" cy="625403"/>
          </a:xfrm>
          <a:prstGeom prst="flowChartMagneticDisk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店別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マスタ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91" name="フローチャート: 定義済み処理 90">
            <a:extLst>
              <a:ext uri="{FF2B5EF4-FFF2-40B4-BE49-F238E27FC236}">
                <a16:creationId xmlns:a16="http://schemas.microsoft.com/office/drawing/2014/main" id="{47A02F19-67DB-F72C-FC53-71BC0892AD6D}"/>
              </a:ext>
            </a:extLst>
          </p:cNvPr>
          <p:cNvSpPr/>
          <p:nvPr/>
        </p:nvSpPr>
        <p:spPr>
          <a:xfrm>
            <a:off x="4378683" y="5439512"/>
            <a:ext cx="1831492" cy="625403"/>
          </a:xfrm>
          <a:prstGeom prst="flowChartPredefinedProcess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entury Gothic" panose="020F0302020204030204"/>
                <a:ea typeface="メイリオ" panose="020B0604030504040204" pitchFamily="50" charset="-128"/>
                <a:cs typeface="+mn-cs"/>
              </a:rPr>
              <a:t>サーバーマスタ取込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</p:txBody>
      </p:sp>
      <p:cxnSp>
        <p:nvCxnSpPr>
          <p:cNvPr id="92" name="直線矢印コネクタ 91">
            <a:extLst>
              <a:ext uri="{FF2B5EF4-FFF2-40B4-BE49-F238E27FC236}">
                <a16:creationId xmlns:a16="http://schemas.microsoft.com/office/drawing/2014/main" id="{56EFBB92-97EF-DBA0-2236-F28610665614}"/>
              </a:ext>
            </a:extLst>
          </p:cNvPr>
          <p:cNvCxnSpPr>
            <a:cxnSpLocks/>
            <a:endCxn id="91" idx="1"/>
          </p:cNvCxnSpPr>
          <p:nvPr/>
        </p:nvCxnSpPr>
        <p:spPr>
          <a:xfrm flipV="1">
            <a:off x="4124729" y="5752214"/>
            <a:ext cx="253954" cy="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線矢印コネクタ 92">
            <a:extLst>
              <a:ext uri="{FF2B5EF4-FFF2-40B4-BE49-F238E27FC236}">
                <a16:creationId xmlns:a16="http://schemas.microsoft.com/office/drawing/2014/main" id="{C0C339BD-AC16-0E99-9A11-17A207C80A5E}"/>
              </a:ext>
            </a:extLst>
          </p:cNvPr>
          <p:cNvCxnSpPr>
            <a:cxnSpLocks/>
            <a:stCxn id="91" idx="3"/>
            <a:endCxn id="90" idx="2"/>
          </p:cNvCxnSpPr>
          <p:nvPr/>
        </p:nvCxnSpPr>
        <p:spPr>
          <a:xfrm>
            <a:off x="6210175" y="5752214"/>
            <a:ext cx="260050" cy="668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正方形/長方形 255">
            <a:extLst>
              <a:ext uri="{FF2B5EF4-FFF2-40B4-BE49-F238E27FC236}">
                <a16:creationId xmlns:a16="http://schemas.microsoft.com/office/drawing/2014/main" id="{CC42DA51-63D6-25DC-FF8D-1FFCF5E559D3}"/>
              </a:ext>
            </a:extLst>
          </p:cNvPr>
          <p:cNvSpPr/>
          <p:nvPr/>
        </p:nvSpPr>
        <p:spPr>
          <a:xfrm>
            <a:off x="7951765" y="1481528"/>
            <a:ext cx="2911170" cy="813538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9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サーバーマスタ取込内容</a:t>
            </a:r>
            <a:endParaRPr kumimoji="1" lang="en-US" altLang="ja-JP" sz="9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OC</a:t>
            </a:r>
            <a:r>
              <a:rPr kumimoji="1" lang="ja-JP" altLang="en-US" sz="9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連携の切替店全件マスタ取込を行う</a:t>
            </a:r>
            <a:endParaRPr kumimoji="1" lang="en-US" altLang="ja-JP" sz="9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9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※</a:t>
            </a:r>
            <a:r>
              <a:rPr lang="ja-JP" altLang="en-US" sz="9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日中処理可能</a:t>
            </a:r>
            <a:endParaRPr kumimoji="1" lang="en-US" altLang="ja-JP" sz="9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257" name="正方形/長方形 256">
            <a:extLst>
              <a:ext uri="{FF2B5EF4-FFF2-40B4-BE49-F238E27FC236}">
                <a16:creationId xmlns:a16="http://schemas.microsoft.com/office/drawing/2014/main" id="{36FD9172-06C9-0C94-F71D-A4AD6A87EBA4}"/>
              </a:ext>
            </a:extLst>
          </p:cNvPr>
          <p:cNvSpPr/>
          <p:nvPr/>
        </p:nvSpPr>
        <p:spPr>
          <a:xfrm>
            <a:off x="7951765" y="2631738"/>
            <a:ext cx="2911170" cy="813538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9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サーバーマスタ取込内容</a:t>
            </a:r>
            <a:endParaRPr kumimoji="1" lang="en-US" altLang="ja-JP" sz="9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OC</a:t>
            </a:r>
            <a:r>
              <a:rPr kumimoji="1" lang="ja-JP" altLang="en-US" sz="9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連携の全店差分マスタより切替店マスタ取込を行う</a:t>
            </a:r>
            <a:endParaRPr kumimoji="1" lang="en-US" altLang="ja-JP" sz="9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258" name="正方形/長方形 257">
            <a:extLst>
              <a:ext uri="{FF2B5EF4-FFF2-40B4-BE49-F238E27FC236}">
                <a16:creationId xmlns:a16="http://schemas.microsoft.com/office/drawing/2014/main" id="{93D7676F-2817-4AB2-15D7-D07AAF92A2F4}"/>
              </a:ext>
            </a:extLst>
          </p:cNvPr>
          <p:cNvSpPr/>
          <p:nvPr/>
        </p:nvSpPr>
        <p:spPr>
          <a:xfrm>
            <a:off x="998040" y="4078260"/>
            <a:ext cx="3308446" cy="813538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9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富士通サーバーマスタ取込内容：</a:t>
            </a:r>
            <a:r>
              <a:rPr kumimoji="1" lang="ja-JP" altLang="en-US" sz="9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切替店</a:t>
            </a:r>
            <a:endParaRPr kumimoji="1" lang="en-US" altLang="ja-JP" sz="9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9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・</a:t>
            </a:r>
            <a:r>
              <a:rPr kumimoji="1" lang="ja-JP" altLang="en-US" sz="9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全件マスタ取込を行う（プロモーション・特売・ミックスマッチ）</a:t>
            </a:r>
            <a:endParaRPr kumimoji="1" lang="en-US" altLang="ja-JP" sz="9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※</a:t>
            </a:r>
            <a:r>
              <a:rPr kumimoji="1" lang="ja-JP" altLang="en-US" sz="9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全件削除　全件新規登録</a:t>
            </a:r>
            <a:endParaRPr kumimoji="1" lang="en-US" altLang="ja-JP" sz="9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>
              <a:defRPr/>
            </a:pPr>
            <a:r>
              <a:rPr lang="ja-JP" altLang="en-US" sz="9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・定番売価</a:t>
            </a:r>
            <a:r>
              <a:rPr kumimoji="1" lang="ja-JP" altLang="en-US" sz="9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取込を行う（商品マスタ）</a:t>
            </a:r>
            <a:endParaRPr kumimoji="1" lang="en-US" altLang="ja-JP" sz="9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9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※</a:t>
            </a:r>
            <a:r>
              <a:rPr lang="ja-JP" altLang="en-US" sz="9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ヴィンクス社ストコンより富士通サーバー連携時間確認要</a:t>
            </a:r>
            <a:endParaRPr kumimoji="1" lang="en-US" altLang="ja-JP" sz="9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261" name="正方形/長方形 260">
            <a:extLst>
              <a:ext uri="{FF2B5EF4-FFF2-40B4-BE49-F238E27FC236}">
                <a16:creationId xmlns:a16="http://schemas.microsoft.com/office/drawing/2014/main" id="{636CFDC0-0CDA-046E-29BC-DA94E2B7458B}"/>
              </a:ext>
            </a:extLst>
          </p:cNvPr>
          <p:cNvSpPr/>
          <p:nvPr/>
        </p:nvSpPr>
        <p:spPr>
          <a:xfrm>
            <a:off x="7951765" y="5230541"/>
            <a:ext cx="2911170" cy="813538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9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サーバーマスタ取込内容</a:t>
            </a:r>
            <a:endParaRPr kumimoji="1" lang="en-US" altLang="ja-JP" sz="9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9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前月末に受信した予算マスタ取込を行う</a:t>
            </a:r>
            <a:endParaRPr kumimoji="1" lang="en-US" altLang="ja-JP" sz="9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5AF6637-17A0-3E2D-5796-D10BA4722495}"/>
              </a:ext>
            </a:extLst>
          </p:cNvPr>
          <p:cNvSpPr/>
          <p:nvPr/>
        </p:nvSpPr>
        <p:spPr>
          <a:xfrm>
            <a:off x="230264" y="1125132"/>
            <a:ext cx="900538" cy="62540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20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①</a:t>
            </a:r>
            <a:endParaRPr kumimoji="1" lang="en-US" altLang="ja-JP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C479463-C342-7C1E-3036-286852B39027}"/>
              </a:ext>
            </a:extLst>
          </p:cNvPr>
          <p:cNvSpPr/>
          <p:nvPr/>
        </p:nvSpPr>
        <p:spPr>
          <a:xfrm>
            <a:off x="230264" y="2350929"/>
            <a:ext cx="900538" cy="62540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②</a:t>
            </a:r>
            <a:endParaRPr kumimoji="1" lang="en-US" altLang="ja-JP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BCE4F0E-A086-6D3F-C437-94E1D953BE38}"/>
              </a:ext>
            </a:extLst>
          </p:cNvPr>
          <p:cNvSpPr/>
          <p:nvPr/>
        </p:nvSpPr>
        <p:spPr>
          <a:xfrm>
            <a:off x="230264" y="3553116"/>
            <a:ext cx="900538" cy="62540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③</a:t>
            </a:r>
            <a:endParaRPr kumimoji="1" lang="en-US" altLang="ja-JP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74A4AA7-D298-0B04-3851-6A9E8F07851A}"/>
              </a:ext>
            </a:extLst>
          </p:cNvPr>
          <p:cNvSpPr/>
          <p:nvPr/>
        </p:nvSpPr>
        <p:spPr>
          <a:xfrm>
            <a:off x="230264" y="4991370"/>
            <a:ext cx="900538" cy="62540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④</a:t>
            </a:r>
            <a:endParaRPr kumimoji="1" lang="en-US" altLang="ja-JP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9" name="吹き出し: 角を丸めた四角形 8">
            <a:extLst>
              <a:ext uri="{FF2B5EF4-FFF2-40B4-BE49-F238E27FC236}">
                <a16:creationId xmlns:a16="http://schemas.microsoft.com/office/drawing/2014/main" id="{99E73BFE-D1A3-E3B3-813A-E94A94CBCB90}"/>
              </a:ext>
            </a:extLst>
          </p:cNvPr>
          <p:cNvSpPr/>
          <p:nvPr/>
        </p:nvSpPr>
        <p:spPr>
          <a:xfrm>
            <a:off x="10141877" y="3790352"/>
            <a:ext cx="1719918" cy="1030452"/>
          </a:xfrm>
          <a:prstGeom prst="wedgeRoundRectCallout">
            <a:avLst>
              <a:gd name="adj1" fmla="val -56449"/>
              <a:gd name="adj2" fmla="val 37055"/>
              <a:gd name="adj3" fmla="val 16667"/>
            </a:avLst>
          </a:prstGeom>
          <a:solidFill>
            <a:srgbClr val="FFFF00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kumimoji="1" lang="ja-JP" altLang="en-US" sz="800" b="1">
                <a:solidFill>
                  <a:srgbClr val="FF0000"/>
                </a:solidFill>
              </a:rPr>
              <a:t>＜マスタ</a:t>
            </a:r>
            <a:r>
              <a:rPr kumimoji="1" lang="en-US" altLang="ja-JP" sz="800" b="1">
                <a:solidFill>
                  <a:srgbClr val="FF0000"/>
                </a:solidFill>
              </a:rPr>
              <a:t>C</a:t>
            </a:r>
            <a:r>
              <a:rPr kumimoji="1" lang="ja-JP" altLang="en-US" sz="800" b="1">
                <a:solidFill>
                  <a:srgbClr val="FF0000"/>
                </a:solidFill>
              </a:rPr>
              <a:t>ＳＶ出力追加依頼＞</a:t>
            </a:r>
            <a:endParaRPr kumimoji="1" lang="en-US" altLang="ja-JP" sz="800" b="1">
              <a:solidFill>
                <a:srgbClr val="FF0000"/>
              </a:solidFill>
            </a:endParaRPr>
          </a:p>
          <a:p>
            <a:r>
              <a:rPr lang="ja-JP" altLang="en-US" sz="800" b="1">
                <a:solidFill>
                  <a:srgbClr val="FF0000"/>
                </a:solidFill>
              </a:rPr>
              <a:t>特売マスタ（あり）</a:t>
            </a:r>
            <a:endParaRPr lang="en-US" altLang="ja-JP" sz="800" b="1">
              <a:solidFill>
                <a:srgbClr val="FF0000"/>
              </a:solidFill>
            </a:endParaRPr>
          </a:p>
          <a:p>
            <a:r>
              <a:rPr kumimoji="1" lang="ja-JP" altLang="en-US" sz="800" b="1">
                <a:solidFill>
                  <a:srgbClr val="FF0000"/>
                </a:solidFill>
              </a:rPr>
              <a:t>ミックスマッチマスタ</a:t>
            </a:r>
            <a:endParaRPr kumimoji="1" lang="en-US" altLang="ja-JP" sz="800" b="1">
              <a:solidFill>
                <a:srgbClr val="FF0000"/>
              </a:solidFill>
            </a:endParaRPr>
          </a:p>
          <a:p>
            <a:r>
              <a:rPr lang="ja-JP" altLang="en-US" sz="800" b="1">
                <a:solidFill>
                  <a:srgbClr val="FF0000"/>
                </a:solidFill>
              </a:rPr>
              <a:t>プロモーションマスタ</a:t>
            </a:r>
            <a:endParaRPr lang="en-US" altLang="ja-JP" sz="800" b="1">
              <a:solidFill>
                <a:srgbClr val="FF0000"/>
              </a:solidFill>
            </a:endParaRPr>
          </a:p>
          <a:p>
            <a:r>
              <a:rPr kumimoji="1" lang="en-US" altLang="ja-JP" sz="800" b="1">
                <a:solidFill>
                  <a:srgbClr val="FF0000"/>
                </a:solidFill>
              </a:rPr>
              <a:t>※ </a:t>
            </a:r>
            <a:r>
              <a:rPr kumimoji="1" lang="ja-JP" altLang="en-US" sz="800" b="1">
                <a:solidFill>
                  <a:srgbClr val="FF0000"/>
                </a:solidFill>
              </a:rPr>
              <a:t>その他マスタ確認要</a:t>
            </a:r>
            <a:endParaRPr kumimoji="1" lang="en-US" altLang="ja-JP" sz="800" b="1">
              <a:solidFill>
                <a:srgbClr val="FF0000"/>
              </a:solidFill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7CE8C5B-3F1E-1E4A-8607-60A3E870DFC6}"/>
              </a:ext>
            </a:extLst>
          </p:cNvPr>
          <p:cNvSpPr/>
          <p:nvPr/>
        </p:nvSpPr>
        <p:spPr>
          <a:xfrm>
            <a:off x="921956" y="-800729"/>
            <a:ext cx="12065309" cy="5777808"/>
          </a:xfrm>
          <a:prstGeom prst="rect">
            <a:avLst/>
          </a:prstGeom>
          <a:solidFill>
            <a:schemeClr val="accent1">
              <a:lumMod val="40000"/>
              <a:lumOff val="60000"/>
              <a:alpha val="45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コンバートするか富士通サーバーより取得するか検討要</a:t>
            </a:r>
            <a:endParaRPr kumimoji="1" lang="en-US" altLang="ja-JP" sz="28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029077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/>
          <p:cNvSpPr>
            <a:spLocks noGrp="1"/>
          </p:cNvSpPr>
          <p:nvPr>
            <p:ph type="sldNum" sz="quarter" idx="11"/>
          </p:nvPr>
        </p:nvSpPr>
        <p:spPr bwMode="auto">
          <a:xfrm>
            <a:off x="7019925" y="6453188"/>
            <a:ext cx="1981200" cy="2682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ja-JP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kumimoji="0" sz="1200" kern="1200">
                <a:solidFill>
                  <a:schemeClr val="tx1"/>
                </a:solidFill>
                <a:latin typeface="Verdana" pitchFamily="34" charset="0"/>
                <a:ea typeface="ＭＳ Ｐゴシック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Verdana" pitchFamily="34" charset="0"/>
                <a:ea typeface="ＭＳ Ｐゴシック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Verdana" pitchFamily="34" charset="0"/>
                <a:ea typeface="ＭＳ Ｐゴシック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Verdana" pitchFamily="34" charset="0"/>
                <a:ea typeface="ＭＳ Ｐゴシック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Verdana" pitchFamily="34" charset="0"/>
                <a:ea typeface="ＭＳ Ｐゴシック" charset="-128"/>
                <a:cs typeface="+mn-cs"/>
              </a:defRPr>
            </a:lvl5pPr>
            <a:lvl6pPr marL="2286000" algn="l" defTabSz="914400" rtl="0" eaLnBrk="1" latinLnBrk="0" hangingPunct="1">
              <a:defRPr kumimoji="1" kern="1200">
                <a:solidFill>
                  <a:schemeClr val="tx1"/>
                </a:solidFill>
                <a:latin typeface="Verdana" pitchFamily="34" charset="0"/>
                <a:ea typeface="ＭＳ Ｐゴシック" charset="-128"/>
                <a:cs typeface="+mn-cs"/>
              </a:defRPr>
            </a:lvl6pPr>
            <a:lvl7pPr marL="2743200" algn="l" defTabSz="914400" rtl="0" eaLnBrk="1" latinLnBrk="0" hangingPunct="1">
              <a:defRPr kumimoji="1" kern="1200">
                <a:solidFill>
                  <a:schemeClr val="tx1"/>
                </a:solidFill>
                <a:latin typeface="Verdana" pitchFamily="34" charset="0"/>
                <a:ea typeface="ＭＳ Ｐゴシック" charset="-128"/>
                <a:cs typeface="+mn-cs"/>
              </a:defRPr>
            </a:lvl7pPr>
            <a:lvl8pPr marL="3200400" algn="l" defTabSz="914400" rtl="0" eaLnBrk="1" latinLnBrk="0" hangingPunct="1">
              <a:defRPr kumimoji="1" kern="1200">
                <a:solidFill>
                  <a:schemeClr val="tx1"/>
                </a:solidFill>
                <a:latin typeface="Verdana" pitchFamily="34" charset="0"/>
                <a:ea typeface="ＭＳ Ｐゴシック" charset="-128"/>
                <a:cs typeface="+mn-cs"/>
              </a:defRPr>
            </a:lvl8pPr>
            <a:lvl9pPr marL="3657600" algn="l" defTabSz="914400" rtl="0" eaLnBrk="1" latinLnBrk="0" hangingPunct="1">
              <a:defRPr kumimoji="1" kern="1200">
                <a:solidFill>
                  <a:schemeClr val="tx1"/>
                </a:solidFill>
                <a:latin typeface="Verdana" pitchFamily="34" charset="0"/>
                <a:ea typeface="ＭＳ Ｐゴシック" charset="-128"/>
                <a:cs typeface="+mn-cs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3D586B9-E441-4144-B65D-F4D696F7796F}" type="slidenum">
              <a:rPr kumimoji="0" lang="en-US" altLang="ja-JP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itchFamily="34" charset="0"/>
                <a:ea typeface="ＭＳ Ｐゴシック" charset="-128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ja-JP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itchFamily="34" charset="0"/>
              <a:ea typeface="ＭＳ Ｐゴシック" charset="-128"/>
              <a:cs typeface="+mn-cs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08A70FAA-54C0-122E-EADC-B900FFAC2CE4}"/>
              </a:ext>
            </a:extLst>
          </p:cNvPr>
          <p:cNvSpPr/>
          <p:nvPr/>
        </p:nvSpPr>
        <p:spPr>
          <a:xfrm>
            <a:off x="151636" y="134128"/>
            <a:ext cx="2911604" cy="452407"/>
          </a:xfrm>
          <a:prstGeom prst="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新サーバ切替過渡期</a:t>
            </a:r>
            <a:endParaRPr kumimoji="1" lang="en-US" altLang="ja-JP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（</a:t>
            </a:r>
            <a:r>
              <a:rPr lang="ja-JP" altLang="en-US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全</a:t>
            </a: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レジ切替店）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4E846192-004F-B04D-8D3D-9EC8CDCB340F}"/>
              </a:ext>
            </a:extLst>
          </p:cNvPr>
          <p:cNvSpPr/>
          <p:nvPr/>
        </p:nvSpPr>
        <p:spPr>
          <a:xfrm>
            <a:off x="8626437" y="1054505"/>
            <a:ext cx="1676400" cy="16839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E24AC8B-6762-BD4C-B540-5D741192878F}"/>
              </a:ext>
            </a:extLst>
          </p:cNvPr>
          <p:cNvSpPr/>
          <p:nvPr/>
        </p:nvSpPr>
        <p:spPr>
          <a:xfrm>
            <a:off x="8515350" y="1022427"/>
            <a:ext cx="1317373" cy="428625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200" kern="0">
                <a:solidFill>
                  <a:prstClr val="black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メイリオ" pitchFamily="50" charset="-128"/>
              </a:rPr>
              <a:t>S&amp;G</a:t>
            </a:r>
            <a:r>
              <a:rPr kumimoji="0" lang="ja-JP" altLang="en-US" sz="1200" kern="0">
                <a:solidFill>
                  <a:prstClr val="black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メイリオ" pitchFamily="50" charset="-128"/>
              </a:rPr>
              <a:t>サーバー</a:t>
            </a:r>
            <a:endParaRPr kumimoji="0" lang="en-US" altLang="ja-JP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メイリオ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E568CD6-CB40-573B-B760-35B5CFC704D2}"/>
              </a:ext>
            </a:extLst>
          </p:cNvPr>
          <p:cNvSpPr/>
          <p:nvPr/>
        </p:nvSpPr>
        <p:spPr>
          <a:xfrm>
            <a:off x="3998645" y="3479759"/>
            <a:ext cx="2266660" cy="165837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616E84FE-97B8-A644-6333-BFCD359447F9}"/>
              </a:ext>
            </a:extLst>
          </p:cNvPr>
          <p:cNvSpPr/>
          <p:nvPr/>
        </p:nvSpPr>
        <p:spPr>
          <a:xfrm>
            <a:off x="3998644" y="3479759"/>
            <a:ext cx="1781219" cy="511275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>
                <a:solidFill>
                  <a:prstClr val="black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メイリオ" pitchFamily="50" charset="-128"/>
              </a:rPr>
              <a:t>新サーバー</a:t>
            </a:r>
            <a:endParaRPr kumimoji="0" lang="en-US" altLang="ja-JP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メイリオ" pitchFamily="50" charset="-128"/>
            </a:endParaRPr>
          </a:p>
        </p:txBody>
      </p:sp>
      <p:cxnSp>
        <p:nvCxnSpPr>
          <p:cNvPr id="22" name="コネクタ: カギ線 21">
            <a:extLst>
              <a:ext uri="{FF2B5EF4-FFF2-40B4-BE49-F238E27FC236}">
                <a16:creationId xmlns:a16="http://schemas.microsoft.com/office/drawing/2014/main" id="{E605BCC6-A1B0-799E-0FA0-10B987C12E33}"/>
              </a:ext>
            </a:extLst>
          </p:cNvPr>
          <p:cNvCxnSpPr>
            <a:cxnSpLocks/>
            <a:stCxn id="7" idx="3"/>
            <a:endCxn id="14" idx="2"/>
          </p:cNvCxnSpPr>
          <p:nvPr/>
        </p:nvCxnSpPr>
        <p:spPr>
          <a:xfrm flipV="1">
            <a:off x="6265305" y="2738450"/>
            <a:ext cx="3199332" cy="1570497"/>
          </a:xfrm>
          <a:prstGeom prst="bentConnector2">
            <a:avLst/>
          </a:prstGeom>
          <a:ln w="63500">
            <a:solidFill>
              <a:schemeClr val="accent3">
                <a:lumMod val="60000"/>
                <a:lumOff val="40000"/>
              </a:schemeClr>
            </a:solidFill>
            <a:headEnd type="triangl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025DFDDD-B457-C73B-73DE-81ADED8F612B}"/>
              </a:ext>
            </a:extLst>
          </p:cNvPr>
          <p:cNvGrpSpPr/>
          <p:nvPr/>
        </p:nvGrpSpPr>
        <p:grpSpPr>
          <a:xfrm>
            <a:off x="4237415" y="5011297"/>
            <a:ext cx="1431980" cy="642938"/>
            <a:chOff x="7628200" y="2892100"/>
            <a:chExt cx="1431980" cy="642938"/>
          </a:xfrm>
          <a:solidFill>
            <a:schemeClr val="bg2">
              <a:lumMod val="40000"/>
              <a:lumOff val="60000"/>
            </a:schemeClr>
          </a:solidFill>
        </p:grpSpPr>
        <p:sp>
          <p:nvSpPr>
            <p:cNvPr id="37" name="正方形/長方形 36">
              <a:extLst>
                <a:ext uri="{FF2B5EF4-FFF2-40B4-BE49-F238E27FC236}">
                  <a16:creationId xmlns:a16="http://schemas.microsoft.com/office/drawing/2014/main" id="{FBDA8CC8-4BAC-D585-0DB7-B01A42AC4742}"/>
                </a:ext>
              </a:extLst>
            </p:cNvPr>
            <p:cNvSpPr/>
            <p:nvPr/>
          </p:nvSpPr>
          <p:spPr>
            <a:xfrm>
              <a:off x="7628200" y="2892100"/>
              <a:ext cx="1431980" cy="642938"/>
            </a:xfrm>
            <a:prstGeom prst="rect">
              <a:avLst/>
            </a:prstGeom>
            <a:grpFill/>
            <a:ln w="9525" cap="flat" cmpd="sng" algn="ctr">
              <a:solidFill>
                <a:srgbClr val="C0504D"/>
              </a:solidFill>
              <a:prstDash val="solid"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1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UD デジタル 教科書体 NP-B" panose="02020700000000000000" pitchFamily="18" charset="-128"/>
                  <a:ea typeface="UD デジタル 教科書体 NP-B" panose="02020700000000000000" pitchFamily="18" charset="-128"/>
                  <a:cs typeface="+mn-cs"/>
                </a:rPr>
                <a:t>Ｗ</a:t>
              </a:r>
              <a:r>
                <a:rPr kumimoji="0" lang="en-US" altLang="ja-JP" sz="1100" b="0" i="0" u="none" strike="noStrike" kern="0" cap="none" spc="0" normalizeH="0" baseline="0" noProof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UD デジタル 教科書体 NP-B" panose="02020700000000000000" pitchFamily="18" charset="-128"/>
                  <a:ea typeface="UD デジタル 教科書体 NP-B" panose="02020700000000000000" pitchFamily="18" charset="-128"/>
                  <a:cs typeface="+mn-cs"/>
                </a:rPr>
                <a:t>indows</a:t>
              </a:r>
              <a:endParaRPr kumimoji="0" lang="en-US" altLang="ja-JP" sz="1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1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UD デジタル 教科書体 NP-B" panose="02020700000000000000" pitchFamily="18" charset="-128"/>
                  <a:ea typeface="UD デジタル 教科書体 NP-B" panose="02020700000000000000" pitchFamily="18" charset="-128"/>
                  <a:cs typeface="+mn-cs"/>
                </a:rPr>
                <a:t>レジ</a:t>
              </a:r>
              <a:endParaRPr kumimoji="0" lang="en-US" altLang="ja-JP" sz="1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endParaRPr>
            </a:p>
          </p:txBody>
        </p:sp>
        <p:pic>
          <p:nvPicPr>
            <p:cNvPr id="38" name="図 37">
              <a:extLst>
                <a:ext uri="{FF2B5EF4-FFF2-40B4-BE49-F238E27FC236}">
                  <a16:creationId xmlns:a16="http://schemas.microsoft.com/office/drawing/2014/main" id="{064DBE07-AC87-AE41-BEC8-98CB92367C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 bwMode="auto">
            <a:xfrm>
              <a:off x="8515350" y="3082639"/>
              <a:ext cx="379413" cy="439738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</p:pic>
      </p:grpSp>
      <p:sp>
        <p:nvSpPr>
          <p:cNvPr id="43" name="フローチャート : 磁気ディスク 6">
            <a:extLst>
              <a:ext uri="{FF2B5EF4-FFF2-40B4-BE49-F238E27FC236}">
                <a16:creationId xmlns:a16="http://schemas.microsoft.com/office/drawing/2014/main" id="{4D622DCE-1513-4D5F-B823-DD4B191C9E78}"/>
              </a:ext>
            </a:extLst>
          </p:cNvPr>
          <p:cNvSpPr/>
          <p:nvPr/>
        </p:nvSpPr>
        <p:spPr>
          <a:xfrm>
            <a:off x="9093100" y="1467853"/>
            <a:ext cx="551964" cy="428625"/>
          </a:xfrm>
          <a:prstGeom prst="flowChartMagneticDisk">
            <a:avLst/>
          </a:prstGeom>
          <a:solidFill>
            <a:srgbClr val="C0504D">
              <a:lumMod val="40000"/>
              <a:lumOff val="60000"/>
            </a:srgbClr>
          </a:soli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0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JhengHei"/>
              <a:ea typeface="Meiryo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マスタ</a:t>
            </a:r>
          </a:p>
        </p:txBody>
      </p:sp>
      <p:sp>
        <p:nvSpPr>
          <p:cNvPr id="62" name="フローチャート : 磁気ディスク 6">
            <a:extLst>
              <a:ext uri="{FF2B5EF4-FFF2-40B4-BE49-F238E27FC236}">
                <a16:creationId xmlns:a16="http://schemas.microsoft.com/office/drawing/2014/main" id="{FF98C8D7-917C-2494-E139-5627FD791CC5}"/>
              </a:ext>
            </a:extLst>
          </p:cNvPr>
          <p:cNvSpPr/>
          <p:nvPr/>
        </p:nvSpPr>
        <p:spPr>
          <a:xfrm>
            <a:off x="9093100" y="2014077"/>
            <a:ext cx="551964" cy="428625"/>
          </a:xfrm>
          <a:prstGeom prst="flowChartMagneticDisk">
            <a:avLst/>
          </a:prstGeom>
          <a:solidFill>
            <a:srgbClr val="C0504D">
              <a:lumMod val="40000"/>
              <a:lumOff val="60000"/>
            </a:srgbClr>
          </a:soli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0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JhengHei"/>
              <a:ea typeface="Meiryo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取引</a:t>
            </a:r>
            <a:endParaRPr kumimoji="0" lang="en-US" altLang="ja-JP" sz="9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ログ</a:t>
            </a:r>
          </a:p>
        </p:txBody>
      </p:sp>
      <p:cxnSp>
        <p:nvCxnSpPr>
          <p:cNvPr id="76" name="直線矢印コネクタ 75">
            <a:extLst>
              <a:ext uri="{FF2B5EF4-FFF2-40B4-BE49-F238E27FC236}">
                <a16:creationId xmlns:a16="http://schemas.microsoft.com/office/drawing/2014/main" id="{7F5CFB39-F987-5913-F8B8-DA4C053D0DC5}"/>
              </a:ext>
            </a:extLst>
          </p:cNvPr>
          <p:cNvCxnSpPr>
            <a:cxnSpLocks/>
          </p:cNvCxnSpPr>
          <p:nvPr/>
        </p:nvCxnSpPr>
        <p:spPr>
          <a:xfrm>
            <a:off x="2632783" y="4304745"/>
            <a:ext cx="1420468" cy="7359"/>
          </a:xfrm>
          <a:prstGeom prst="straightConnector1">
            <a:avLst/>
          </a:prstGeom>
          <a:ln w="63500">
            <a:solidFill>
              <a:schemeClr val="accent3">
                <a:lumMod val="40000"/>
                <a:lumOff val="6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フローチャート : 磁気ディスク 6">
            <a:extLst>
              <a:ext uri="{FF2B5EF4-FFF2-40B4-BE49-F238E27FC236}">
                <a16:creationId xmlns:a16="http://schemas.microsoft.com/office/drawing/2014/main" id="{29D3BE26-E530-BA94-875F-13AFBCA02022}"/>
              </a:ext>
            </a:extLst>
          </p:cNvPr>
          <p:cNvSpPr/>
          <p:nvPr/>
        </p:nvSpPr>
        <p:spPr>
          <a:xfrm>
            <a:off x="4871578" y="4473834"/>
            <a:ext cx="551964" cy="428625"/>
          </a:xfrm>
          <a:prstGeom prst="flowChartMagneticDisk">
            <a:avLst/>
          </a:prstGeom>
          <a:solidFill>
            <a:srgbClr val="C0504D">
              <a:lumMod val="40000"/>
              <a:lumOff val="60000"/>
            </a:srgbClr>
          </a:soli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0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JhengHei"/>
              <a:ea typeface="Meiryo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取引</a:t>
            </a:r>
            <a:endParaRPr kumimoji="0" lang="en-US" altLang="ja-JP" sz="9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ログ</a:t>
            </a:r>
          </a:p>
        </p:txBody>
      </p:sp>
      <p:sp>
        <p:nvSpPr>
          <p:cNvPr id="80" name="フローチャート : 磁気ディスク 6">
            <a:extLst>
              <a:ext uri="{FF2B5EF4-FFF2-40B4-BE49-F238E27FC236}">
                <a16:creationId xmlns:a16="http://schemas.microsoft.com/office/drawing/2014/main" id="{17BB4978-DF97-BFAF-ADBD-663A77E0ED9F}"/>
              </a:ext>
            </a:extLst>
          </p:cNvPr>
          <p:cNvSpPr/>
          <p:nvPr/>
        </p:nvSpPr>
        <p:spPr>
          <a:xfrm>
            <a:off x="4881197" y="3876120"/>
            <a:ext cx="551964" cy="428625"/>
          </a:xfrm>
          <a:prstGeom prst="flowChartMagneticDisk">
            <a:avLst/>
          </a:prstGeom>
          <a:solidFill>
            <a:srgbClr val="C0504D">
              <a:lumMod val="40000"/>
              <a:lumOff val="60000"/>
            </a:srgbClr>
          </a:soli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0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JhengHei"/>
              <a:ea typeface="Meiryo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マスタ</a:t>
            </a:r>
          </a:p>
        </p:txBody>
      </p:sp>
      <p:grpSp>
        <p:nvGrpSpPr>
          <p:cNvPr id="90" name="グループ化 89">
            <a:extLst>
              <a:ext uri="{FF2B5EF4-FFF2-40B4-BE49-F238E27FC236}">
                <a16:creationId xmlns:a16="http://schemas.microsoft.com/office/drawing/2014/main" id="{418EA2D1-B231-8268-B7A1-F6F669757699}"/>
              </a:ext>
            </a:extLst>
          </p:cNvPr>
          <p:cNvGrpSpPr/>
          <p:nvPr/>
        </p:nvGrpSpPr>
        <p:grpSpPr>
          <a:xfrm>
            <a:off x="3260081" y="5007520"/>
            <a:ext cx="825368" cy="642939"/>
            <a:chOff x="7129125" y="2936728"/>
            <a:chExt cx="1431980" cy="642938"/>
          </a:xfrm>
          <a:solidFill>
            <a:schemeClr val="bg2">
              <a:lumMod val="40000"/>
              <a:lumOff val="60000"/>
            </a:schemeClr>
          </a:solidFill>
        </p:grpSpPr>
        <p:sp>
          <p:nvSpPr>
            <p:cNvPr id="91" name="正方形/長方形 90">
              <a:extLst>
                <a:ext uri="{FF2B5EF4-FFF2-40B4-BE49-F238E27FC236}">
                  <a16:creationId xmlns:a16="http://schemas.microsoft.com/office/drawing/2014/main" id="{03880D66-AFED-4C63-1913-355B3433AF67}"/>
                </a:ext>
              </a:extLst>
            </p:cNvPr>
            <p:cNvSpPr/>
            <p:nvPr/>
          </p:nvSpPr>
          <p:spPr>
            <a:xfrm>
              <a:off x="7129125" y="2936728"/>
              <a:ext cx="1431980" cy="642938"/>
            </a:xfrm>
            <a:prstGeom prst="rect">
              <a:avLst/>
            </a:prstGeom>
            <a:grpFill/>
            <a:ln w="9525" cap="flat" cmpd="sng" algn="ctr">
              <a:solidFill>
                <a:srgbClr val="C0504D"/>
              </a:solidFill>
              <a:prstDash val="solid"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0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UD デジタル 教科書体 NP-B" panose="02020700000000000000" pitchFamily="18" charset="-128"/>
                  <a:ea typeface="UD デジタル 教科書体 NP-B" panose="02020700000000000000" pitchFamily="18" charset="-128"/>
                </a:rPr>
                <a:t>画面</a:t>
              </a:r>
              <a:endParaRPr kumimoji="0" lang="en-US" altLang="ja-JP" sz="10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endParaRPr>
            </a:p>
          </p:txBody>
        </p:sp>
        <p:pic>
          <p:nvPicPr>
            <p:cNvPr id="92" name="Picture 4" descr="パソコンイラスト｜無料イラスト・フリー素材なら「イラストAC」">
              <a:extLst>
                <a:ext uri="{FF2B5EF4-FFF2-40B4-BE49-F238E27FC236}">
                  <a16:creationId xmlns:a16="http://schemas.microsoft.com/office/drawing/2014/main" id="{A5DBBDFD-1AC8-B128-D98E-583A3ADC21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71397" y="3113198"/>
              <a:ext cx="551964" cy="396557"/>
            </a:xfrm>
            <a:prstGeom prst="rect">
              <a:avLst/>
            </a:prstGeom>
            <a:grpFill/>
          </p:spPr>
        </p:pic>
      </p:grpSp>
      <p:grpSp>
        <p:nvGrpSpPr>
          <p:cNvPr id="1032" name="グループ化 1031">
            <a:extLst>
              <a:ext uri="{FF2B5EF4-FFF2-40B4-BE49-F238E27FC236}">
                <a16:creationId xmlns:a16="http://schemas.microsoft.com/office/drawing/2014/main" id="{D3E440BF-F212-D900-5D80-4A3840E35911}"/>
              </a:ext>
            </a:extLst>
          </p:cNvPr>
          <p:cNvGrpSpPr/>
          <p:nvPr/>
        </p:nvGrpSpPr>
        <p:grpSpPr>
          <a:xfrm>
            <a:off x="8626436" y="5068678"/>
            <a:ext cx="1676399" cy="642938"/>
            <a:chOff x="7628200" y="2892100"/>
            <a:chExt cx="1431980" cy="642938"/>
          </a:xfrm>
          <a:solidFill>
            <a:schemeClr val="bg2">
              <a:lumMod val="40000"/>
              <a:lumOff val="60000"/>
            </a:schemeClr>
          </a:solidFill>
        </p:grpSpPr>
        <p:sp>
          <p:nvSpPr>
            <p:cNvPr id="1033" name="正方形/長方形 1032">
              <a:extLst>
                <a:ext uri="{FF2B5EF4-FFF2-40B4-BE49-F238E27FC236}">
                  <a16:creationId xmlns:a16="http://schemas.microsoft.com/office/drawing/2014/main" id="{54548E81-7E95-2FED-4380-6B8E94E53FA9}"/>
                </a:ext>
              </a:extLst>
            </p:cNvPr>
            <p:cNvSpPr/>
            <p:nvPr/>
          </p:nvSpPr>
          <p:spPr>
            <a:xfrm>
              <a:off x="7628200" y="2892100"/>
              <a:ext cx="1431980" cy="642938"/>
            </a:xfrm>
            <a:prstGeom prst="rect">
              <a:avLst/>
            </a:prstGeom>
            <a:grpFill/>
            <a:ln w="9525" cap="flat" cmpd="sng" algn="ctr">
              <a:solidFill>
                <a:srgbClr val="C0504D"/>
              </a:solidFill>
              <a:prstDash val="solid"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100" kern="0">
                  <a:solidFill>
                    <a:prstClr val="black"/>
                  </a:solidFill>
                  <a:latin typeface="UD デジタル 教科書体 NP-B" panose="02020700000000000000" pitchFamily="18" charset="-128"/>
                  <a:ea typeface="UD デジタル 教科書体 NP-B" panose="02020700000000000000" pitchFamily="18" charset="-128"/>
                </a:rPr>
                <a:t>アンドロイド</a:t>
              </a:r>
              <a:endParaRPr kumimoji="0" lang="en-US" altLang="ja-JP" sz="1100" kern="0">
                <a:solidFill>
                  <a:prstClr val="black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1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UD デジタル 教科書体 NP-B" panose="02020700000000000000" pitchFamily="18" charset="-128"/>
                  <a:ea typeface="UD デジタル 教科書体 NP-B" panose="02020700000000000000" pitchFamily="18" charset="-128"/>
                  <a:cs typeface="+mn-cs"/>
                </a:rPr>
                <a:t>レジ</a:t>
              </a:r>
              <a:endParaRPr kumimoji="0" lang="en-US" altLang="ja-JP" sz="1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endParaRPr>
            </a:p>
          </p:txBody>
        </p:sp>
        <p:pic>
          <p:nvPicPr>
            <p:cNvPr id="1034" name="図 1033">
              <a:extLst>
                <a:ext uri="{FF2B5EF4-FFF2-40B4-BE49-F238E27FC236}">
                  <a16:creationId xmlns:a16="http://schemas.microsoft.com/office/drawing/2014/main" id="{F64AF950-19DD-DDD6-7089-803F3F9A6C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 bwMode="auto">
            <a:xfrm>
              <a:off x="8515350" y="3082639"/>
              <a:ext cx="379413" cy="439738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</p:pic>
      </p:grpSp>
      <p:cxnSp>
        <p:nvCxnSpPr>
          <p:cNvPr id="1035" name="直線矢印コネクタ 1034">
            <a:extLst>
              <a:ext uri="{FF2B5EF4-FFF2-40B4-BE49-F238E27FC236}">
                <a16:creationId xmlns:a16="http://schemas.microsoft.com/office/drawing/2014/main" id="{8068AA01-C4FD-D163-8C37-33FA45777CA6}"/>
              </a:ext>
            </a:extLst>
          </p:cNvPr>
          <p:cNvCxnSpPr>
            <a:cxnSpLocks/>
            <a:stCxn id="1033" idx="0"/>
            <a:endCxn id="14" idx="2"/>
          </p:cNvCxnSpPr>
          <p:nvPr/>
        </p:nvCxnSpPr>
        <p:spPr>
          <a:xfrm flipV="1">
            <a:off x="9464636" y="2738450"/>
            <a:ext cx="1" cy="2330228"/>
          </a:xfrm>
          <a:prstGeom prst="straightConnector1">
            <a:avLst/>
          </a:prstGeom>
          <a:ln w="63500">
            <a:solidFill>
              <a:schemeClr val="accent3">
                <a:lumMod val="40000"/>
                <a:lumOff val="6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602CA4A-B3FD-E43C-C81B-C293C766B91D}"/>
              </a:ext>
            </a:extLst>
          </p:cNvPr>
          <p:cNvSpPr/>
          <p:nvPr/>
        </p:nvSpPr>
        <p:spPr>
          <a:xfrm>
            <a:off x="913285" y="3479759"/>
            <a:ext cx="1676400" cy="17420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5" name="フローチャート : 磁気ディスク 6">
            <a:extLst>
              <a:ext uri="{FF2B5EF4-FFF2-40B4-BE49-F238E27FC236}">
                <a16:creationId xmlns:a16="http://schemas.microsoft.com/office/drawing/2014/main" id="{CA3CAE82-892C-BA42-D7B0-8D0DF230B22E}"/>
              </a:ext>
            </a:extLst>
          </p:cNvPr>
          <p:cNvSpPr/>
          <p:nvPr/>
        </p:nvSpPr>
        <p:spPr>
          <a:xfrm>
            <a:off x="1922194" y="3899768"/>
            <a:ext cx="551964" cy="428625"/>
          </a:xfrm>
          <a:prstGeom prst="flowChartMagneticDisk">
            <a:avLst/>
          </a:prstGeom>
          <a:solidFill>
            <a:srgbClr val="C0504D">
              <a:lumMod val="40000"/>
              <a:lumOff val="60000"/>
            </a:srgbClr>
          </a:soli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0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JhengHei"/>
              <a:ea typeface="Meiryo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マスタ</a:t>
            </a:r>
          </a:p>
        </p:txBody>
      </p:sp>
      <p:sp>
        <p:nvSpPr>
          <p:cNvPr id="6" name="フローチャート : 磁気ディスク 6">
            <a:extLst>
              <a:ext uri="{FF2B5EF4-FFF2-40B4-BE49-F238E27FC236}">
                <a16:creationId xmlns:a16="http://schemas.microsoft.com/office/drawing/2014/main" id="{7EC1337B-4C30-4A72-D263-86D936B966D2}"/>
              </a:ext>
            </a:extLst>
          </p:cNvPr>
          <p:cNvSpPr/>
          <p:nvPr/>
        </p:nvSpPr>
        <p:spPr>
          <a:xfrm>
            <a:off x="1935865" y="4497483"/>
            <a:ext cx="551964" cy="428625"/>
          </a:xfrm>
          <a:prstGeom prst="flowChartMagneticDisk">
            <a:avLst/>
          </a:prstGeom>
          <a:solidFill>
            <a:srgbClr val="C0504D">
              <a:lumMod val="40000"/>
              <a:lumOff val="60000"/>
            </a:srgbClr>
          </a:soli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0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JhengHei"/>
              <a:ea typeface="Meiryo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kern="0">
                <a:solidFill>
                  <a:prstClr val="black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実績</a:t>
            </a:r>
            <a:endParaRPr kumimoji="0" lang="ja-JP" altLang="en-US" sz="9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D518AB19-906A-4537-C942-73C790D1AD2C}"/>
              </a:ext>
            </a:extLst>
          </p:cNvPr>
          <p:cNvSpPr/>
          <p:nvPr/>
        </p:nvSpPr>
        <p:spPr>
          <a:xfrm>
            <a:off x="905036" y="3471143"/>
            <a:ext cx="719203" cy="428625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メイリオ" pitchFamily="50" charset="-128"/>
              </a:rPr>
              <a:t>OC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4945E175-EE6F-B6DF-8737-C42A647D372F}"/>
              </a:ext>
            </a:extLst>
          </p:cNvPr>
          <p:cNvSpPr/>
          <p:nvPr/>
        </p:nvSpPr>
        <p:spPr>
          <a:xfrm>
            <a:off x="6375773" y="3441251"/>
            <a:ext cx="2972413" cy="650812"/>
          </a:xfrm>
          <a:prstGeom prst="rect">
            <a:avLst/>
          </a:prstGeom>
          <a:solidFill>
            <a:srgbClr val="FFFF00"/>
          </a:solidFill>
          <a:ln w="9525" cap="flat" cmpd="sng" algn="ctr">
            <a:solidFill>
              <a:srgbClr val="FFFF00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000" b="1" i="0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＜課題＞</a:t>
            </a:r>
            <a:endParaRPr kumimoji="0" lang="en-US" altLang="ja-JP" sz="1000" b="1" i="0" u="none" strike="noStrike" kern="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000" b="1" kern="0">
                <a:solidFill>
                  <a:srgbClr val="FF0000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・連携マスタ：</a:t>
            </a:r>
            <a:r>
              <a:rPr kumimoji="0" lang="ja-JP" altLang="en-US" sz="1000" b="1" i="0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新サーバー　⇒　</a:t>
            </a:r>
            <a:r>
              <a:rPr kumimoji="0" lang="en-US" altLang="ja-JP" sz="1000" b="1" i="0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 S&amp;G</a:t>
            </a:r>
            <a:r>
              <a:rPr kumimoji="0" lang="ja-JP" altLang="en-US" sz="1000" b="1" i="0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サーバー　</a:t>
            </a:r>
            <a:endParaRPr kumimoji="0" lang="en-US" altLang="ja-JP" sz="1000" b="1" kern="0">
              <a:solidFill>
                <a:srgbClr val="FF0000"/>
              </a:solidFill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000" b="1" i="0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・連携ログ　 ：</a:t>
            </a:r>
            <a:r>
              <a:rPr kumimoji="0" lang="en-US" altLang="ja-JP" sz="1000" b="1" i="0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S&amp;G</a:t>
            </a:r>
            <a:r>
              <a:rPr kumimoji="0" lang="ja-JP" altLang="en-US" sz="1000" b="1" i="0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サーバー　 ⇒ 　新サーバー</a:t>
            </a:r>
            <a:endParaRPr kumimoji="0" lang="en-US" altLang="ja-JP" sz="1000" b="1" i="0" u="none" strike="noStrike" kern="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2B7E9B5F-4AA1-576D-350C-1B246ABD232C}"/>
              </a:ext>
            </a:extLst>
          </p:cNvPr>
          <p:cNvGrpSpPr/>
          <p:nvPr/>
        </p:nvGrpSpPr>
        <p:grpSpPr>
          <a:xfrm>
            <a:off x="5764754" y="5013757"/>
            <a:ext cx="1001100" cy="642939"/>
            <a:chOff x="8724900" y="5045559"/>
            <a:chExt cx="1001100" cy="642939"/>
          </a:xfrm>
          <a:solidFill>
            <a:schemeClr val="bg2">
              <a:lumMod val="40000"/>
              <a:lumOff val="60000"/>
            </a:schemeClr>
          </a:solidFill>
        </p:grpSpPr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F34B8BDA-A30D-E92A-2EC4-177F61CEB4FC}"/>
                </a:ext>
              </a:extLst>
            </p:cNvPr>
            <p:cNvSpPr/>
            <p:nvPr/>
          </p:nvSpPr>
          <p:spPr>
            <a:xfrm>
              <a:off x="8724900" y="5045559"/>
              <a:ext cx="1001100" cy="642939"/>
            </a:xfrm>
            <a:prstGeom prst="rect">
              <a:avLst/>
            </a:prstGeom>
            <a:grpFill/>
            <a:ln w="9525" cap="flat" cmpd="sng" algn="ctr">
              <a:solidFill>
                <a:srgbClr val="C0504D"/>
              </a:solidFill>
              <a:prstDash val="solid"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ja-JP" sz="1000" kern="0">
                  <a:solidFill>
                    <a:prstClr val="black"/>
                  </a:solidFill>
                  <a:latin typeface="UD デジタル 教科書体 NP-B" panose="02020700000000000000" pitchFamily="18" charset="-128"/>
                  <a:ea typeface="UD デジタル 教科書体 NP-B" panose="02020700000000000000" pitchFamily="18" charset="-128"/>
                </a:rPr>
                <a:t>PDA</a:t>
              </a:r>
              <a:endParaRPr kumimoji="0" lang="en-US" altLang="ja-JP" sz="10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endParaRPr>
            </a:p>
          </p:txBody>
        </p:sp>
        <p:pic>
          <p:nvPicPr>
            <p:cNvPr id="24" name="Picture 6" descr="82,644件の「Ｐｄａ」の画像、写真素材、3Dオブジェクト ...">
              <a:extLst>
                <a:ext uri="{FF2B5EF4-FFF2-40B4-BE49-F238E27FC236}">
                  <a16:creationId xmlns:a16="http://schemas.microsoft.com/office/drawing/2014/main" id="{ABEDB288-B07F-390F-5960-144121FCA23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74036" y="5074370"/>
              <a:ext cx="551964" cy="551964"/>
            </a:xfrm>
            <a:prstGeom prst="rect">
              <a:avLst/>
            </a:prstGeom>
            <a:grpFill/>
          </p:spPr>
        </p:pic>
      </p:grpSp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9BCBB590-6AAE-3E3C-9175-E97F89763371}"/>
              </a:ext>
            </a:extLst>
          </p:cNvPr>
          <p:cNvGrpSpPr/>
          <p:nvPr/>
        </p:nvGrpSpPr>
        <p:grpSpPr>
          <a:xfrm>
            <a:off x="6876941" y="5013757"/>
            <a:ext cx="825368" cy="627696"/>
            <a:chOff x="7129125" y="2936728"/>
            <a:chExt cx="1431980" cy="642938"/>
          </a:xfrm>
          <a:solidFill>
            <a:schemeClr val="bg2">
              <a:lumMod val="40000"/>
              <a:lumOff val="60000"/>
            </a:schemeClr>
          </a:solidFill>
        </p:grpSpPr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A651EF14-B6BA-88D2-1AF2-271DDB1340B2}"/>
                </a:ext>
              </a:extLst>
            </p:cNvPr>
            <p:cNvSpPr/>
            <p:nvPr/>
          </p:nvSpPr>
          <p:spPr>
            <a:xfrm>
              <a:off x="7129125" y="2936728"/>
              <a:ext cx="1431980" cy="642938"/>
            </a:xfrm>
            <a:prstGeom prst="rect">
              <a:avLst/>
            </a:prstGeom>
            <a:grpFill/>
            <a:ln w="9525" cap="flat" cmpd="sng" algn="ctr">
              <a:solidFill>
                <a:srgbClr val="C0504D"/>
              </a:solidFill>
              <a:prstDash val="solid"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ja-JP" sz="10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UD デジタル 教科書体 NP-B" panose="02020700000000000000" pitchFamily="18" charset="-128"/>
                  <a:ea typeface="UD デジタル 教科書体 NP-B" panose="02020700000000000000" pitchFamily="18" charset="-128"/>
                </a:rPr>
                <a:t>POP</a:t>
              </a:r>
            </a:p>
          </p:txBody>
        </p:sp>
        <p:pic>
          <p:nvPicPr>
            <p:cNvPr id="27" name="Picture 4" descr="パソコンイラスト｜無料イラスト・フリー素材なら「イラストAC」">
              <a:extLst>
                <a:ext uri="{FF2B5EF4-FFF2-40B4-BE49-F238E27FC236}">
                  <a16:creationId xmlns:a16="http://schemas.microsoft.com/office/drawing/2014/main" id="{EF53494C-DEA8-DD19-B07E-F61F1A713B3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71397" y="3113198"/>
              <a:ext cx="551964" cy="396557"/>
            </a:xfrm>
            <a:prstGeom prst="rect">
              <a:avLst/>
            </a:prstGeom>
            <a:grpFill/>
          </p:spPr>
        </p:pic>
      </p:grpSp>
    </p:spTree>
    <p:extLst>
      <p:ext uri="{BB962C8B-B14F-4D97-AF65-F5344CB8AC3E}">
        <p14:creationId xmlns:p14="http://schemas.microsoft.com/office/powerpoint/2010/main" val="4101963923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4BB3E7CF-52E3-B80A-3E04-EF0B61CA1156}"/>
              </a:ext>
            </a:extLst>
          </p:cNvPr>
          <p:cNvSpPr/>
          <p:nvPr/>
        </p:nvSpPr>
        <p:spPr>
          <a:xfrm>
            <a:off x="218871" y="134128"/>
            <a:ext cx="4461141" cy="452407"/>
          </a:xfrm>
          <a:prstGeom prst="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/>
                <a:ea typeface="UD デジタル 教科書体 NK-B"/>
              </a:rPr>
              <a:t>新サーバ切替時マスタコンバート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41BEAF94-864A-E275-039F-A6E0899C9ED6}"/>
              </a:ext>
            </a:extLst>
          </p:cNvPr>
          <p:cNvSpPr/>
          <p:nvPr/>
        </p:nvSpPr>
        <p:spPr>
          <a:xfrm>
            <a:off x="3520516" y="749888"/>
            <a:ext cx="5038811" cy="472161"/>
          </a:xfrm>
          <a:prstGeom prst="round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新センターサーバ</a:t>
            </a:r>
            <a:endParaRPr kumimoji="1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22E6E77A-7130-0E14-F415-FB0C9CA6980B}"/>
              </a:ext>
            </a:extLst>
          </p:cNvPr>
          <p:cNvSpPr/>
          <p:nvPr/>
        </p:nvSpPr>
        <p:spPr>
          <a:xfrm>
            <a:off x="945866" y="749888"/>
            <a:ext cx="1664562" cy="472161"/>
          </a:xfrm>
          <a:prstGeom prst="round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基幹システム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OC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26" name="フローチャート: 磁気ディスク 25">
            <a:extLst>
              <a:ext uri="{FF2B5EF4-FFF2-40B4-BE49-F238E27FC236}">
                <a16:creationId xmlns:a16="http://schemas.microsoft.com/office/drawing/2014/main" id="{CEA933A6-174F-4062-F198-99581CC27E51}"/>
              </a:ext>
            </a:extLst>
          </p:cNvPr>
          <p:cNvSpPr/>
          <p:nvPr/>
        </p:nvSpPr>
        <p:spPr>
          <a:xfrm>
            <a:off x="1478651" y="1514001"/>
            <a:ext cx="624012" cy="625403"/>
          </a:xfrm>
          <a:prstGeom prst="flowChartMagneticDisk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800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切替店</a:t>
            </a:r>
            <a:endParaRPr lang="en-US" altLang="ja-JP" sz="800">
              <a:solidFill>
                <a:prstClr val="black"/>
              </a:solidFill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800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全件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マスタ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27" name="フローチャート: 磁気ディスク 26">
            <a:extLst>
              <a:ext uri="{FF2B5EF4-FFF2-40B4-BE49-F238E27FC236}">
                <a16:creationId xmlns:a16="http://schemas.microsoft.com/office/drawing/2014/main" id="{E0A9251D-9611-B079-B0B4-63B9F8CC14C0}"/>
              </a:ext>
            </a:extLst>
          </p:cNvPr>
          <p:cNvSpPr/>
          <p:nvPr/>
        </p:nvSpPr>
        <p:spPr>
          <a:xfrm>
            <a:off x="3520517" y="1514001"/>
            <a:ext cx="624012" cy="625403"/>
          </a:xfrm>
          <a:prstGeom prst="flowChartMagneticDisk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切替店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800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マスタ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754FD5B6-804F-8068-97FF-8252D5EDBBEA}"/>
              </a:ext>
            </a:extLst>
          </p:cNvPr>
          <p:cNvCxnSpPr>
            <a:cxnSpLocks/>
            <a:stCxn id="26" idx="4"/>
            <a:endCxn id="27" idx="2"/>
          </p:cNvCxnSpPr>
          <p:nvPr/>
        </p:nvCxnSpPr>
        <p:spPr>
          <a:xfrm>
            <a:off x="2102663" y="1826703"/>
            <a:ext cx="14178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正方形/長方形 236">
            <a:extLst>
              <a:ext uri="{FF2B5EF4-FFF2-40B4-BE49-F238E27FC236}">
                <a16:creationId xmlns:a16="http://schemas.microsoft.com/office/drawing/2014/main" id="{300363DB-1135-3943-7B77-52A46E9BB13D}"/>
              </a:ext>
            </a:extLst>
          </p:cNvPr>
          <p:cNvSpPr/>
          <p:nvPr/>
        </p:nvSpPr>
        <p:spPr>
          <a:xfrm>
            <a:off x="2012025" y="2778115"/>
            <a:ext cx="624012" cy="24407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7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entury Gothic" panose="020F0302020204030204"/>
                <a:ea typeface="メイリオ" panose="020B0604030504040204" pitchFamily="50" charset="-128"/>
                <a:cs typeface="+mn-cs"/>
              </a:rPr>
              <a:t>22:30</a:t>
            </a:r>
            <a:endParaRPr kumimoji="1" lang="ja-JP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0DA41D33-2BFB-A2A3-CF75-2772C474DD28}"/>
              </a:ext>
            </a:extLst>
          </p:cNvPr>
          <p:cNvSpPr/>
          <p:nvPr/>
        </p:nvSpPr>
        <p:spPr>
          <a:xfrm>
            <a:off x="9469415" y="749888"/>
            <a:ext cx="1664562" cy="472161"/>
          </a:xfrm>
          <a:prstGeom prst="round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富士通サーバー</a:t>
            </a:r>
            <a:endParaRPr kumimoji="1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6" name="フローチャート: 磁気ディスク 5">
            <a:extLst>
              <a:ext uri="{FF2B5EF4-FFF2-40B4-BE49-F238E27FC236}">
                <a16:creationId xmlns:a16="http://schemas.microsoft.com/office/drawing/2014/main" id="{D9575F36-B6B3-3F38-D921-20B3E1148B27}"/>
              </a:ext>
            </a:extLst>
          </p:cNvPr>
          <p:cNvSpPr/>
          <p:nvPr/>
        </p:nvSpPr>
        <p:spPr>
          <a:xfrm>
            <a:off x="6490025" y="1513999"/>
            <a:ext cx="624012" cy="625403"/>
          </a:xfrm>
          <a:prstGeom prst="flowChartMagneticDisk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店別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マスタ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23" name="フローチャート: 定義済み処理 22">
            <a:extLst>
              <a:ext uri="{FF2B5EF4-FFF2-40B4-BE49-F238E27FC236}">
                <a16:creationId xmlns:a16="http://schemas.microsoft.com/office/drawing/2014/main" id="{1E6C7DC2-43C3-288F-9691-E8ED7BDB7F3B}"/>
              </a:ext>
            </a:extLst>
          </p:cNvPr>
          <p:cNvSpPr/>
          <p:nvPr/>
        </p:nvSpPr>
        <p:spPr>
          <a:xfrm>
            <a:off x="4404579" y="1513999"/>
            <a:ext cx="1825396" cy="625403"/>
          </a:xfrm>
          <a:prstGeom prst="flowChartPredefinedProcess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entury Gothic" panose="020F0302020204030204"/>
                <a:ea typeface="メイリオ" panose="020B0604030504040204" pitchFamily="50" charset="-128"/>
                <a:cs typeface="+mn-cs"/>
              </a:rPr>
              <a:t>サーバーマスタ取込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</p:txBody>
      </p: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2AF8E5E1-1B36-45C9-0F09-ECA33C32222B}"/>
              </a:ext>
            </a:extLst>
          </p:cNvPr>
          <p:cNvCxnSpPr>
            <a:cxnSpLocks/>
            <a:stCxn id="27" idx="4"/>
            <a:endCxn id="23" idx="1"/>
          </p:cNvCxnSpPr>
          <p:nvPr/>
        </p:nvCxnSpPr>
        <p:spPr>
          <a:xfrm flipV="1">
            <a:off x="4144529" y="1826701"/>
            <a:ext cx="260050" cy="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直線矢印コネクタ 227">
            <a:extLst>
              <a:ext uri="{FF2B5EF4-FFF2-40B4-BE49-F238E27FC236}">
                <a16:creationId xmlns:a16="http://schemas.microsoft.com/office/drawing/2014/main" id="{717F4624-C439-11EA-6A60-DE7AD78158B7}"/>
              </a:ext>
            </a:extLst>
          </p:cNvPr>
          <p:cNvCxnSpPr>
            <a:cxnSpLocks/>
            <a:stCxn id="23" idx="3"/>
            <a:endCxn id="6" idx="2"/>
          </p:cNvCxnSpPr>
          <p:nvPr/>
        </p:nvCxnSpPr>
        <p:spPr>
          <a:xfrm>
            <a:off x="6229975" y="1826701"/>
            <a:ext cx="26005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D6EBE28-EE43-40EC-0FC8-4849459C208F}"/>
              </a:ext>
            </a:extLst>
          </p:cNvPr>
          <p:cNvSpPr/>
          <p:nvPr/>
        </p:nvSpPr>
        <p:spPr>
          <a:xfrm>
            <a:off x="2090283" y="1779149"/>
            <a:ext cx="900538" cy="62540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＜切替店全件マスタ＞</a:t>
            </a:r>
            <a:endParaRPr kumimoji="1" lang="en-US" altLang="ja-JP" sz="6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商品マスタ　</a:t>
            </a:r>
            <a:endParaRPr kumimoji="1" lang="en-US" altLang="ja-JP" sz="6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P001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6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プロモーション</a:t>
            </a:r>
            <a:endParaRPr lang="en-US" altLang="ja-JP" sz="600" b="1">
              <a:solidFill>
                <a:prstClr val="black"/>
              </a:solidFill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階層マスタ</a:t>
            </a:r>
            <a:endParaRPr kumimoji="1" lang="en-US" altLang="ja-JP" sz="6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10" name="フローチャート: 磁気ディスク 9">
            <a:extLst>
              <a:ext uri="{FF2B5EF4-FFF2-40B4-BE49-F238E27FC236}">
                <a16:creationId xmlns:a16="http://schemas.microsoft.com/office/drawing/2014/main" id="{A9B52A24-25D4-7C77-39D8-A569FCB37BB0}"/>
              </a:ext>
            </a:extLst>
          </p:cNvPr>
          <p:cNvSpPr/>
          <p:nvPr/>
        </p:nvSpPr>
        <p:spPr>
          <a:xfrm>
            <a:off x="1478651" y="2784795"/>
            <a:ext cx="624012" cy="625403"/>
          </a:xfrm>
          <a:prstGeom prst="flowChartMagneticDisk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800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全店差分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マスタ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13" name="フローチャート: 磁気ディスク 12">
            <a:extLst>
              <a:ext uri="{FF2B5EF4-FFF2-40B4-BE49-F238E27FC236}">
                <a16:creationId xmlns:a16="http://schemas.microsoft.com/office/drawing/2014/main" id="{3516203C-5784-6785-7738-2941DBF7C7A8}"/>
              </a:ext>
            </a:extLst>
          </p:cNvPr>
          <p:cNvSpPr/>
          <p:nvPr/>
        </p:nvSpPr>
        <p:spPr>
          <a:xfrm>
            <a:off x="3520517" y="2784795"/>
            <a:ext cx="624012" cy="625403"/>
          </a:xfrm>
          <a:prstGeom prst="flowChartMagneticDisk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切替店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800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マスタ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9995DC0A-9F09-DC7F-0A87-D8C185CF09C4}"/>
              </a:ext>
            </a:extLst>
          </p:cNvPr>
          <p:cNvCxnSpPr>
            <a:cxnSpLocks/>
            <a:stCxn id="10" idx="4"/>
            <a:endCxn id="13" idx="2"/>
          </p:cNvCxnSpPr>
          <p:nvPr/>
        </p:nvCxnSpPr>
        <p:spPr>
          <a:xfrm>
            <a:off x="2102663" y="3097497"/>
            <a:ext cx="14178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フローチャート: 磁気ディスク 14">
            <a:extLst>
              <a:ext uri="{FF2B5EF4-FFF2-40B4-BE49-F238E27FC236}">
                <a16:creationId xmlns:a16="http://schemas.microsoft.com/office/drawing/2014/main" id="{0B0CA5A4-10FD-FE53-FD05-AC403E3AE7E3}"/>
              </a:ext>
            </a:extLst>
          </p:cNvPr>
          <p:cNvSpPr/>
          <p:nvPr/>
        </p:nvSpPr>
        <p:spPr>
          <a:xfrm>
            <a:off x="6490025" y="2791475"/>
            <a:ext cx="624012" cy="625403"/>
          </a:xfrm>
          <a:prstGeom prst="flowChartMagneticDisk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店別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マスタ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16" name="フローチャート: 定義済み処理 15">
            <a:extLst>
              <a:ext uri="{FF2B5EF4-FFF2-40B4-BE49-F238E27FC236}">
                <a16:creationId xmlns:a16="http://schemas.microsoft.com/office/drawing/2014/main" id="{71D454D6-CEA7-F623-69DE-1A17C2A23CE5}"/>
              </a:ext>
            </a:extLst>
          </p:cNvPr>
          <p:cNvSpPr/>
          <p:nvPr/>
        </p:nvSpPr>
        <p:spPr>
          <a:xfrm>
            <a:off x="4398483" y="2784793"/>
            <a:ext cx="1831492" cy="625403"/>
          </a:xfrm>
          <a:prstGeom prst="flowChartPredefinedProcess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entury Gothic" panose="020F0302020204030204"/>
                <a:ea typeface="メイリオ" panose="020B0604030504040204" pitchFamily="50" charset="-128"/>
                <a:cs typeface="+mn-cs"/>
              </a:rPr>
              <a:t>サーバーマスタ取込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4577DA3D-792E-0902-21C8-6FD26C132C72}"/>
              </a:ext>
            </a:extLst>
          </p:cNvPr>
          <p:cNvCxnSpPr>
            <a:cxnSpLocks/>
            <a:stCxn id="13" idx="4"/>
            <a:endCxn id="16" idx="1"/>
          </p:cNvCxnSpPr>
          <p:nvPr/>
        </p:nvCxnSpPr>
        <p:spPr>
          <a:xfrm flipV="1">
            <a:off x="4144529" y="3097495"/>
            <a:ext cx="253954" cy="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51BB7432-6936-A74E-04B9-C30ED17741EA}"/>
              </a:ext>
            </a:extLst>
          </p:cNvPr>
          <p:cNvCxnSpPr>
            <a:cxnSpLocks/>
            <a:stCxn id="16" idx="3"/>
            <a:endCxn id="15" idx="2"/>
          </p:cNvCxnSpPr>
          <p:nvPr/>
        </p:nvCxnSpPr>
        <p:spPr>
          <a:xfrm>
            <a:off x="6229975" y="3097495"/>
            <a:ext cx="260050" cy="668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直線コネクタ 224">
            <a:extLst>
              <a:ext uri="{FF2B5EF4-FFF2-40B4-BE49-F238E27FC236}">
                <a16:creationId xmlns:a16="http://schemas.microsoft.com/office/drawing/2014/main" id="{5D74816C-1E0B-7F36-0A62-EF5C0D6BE0A4}"/>
              </a:ext>
            </a:extLst>
          </p:cNvPr>
          <p:cNvCxnSpPr>
            <a:cxnSpLocks/>
          </p:cNvCxnSpPr>
          <p:nvPr/>
        </p:nvCxnSpPr>
        <p:spPr>
          <a:xfrm>
            <a:off x="958730" y="2435517"/>
            <a:ext cx="10162381" cy="0"/>
          </a:xfrm>
          <a:prstGeom prst="line">
            <a:avLst/>
          </a:prstGeom>
          <a:ln>
            <a:solidFill>
              <a:schemeClr val="tx1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正方形/長方形 228">
            <a:extLst>
              <a:ext uri="{FF2B5EF4-FFF2-40B4-BE49-F238E27FC236}">
                <a16:creationId xmlns:a16="http://schemas.microsoft.com/office/drawing/2014/main" id="{4276F9CA-3C50-2BF4-22BD-2FF43064F422}"/>
              </a:ext>
            </a:extLst>
          </p:cNvPr>
          <p:cNvSpPr/>
          <p:nvPr/>
        </p:nvSpPr>
        <p:spPr>
          <a:xfrm>
            <a:off x="924821" y="1301954"/>
            <a:ext cx="1719918" cy="24407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8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切替日</a:t>
            </a:r>
            <a:r>
              <a:rPr lang="en-US" altLang="ja-JP" sz="8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N</a:t>
            </a:r>
            <a:r>
              <a:rPr lang="ja-JP" altLang="en-US" sz="8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日前日中</a:t>
            </a:r>
            <a:r>
              <a:rPr kumimoji="1" lang="ja-JP" altLang="en-US" sz="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にマスタ連携</a:t>
            </a:r>
            <a:endParaRPr lang="en-US" altLang="ja-JP" sz="800" b="1">
              <a:solidFill>
                <a:prstClr val="black"/>
              </a:solidFill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</p:txBody>
      </p:sp>
      <p:sp>
        <p:nvSpPr>
          <p:cNvPr id="230" name="正方形/長方形 229">
            <a:extLst>
              <a:ext uri="{FF2B5EF4-FFF2-40B4-BE49-F238E27FC236}">
                <a16:creationId xmlns:a16="http://schemas.microsoft.com/office/drawing/2014/main" id="{559C71E2-1565-87E6-518F-BECA4B78F749}"/>
              </a:ext>
            </a:extLst>
          </p:cNvPr>
          <p:cNvSpPr/>
          <p:nvPr/>
        </p:nvSpPr>
        <p:spPr>
          <a:xfrm>
            <a:off x="932345" y="2466738"/>
            <a:ext cx="1719918" cy="2440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8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切替日</a:t>
            </a:r>
            <a:r>
              <a:rPr lang="en-US" altLang="ja-JP" sz="8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N</a:t>
            </a:r>
            <a:r>
              <a:rPr lang="ja-JP" altLang="en-US" sz="8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日前夜間より</a:t>
            </a:r>
            <a:r>
              <a:rPr kumimoji="1" lang="ja-JP" altLang="en-US" sz="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マスタ連携</a:t>
            </a:r>
            <a:endParaRPr lang="en-US" altLang="ja-JP" sz="800" b="1">
              <a:solidFill>
                <a:prstClr val="black"/>
              </a:solidFill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</p:txBody>
      </p:sp>
      <p:sp>
        <p:nvSpPr>
          <p:cNvPr id="233" name="正方形/長方形 232">
            <a:extLst>
              <a:ext uri="{FF2B5EF4-FFF2-40B4-BE49-F238E27FC236}">
                <a16:creationId xmlns:a16="http://schemas.microsoft.com/office/drawing/2014/main" id="{86CB5363-C35C-39CD-D48F-86967194B95E}"/>
              </a:ext>
            </a:extLst>
          </p:cNvPr>
          <p:cNvSpPr/>
          <p:nvPr/>
        </p:nvSpPr>
        <p:spPr>
          <a:xfrm>
            <a:off x="2020727" y="1552099"/>
            <a:ext cx="624012" cy="24407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7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entury Gothic" panose="020F0302020204030204"/>
                <a:ea typeface="メイリオ" panose="020B0604030504040204" pitchFamily="50" charset="-128"/>
                <a:cs typeface="+mn-cs"/>
              </a:rPr>
              <a:t>10:</a:t>
            </a:r>
            <a:r>
              <a:rPr lang="en-US" altLang="ja-JP" sz="700" b="1">
                <a:solidFill>
                  <a:prstClr val="black"/>
                </a:solidFill>
                <a:latin typeface="Century Gothic" panose="020F0302020204030204"/>
                <a:ea typeface="メイリオ" panose="020B0604030504040204" pitchFamily="50" charset="-128"/>
              </a:rPr>
              <a:t>0</a:t>
            </a:r>
            <a:r>
              <a:rPr kumimoji="1" lang="en-US" altLang="ja-JP" sz="7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entury Gothic" panose="020F0302020204030204"/>
                <a:ea typeface="メイリオ" panose="020B0604030504040204" pitchFamily="50" charset="-128"/>
                <a:cs typeface="+mn-cs"/>
              </a:rPr>
              <a:t>0</a:t>
            </a:r>
            <a:endParaRPr kumimoji="1" lang="ja-JP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240" name="フローチャート: 磁気ディスク 239">
            <a:extLst>
              <a:ext uri="{FF2B5EF4-FFF2-40B4-BE49-F238E27FC236}">
                <a16:creationId xmlns:a16="http://schemas.microsoft.com/office/drawing/2014/main" id="{AC9B72B6-2551-910C-6A0E-53F7218C015C}"/>
              </a:ext>
            </a:extLst>
          </p:cNvPr>
          <p:cNvSpPr/>
          <p:nvPr/>
        </p:nvSpPr>
        <p:spPr>
          <a:xfrm>
            <a:off x="4690217" y="4071629"/>
            <a:ext cx="624012" cy="652306"/>
          </a:xfrm>
          <a:prstGeom prst="flowChartMagneticDisk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店別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マスタ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241" name="フローチャート: 定義済み処理 240">
            <a:extLst>
              <a:ext uri="{FF2B5EF4-FFF2-40B4-BE49-F238E27FC236}">
                <a16:creationId xmlns:a16="http://schemas.microsoft.com/office/drawing/2014/main" id="{E47F0965-6E8A-D4F5-94A9-4333601D480C}"/>
              </a:ext>
            </a:extLst>
          </p:cNvPr>
          <p:cNvSpPr/>
          <p:nvPr/>
        </p:nvSpPr>
        <p:spPr>
          <a:xfrm>
            <a:off x="5704195" y="4081351"/>
            <a:ext cx="1882140" cy="653673"/>
          </a:xfrm>
          <a:prstGeom prst="flowChartPredefinedProcess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entury Gothic" panose="020F0302020204030204"/>
                <a:ea typeface="メイリオ" panose="020B0604030504040204" pitchFamily="50" charset="-128"/>
                <a:cs typeface="+mn-cs"/>
              </a:rPr>
              <a:t>富士通サーバーマスタ取込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</p:txBody>
      </p:sp>
      <p:cxnSp>
        <p:nvCxnSpPr>
          <p:cNvPr id="243" name="直線矢印コネクタ 242">
            <a:extLst>
              <a:ext uri="{FF2B5EF4-FFF2-40B4-BE49-F238E27FC236}">
                <a16:creationId xmlns:a16="http://schemas.microsoft.com/office/drawing/2014/main" id="{4E8125C5-E981-F0EB-E3A9-E6B8A6203D55}"/>
              </a:ext>
            </a:extLst>
          </p:cNvPr>
          <p:cNvCxnSpPr>
            <a:cxnSpLocks/>
            <a:stCxn id="247" idx="2"/>
            <a:endCxn id="44" idx="4"/>
          </p:cNvCxnSpPr>
          <p:nvPr/>
        </p:nvCxnSpPr>
        <p:spPr>
          <a:xfrm flipH="1" flipV="1">
            <a:off x="8471978" y="4408187"/>
            <a:ext cx="997437" cy="131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直線コネクタ 244">
            <a:extLst>
              <a:ext uri="{FF2B5EF4-FFF2-40B4-BE49-F238E27FC236}">
                <a16:creationId xmlns:a16="http://schemas.microsoft.com/office/drawing/2014/main" id="{0DF0EFFC-95DE-A40C-3262-B298749CB488}"/>
              </a:ext>
            </a:extLst>
          </p:cNvPr>
          <p:cNvCxnSpPr>
            <a:cxnSpLocks/>
          </p:cNvCxnSpPr>
          <p:nvPr/>
        </p:nvCxnSpPr>
        <p:spPr>
          <a:xfrm>
            <a:off x="958729" y="3704571"/>
            <a:ext cx="10162381" cy="0"/>
          </a:xfrm>
          <a:prstGeom prst="line">
            <a:avLst/>
          </a:prstGeom>
          <a:ln>
            <a:solidFill>
              <a:schemeClr val="tx1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フローチャート: 磁気ディスク 246">
            <a:extLst>
              <a:ext uri="{FF2B5EF4-FFF2-40B4-BE49-F238E27FC236}">
                <a16:creationId xmlns:a16="http://schemas.microsoft.com/office/drawing/2014/main" id="{7201E1BC-DD70-85C8-2EE6-29A4CB4A529E}"/>
              </a:ext>
            </a:extLst>
          </p:cNvPr>
          <p:cNvSpPr/>
          <p:nvPr/>
        </p:nvSpPr>
        <p:spPr>
          <a:xfrm>
            <a:off x="9469415" y="4071630"/>
            <a:ext cx="624012" cy="699338"/>
          </a:xfrm>
          <a:prstGeom prst="flowChartMagneticDisk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店別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マスタ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cxnSp>
        <p:nvCxnSpPr>
          <p:cNvPr id="253" name="直線矢印コネクタ 252">
            <a:extLst>
              <a:ext uri="{FF2B5EF4-FFF2-40B4-BE49-F238E27FC236}">
                <a16:creationId xmlns:a16="http://schemas.microsoft.com/office/drawing/2014/main" id="{7EEADA73-1C88-C577-91A9-94800DAC0974}"/>
              </a:ext>
            </a:extLst>
          </p:cNvPr>
          <p:cNvCxnSpPr>
            <a:cxnSpLocks/>
            <a:stCxn id="241" idx="1"/>
            <a:endCxn id="240" idx="4"/>
          </p:cNvCxnSpPr>
          <p:nvPr/>
        </p:nvCxnSpPr>
        <p:spPr>
          <a:xfrm flipH="1" flipV="1">
            <a:off x="5314229" y="4397782"/>
            <a:ext cx="389966" cy="1040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フローチャート: 磁気ディスク 43">
            <a:extLst>
              <a:ext uri="{FF2B5EF4-FFF2-40B4-BE49-F238E27FC236}">
                <a16:creationId xmlns:a16="http://schemas.microsoft.com/office/drawing/2014/main" id="{0740C5CA-F957-F75A-2929-FE701138E463}"/>
              </a:ext>
            </a:extLst>
          </p:cNvPr>
          <p:cNvSpPr/>
          <p:nvPr/>
        </p:nvSpPr>
        <p:spPr>
          <a:xfrm>
            <a:off x="7847966" y="4081351"/>
            <a:ext cx="624012" cy="653672"/>
          </a:xfrm>
          <a:prstGeom prst="flowChartMagneticDisk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店別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マスタ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CEEB9B1D-593F-45B1-EA42-6AE81F6DDF07}"/>
              </a:ext>
            </a:extLst>
          </p:cNvPr>
          <p:cNvCxnSpPr>
            <a:cxnSpLocks/>
            <a:stCxn id="44" idx="2"/>
            <a:endCxn id="241" idx="3"/>
          </p:cNvCxnSpPr>
          <p:nvPr/>
        </p:nvCxnSpPr>
        <p:spPr>
          <a:xfrm flipH="1">
            <a:off x="7586335" y="4408187"/>
            <a:ext cx="261631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線コネクタ 79">
            <a:extLst>
              <a:ext uri="{FF2B5EF4-FFF2-40B4-BE49-F238E27FC236}">
                <a16:creationId xmlns:a16="http://schemas.microsoft.com/office/drawing/2014/main" id="{9512983F-D327-5B29-29D1-B148A8700F13}"/>
              </a:ext>
            </a:extLst>
          </p:cNvPr>
          <p:cNvCxnSpPr>
            <a:cxnSpLocks/>
          </p:cNvCxnSpPr>
          <p:nvPr/>
        </p:nvCxnSpPr>
        <p:spPr>
          <a:xfrm>
            <a:off x="932345" y="5080101"/>
            <a:ext cx="10162381" cy="0"/>
          </a:xfrm>
          <a:prstGeom prst="line">
            <a:avLst/>
          </a:prstGeom>
          <a:ln>
            <a:solidFill>
              <a:schemeClr val="tx1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フローチャート: 磁気ディスク 85">
            <a:extLst>
              <a:ext uri="{FF2B5EF4-FFF2-40B4-BE49-F238E27FC236}">
                <a16:creationId xmlns:a16="http://schemas.microsoft.com/office/drawing/2014/main" id="{3B526034-D07E-34AD-AF54-FC830545B7D3}"/>
              </a:ext>
            </a:extLst>
          </p:cNvPr>
          <p:cNvSpPr/>
          <p:nvPr/>
        </p:nvSpPr>
        <p:spPr>
          <a:xfrm>
            <a:off x="1478651" y="5447159"/>
            <a:ext cx="624012" cy="625403"/>
          </a:xfrm>
          <a:prstGeom prst="flowChartMagneticDisk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800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切替店</a:t>
            </a:r>
            <a:endParaRPr lang="en-US" altLang="ja-JP" sz="800">
              <a:solidFill>
                <a:prstClr val="black"/>
              </a:solidFill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マスタ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87" name="正方形/長方形 86">
            <a:extLst>
              <a:ext uri="{FF2B5EF4-FFF2-40B4-BE49-F238E27FC236}">
                <a16:creationId xmlns:a16="http://schemas.microsoft.com/office/drawing/2014/main" id="{08D1EEE8-90FF-CB7F-1119-09B0FC0451EA}"/>
              </a:ext>
            </a:extLst>
          </p:cNvPr>
          <p:cNvSpPr/>
          <p:nvPr/>
        </p:nvSpPr>
        <p:spPr>
          <a:xfrm>
            <a:off x="1964400" y="5610459"/>
            <a:ext cx="900538" cy="62540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＜切替店＞</a:t>
            </a:r>
            <a:endParaRPr kumimoji="1" lang="en-US" altLang="ja-JP" sz="6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6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予算</a:t>
            </a:r>
            <a:r>
              <a:rPr kumimoji="1" lang="ja-JP" altLang="en-US" sz="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マスタ</a:t>
            </a:r>
            <a:endParaRPr kumimoji="1" lang="en-US" altLang="ja-JP" sz="6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88" name="フローチャート: 磁気ディスク 87">
            <a:extLst>
              <a:ext uri="{FF2B5EF4-FFF2-40B4-BE49-F238E27FC236}">
                <a16:creationId xmlns:a16="http://schemas.microsoft.com/office/drawing/2014/main" id="{C29B4294-09E1-EF50-F618-D3E29C5D0AB5}"/>
              </a:ext>
            </a:extLst>
          </p:cNvPr>
          <p:cNvSpPr/>
          <p:nvPr/>
        </p:nvSpPr>
        <p:spPr>
          <a:xfrm>
            <a:off x="3510617" y="5431642"/>
            <a:ext cx="624012" cy="625403"/>
          </a:xfrm>
          <a:prstGeom prst="flowChartMagneticDisk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切替店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800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マスタ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cxnSp>
        <p:nvCxnSpPr>
          <p:cNvPr id="89" name="直線矢印コネクタ 88">
            <a:extLst>
              <a:ext uri="{FF2B5EF4-FFF2-40B4-BE49-F238E27FC236}">
                <a16:creationId xmlns:a16="http://schemas.microsoft.com/office/drawing/2014/main" id="{B81C05D5-690E-E384-D3C5-2C866E91CDAE}"/>
              </a:ext>
            </a:extLst>
          </p:cNvPr>
          <p:cNvCxnSpPr>
            <a:cxnSpLocks/>
            <a:endCxn id="88" idx="2"/>
          </p:cNvCxnSpPr>
          <p:nvPr/>
        </p:nvCxnSpPr>
        <p:spPr>
          <a:xfrm>
            <a:off x="2092763" y="5744344"/>
            <a:ext cx="14178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フローチャート: 磁気ディスク 89">
            <a:extLst>
              <a:ext uri="{FF2B5EF4-FFF2-40B4-BE49-F238E27FC236}">
                <a16:creationId xmlns:a16="http://schemas.microsoft.com/office/drawing/2014/main" id="{E5D74A48-D2F5-B2D9-91D3-2E54882E2ED2}"/>
              </a:ext>
            </a:extLst>
          </p:cNvPr>
          <p:cNvSpPr/>
          <p:nvPr/>
        </p:nvSpPr>
        <p:spPr>
          <a:xfrm>
            <a:off x="6470225" y="5446194"/>
            <a:ext cx="624012" cy="625403"/>
          </a:xfrm>
          <a:prstGeom prst="flowChartMagneticDisk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店別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マスタ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91" name="フローチャート: 定義済み処理 90">
            <a:extLst>
              <a:ext uri="{FF2B5EF4-FFF2-40B4-BE49-F238E27FC236}">
                <a16:creationId xmlns:a16="http://schemas.microsoft.com/office/drawing/2014/main" id="{47A02F19-67DB-F72C-FC53-71BC0892AD6D}"/>
              </a:ext>
            </a:extLst>
          </p:cNvPr>
          <p:cNvSpPr/>
          <p:nvPr/>
        </p:nvSpPr>
        <p:spPr>
          <a:xfrm>
            <a:off x="4378683" y="5439512"/>
            <a:ext cx="1831492" cy="625403"/>
          </a:xfrm>
          <a:prstGeom prst="flowChartPredefinedProcess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entury Gothic" panose="020F0302020204030204"/>
                <a:ea typeface="メイリオ" panose="020B0604030504040204" pitchFamily="50" charset="-128"/>
                <a:cs typeface="+mn-cs"/>
              </a:rPr>
              <a:t>サーバーマスタ取込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</p:txBody>
      </p:sp>
      <p:cxnSp>
        <p:nvCxnSpPr>
          <p:cNvPr id="92" name="直線矢印コネクタ 91">
            <a:extLst>
              <a:ext uri="{FF2B5EF4-FFF2-40B4-BE49-F238E27FC236}">
                <a16:creationId xmlns:a16="http://schemas.microsoft.com/office/drawing/2014/main" id="{56EFBB92-97EF-DBA0-2236-F28610665614}"/>
              </a:ext>
            </a:extLst>
          </p:cNvPr>
          <p:cNvCxnSpPr>
            <a:cxnSpLocks/>
            <a:endCxn id="91" idx="1"/>
          </p:cNvCxnSpPr>
          <p:nvPr/>
        </p:nvCxnSpPr>
        <p:spPr>
          <a:xfrm flipV="1">
            <a:off x="4124729" y="5752214"/>
            <a:ext cx="253954" cy="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線矢印コネクタ 92">
            <a:extLst>
              <a:ext uri="{FF2B5EF4-FFF2-40B4-BE49-F238E27FC236}">
                <a16:creationId xmlns:a16="http://schemas.microsoft.com/office/drawing/2014/main" id="{C0C339BD-AC16-0E99-9A11-17A207C80A5E}"/>
              </a:ext>
            </a:extLst>
          </p:cNvPr>
          <p:cNvCxnSpPr>
            <a:cxnSpLocks/>
            <a:stCxn id="91" idx="3"/>
            <a:endCxn id="90" idx="2"/>
          </p:cNvCxnSpPr>
          <p:nvPr/>
        </p:nvCxnSpPr>
        <p:spPr>
          <a:xfrm>
            <a:off x="6210175" y="5752214"/>
            <a:ext cx="260050" cy="668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正方形/長方形 255">
            <a:extLst>
              <a:ext uri="{FF2B5EF4-FFF2-40B4-BE49-F238E27FC236}">
                <a16:creationId xmlns:a16="http://schemas.microsoft.com/office/drawing/2014/main" id="{CC42DA51-63D6-25DC-FF8D-1FFCF5E559D3}"/>
              </a:ext>
            </a:extLst>
          </p:cNvPr>
          <p:cNvSpPr/>
          <p:nvPr/>
        </p:nvSpPr>
        <p:spPr>
          <a:xfrm>
            <a:off x="7951765" y="1481528"/>
            <a:ext cx="2911170" cy="813538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9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サーバーマスタ取込内容</a:t>
            </a:r>
            <a:endParaRPr kumimoji="1" lang="en-US" altLang="ja-JP" sz="9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OC</a:t>
            </a:r>
            <a:r>
              <a:rPr kumimoji="1" lang="ja-JP" altLang="en-US" sz="9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連携の切替店全件マスタ取込を行う</a:t>
            </a:r>
            <a:endParaRPr kumimoji="1" lang="en-US" altLang="ja-JP" sz="9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9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※</a:t>
            </a:r>
            <a:r>
              <a:rPr lang="ja-JP" altLang="en-US" sz="9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日中処理可能</a:t>
            </a:r>
            <a:endParaRPr kumimoji="1" lang="en-US" altLang="ja-JP" sz="9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257" name="正方形/長方形 256">
            <a:extLst>
              <a:ext uri="{FF2B5EF4-FFF2-40B4-BE49-F238E27FC236}">
                <a16:creationId xmlns:a16="http://schemas.microsoft.com/office/drawing/2014/main" id="{36FD9172-06C9-0C94-F71D-A4AD6A87EBA4}"/>
              </a:ext>
            </a:extLst>
          </p:cNvPr>
          <p:cNvSpPr/>
          <p:nvPr/>
        </p:nvSpPr>
        <p:spPr>
          <a:xfrm>
            <a:off x="7951765" y="2631738"/>
            <a:ext cx="2911170" cy="813538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9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サーバーマスタ取込内容</a:t>
            </a:r>
            <a:endParaRPr kumimoji="1" lang="en-US" altLang="ja-JP" sz="9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OC</a:t>
            </a:r>
            <a:r>
              <a:rPr kumimoji="1" lang="ja-JP" altLang="en-US" sz="9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連携の全店差分マスタより切替店マスタ取込を行う</a:t>
            </a:r>
            <a:endParaRPr kumimoji="1" lang="en-US" altLang="ja-JP" sz="9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261" name="正方形/長方形 260">
            <a:extLst>
              <a:ext uri="{FF2B5EF4-FFF2-40B4-BE49-F238E27FC236}">
                <a16:creationId xmlns:a16="http://schemas.microsoft.com/office/drawing/2014/main" id="{636CFDC0-0CDA-046E-29BC-DA94E2B7458B}"/>
              </a:ext>
            </a:extLst>
          </p:cNvPr>
          <p:cNvSpPr/>
          <p:nvPr/>
        </p:nvSpPr>
        <p:spPr>
          <a:xfrm>
            <a:off x="7951765" y="5230541"/>
            <a:ext cx="2911170" cy="813538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9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サーバーマスタ取込内容</a:t>
            </a:r>
            <a:endParaRPr kumimoji="1" lang="en-US" altLang="ja-JP" sz="9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9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前月末に受信した予算マスタ取込を行う</a:t>
            </a:r>
            <a:endParaRPr kumimoji="1" lang="en-US" altLang="ja-JP" sz="9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5AF6637-17A0-3E2D-5796-D10BA4722495}"/>
              </a:ext>
            </a:extLst>
          </p:cNvPr>
          <p:cNvSpPr/>
          <p:nvPr/>
        </p:nvSpPr>
        <p:spPr>
          <a:xfrm>
            <a:off x="230264" y="1125132"/>
            <a:ext cx="900538" cy="62540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20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①</a:t>
            </a:r>
            <a:endParaRPr kumimoji="1" lang="en-US" altLang="ja-JP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C479463-C342-7C1E-3036-286852B39027}"/>
              </a:ext>
            </a:extLst>
          </p:cNvPr>
          <p:cNvSpPr/>
          <p:nvPr/>
        </p:nvSpPr>
        <p:spPr>
          <a:xfrm>
            <a:off x="230264" y="2350929"/>
            <a:ext cx="900538" cy="62540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②</a:t>
            </a:r>
            <a:endParaRPr kumimoji="1" lang="en-US" altLang="ja-JP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BCE4F0E-A086-6D3F-C437-94E1D953BE38}"/>
              </a:ext>
            </a:extLst>
          </p:cNvPr>
          <p:cNvSpPr/>
          <p:nvPr/>
        </p:nvSpPr>
        <p:spPr>
          <a:xfrm>
            <a:off x="230264" y="3553116"/>
            <a:ext cx="900538" cy="62540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③</a:t>
            </a:r>
            <a:endParaRPr kumimoji="1" lang="en-US" altLang="ja-JP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74A4AA7-D298-0B04-3851-6A9E8F07851A}"/>
              </a:ext>
            </a:extLst>
          </p:cNvPr>
          <p:cNvSpPr/>
          <p:nvPr/>
        </p:nvSpPr>
        <p:spPr>
          <a:xfrm>
            <a:off x="230264" y="4991370"/>
            <a:ext cx="900538" cy="62540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④</a:t>
            </a:r>
            <a:endParaRPr kumimoji="1" lang="en-US" altLang="ja-JP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E395E880-FA15-74DD-6884-C32FA0F37269}"/>
              </a:ext>
            </a:extLst>
          </p:cNvPr>
          <p:cNvSpPr/>
          <p:nvPr/>
        </p:nvSpPr>
        <p:spPr>
          <a:xfrm>
            <a:off x="998040" y="4078260"/>
            <a:ext cx="3308446" cy="813538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9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富士通サーバーマスタ取込内容：</a:t>
            </a:r>
            <a:r>
              <a:rPr kumimoji="1" lang="ja-JP" altLang="en-US" sz="9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切替店</a:t>
            </a:r>
            <a:endParaRPr kumimoji="1" lang="en-US" altLang="ja-JP" sz="9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9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・</a:t>
            </a:r>
            <a:r>
              <a:rPr kumimoji="1" lang="ja-JP" altLang="en-US" sz="9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全件マスタ取込を行う（プロモーション・特売・ミックスマッチ）</a:t>
            </a:r>
            <a:endParaRPr kumimoji="1" lang="en-US" altLang="ja-JP" sz="9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9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※</a:t>
            </a:r>
            <a:r>
              <a:rPr kumimoji="1" lang="ja-JP" altLang="en-US" sz="9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全件削除　全件新規登録</a:t>
            </a:r>
            <a:endParaRPr kumimoji="1" lang="en-US" altLang="ja-JP" sz="9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>
              <a:defRPr/>
            </a:pPr>
            <a:r>
              <a:rPr lang="ja-JP" altLang="en-US" sz="9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・定番売価</a:t>
            </a:r>
            <a:r>
              <a:rPr kumimoji="1" lang="ja-JP" altLang="en-US" sz="9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取込を行う（商品マスタ）</a:t>
            </a:r>
            <a:endParaRPr kumimoji="1" lang="en-US" altLang="ja-JP" sz="9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9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※</a:t>
            </a:r>
            <a:r>
              <a:rPr lang="ja-JP" altLang="en-US" sz="9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ヴィンクス社ストコンより富士通サーバー連携時間確認要</a:t>
            </a:r>
            <a:endParaRPr kumimoji="1" lang="en-US" altLang="ja-JP" sz="9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17" name="吹き出し: 角を丸めた四角形 16">
            <a:extLst>
              <a:ext uri="{FF2B5EF4-FFF2-40B4-BE49-F238E27FC236}">
                <a16:creationId xmlns:a16="http://schemas.microsoft.com/office/drawing/2014/main" id="{F2F32904-5B53-F6A0-1B76-C95EBA71C7DC}"/>
              </a:ext>
            </a:extLst>
          </p:cNvPr>
          <p:cNvSpPr/>
          <p:nvPr/>
        </p:nvSpPr>
        <p:spPr>
          <a:xfrm>
            <a:off x="10141877" y="3790352"/>
            <a:ext cx="1719918" cy="1030452"/>
          </a:xfrm>
          <a:prstGeom prst="wedgeRoundRectCallout">
            <a:avLst>
              <a:gd name="adj1" fmla="val -56449"/>
              <a:gd name="adj2" fmla="val 37055"/>
              <a:gd name="adj3" fmla="val 16667"/>
            </a:avLst>
          </a:prstGeom>
          <a:solidFill>
            <a:srgbClr val="FFFF00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kumimoji="1" lang="ja-JP" altLang="en-US" sz="800" b="1">
                <a:solidFill>
                  <a:srgbClr val="FF0000"/>
                </a:solidFill>
              </a:rPr>
              <a:t>＜マスタ</a:t>
            </a:r>
            <a:r>
              <a:rPr kumimoji="1" lang="en-US" altLang="ja-JP" sz="800" b="1">
                <a:solidFill>
                  <a:srgbClr val="FF0000"/>
                </a:solidFill>
              </a:rPr>
              <a:t>C</a:t>
            </a:r>
            <a:r>
              <a:rPr kumimoji="1" lang="ja-JP" altLang="en-US" sz="800" b="1">
                <a:solidFill>
                  <a:srgbClr val="FF0000"/>
                </a:solidFill>
              </a:rPr>
              <a:t>ＳＶ出力追加依頼＞</a:t>
            </a:r>
            <a:endParaRPr kumimoji="1" lang="en-US" altLang="ja-JP" sz="800" b="1">
              <a:solidFill>
                <a:srgbClr val="FF0000"/>
              </a:solidFill>
            </a:endParaRPr>
          </a:p>
          <a:p>
            <a:r>
              <a:rPr lang="ja-JP" altLang="en-US" sz="800" b="1">
                <a:solidFill>
                  <a:srgbClr val="FF0000"/>
                </a:solidFill>
              </a:rPr>
              <a:t>特売マスタ（あり）</a:t>
            </a:r>
            <a:endParaRPr lang="en-US" altLang="ja-JP" sz="800" b="1">
              <a:solidFill>
                <a:srgbClr val="FF0000"/>
              </a:solidFill>
            </a:endParaRPr>
          </a:p>
          <a:p>
            <a:r>
              <a:rPr kumimoji="1" lang="ja-JP" altLang="en-US" sz="800" b="1">
                <a:solidFill>
                  <a:srgbClr val="FF0000"/>
                </a:solidFill>
              </a:rPr>
              <a:t>ミックスマッチマスタ</a:t>
            </a:r>
            <a:endParaRPr kumimoji="1" lang="en-US" altLang="ja-JP" sz="800" b="1">
              <a:solidFill>
                <a:srgbClr val="FF0000"/>
              </a:solidFill>
            </a:endParaRPr>
          </a:p>
          <a:p>
            <a:r>
              <a:rPr lang="ja-JP" altLang="en-US" sz="800" b="1">
                <a:solidFill>
                  <a:srgbClr val="FF0000"/>
                </a:solidFill>
              </a:rPr>
              <a:t>プロモーションマスタ</a:t>
            </a:r>
            <a:endParaRPr lang="en-US" altLang="ja-JP" sz="800" b="1">
              <a:solidFill>
                <a:srgbClr val="FF0000"/>
              </a:solidFill>
            </a:endParaRPr>
          </a:p>
          <a:p>
            <a:r>
              <a:rPr kumimoji="1" lang="en-US" altLang="ja-JP" sz="800" b="1">
                <a:solidFill>
                  <a:srgbClr val="FF0000"/>
                </a:solidFill>
              </a:rPr>
              <a:t>※ </a:t>
            </a:r>
            <a:r>
              <a:rPr kumimoji="1" lang="ja-JP" altLang="en-US" sz="800" b="1">
                <a:solidFill>
                  <a:srgbClr val="FF0000"/>
                </a:solidFill>
              </a:rPr>
              <a:t>その他マスタ確認要</a:t>
            </a:r>
            <a:endParaRPr kumimoji="1" lang="en-US" altLang="ja-JP" sz="800" b="1">
              <a:solidFill>
                <a:srgbClr val="FF0000"/>
              </a:solidFill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4506379F-9482-3416-7B57-D2546CAEDF67}"/>
              </a:ext>
            </a:extLst>
          </p:cNvPr>
          <p:cNvSpPr/>
          <p:nvPr/>
        </p:nvSpPr>
        <p:spPr>
          <a:xfrm>
            <a:off x="932345" y="5124774"/>
            <a:ext cx="2274516" cy="2440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8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切替後</a:t>
            </a:r>
            <a:r>
              <a:rPr kumimoji="1" lang="ja-JP" altLang="en-US" sz="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マスタ連携（前月末日５営業日前分）</a:t>
            </a:r>
            <a:endParaRPr kumimoji="1" lang="en-US" altLang="ja-JP" sz="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r>
              <a:rPr lang="en-US" altLang="ja-JP" sz="8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※</a:t>
            </a:r>
            <a:r>
              <a:rPr lang="ja-JP" altLang="en-US" sz="8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切替日によっては事前処理</a:t>
            </a:r>
            <a:endParaRPr lang="en-US" altLang="ja-JP" sz="800" b="1">
              <a:solidFill>
                <a:prstClr val="black"/>
              </a:solidFill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09C7285D-28F3-713C-AC97-85140DC3CB89}"/>
              </a:ext>
            </a:extLst>
          </p:cNvPr>
          <p:cNvSpPr/>
          <p:nvPr/>
        </p:nvSpPr>
        <p:spPr>
          <a:xfrm>
            <a:off x="8520426" y="4361743"/>
            <a:ext cx="1120723" cy="62540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＜切替店全件マスタ＞</a:t>
            </a:r>
            <a:endParaRPr kumimoji="1" lang="en-US" altLang="ja-JP" sz="6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6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プロモーション</a:t>
            </a:r>
            <a:endParaRPr lang="en-US" altLang="ja-JP" sz="600" b="1">
              <a:solidFill>
                <a:prstClr val="black"/>
              </a:solidFill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6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特売マスタ</a:t>
            </a:r>
            <a:endParaRPr lang="en-US" altLang="ja-JP" sz="600" b="1">
              <a:solidFill>
                <a:prstClr val="black"/>
              </a:solidFill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ミックスマッチ</a:t>
            </a:r>
            <a:endParaRPr kumimoji="1" lang="en-US" altLang="ja-JP" sz="6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6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商品マスタ（売価更新のみ）</a:t>
            </a:r>
            <a:endParaRPr kumimoji="1" lang="en-US" altLang="ja-JP" sz="6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1963D13A-3ABA-EC64-FF53-7923A0C8250D}"/>
              </a:ext>
            </a:extLst>
          </p:cNvPr>
          <p:cNvSpPr/>
          <p:nvPr/>
        </p:nvSpPr>
        <p:spPr>
          <a:xfrm>
            <a:off x="2092228" y="3019316"/>
            <a:ext cx="900538" cy="62540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＜全店差分マスタ＞</a:t>
            </a:r>
            <a:endParaRPr kumimoji="1" lang="en-US" altLang="ja-JP" sz="6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商品マスタ　</a:t>
            </a:r>
            <a:endParaRPr kumimoji="1" lang="en-US" altLang="ja-JP" sz="6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P001</a:t>
            </a:r>
            <a:r>
              <a:rPr kumimoji="1" lang="ja-JP" altLang="en-US" sz="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　</a:t>
            </a:r>
            <a:r>
              <a:rPr kumimoji="1" lang="en-US" altLang="ja-JP" sz="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P003(</a:t>
            </a:r>
            <a:r>
              <a:rPr kumimoji="1" lang="ja-JP" altLang="en-US" sz="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全件</a:t>
            </a:r>
            <a:r>
              <a:rPr kumimoji="1" lang="en-US" altLang="ja-JP" sz="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)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6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プロモーション</a:t>
            </a:r>
            <a:endParaRPr lang="en-US" altLang="ja-JP" sz="600" b="1">
              <a:solidFill>
                <a:prstClr val="black"/>
              </a:solidFill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6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階層マスタ</a:t>
            </a:r>
            <a:endParaRPr kumimoji="1" lang="en-US" altLang="ja-JP" sz="6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E3AC1A82-31CD-637B-3E54-7E11AA2B3444}"/>
              </a:ext>
            </a:extLst>
          </p:cNvPr>
          <p:cNvSpPr/>
          <p:nvPr/>
        </p:nvSpPr>
        <p:spPr>
          <a:xfrm>
            <a:off x="932345" y="3704538"/>
            <a:ext cx="1719918" cy="2440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800" b="1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切替日</a:t>
            </a:r>
            <a:r>
              <a:rPr kumimoji="1" lang="ja-JP" altLang="en-US" sz="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マスタ連携</a:t>
            </a:r>
            <a:endParaRPr lang="en-US" altLang="ja-JP" sz="800" b="1">
              <a:solidFill>
                <a:prstClr val="black"/>
              </a:solidFill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76677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4BB3E7CF-52E3-B80A-3E04-EF0B61CA1156}"/>
              </a:ext>
            </a:extLst>
          </p:cNvPr>
          <p:cNvSpPr/>
          <p:nvPr/>
        </p:nvSpPr>
        <p:spPr>
          <a:xfrm>
            <a:off x="151636" y="134128"/>
            <a:ext cx="4450844" cy="452407"/>
          </a:xfrm>
          <a:prstGeom prst="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新サーバ切替時マスタコンバート課題</a:t>
            </a:r>
          </a:p>
        </p:txBody>
      </p:sp>
      <p:graphicFrame>
        <p:nvGraphicFramePr>
          <p:cNvPr id="18" name="表 17">
            <a:extLst>
              <a:ext uri="{FF2B5EF4-FFF2-40B4-BE49-F238E27FC236}">
                <a16:creationId xmlns:a16="http://schemas.microsoft.com/office/drawing/2014/main" id="{0124FE10-05F1-F7A3-EB03-93BCFA57A5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6127562"/>
              </p:ext>
            </p:extLst>
          </p:nvPr>
        </p:nvGraphicFramePr>
        <p:xfrm>
          <a:off x="301841" y="1029968"/>
          <a:ext cx="10777491" cy="3152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9901">
                  <a:extLst>
                    <a:ext uri="{9D8B030D-6E8A-4147-A177-3AD203B41FA5}">
                      <a16:colId xmlns:a16="http://schemas.microsoft.com/office/drawing/2014/main" val="3527576706"/>
                    </a:ext>
                  </a:extLst>
                </a:gridCol>
                <a:gridCol w="2222479">
                  <a:extLst>
                    <a:ext uri="{9D8B030D-6E8A-4147-A177-3AD203B41FA5}">
                      <a16:colId xmlns:a16="http://schemas.microsoft.com/office/drawing/2014/main" val="2340052865"/>
                    </a:ext>
                  </a:extLst>
                </a:gridCol>
                <a:gridCol w="8265111">
                  <a:extLst>
                    <a:ext uri="{9D8B030D-6E8A-4147-A177-3AD203B41FA5}">
                      <a16:colId xmlns:a16="http://schemas.microsoft.com/office/drawing/2014/main" val="3879270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20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kumimoji="1" lang="ja-JP" altLang="en-US" sz="120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　　　項　　　　　　　　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　　　　　　　　　　　　　　　　　　詳　　　　　　　　　　　　　　　　　　　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3238756"/>
                  </a:ext>
                </a:extLst>
              </a:tr>
              <a:tr h="356554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1</a:t>
                      </a:r>
                      <a:endParaRPr kumimoji="1" lang="ja-JP" altLang="en-US" sz="1200"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コンバート単位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全店一括コンバート／複数店同時コンバート</a:t>
                      </a:r>
                      <a:r>
                        <a:rPr kumimoji="1" lang="ja-JP" altLang="en-US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dk1"/>
                          </a:solidFill>
                          <a:effectLst/>
                          <a:uLnTx/>
                          <a:uFillTx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／個別</a:t>
                      </a:r>
                      <a:r>
                        <a:rPr kumimoji="1" lang="ja-JP" altLang="en-US" sz="1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　 </a:t>
                      </a:r>
                      <a:r>
                        <a:rPr lang="ja-JP" altLang="en-US" sz="1200" b="1">
                          <a:solidFill>
                            <a:prstClr val="black"/>
                          </a:solidFill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　</a:t>
                      </a:r>
                      <a:endParaRPr kumimoji="1" lang="ja-JP" altLang="en-US" sz="1200"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※ </a:t>
                      </a:r>
                      <a:r>
                        <a:rPr kumimoji="1" lang="ja-JP" altLang="en-US" sz="1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マスタ作成取込時間、マスタ容量確認</a:t>
                      </a:r>
                      <a:endParaRPr kumimoji="1" lang="en-US" altLang="ja-JP" sz="1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30040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2</a:t>
                      </a:r>
                      <a:endParaRPr kumimoji="1" lang="ja-JP" altLang="en-US" sz="1200"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富士通特売マスタコンバート</a:t>
                      </a:r>
                      <a:endParaRPr kumimoji="1" lang="ja-JP" altLang="en-US" sz="1200"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  <a:p>
                      <a:endParaRPr kumimoji="1" lang="ja-JP" altLang="en-US" sz="1200"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altLang="en-US" sz="1200" b="1">
                          <a:solidFill>
                            <a:prstClr val="black"/>
                          </a:solidFill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特売マスタには商品コードを持っていない。</a:t>
                      </a:r>
                      <a:endParaRPr lang="en-US" altLang="ja-JP" sz="1200" b="1">
                        <a:solidFill>
                          <a:prstClr val="black"/>
                        </a:solidFill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  <a:p>
                      <a:r>
                        <a:rPr lang="ja-JP" altLang="en-US" sz="1200" b="1">
                          <a:solidFill>
                            <a:prstClr val="black"/>
                          </a:solidFill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特売マスタ</a:t>
                      </a:r>
                      <a:r>
                        <a:rPr lang="en-US" altLang="ja-JP" sz="1200" b="1">
                          <a:solidFill>
                            <a:prstClr val="black"/>
                          </a:solidFill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PLU</a:t>
                      </a:r>
                      <a:r>
                        <a:rPr lang="ja-JP" altLang="en-US" sz="1200" b="1">
                          <a:solidFill>
                            <a:prstClr val="black"/>
                          </a:solidFill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を元に商品マスタより商品コードを付加可否。</a:t>
                      </a:r>
                      <a:endParaRPr kumimoji="1" lang="ja-JP" altLang="en-US" sz="1200"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8678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3</a:t>
                      </a:r>
                      <a:endParaRPr kumimoji="1" lang="ja-JP" altLang="en-US" sz="1200"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コンバート手順</a:t>
                      </a:r>
                      <a:endParaRPr kumimoji="1" lang="ja-JP" altLang="en-US" sz="1200"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レジ導入時（店舗全レジでない場合／全レジの場合）</a:t>
                      </a:r>
                      <a:endParaRPr kumimoji="1" lang="en-US" altLang="ja-JP" sz="1200"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  <a:p>
                      <a:r>
                        <a:rPr kumimoji="1" lang="en-US" altLang="ja-JP" sz="120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※</a:t>
                      </a:r>
                      <a:r>
                        <a:rPr kumimoji="1" lang="ja-JP" altLang="en-US" sz="120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全レジでない場合はデータ参照のみ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76271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4</a:t>
                      </a:r>
                      <a:endParaRPr kumimoji="1" lang="ja-JP" altLang="en-US" sz="1200"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  <a:cs typeface="+mn-cs"/>
                        </a:rPr>
                        <a:t>所要時間計測</a:t>
                      </a:r>
                      <a:endParaRPr kumimoji="1" lang="ja-JP" altLang="en-US" sz="1200">
                        <a:latin typeface="UD デジタル 教科書体 NK-B" panose="02020700000000000000" pitchFamily="18" charset="-128"/>
                        <a:ea typeface="UD デジタル 教科書体 NK-B" panose="02020700000000000000" pitchFamily="18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OC</a:t>
                      </a:r>
                      <a:r>
                        <a:rPr kumimoji="1" lang="ja-JP" altLang="en-US" sz="1200">
                          <a:latin typeface="UD デジタル 教科書体 NK-B" panose="02020700000000000000" pitchFamily="18" charset="-128"/>
                          <a:ea typeface="UD デジタル 教科書体 NK-B" panose="02020700000000000000" pitchFamily="18" charset="-128"/>
                        </a:rPr>
                        <a:t>連携取込／富士通サーバー抽出＆取込時間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44475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1510921"/>
                  </a:ext>
                </a:extLst>
              </a:tr>
              <a:tr h="277888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43935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23913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25559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230EB95-E877-4CF1-B2C9-BE9437374814}"/>
              </a:ext>
            </a:extLst>
          </p:cNvPr>
          <p:cNvSpPr txBox="1"/>
          <p:nvPr/>
        </p:nvSpPr>
        <p:spPr>
          <a:xfrm>
            <a:off x="162802" y="214739"/>
            <a:ext cx="101631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１．システム全体図</a:t>
            </a:r>
          </a:p>
        </p:txBody>
      </p:sp>
      <p:sp>
        <p:nvSpPr>
          <p:cNvPr id="4" name="AutoShape 2" descr="data:image/jpg;base64,%20/9j/4AAQSkZJRgABAQEAYABgAAD/2wBDAAUDBAQEAwUEBAQFBQUGBwwIBwcHBw8LCwkMEQ8SEhEPERETFhwXExQaFRERGCEYGh0dHx8fExciJCIeJBweHx7/2wBDAQUFBQcGBw4ICA4eFBEUHh4eHh4eHh4eHh4eHh4eHh4eHh4eHh4eHh4eHh4eHh4eHh4eHh4eHh4eHh4eHh4eHh7/wAARCAGFATgDASIAAhEBAxEB/8QAHwAAAQUBAQEBAQEAAAAAAAAAAAECAwQFBgcICQoL/8QAtRAAAgEDAwIEAwUFBAQAAAF9AQIDAAQRBRIhMUEGE1FhByJxFDKBkaEII0KxwRVS0fAkM2JyggkKFhcYGRolJicoKSo0NTY3ODk6Q0RFRkdISUpTVFVWV1hZWmNkZWZnaGlqc3R1dnd4eXqDhIWGh4iJipKTlJWWl5iZmqKjpKWmp6ipqrKztLW2t7i5usLDxMXGx8jJytLT1NXW19jZ2uHi4+Tl5ufo6erx8vP09fb3+Pn6/8QAHwEAAwEBAQEBAQEBAQAAAAAAAAECAwQFBgcICQoL/8QAtREAAgECBAQDBAcFBAQAAQJ3AAECAxEEBSExBhJBUQdhcRMiMoEIFEKRobHBCSMzUvAVYnLRChYkNOEl8RcYGRomJygpKjU2Nzg5OkNERUZHSElKU1RVVldYWVpjZGVmZ2hpanN0dXZ3eHl6goOEhYaHiImKkpOUlZaXmJmaoqOkpaanqKmqsrO0tba3uLm6wsPExcbHyMnK0tPU1dbX2Nna4uPk5ebn6Onq8vP09fb3+Pn6/9oADAMBAAIRAxEAPwD6OtvFF1qGqzSxMUt4bwwRIhyHQAgsw9zt+lQXmrT2U+sX82oeUjuEELnCRgIMspNbNjo9jplhayeSqyrC8k7gZLfLkn8wK5HSL7Q/iP4AuYpre6OnXl09tcFoSsr4baQp6jgDmu+Ci9Uvd0T/AK+R3PlcrxWh6PBPI0iOksUsYt9+5eQTxyCO1JFNcGOzUhSZHLNg9gc1zGg2OkaTosmlWcV9HDYRpax8uzbRwCST3rSDxQTb1nvlFtbjrFnn8qwlBX0OdxNR7uQwSsB80k3lx8dgf8M1Be3zLO/lsMBxGg29wAT/ADqjG00JtwZJW8mJpmDQHr26fWq1vNdG+t1azMgjjM0n7thySSOpoUAsbt9LKqu0Mi5to93+8x7fzqmmog3unxvIuRFJNMuec44GPY1VW6mcIJtIuB5jGeQqf4R2/lXnHiPxSNM+MHh7TD4d1R01eQSvJyFiGdoPTlcDJ+tbUaDqNxXZhGN9D2BJpB5aykAhTNNx09B/n0oE8mEMjBeDNNx0X+EVH/rP9Zx5x82T2jXoKRiH5k4D/vpvZB90fjiuaxBKs8hC+Zhcgyy8fdXsv1pv2h+GkIAx50vHRf4V+tRk8FpuM/vpx6D+FKDnJMg3FWEko/vOfuJ+HFFgJRcSKMy4GB5kox0z91KDcSKC0mCV+aQAdWP3UHv0qI7g2D87K2T/ALcp7fQChd24bTuKsQhPRpP4n+g/pTsgJRNKv3iHYH5gB95z0UfSr8CskQEjAv1Yj1qrp8KsRNz5a5EWe/q341dPJx271EmSwHP0paKKgQUUUUARyblYEEY9MUm4qR0OfQVIwDDBqEKVypAOaAJY2LZyOO1OqJfMSULjKkcn0qWgAooooAKKKKACiiigAooooAQ8c9u9LRSD5TjtQAtFFFABQc4ODg+tFFAGJp2uBtZm0a+VY7pOY2B+WVfb0PtRXMaz/wAlNtP+usdFNoiDvc7If8fln7RMT+lZiAWcto4AWCedmkAGACG4b/Grt5J5IWYDJjtHYD8qwoNYeZLRGs1kAhdyAexrRM6LmlgpdAg/Ld3Rjb/gPKn8gatufNWft59wIx9BgH+tYOi3hv7WK3dGSS3haVCT97H3T9ex+tbVjNut7WZhny4Wmf8A3iT/AFzVSQ2OuC0pmC9Z5lhX6Lyf5VDafvhdzLx9pn8mP2RflP8AI0sjCBNz5H2e3LMf+mj8CiJTbW0ccOd8UQC5/wCej8n+dHT+v67CFvJlZJZP4ZJBCmO4Hp9abaw7g0kgUS3T4J/uRLwQPyqKJRNLviyYoP8AR7b0Zz99/wAhxVtlDnahwr/uVPpGv3j/ADoemghciX52+US/O3tEvQficUm4Nl5BgNiaUD+6PuL+g4pCyyAs3Cv87D0jX7o/E4o3HO51ywIkZfVz9xPw4pCBsqT5g3MpDuB/FIfur9BzQNyEAYZwxCn+9Kep+g/pQAwYAMGZWKqx/ikP3m/AfzpPlK/eIj2kBu6xj7zfUnNACjGFEbYGCsbHsP4nP6Cnwx+c6xKCqlQD/sx+n1b+tY2oatLa3ckP2dGA25XPOP4U/mT9K0NL1KZZo4ZrcLJM2WYHuf8ADpSk7CbN3GAEXgD9KcOBXK+NZ54rq2jjnkRNjEqrYyeOT3rn/tdx/wA/E/8A39b/ABpxouSvc4KuNjTm42PSqK81+2XH/PxP/wB/G/xo+2XH/PxP/wB/G/xqvq77kf2hH+U9C1O7SxsJruQErEu7Fef3OoahczGW4updxP8Aq0bCL7Af1qKaeWaIxyTTMh6gyEg1GetaU6XLucuIxTq25dEdN4U1adrgWtxK8qtwpc5YH6+ldUVBIbHIrzGKRo3DoxBHQg4qX7Xcf8/E/wD38b/GpnR5ndGlDG8keWSuekng5H40tea/bLj/AJ+J/wDv43+NH2u4/wCfif8A7+N/jU/V33Nv7Qj/ACnpVFebJeXSsCtzODnr5hr0S0YvaxMzZYoCSe/FZzpuBvQxKrXsiWiiiszpCiiigAooooAKDyKKKAEHHB/CloIzSZwDu4x3oAWkPJx270iuH+6c04cCgDz3Wv8Akptp/wBdY6KNZ/5Kbaf9dY6Kp9DOHU6jVCfssuBk/YX4/KuTMght1lSORJobReNvHOa62ViMn/pz/qKbKokEqmNcMIoxx6//AK6ux02MKxjeSO+miwJo/LVMcfMeo/GtOzkWSaaJBtS6dVQemAA6/gc1cCR+a2FUB7lmOBjIQGsW9kewIvV4CBp2HZWYkA/iAK0jqrDW1i/esJo0U5xd3W4+8aZI/UCluJHd1iycsDc3DA9F6Iv14FQ3Lql0oT5xDEsEI/vMxBJ/IGrVoiwo0k2GZ3M0pH91OFH04o2QiVU8lVijA/dKI1A7u3U/gAaXapyqnCH90D6Iv3z+JzSDeoAPMg/WR+v5AGg7MEZ/d42k/wDTNep/E5qBAWBy7qQDiR19uiJ+ufwpfnBxx5m7APrIep+ig/pSfNuyy/PkMR/tnoPwGTSDbg/MdmCN3+yPvt9ScigQo27QFJEe3APpH3P1Y4o5J+4M5BK+/wDAn0HBNBzuyVG7IJUf3v4V+gGSadGjSOsSkktn5vb+J/xOQKYjEuowdVnkaN5I/wCFgudzd2qXT2f7fbKVbaJBjIrrEjRUCqowBgcUbEznYufXFYt3JMjxBozalJHLHIqsilcN05rK/wCEVuf+e0P/AH0f8K66irjVklZHPPC05y5mtTkf+EVuf+e0P/fR/wAKP+EVuf8AntD/AN9H/Cuuop+2mR9Spdjkf+EVuf8AntD/AN9H/Cj/AIRW5/57Q/8AfR/wrrqKPbTD6lS7HI/8Irc/89of++j/AIUf8Irc/wDPaH/vo/4V11FHtph9Spdjkf8AhFbn/ntD/wB9H/Cg+Fbn/ntD/wB9H/CuupByc9u1Htph9Spdjko/C1zvG+SILnnDH/CurhTyoUjBztULmn0VMpuW5rSoQpX5QoooqDYKKKKACiiigAooooAKhnD7gU545FSk/nSgYFAEcSbDu6ZHTsKkopBwcHp2oA8+1n/kptp/11joo1n/AJKbaf8AXWOiqfQzh1Opn5H1tsf+PLSji4wGHNwnH0VaSY8kekbr+TrTCwWZmPGJGYH0xGtaHSCnFurDkmFm/F2A/rWP4hsby7vovJmAtFKxzoTgFUAJz+da/KqsYxk+Wv4BSx/lVa58x5I7WIDLDMpPTEjEY+pFXBtO6C5yvw/1HVry+1GHVrCWBrVV+yTPjbMH4+XuSo7+9ds+1X2P9wYz/uJ/ic1lXk90t+8dramYpE08BAwI8DCqPrmpPD+oS6no8WoXlk9nK2Vmhc5xsPzY9cnNVUfM+e1kDd9TQ+fOD9/v/vt1/IA/nQSuM4yowceqrwo/Ej9aAG6Mfm5DH/aPLH8AMfjQuSwKjnIKg+vRB+AwfxrMkXDAbS2WyQW/2v42/kPxo7jaufu4U/8Aji/yJ+tINuPlyUwMe654/wC+jg/hQe5ZsdcsO394j9VH0oAOAud5KgH5u5HdvqTgD8a0tPg8uMyOuJHwSP7o7D8BVWyh82bc64VMEjtnsv4c/nWnWc30JYUUUVAgooooAKKKKACiiigAoopD1wKAA8nHbvS0DgUUAFFFFABRRRQAUUUUAFFFFABQTgUHgUg65NAAB370tFFABSNjac9KWigDz3WT/wAXMtP+usdFGs/8lNtP+usdFU+hnDdj7/xfZwaw1hcaffI53EOqBlO7n1z2qkvxD8Lz+KZ/C0WoMdXS3acweS2SpjXjkdeKsXuGunbjepOG74AI/rWXeaVYvdtqyWEB1AIV+07QJSoQZXcOTXowhS6p7fid6jE6JYXbVbm6im+z+erIS75ZR90EDoD81Z/gLR7nw3pV3pl1q97q0v2mW5S6uWy7DAwnU9CKjjuGjUTSFprdwSJQoBUblPP5U62ZnWdo5MNHKHjcE7f73U8cgips+Vx6ENaHQyfutUVt2E8lkIHUhcD+ZFT27RvCrbQwZflRe4HJH55FYA1B3t7e7OWVflYsuQDtO4ZHH3ttalheItokgjPEf3h8w9eo/wBokVhODSIaLyxny1XfvfJEhHQd2/MhRSj5s7jjOdx9OPmP4LgfhSRHhUgdXO35mHQj/wDWQfwpUGFXGHHbHRjnp+LZ/Cs0QKS2egVs9PQ4/oM/iRSJliuxecgID/47n9GP1pPvdyy+v94ev4nB/A065hnfTbh4bP7azKY1hE/k7s8MQ/buB7AUSdkBrQRpbwBdwAHVj3NS15TNpdz/AMJLbWi+FbjAtpJHtjr8jBsMm1iSeMc8d8+1egm8vYNEjkfSZluyPLS2ikEhU9Bl8YA6ZJ6Vm1pcyjO7satFefabr3jNrWOx+w2hv4br7PM07eYZO5b5NoQAdyME4rsNXutVtY4jp+krqDt/rB9pWLb+YOaTVhqVzRplxNDbxGW4ljijHVnYKB+JrA/tbxV/0KKf+DNP/iak8Qw6tf6RDHHpthMsmPtdlcsTuU9QrggAj1INFg5kad7qen2ckUd1dxRPKcIGbr7+w9zxU888MChppUjUnGWbArktdOmWcun6LpulxX+qoAYYJHZ/Ij7tIxOdvpnqcVP49jcaLukXePtMB9v9YvFO23qF3qdUKKrW1wvlokrKrkDA7fSuf8d2LNp9xdyX148ZCxx2ok8uJXJChyUw/BOfvYqWO+h1Bz2601pIo3SN5EV3JCgsAWPXj1rA8O+E9N0pLadJr64uo15mmvJH3k9cqW2/pXN+NxPc+MtOtrG81C/mWR99okkcUcQMRyok2ZViO2c4PGKqy5uUnmajzNHo1Q311b2VpJdXUnlwxjLtgnA/Cub8PBh4ilM8d7pl68QaWze48+GVegdWI4YdwuPfrXPfELw+41FWElpbWF9Jte5nmuT5LnkbgJQmC3A4GMilbVBzOzdj0pGV0V1OVYAg+1VoNQspmuVjuF/0Vts5OQEOM8k8Vxvw5swou76eBUiizHbXkVzOUmQD5m8uR2A5HWuctLqS8sNdW21DVr63u51txJPEiRP5jBN2QoJPPYgY5quXVpdv8ifae6m+/wDmeuxukiCSN1dCMqynIIp1YFte2cvh68tLIvG9hGbeRCpRkYKO3p70nhzyLrwjYaeL11mm05GLLLmUKVALAnJ6nrUtb28vxv8A5FqW1+v6W/zOgorn/A95dz6fcWOoOZLvT7hrZ3I5kAAKt+RH5V0FDVhxd0FFGR6ik+8fakMByc9u1LRRQAUUUUAFFFFAHnus/wDJTbT/AK6x0Uaz/wAlNtP+usdFU+hnDqU5Zs3cw6fNj8qcsm1i395SeOuTWOt4H1Gfa38ZFaCSBkxnjFeo42PQaLC5t77ep2pMT8w7Pg8Z9/ampD/xM5pYG8qVlUuOdrgjb/vdvSl4mTa/HOCTjg9j6Coo763jv1tbm4iiujCQImbDMQSQwH3sH1zip1IZHqN1HbwXE8zLb7yC7yNgBs/eDj+uOtbtq2YoZEKszIpRwwUsSMjDjIPzZ6kVyOraD/wknh/UdE1qZ2sbn7jxuEd++UYcdQOCDW14Sgj0/RoNEjDILGFYwSCxKY4ZlPvnkYp1Ix5NHr+hDZuQyFcqu8ngjaAsgxnHHRuM96ui4AjUzOFUDkxrkpx95h245rOXDKowuxvuKXyp/wBx+oI6YJ71NAqs5YM/mxkdeHAz0YdxnIz6VyyitzNmpApmdUTALHt0H/6hx/wKtpFVEVFGFUYFYmnvMsu6MKxP3T/DInqp9fate1nS4j3ocjJHuD71zzJKGj6PHY3VzfTTvd3tyR5k7jHyjoqjso9K1KKKi4kjPtdMFvrl5qSXDYuo0V4dvAK5wwP41oVHbzw3EQlt5UlQ9GU5FSGgAqpq1iNRtDbG6u7UEg77aUxvwemRVrcv94fnS0DM7QtE03RLU2+m2qRBuXfq8h9WPUmp9WsLfU9PlsboMYpBglWww9CD2Iq1SMcChu+4kktjj08H2sNyr31/qOpiOTfbxXdwZETpj5T1I9a6eSKDULKS0u40mjkUpIjchganljEiY6N2PpVNsxlWXarR/eOcA+1Nu6swSUdiHRdDi0uVni1DU51K7RHcXTSIo9gelVH8MxyazLeteSCFt7LEi7WWRlKs2/r0JwO1bsciSKGVlOfQ0+i7DlVrGPpGgQ6fefa2vLy7mWPyomuJS/lp1xz1Oep78elVp/DLahcyPrmqXGoW5Y7LQDy4NnZXQEhyPU10NQPe2iXD27XMQmSMyshYZCf3iPSi7FypGRpHh+fStS8211m8exMe37HcHzQpycFGJyo9vaqsvg2K6adr7Vb5jLc/aALZ/ICkHK8L1xxz7V06srKGUggjII70uaLu9w5I2sYmjeG7TS7u6uY7q/umukCTfapzLuAzjr9TUug+H9O0aSSSzWVmcBQZZC5RB0Rc9FHpWtRRdhyoQKoYsAMnqayPEJffEqMRkHoa1x0qhq1lNdyRtE6rtB60ijm2wULeY4cEZBPWuyh/1Sf7orBbQrh23Pcpn/drfRdqKvoMUALRRRQAUUUUAFFFFAHnus/8lNtP+usdFGs/8lNtP+usdFU+hnDqcZ4o0+fwv4zms3LGyvCZrNz2GfmT8M1rWUgZM9D25rsvitoH9ueFJmhX/TbI/abdu+V6j8VzXnHhq8F3ZRy9Cy8j0PcV61OftqSl1WjPQU+eNyzrd5qEF5CLXeq4GCq/ePpx0riPGHwy1bX/AIj2XiiDWoreBjG7q+RJAyAcKBkEE+h4zXp8DZjUHscj61HreoafpVtDeahfW9pGJlw00gQMT2B7H36H0rWjXnSl+732M3KxceWdlmV4w8gU58vBZhjqV6OPcEn2pnmxSw200btHKihdrNggd9jH88HFZl5qUOqaZew6NORc7D5FwB8isehB7H26H0qr4Xt9U0XwlDb+JtQbUrjJE8wiG1iT91uPkbtuFZez92/XsZNnaQyGSEybQC52yZX5Gburj+E9wfam3l1bWdtLcXUrRRWqF5GHzSwKBkkAfeXHNcxb6NdN4oh1WDWr3yVt/Ja0mI8qTptMnGc9fmzXQaZAbi+DqVt7SHKuki7nDfU/ejz+lZShFdSGzT0DVLHXtDtdS00NJZXEYkSPYULr/fQHofatWOQxyrLCSzFc+0yj/wBmFQwhLdfLWFIEjPMaLgQk9GXH8JqQjyzufaMsCxH3UY9HX2PeuSVru2wjXhkSaJZI2yrDINZPjO7ms9Cllhu1s8kK85ieQxqTglVUEk46dqltJTDOQMLHK+3af4ZPb2P9Ku6hbm7sJ7XzGjM0bJvXquRjIrnmuw0eI6dq6WcCQ2j39tAY2m2rqd4uORnIEOMnOeOPevQdUubW8+GUkts13dxNCMi4LGRiTypLgE+mah1PwRrDQoNM8XX0T7Fhk+0QxOphBztACjB966JtC83w4dGutSu5wU2/aGCCQemMKF4+laSacWc8IyUtf6/pnC63Y6XDpsUlv4DuNMlEkWLpkgAT5hzlZCf0rtvFd3dr9i0uxnFvcahN5YmxkogGXI99oOPeqs/hW4uY0hvPFGr3MAZWMTrAA2DkAkRg/rWp4i0a31qzWCWae3kjcPFPAwWSNh3BINJvRev+RcYNN+n+ZxVpp0wt9b1a11m9iaymMcEzzFjLsGT5pP8ArF54B6ZNaHje/uLj4fpfHUk083NlueE2/mNMWT7g5yOvXtWnN4RsZra1sTeXq6bBjdZq4CTMOdztjeeffFSeKfD76sIPs80MOxGhbzELARspVtmCMNg8Hke1LTb+v6Y1FrW39f8AAMCynvvsmnR3c+u6RMHXZdTiNoJWYD92Y0dsDA4zgDn1pnxn02zutNsbq409765WTy44xe/Z1565bp+ddDd+G5bqXy5tZvGsSys1uQmBt6Kp25Cnv36YI5pPG/h1vEtpFp832M2e7Mvmo5cH1QqwAP1BFEne3r/X6ijFpNeX9foeVeCtGsV8X6dHdeHHtCZCySprQnwwHdVzmvV1uJB45njkupFt49PD+WZMRg7hliPX3rGsvh3p2i6tbap4dt7K2uI1COJ1kdcd2XDDDH3yPat7XfDdpq16l1LcXMDbBFMsLACePOdjZBOM+mD71cpJ2+ZEKbin8itrF9e6V4n0+droy6bqBFsYiOIpOqsD785+grz/AFQ3Np4l1S1XXrVFvIpvNEdv5gSNpCSm8fx4JwO5+WvX3trd4UheFHSPGwMM7cdCKwNR8M+bqNxeWT2tsZYQijyAdr7wxkx0LcEjIPODWaev3mk4tr7jnfA+q+Ijrltpt1dQS2CRvHsW1WMqyhTjIJ7Mp/GtnR4Z57/xHLaXy2l1LdpGszRBwm0AAbSRn0q1pXh2Wy1a3m+0RfY7SN1gjRD5js+NzSMSdx+UYwBVx/DunzJfR3PnTRXkwmdDIU2sOmCuCPzqm03fy/VExi0kvP8AR/8AAJdH0prCSSaXUr68llA3+dMSgPqq9F+grSrJ0rw7pWl3X2mziuFk2lcyXcsgx9HYitapZpFWCiiikUFFFFABRRRQAUUUUAFFFFAHnus/8lNtP+usdFGs/wDJTbT/AK6x0VT6GcOp6EQCCCAQeoNeFXVn/YfjPVNJXiLzfOh/3X5/mTXrHgzxDb69p8jK4F1bSGG5j7q4749D2riPjFa/ZvE+kaooAE8bW7+5Xkfzrtwd4VHTl1Omm2m0ZWp30tpaxtCgLO2Cx6DFc18SfCc3j7w/p8v24WNxZyMQrIWSQN1OPX+ddfbBZIQsihl9CKb4g1OPR9BuNRktpriOHaiRW6bnJJ4IA/zmu+nUlCadP4rhJkHgzRbfRfDVppdveyslnb7JJSPvuR3Hdf5HFbksws7JXuL0KPLEZEiht2R9xgO3ofeqVk0zWjKrARzR+ergDJ3YDH2HIyO3FW7vT4ri3SxiAScqAHPzbDj7rE9j/D9axm+aV5MzbPM/iLp/jvVvEmnXHg+S6fT8LEVicR+XJn5hKM9CM17baNtsbW3vofKmijWPeR8quAAyHHYnofeq3hXSV0yy2wu0jS5Hz/8ALQDqjf7XcH2rWJ3D5kMisn/f1B1B/wBtf6VGIxPtFGCStH7/AJkJW1IYpHiVCjGaIErG/Voz3jcdwex9qsROrRK0WZIsMUTPX+9GfpzioXhhcF2y3ygmSM48xOzccbgcZ+tRSW93FIZLe4jLllDEjALfwPxxzwDXJZMVy9MVbjAxtALEdR/C34Hj8a09Omea0VpcCQZV8eo4NcjpHiKDUdf1HRDp95bXNgoaUyp+7YN94I3Q4ODXRaU5juXhY5DjIPqRx+oGfxqKlNx0aCMk9jUooorAsKQ8nHbvQTzgdaUcCgAooooAKKKKACiiigAooooAKKKRmVRk0ALRTUbcOmKdQAUUUUAFFFFABRRRQAUVUvJJA+xcqPX1qa3lWRcBtxXgkdM0AS0UUh+Y47UAefaz/wAlNtP+usdFGtf8lNtP+usdFU+hnDdnFS6uvhXxhPqs8YNpO/l3ahhyM8OMdCD+ma2fijfzX/hu0urILerDcRyoFbc2w45BHtVXxnpsMsN8ht+TlWGzPPeuI1bxQui+Gk0q3je3uo1VoS4+Rwpztz15+texy884Shujpk9UzU1HxnpukaA19eu9s+8RrGF3sx9vwBrf0HWdM17TLbU7W4E0E5CIjDBHZsjsT0/DNclZ6TpPjLQjaatA0DTTiZTGdpRsH7p9Oa39K0e30PRYtJsIhHHbFirk/Nk+p966HGl7PrzX/Azky14t1bU9K8PfbNF0ufUbqKZVa3+7lScb/wAc4I9xXW6BtuoIFaFo55o1M0L8MOMtGfcfwn6Vl2lrLCnnXE0qXE8WMhsqDjP/AI8M598Vu2Kxm0WSS7ErPGp4TLhR3yOQynP4AVyVZLlsl8yLm5hcHJLrtBJA5ZR0cf7S9/rSnq25scgsw7N/DIPY8Zryv40a14+0OwsX8NRTiMzHz5IoN7q/8IwQcK3P5V6F4Sn1O68M6bcavb+XqLwbposY5/ijI7HvjtmsKmHcKUal1Z/eSppycTS2/N90RvvPH9yTuPowz+VRTEwwtIqGSNUY+WOpT+JfqpzUx27eWLLtGW7sn8LfUH+dO+YNnGX3dPVwP5MMfnWFxkNrNJPbpLJGUkP3lPXcP8QT+VSQsI7mFh03AfgeB/47ig7eNpJHABPpyVP5bh+NQzn5CV4I5H9P0xRa5NzoRx16U1ZFf7hyajbdJHG0ZzxnrTo49rB24YjoOlcxqSgYFFFFABRRRQAUU15I0Us8iqB1JOKxtS8X+FtNz/aHiHTLXHXzblV/maaTewNm3RXn2o/Gn4YWTFG8YabO4/hglEh/Sub1L9pT4Z2pKw3WoXTjtHaNj860VCq9oszdWC6nstFfOWrftX+HbfIsfDGoXRP3S0yxj9RXL6l+1pq8m4ab4VsovT7RIz/+gkVvHAV5fZM3iqS6n1m0iqwU9TSkbhzXxLfftL/ES6UiBdMsxnjyYSSP++iawNQ+NvxQv1xL4qnRT/DHFGn8lzXRHKaz3aRjLH010Z988KMk4A9ap3Or6Tbf8fGqWUP/AF0nVf5mvzw1Hxp4v1I/6X4k1Vs9QLt1H5A1mz3d5cY+0XlxP7ySs38zW8cmf2p/gYyzJdIn6Dah8Q/A9gD9q8T6auOuyXf/AOg5rm9R+Ovwzs9wXXxckdRDA5/mBXwzEgXO0D8BVpV+UKTxXVDJaXWTZzzzSp9lI+u9Q/aU8EwcWun6vdN22xoB+rVg3v7TUZB/s/wwX9PPuNv8ga+aFGHX26VPCJLiVY445JJScKqLkt+FdUMowq6X+ZyTzPEPrY9yvv2kPFU5P2PSrC1/EyfzArKPx7+IzyiT7VYIq87BaDB9uteVlNrD5SmDgjuDUsa7iVXJHeuuGX4ZfYRyyx2IvrNn2b8HfHsPj/w88lxbpBqVrhbiMcqc9HX2Ndf80LorEgryQvSvnD9k288rxjfWu5gJrccH2J/xr6buIvMXjqP19q+UzLDxoYmUI7H0mAryrUFKW4sEqzJuGQe47ipBwKoozRqJF9cFD6VdRg6hl5B6VwHaefaz/wAlNtP+usdFGs/8lNtP+usdFU+hnDqaOsafHeOZOI5MD5sdeOc/jivO/Hukx/2RdC8tkDou5SVyM+oNeq3IBmfHQtkfRhu/moFcz8REjPg2/aRf4BtOOQT/AItkfhXoYaq4zijW5wfgy+imi+xTxoJY1+7jhx6inS6brNt4/fUJdSEmivb7BaDO4EjH556GsCKxktLgXCXSK6/PGxPINdZo2twXrLBPBOLtxyqRFuQOCvqO/wCNenUXK3KOzM2zeigtmQRO0r8Fh5hzj1H0PUfSuhuGvI9FSXT12OduNoHB6Aj2IwD75rCn1CHR/CWpX9/bFbS3tXefzWEZiAHG0nr1wB714P4f/ad8K+GPD66Xp2ha5q6hnYS3N0qthznbyvYk4rzpu6v2Yj6a8NyXT2Ja6VyFz5e8fMY+6/VTgj8a1OpOX5yuX9/4JP5A/SvkLUf2v9ZkJOm+ErOJshs3ErPhvX5SOo61y+o/tTfEq6Rxbw6TYr8wAhhY4U9vmJrFwcnewXsfcyhicqmGySF9G/iT8RyPpQVKr1KrgAOeMD+A/geD9K/PLVPj18WNSJ87xdcRKcZEUMa9OnIXNYU/jbxlqSFr7xRq8m49Bduoxn0BFCovuS5H6N3Wr6TbqftOqWFsOuJLlF2g8kcnsQPzrmdY+JHgTT1cXXizSkOOdkwfB/4Dmvz01K6vLyEvcX1zO3cyzM2fzNZCooXhF6+laxoESmfofP8AtG/CPTbSOM+KBdSKvKw28hP6qBXPah+1l8PY1IstN1y8PYrCiqfzfNfC8Ee+QKPxrTUKq4AwBQsLC+onVl0PrHU/2uoVz/Zng95fT7Rc7P5A1zGp/tYeMplY2eh6ZZemWMuPzAr5tluSSVj4A70tutxPJ5caSzMRwiDJP4VtHC010M3Wl3PYNS/aV+K985xrFpbR5+7BahSB9c1i6j8V/iRqQP2jxpq+1v4EuCq/lXmoZEPzMAfQ1etJSEceW7BBklRwv1NdEaMFskYupJ7s0NV1fXL6QvfatfXSnqZJiazMuxwWcgH+8a7bTPBGrarfTWeiOmpvDYC+kaNCAFzjYPU//XpsfhC6uzo0OlWl1Jd38cpkE6bI0aNiHw2PuqFOT2wa1jOKM2mcvZRfP5rgg9qtllDhWI9a6qDwHrjeIItGmksYWmtXu4brzg8EsS/eZXHBxWX4m8Ox6Fqukvc6lDqGl6hGlzFd2ykB4dwDADJORyKuMot2uZuLSMWSVJDhMMueo/pTQvPcCvXfHWg+H7rxj4hu7hbo6PoGn28gs7OJIZHDjgKdv3RySxycnrVOTwj4d0OHxFdzWk+qrZWNrfWEUsmwrHPs4lxjJXf2xnFVGrGy/r+tyZU3c8xHyDczAD1JqdcEkKCeMnAya7n4XWkN1Z67JZWNhfeIIoozpttd8oVJbzCqn7zD5cZzXU+EodKih0i61S50SxudKu7y31aOR0B2yhwhUfxAFlA9K1lV5W1bYyVO/U4TT/BmtX8ujR2KJcvq8Dz26oT8qocEN6H/ABqpB4f1qeaGCPTZ/MmuPsyBgBmX+5z34Ndn4b8T6bo9n4Vu/t7CfR9RuYrq3jzva1kI2svqOvFS6J4l8OaV5tjc3+p6jHaaymq2FzEhUzEdY33ZI6nmqU6ivp/V/wDhiGqemv8AX9XOVi8K6v8A2G+szJbW1lHK0G+WUAtKpwyAdSRmuq0LwObDXNAudUks9T0vUbh7UmIPtEuxsA7lHfkEccVi6z4jg1DTTYxWLKsery6jCZGyoVwuUI+q9fetbW/iBeX/AJJs9Lt7Dy75NQXDs+2VR0UE4VP9kCtX7aS9bmN6SdyLwNY28uueINJmgSVjp92sW4ZKMjcEehrsPBSxwa3pV9L5t1NqHhiU27J+7MbJHkqCM9gRmvPIPEGow+JpPEVmIrK8kdnIjTKDd94YOeD706HUNWka3Ed9Kn2VHS3K4Xylf7yjHY1U6Mp313/r/IzjVjG2mx3I0Dw8vgWC9e3lubi8s5J/tMYLyRzhmG1j0CgAZycn0rhra1OAWOCeuKs2El1DavAtzcRwucvEsrBG9yucU5XRW2j8RiumlCUW7u5hUlGVtLHoH7PM5s/iVZAPhZUdCD6nFfXA4FfGfwsuvsvjjSLgYA+0qpP1NfZanKg+1fMZ7G2IUu6PfyaV6LXmQ3MZ/wBYgJbocdce1Q20wRyuDtY9M5xV2o0hjVy4HPb2rxD2DgdZ/wCSm2n/AF1joo1n/kptp/11joqn0M4dTpZlIkK9wWj/AC+Zf0U1y/xKv203wfdXqLuCSRsV9VY5/wDQt1dVNlmL5yxQP9GQgEfkTXC/GRRN4ft7FWwZ7naF/vKQGH5FjXZh1epFFyehzehxym1SEtgNxjHPvTbvSWnLT2Em24WYYIOCpXHINW9E2fZYJnzuK7iVPQgf4ZP4V5X+0T8Sf+EU8Pt4Z0aZf7b1KIiaRDzbQt3/AN5h+XWvSnVcW5GW551+0d8VbzxCq+C9Put1hZy/6bLG3y3Mi8AD/ZHP14rxL+VOI6lmyTz9TSDiuRu7uVsJ+Bp/rjtQTkAd6cuBxjOaaREmJ8vv71YgnaMFcZWosDHpQOwxWqjdXMmyy7PPiKJSB3JqOSHy5AC3HY1Ys5NyeWcA/wA6sNGGUqevrTW5MmV7Jf3jfSrEx2wt1zVezBjmKyd+KusqsCOxq0tTNszvpXY/BeZbX4qeHndwqS3QgYtgDEnynJP1rk5I2Q/MPpinxq+5fLLh88FTgj8RWjjdNE3sz234ZafDb+G7uS10q0uryLVLy1mjkjiZrwkDygruw27fm6ZzmmaJr0Oj6Z4f0LWL63s7c2OoWGv2hj5EpMgQyYHJB249OK4Dw34l1zQ9Naws5oDEZvPXzYVkaKQjBdSR1rI1KeS4llnnkaa4ncvLI5yzknJJPqalUbt3FKpZaHoWi+N9IstU8PT3FzdNbpoUmlap5KfMnzkowBwGwKq6R48s9D07SdNtbebUotPe7t5XlAj+02s4cEDBJVvnz9a8+ClR1/8ArVLH1PSuhUI9TF1ZHcHx3Ha6lozaHpTRabpFrNbW8F1NveQS/fLt+AwPaud1XV7rUtF0nR7iOMQ6VE8MDqPmZWYsdx+prNXr8vFSqOhIzWsacVsjOc2zeTxZ4lfxANcg1N4NQECwGWMbd8Y6KR3qtcajqd5d3V1e31xLPd/8fDM5/e4OQG9QOwqhGvygqea0kRZId2PmxWqil0MXJvdlZYxjOcemDUqIuMgfNikEZVelSx7to4zW8TCTswjXCfNgtUqrjG4jHahF+Yj1H5VKiHGG/GtEjKTBF53dMdqnjwVxk89qIoWKjap+tW7SPyzynXue1WZMailEUsDWnbqpjDLwOuPSoiu5NpXOaLY+W5V87ehqlqQy6qgqepqFFZvmHy4/WrEYwRn5R14pjKUbrnPQVpAiRo+GLo2mtWc+7hJlP5GvuKxk8yzhkHIZAf0r4Sg+SdCw53DBFfbng24F34W024Bzvt0P6V87xDD+HL1/Q9vIp354+hr0UUV80fQnnus/8lNtP+usdFGs/wDJTbT/AK6x0VT6GcOp1MzATOw5QOsyg91bhv51558T2WbXdJ04H95CrsTnjBJ2V6HIAspRjwjGMn/pm44/XFeXeMLn7R45uVx89tElsmBklhz/ACIr0MGr1L9kFR2RxnxB8eWHgHwFb31wFl1CWIwWkAHLSgY3Ef3QCf0r4y1jUrzVtVuNU1Cd57u5cvI7HqfT6DoK9B/aUuNQk+KN7b31wzwxIr2sf8MaNzgflXmnbJFazlzOwkrIARSqo3c0Ecj86DktkdKSE2KR1p8aPIwjXvUkFu0h3MCq9vercMIiZ9vOeme1aIzYRW6RgLgH3NTNGmPmUGq8txhyqAZHUmprFjcTx27PGjO4QOxwoJ9T2FUkZsrzQmKQMucZ4PpVyKTfGG4z3FXfEOi6pomrT6PrNnLZ3kON8TjHB6MPUH1rJtybeUrJyOhq4ohsmuod37xfvCpLeRXGG4b+dSe/Wq1xGI33DOD0rRGbLinIxt71IowcheKzw8igYYin75nGGYk1aRDZceZY/lGGPpUGCxLNyaYB0ycCpUUsSe1aJGTYqg4Ge9SrHk02NfU5qUKff2rVENjlGD/OpY+c9uKQYUD1qRcMMA49a1irGUmSoOBxg+taVqqrCBVCFdzqvNakQ+UDoBVGZBMhMvHTrilC4GccU+X/AFnBpyRtJnb0FaQRnUeoqrg56irNrD5nzMBjt71BGp3DsK0oIwsS4yOK12MG9R2dgOcYHr2oWVcDbk0y5O/Cr+NJGCq8sKpIhsvWzBh8rHPfNSvGrQnHUVUiypDq2Pb1rRVVI7Z9qq1mRe4Wj7k2/lVjZvTDDntiqpi24kVtvPIq7C+75gavzRnuRYYNyuG/lX2D8F7o3Xw40lmOWWEIfqBXyJNtkfIYe5r6g/ZwuhP8P1iznyZmX8M142fRvh4y7M9XJJWrtd0emUUUV8kfUnnus/8AJTbT/rrHRRrP/JTbT/rrHRVPoZw6nQ6lMsO6L70hRosD+6RlXP0xXj3g/T7y48QXN5cSEmSV2Z153bTjH44r0/xRPBpmhanc7lkkMJTcx5ZX4XH0OK5HwwsdnoQkDIZ3UGMZ5DjqPxr1sM3GnJrroZ1HdpHyn+2FZpB8WBexRlYbyyjdD6gD/wCvXjJ25zuP0r6O/bes449Y8M3ltjyTayouPTK4H86+eI7dmO6TCjsKhdy09CJFLEKqkn19Ksm1Kx5+8/Wnw26oQylv8asqw6+n6U4oiTILOYsNr/KR+tWwRjJ/KqdwhVhMvr+Rq1C4kj3DGfT0rWxDbKEqFZW7c00plCvIzV27jJjDKMsOuPSqynIz2rQyZ9e2/hG1+L37MeheIZIQfEWk2hhFyo+eRY+GUnv2P4V8ratYzWlzJbzLiWP/AMeHY192fsb6bNafs/6THdxkLdtLMoI6o+Mfyr5m/aE8PR6L4r1NVj2i1u2Ucf8ALNzuX8t1eLHFvD42NNv3Zu3pLp9+33Hu08FHGZfUnFfvKVpesXo7+js15X8jyazkXb5bfhS3E0ZQxgZz+lQvt3FlBXJoC/rX0Fj5u4Rggev1qVd33u5qNSc7cdKlVTnJ7VoZtjgpJqZBio09qmVRgHmrRm2PjXj2qUDjttqNc4POakXnArWKM2yRB+NSoq59CaagK9qlQHIwvXrWiRmye1z5qk+taKqAvYH0rMjJBHGMVpROknG5Qaqxm2RbgX+YcZ7Vp26qFG1TjtWcFO8ADPrV20Zh+7ckelaRWhnN6i3Ee05VeG/SrUHzRL6gc0m1XG056daZbZicxtyM/lWiMGPnU8MB9cdqRemOD9Ktr8wI28UqxIBu2e3FVFktEUOZGGOfU1pRYyPmx6A1DDGqj5doHrTZJQSFXPHerWpGxeXbhlZc5piDGVJI9BT4Q21d2DTZuZfvY46jvVRIY+EdAwBzX0P+yxd7tE1Oz5HlSggH3r55Utlflzivav2WboLrOp22SPMiDgH24rz84hzYOXlb8zsyqXLio/M+haKKK+JPsjz3Wf8Akptp/wBdY6KNZ/5Kbaf9dY6Kp9DOHUh+JixSQ2WmRwoGuLnc+3qFAO76g9R9KktoVWSC3iZUIwcheNwHyH8en4VQ1iae98YSSiON47SIRphuhbn+n5Zq7YySb5ZjDKo+6MDOAOpH06/jXq2caaj/AFqYN3k2eIftrWaS+EtE1DaWWO9KxnHRWViR+BAr5VdhGpfrX2V+1nayXfwmkmYMq290szKyYAI+XIPod1fF9+f3aH+VTFGiehE1zIRx8oqW3uGJCuBtP8VVQDjrz6U8ZwBg1slchuzNHAYFSeP51Xi3W85BzsNTwHfCuRzjrTpojInH3h0NWuxm2SjDDitX4feC9S8ceONP8LaTGxN5IPOkA4gi/jc/QZrN8M2Ooazqttoul2kl5qFzII7eGNclj/gOtff37O/wjsvhn4cMl1sufEF8oa+uRyE9Ik/2R+pyazxFZUo+Y4Qc2ei+HdJs9C0Ky0awjEdrZwrDEo7ADFfJ/wC1rZJJ401pdufNsklwPVUH+FfX9fIn7T92k/j/AFza2Rb2Sxkj18sH+tfI5rNxVKXXnifa8K0/aVq8Xs6U7/gfLYxtGMinKpzk9PSlj5weM06M7s96+8SPz64YIC8cVIgHU0DGz/PFSBeMgdatIzY5VA7VKvdc8UxRng5+lSrjcOOvWtYozbHoufrUo6dfamrH82Omamgi83CKQPU1aMmxEzkZ5NSqxZuc88VYNsoi2r94H71QqhU85zVohj1Xip4xwcDNRoMDPpUqjHGa0RnJky/K3Xk1OMgAjrUA+U81NGAenJrRGUjRt3Dr79DT3jLDHGRVKNijhlB960k2uBinaxBWhkePK5FWvOGOgPHr1qCby/Nwpz61Yto488kMfSrViBTJIw+6QPTFT2sHeQYHUCnAYXDf/qqTzUVcsecdKpMmxMMKuWbIqLduYNj8DUTSNI4yBtHTFShlAwRzVxVjORMWYoK9Q/ZwuTb/ABAWE8CWBl+vQ/0ry925GOMe1dn8G7xrf4j6TIWwGkKHHuprnx8ebDVF5M2wcuXEQfmfXtFFFfAH3B57rP8AyU20/wCusdFGs/8AJTbT/rrHRVPoZw6nJwXFxb6jfujhiZ2cKTg4J4rotL1SNERJ1IkAyAeAD/LrWL4o0G8sbs6hYlriAuWliH3kHfHqM4pbO/Sa3LqhkCqWwBmvdmo1IqSOBScXYg+O1vHq3wi8RW4O7/Rg6j02OuP0zXwTKgmjxnHoa+7tUmfVvDer2WAivYzFB1BIQ4z+tfCsTgfumOHUlSD6isfZ8jsbQnzIpeXIjkFeO3FTRQM7c5Ve5q2h/vfhTiwTl8Ba0iNiM3lxlsYA6Vd0izvNX1C103S7WW6vruQRwQxjJZj2/wDr1j3k+4fLkRrz7mvtb9jP4Tx6B4ah8c65bA6vqKbrNHH/AB7QHoR/tN1z6EVNWqqUeZihHmdjrf2c/grpvw10v+09QWK88TXiD7TcYyIFPPlx+g9T3xXsNFFeNObm+aR2RSSsivqd5Dp+nXF9cOEhgjaRyTgYAr4N+K2vNqC61rUhO7UJ22A/3WOAPwXFfQn7SnjpRB/whmlzZkkw2oOh+6vaP6k8n6V8h/EDVBdalHp8BBhtvv8AoXP+FeNGLzHM6dCGsab5pfL+rH2uGh/Y2RVsXV0nWXLFdbPr+b+S7nLoASOnvTlQ7iBxQR3FPQMPmr9BSPzBij7w4wKlUc5yMUm3K/ep6cZ+XpWiiQ2OHt1NSxKzMApLE9qjXO4Y71oWUfy+YRyePpV9DNiwWwBBf5qsqir91ADTJm8vBweelV90hbcznNUk2ZvQ0kXApk0eMycH1qKCYxkBjkGrg2k89KtKzIepUQ9yCc9qnQ5Jz+FRyIVk2rkjsakVSpzxxWqMnuSJyvaplHBZevoKhXk+mep9KmizyByfWrSM2SxscEgfUVPE58sLkgZ6VWQjbnPNSRn5x1zVmRMvUnAz/OpIW3Y4ximJgH+p9akTdnjrVIROpPTcc981LGq7fw5FQjkDPGKmjByTnjvVolksQwuEGD71Mc9MgnvUcSSHtge9PwQwC5x6VSIaJI9zc5+lbfgq6Fr4s0ycjBW5Tp7nFYikq248e1W9NYpf28i4yJFbP0OaU480XHugi+WSZ9zQtviRvVQaX730qh4fuBdaLZyqfvQoT+VaFfnDVj7xO6uee61/yU20/wCusdFGs/8AJTbT/rrHRVPoRDqbCIst3OSMgDywfr1rC1Dwy125vNNKW19G2HX+CXH3eOxPrW7pUtre2i3dpKJI3JIZf73cfWrJWSK6SQfdlxGSOx/hP/fWa7VOUJaGDipLU83s/JxNaSW7QTOrRyIwwRkEA/0/Gvg/xTaNZ+KNUtmXa0d5MoH0c1+lfiHRLfWYVkjPkXcfzxSqOcd1b1AOK/PT40WdxpvxO1zTbiNUliuSWPqWAbP45z+Ndcasamq3MacJQk09jj98mQqs30FTrayPtJcZPXNNt5Uj4dcH+8KsrPCOrE/hV3NWb/wz8Nr4g+IGg6EwMgvL5Fcn+6PmP6LX6cWkENraxWtugjhhRY41HRVAwB+VfnD8AtattL+NXhS8n4hF95bM3QbkZR+pFfpFXn42/MjajswrzP41/EuDwjYtpeluk2tzp8o6i3U/xt7+grR+Mnj6HwToI+z7ZdVu8raxH+H1c+w/mRXxp458UyWkkt5eTtd6rdsXJc5JJ/iPt6Cvm8di6s6iwmFV6kvw/r8D7PIsooKi8yzB2ox2X8z/AMr6eb07lbxv4jeyWVfOM+p3RLM7HJXPVj715ry5LMxZs5JJ6n1qSU3VxM9zc73kc7mZuppF7ZHbrX1eT5VTy2jyR1k933f+XY+Y4hz2tnGJ9rLSC0jHsv8AN9fu2Qqjk5H4U8e/400Z2jjJ9ant0Z32AjA6mvZR84wiXJ+Vcn0qxHbzE/dx9aswqqAbMZ7nvTyyZwWAP1qhMqSRMoDMoFXrUKIU9arXLhjtHP071LZtwyjPHSr6GZJdjlfm7VEmOnJOatyIJECsMccexqDy5I2wFJ45I71cTOS1FAxz781oW+TGu7iqkUJfBYlVzn3NXGYLHu7jgCrIJJELxkDC46YquoYcZHvT2uMr8nBPVqiXt3z3rSNzORMfvjHTHNTKRkY61o+HNAvNcs9XksmBk0y1+1SJjJePOGx7jisxG4yDk4pxnGTcU9UTKElFSa0f6E2Bz6+tSLk4IA6fnUKPlcAkj1qXd8gC9a0MWibJHHrTyQSBnGKiTbj5ulXtH0zUtYumtdK025vrhV3+XBGXYKO+BTvZais3oiNQOGPIxViM/MoOMZ6VB5bxu0cgZJEbDIwwVPcGpVVcc9RWiIZrL1y3TtUV3kN8q8kZqvBLIFAVue2asrHgZlcknt6UJA3dES72Bz949Ku2S7IixbJYdaqZAJA2lh0xV6HHlxswxuFU2Zn2D8MZluPBGlzA5zAoJz6cV01cD8Bbn7T8OrNTz5ZZD+ZrvRxwa/PcRHlqyj5s+3w8ualGXkjz7Wf+Sm2n/XWOijWf+Sm2n/XWOis30Kh1NfRbC30aAaZAu2EOXjY9XJ65981pSxrLA8bnapHX0HQn8CCfxouIUkZkf7uevpjjI/E5/Cm28jiQwyrmVclfSQDgj8Rj866JScnzdTJJLQW3ZpUV2AWbdhv9mQdR9CM18H/tg2As/jjqc0alVu4opgPT5ApH5qa+71AjuivLRypu/wB4Dv8AUV8d/t32Bh+Imj6gF5uNMClh0ch3wfyxW2Hfviex87Anb60oBznt3oG3Hf6U4g4HXJrvSIY6N5omSaGTZLG6vGy9VYHIP5iv0K/Zr+LGn/EbwdBb3NwkXiKwjWK+tmPzPgYEq+oYcn0Oa/PVQRwK0fD+s6p4f1i31jQ9QmsL+3IMc8TYI9j2I9jxWdagq0bBGbgz6H+O/iRrzxzrmpXTloLFjBCp7KvQfiTXzw93NqGpPeXZzJKd309BXUeK/GcnijSL6XUNkWq3Eokm2DCSnuR6fSuNQkEZxkdMV5HD2XTwzrVay9+Umvl0t5P+tj6firN6eLhh8PhpXpQgtP72zv5q3436mpgkDHX0qpNtMxGMUsMkznywwz64qwLVWi28l/WvplofHMrKOTyRWjBGqKqgdetZysRIFbsea0xkY9/5VpYxYlxJtYRrx6moB1+9n1pr58189SaAgQ5JJ7mtEiGSADOc4HpUikghlYhvaowVYYwR7Yq5FCu1cjPqaZDJorhHwHG1vWrSMFA5yPXNZci7ZSFxx2pylicA4q0iGzTeZUUZIPrVeaZpMdlHSoEGcjNSJ1APNWkQyXjGMj61PYwXF5dwWVrC01xPIsUMa9XdjgD8zVcDBxjNbPgrWR4c8WaT4gMHniwuUmePu6g8498ZxVNuza3J0vqfSFp4N0n4P/BfWbvWLiObXtYt/JlbPAJHES+wycn1NfMURVIskjGODmveNC8Uab8XPjtb2fiC3a80B7aT7FaSMyBGG3GdpHPJrW8DfC3w7P8AGzxZNqVmg0PQXV7e0JPl5ZdwLdyAO3tXg4CtOjKpWxF+aSTt5JtL5u/yVj28wp05wpYfDtNRbu/NpX+SS36u/Sx87ru2rujkG/odhAb6HvWlYaNrN1dJZ2uk38tw67liEDByvqAR0969vv8A47+E5fEP9nP4Bs5NBjuBGJ/LQSDBxvCgcDPavUvEEsMPxq8F6hb4EF/Y3FsrKMBhsMg/9Br0KmPq07KVO103v2VzzIYOnPWM76pbdz5l8OfDPx14hSZ9O0GcJA2x2nIjG70GTzXZ/AQ+L/CfxHv/AA7BoluNSntz50F9IYgqqeGVlByOO1bXxp+Kfi3Qfiz/AGZpd6LPTtPaLdAsakT7vvFiRnv29K9D8aPDB8aPAWtxqqrexT2rOBywaJmUH16VlWxNadO1SKtOLa36K+ppSw9OM7wk7xaT+emh4Rd+D/E/i34uavoqw2y6kbkyXrpkQQjA5zjOMY7ZPNegH4LeCbSZNN1Tx3s1NuCgKqA3pjP88V6H4Rggtfin46ghZI9Qu44J0J6lSjKMfiDXzLqWia+viG4stR0y/l1Y3BDgxFndyfvA9x71dGvUxD5Yz5EkvndefQipRp0VzSjzNt/n+Z2ejfCcXfxQPhZNdt72xt4xcXF1bn5kTPCHsGPsTXY6/efBHSdRk8MzaLJK0EginvIUB8pwecvnJx3wKofBSz1LwB8QG0/xXZvp41i3EdvPIcq7jnbu9fmqh4w+CvjCTxlff2SkE+nXs7SJcNKFMasckMO5H60pVIzrctaraKWjTtd9WEabhS5qdO7b1TV7djZ/aK8P6Dp/hLQdQ0GytoITKV82FAPMVlXBJ714tbsD8hBLKK+ifjXo0Fj8EbKzjuFnGmyQr5gOQSDhv1rwfw1oV74g8QWel6bGTNcybWxzsXqzfQDJrpyuqnhm5PRN6s58wpP265VulofQv7Mk0svgq5VlbZHdFVY9+Af616uRkVl+FNDs/DugWuj2KBYoEwTjlm7sfqa1K+TxVVVa0px2bPo8NTdKlGD3R57rP/JTbT/rrHRRrP8AyU20/wCusdFZPoXDqda33j6jgj1xwf0JP4UyWJZFHzbWUja/90/wt/IH6U+QET4HU4AP+0Bx+YzTk5A2ruBBwv8AeH8S/UHNbGZW3NLEQVEVxE27bn7j/wDxLDNfMn7edn5ml+FtVjG1TLNC6nqh2g4+mTX1BcRk7ZY2Uyqvylukqf3T718+ftqRQXnwqt54yXNrfoVb+5vIBVvoQa3w/wAaZEnbc+NF9OmTxTmDBcA5PtSHG/Gc0/Py5HXuTXqIgbnnByMinIFxuakXduPQ+9OI6YPtiqiZkijdjC89sVJ5MudwQ8VZtoxGADgEDkipchjkZNVckpjfGwx8rCr0Um5Aw6YpjKsnysoz29RUdrI0EhjYdeK0Wpm9yWdcrvHXvVm3dXiB79DQozzxg+1V2L28hKfMp6cVpExZZki8wkrgEVGYJDj1qWOaNlAzgnqTUq7M/fHHerTZLSGxwbGDFtx7CppZFSMluvYVG08cf3fmaoZWZ3Mj/MO2KaRLYD73PU85PepU7jBFRDDDnJqRDxyOK0RmyQgheMD3p6ZA6dKWBkVtrqCG/SpnjKE4AwapE2GruzlcipFDEgZx3NMVipzjOe1TxnPDDHpWiSM2dv8AAm8+xfF/wzL9xXu/KYeoYf8A1q+hNY8XaX4M/aA1bT/EDLb6T4hsIT5zfcWRVCfN7EZGfU18kWct1Z3cV5bzNDPCweKRT8yMOhHvXVeGvFUB8Xwat45tZPFFoU8uWK5kYuqnupB7HtXFicH7Wbn0ta3XvodFDE+zio9b38j17UvgZ4Rg1eTWpfHtnD4cEhuGi3IW253bQwPI9+vtXoHxT1XR7CH4feKYJ1h0yDUU2SsCAIXhYA464wa8+fVv2bZrhNTexu9ygN9ixOUDD/pnuxXIfGb4kR/ECWz0/TbM2WhWBzBCwwXbGAxHYAdBXFCjWr1I8/NZXvdJdLfNnTKpSowly2u7bO//AAxD+0Hqmi+IPiVLqfh/UIr21ltYw0qAgB1JyOR6YrtPE/xT8P6hp/gxrWG9k1DQ54prjcgCsBGVcKc89a8OkUBQ0fGOuBU9vKHXjBYda9X6pTcYRevL/wAMcH1malJr7R6R4++JlxqXj6Dxh4bin0m5gt1g/eMG8wAk/MBxg56e1bw/aI8TfZdp0PTGuAP9dvI59cY/rXj8y+ZERkdOMVHGF4BPbv3p/UcPKKjKN7E/W60W2pWudL4n8Va74u1T+0NcvDLMvEaqMJEvoo7Vojxz40XTP7Oi8TagLfbtC+ac7fTNcXvaPDKxLdq0I5Rt3YB44rd0adkuVWRh7Wd27u7Fjvbpovs1xdXDRZOEaQlck19O/s7+C10PQP7cvVU6hfoCozkxRdQPqeCa8j+CngY+K9cfUL6M/wBk2ZBkGP8AWSdlH9fwr6Z8NaGNHtHiW6lkLtuOeg9gK8fOMVDkdKMrPqdWXwrrExfs7ws9b7dtOt/wNmio9knaUn6gUfvvVD+FfMWPpud9jgdZ/wCSm2n/AF1jopNYz/wsyz3Yz5sdFOXQVPqblvqq39qlxb20gVlBO7qF7H8DirHmTMCZmmTkGQRoPlPZwc9DU8lvEGAjjCDooX5drd147GmxpPGVEMwZekYlGfqhP8q6W49EYa9RFjTLeZZyufvPkgkH+8vNeRftdaZqWo/CG+mtIY0igZZ7ok/6xF5BHuK9fW58ld00ckMafx/e8k+h/wBmuV+Kwtde+FXiqwtZI5nfTJsoDkE7Thlp05SjJSsKSUla5+bowVAxjNOOP4s+1NOQSDnIJFXreFVVSwDN1HtXrrQhkFvCJDtzgDrV4RIoXCgYPFVp1aNxIOBmrcbbl3dc9vSrIGzswVQoAY96gVmXJDHPeprpWMYYN0/lVdeVx1NVFkSL8LeYA2fypbmHcN45IHIqpbOY5d3O3oa0cjqOcjjHcU9iGR2c2VC4OQOKnKh1wc56iqc0bQsGj6E8fWrJn2j5Rlsc+1aLczZCAwypHGehp2MHt8vSmgMxJJ+b3pV4Hv0zWyM2Pbrn24zT1+Y98U0K2ACBgevapf4ePm9KszYKPc57AVIuVUA80W0ckhxHG7t0wFrTtNB1y5OLfR71xjqsJouluxMpAEkbcZ7ZrRK70POTjp71o6X4I8T3s8cUWlyqzHAD8Zrs9O+Dvja4IL2sUI92zUzr0ofFJEU/f1jqeZDkhScEVIMGQn2x9a9lsP2e/Es7D7ReRRg84EZzXR6d+zcxI+1anPnuFAH8xWX9o4eK1kW8PUb0R8+ABVznipbeNZQDuwo619R6b+zt4ejx9qkmmx1zJ/hXT6V8EfBtqoC2sb49ST/M1lLOKEdk2XHAVJHyFBHHkBFLH6Zq7BY3bk+TZ3D7v7sRr7Ssfhn4TtMeXpsGf+ua/wCFbNr4W0K3A8vT4h/wGueWeL7MPxN1lc+sj4ns/C3iG4H7nSbls9tuP51q6f8ADTxfLJuTSmRSeNxHSvtKLTbCIfJaRD/gNTJDCPuxRgf7orCWeVfsxRqsqj9qR8lWPwd8Vzbd8cUYP1z/ACrcs/gDq1w4ea9KDuAg/wAa+lGdVJUZY+ijNZWvwXV9aCGCZoZN2VUPjdx3IrNZpiZytzW+RnXwlGjScoxc2ul9zx20/Z/tVwtxeTOx6hWxXRWPwP8AD9rGPOzIfQnNep6fE0dlGsk7M6qBI3qaUxhlMzM+P4BmueeOxEnZzZpDDU+VS5NX+BQ8NaDp+gaZBpmm26QW8fzEKMZPqfc1sll/vD86jjhUIN2Se5JNPEaf3RXHKXM7tnfSg4LRAZE/vCk81PU/kacFX+6PypeAPSp0NPe7nnmsHPxMtP8ArrHRRrBB+Jlpg5/ex0U5dBU+p2Ex+dgys3A34/iXsw9xUTllb59hDD5ueJF9R71auYnVxiQquco2PuH0Psap3lqt1bvby7wmcuifejP95fatYtGUrodNGJ4CDOSHXaswHBH91xWO3h+I2d3bSKJDPC0Zj6EAjqp71tQReTEiLIMY2q55SUe/oacqFl8rDHGf3THDL7qatTaTSZm4ptNr+v6/pn5jXVqLe9uIXQB45WUgjkc1GFydo4A7V9DftJfBu0g8Wf2xoOqx251J2lms5U+638TDHQc9K57w1+zb4h1Wyh1Aa3bi2cZ3RRlj/OvUUkoKb0TMvbQcnBPVdDxt4w6FTgjvUMDNDJh/u9P/AK9fT2l/svSZU3urzyR93jCj8xiprL4A+F2mk877RcrG5XLSdQDjPGKqFaMr2MateNK3N1Pmbcu3DYHt2qpMmJAsakj+HaM19oaR8G/BNoyqdJjcBQQ+Wf8Ama6mz+HvhWzt1mtdKs2H8TiFcoc9CCOlJ4hR6GaxCktD4RttM1Kf5bewu5WP92BiP5Vv6N4N8XXUZWLw9fMOoOzH4c195WHhzRVUSQ2MUKMPlAUKxPfArWTT7GCNR5ESDHVhjj69xWTxz2SLs9z4XtfhH8QL/GNG8lT08yQZ/TNbun/s9+NLj5rmazgXvyxP8q+zz9mXLLGpAHJCZ4+o/nSKJrhw3lhY+oU8kj1OMcVLxtV+RDXRM+UNM/Zy1B8G61hk9li/+vXSWH7OGjIQ15qF1I3f59v8q+hr+3Mnz+diX+FVI+b29TVCJ9rFGh2SL97zM8fh1q1iasl8RxVZyhKzPKtP+A/g23OXtXuD33MW/nxW9YfCvwhZKoi0a0B7fuwTXforPjzGJ9F6D8qlVVA44FZurJ7sluUupyUXg3SYBiOxiiHoFANa+j2+lWLiK+s0dc/JMy5x9R/WtVlz2OT61FPCHXaVyPcUrqStI53GpTlzwevnsW7Pw7oFvctfW2nW++X+McgfT0q+tq0J/wBHkwv91v8AGsGzuLjTT+7Uywd4yen0Pat7T763vI90L/MOqNwy/wBK56sZx1buj0sFXw9T3FFQl2WnzXcclxg7ZIyp9v8ADpUyMrjCsCPT/wCsaV1VvlZc+meDULQMD8vz+x4YVhoz0Pfj5k9L9eagRnztRtxHVHHzD+tPEq9HBQ+/I/PrSsylNMmV2HRs/WniUY+YYHr2qu0i5wg3t6Dn9e1JsZuZGz7D7o/KlyrqWqsl8Jn+LG1S40sx6HIVn3jLA4JHoKs6Ql8NKt/7SIlnCDzMN39/epTJGGLMyhI+B9fwpscuZTuJKNyq4zz71rzP2fJbz8zg9nFYp15Td2rWv7vrb8CYuJF2lXii+nWo4WSS4Zt/T7vHanzXXybTGyg9T7VEJGaILDCC75IPp+NZ8rsdTqxU0r3+RIxXzSytlB/rAO9SR3EFzLthmjkCcttYHBqlcQSmBreGQRMVO3GSc+prH8K+H7mw1Oe7uHWLfkCGN+ME960jCm4OUpWa28zlr4nFQxNOnTo80ZP3nfSP9fidY0ka9WH4c00yMR8sZx6ngU4KiDhQKRySMdM1z6HrPm6sghm+0MyrIFx1AFTCFM5bLH3OaSG3iiyVXBPWpNo9/wA6bavoRSpy5V7TVnn2s/8AJTLP/rpHRRrP/JTLT/rrHRSl0NIdTv2DYIIDqeoqpKgXG4soX7j909j6irw9O9BAI5GaFKxUo3M4gqSCEVn6j/lnJ/gaRR8oj2k46ROcMP8AdNWZbcKreXjB6oeVP+FQKjBApUOP7jnkf7prRO5g4tHPeMfCOleKo4P7R84yW+drxttlCnqp9RV7StD02wsoLWxtgsUC7UCnbIPc+prSBEjBSd2OiSfK34GnfxhG59Fk4b6A1q61TkUL6LoYewp87qcqu+pja6yWOmTXKyK7Y2LuXa+4/wA65jSbdo4QHjJbqSrYJq/4kvP7S1RbaJs29q3O7+J/r7VZtLdmAZVO1epIyK7ad6dPXdniYiSr4h8uy0/zM64vLLT760t7iSaP7QSsW4Hr3GR/nmtlIlbEjMeOf3nKj0PFXY7SAxgNEs2P4uGx6kA9Oo6VA8bQyCBHXaTg7uMex/3h/OspVFLRHRCjKm7vb+vvKDJqq6/9o/tVW01otv2cdS/r7Uax4h0fw+kJ1AyGSQ/KsYy2P73pWnI8QnSN4BloyFRlBBHH8Q7isbW/Dmn66UGoF2aAfunhfbvTPP5c06bpuS9pt5EV/bRhL6vZyvpf+tDatbiO8hjuoF82KQbosDaCP72fX2qzskcfvJBgngL/AInkH8KLO3htLSK2t0CQRqFjXkAgfyNSP8ythuSMZ4OP97/GudtX0O2MXy+9uIiIgO1Rk/ePX8x/WoLyzjulG/IcD5GHUfTHUe1LY2slurK8jsc5xzkfTPUVYA4zuBz0/un8uhovZ6MTgpwtJfIw3M1q4jugFB+64+63+BqzGwPT06//AF60ZYVkQxzKWBHKsACPz61jXVrPY/vIC1xa/wAQHLJ+Fbxkp6dTzK1KeH95ax/Ff1/w5bHcdfXH9RQQNueOPU8D/Cq9tcLMgMTFh/nvTrhJJYWVeG9M8n/Gny2dmR7RSjeOo5gsgG1gfcH+tQSwFJRJCzJMvRl4P/16dp0EsO5nXg9QP8Ks/KQeg/Uf/Wp35XoZcntIpyVmS2GsDiG+Xym6eYo+Q/Udq1xgoNuCp6Y5Fc/NAGUjAOemelMt7i4075lfdAOWjc/dHsaynRUvh0Z10cxqUfdrax79V69/zOjZVYDcAR+eP6iuZFr4jk8UmYXWdKwQMtkYx0x6571qWOrWOqRg2twrD+Nc4f6D1q29wq/Ku1D2ycH8u9Zwc6Laa1emp1V40MfGE41Hypp3i97dHbp5DPIkj+420/7LYFZniHVW0iyNx9ja7kLY4Oce5IrTGJCd0jYPUDhj+FSqIQjRpCTkcjZz+IPWlCSUk5K469GdSlKNGfI3s9Hb5FXS5BcWkNwYliZ13AScFc1bljZk3NIcjkY4/UUkTGSMfuST37foaayyZCxDYx6/N29wamTvLsbU48tNJ+9+F/0G4TYJSuN579cfWpU3sS3Rj1c9vYGuM0ZfEDeK8XAn8jeTICMJt9u1dwDjhRjH4H8q1xFL2LSunc4cox39oQlU5HBJ21Wrt1/rYawEY3BsepPOfxpXYshxkMeh7Cq91btPIuH2kdR0NWVAxjPboeDXM4rc9inVndxtZIlT7gLMGbHalA+bn8agGAfm49M8GnqSo5/8e/xqbG6qX3RPmgkY61GGUfeXb79qcoVueMdqmxspXPP9Z/5Kbaf9dY6KNZ/5KZaf9dY6Kb6Ew6noJqNplXHBIPcVI3SolhwTk/KeoqTQjvruG0h82Zj83CgdTRaTQ30AdOYxwQRzmmanYR30Cx7ijIcqaXT9PjtLfy1dixOS2eprT3eXzMvf59tCaSEMu3h1/utXNeKtSNrH/ZtnI32iUfMD8wiX1+tX9e1VrM/Y7L9/fOPlXtGP7zVlaZpogZri4dpbhzueRhnJ7100IKPvz+SPNxtZzbo0d+r7eXr+RV0nTTHADKjKvGdvOfrW5CifL5e0dM7Tt43YPFSeWMFlIzgg49iKeIS6gfKSdyjP0yP5051ed3ZnRwypLliilLfWlvOIJrmAXBG4QyEByRwR+v6U5XGxlDHaf9YwO7IPTA9un4VyeveB7nUPGI16O8XyCFmePq4x1Cn0rsbGTzITIIFjKEkKy43IfpWlSNOMU4O/fyMaM605yjUjypPTzXf+vQxNUk1W21eztrPTVfT5M/aZG4ZT6ir2qfahpk50+FHmjBKQu/BbHGPQGtKRZBLEFbcQTjDfeTHTmoJI1e5jibJjHzRyMvf+4SKlVE7abfiN0Gub3nr+Hp/X5i2c7SW0ZlREuGQGSJSQCfbjrUscnmepPZjzn2bNYPia8uNH0S4vbFBLJC+0I2cpnv7in+A9Yu9c0hru6hRLgPsYhQBKvqAaHQlyOqtrkxxtP26w0m+dq/8AT/r79DoAG6bdpHO3oV9xikyeu/cT/EM7T7GnBRt3fOUH8WDuQ/h2p2DnHCk98Ha9YXOy39f1/X5EYXnbsAI52nGR9DTgOd24tj+LPI+o70vG0jHA6oSNw+lG4YD7sjs4PI+tAtP6/r+vIytT0wsxurHakp5ZR9x/8DVS0vd37uZSrr1U8EV0PQ9VXPpyrVn6ppi3ZEkWIbodM9G9q6KdVP3Z/eeVisFOLdShv1XR+nn+Y1GD8g7vx5FOKhsnv6r1/GsqCWSOVoZVMcqH5lPary3I43DLeo4x9a0lTa2OWlioTWuhKfkUtkAeo6flWT4ldhpxVf3cUx2OcZ3DH6VqrmTDj5z/AHwMAfh3qnrdtJJaK0QaSQSBgVGR+VRfl1NHBVPda0f9f1+ZyumWdzb2cn2S4wVO4l/vfhXXaFqckVlE9+gkDjmbGT+NYs9nfyN5gs2icjBZOjfWta1H2PR/MvMQpCjNIx5VVHJJ/Cqc3U+PUiGGjhEvqy5bfd939epo+K9bh0fwnqGuLLCY7SBpcyH5OPftR4L16DxN4V03XYE8tLyBZfLY52Ejlc+xr41+KfxE8QfE7xG3hTwzFPBo5m8sQRZzcEHG5/b0FfWPwutI/DngvS9AumMMtvAqsWOUZu/P1rLFYb2MowWst2uy0tf11PpKVZLDKriLRcmkvPe/3afN21OtjIUvGex4Den1qisM0t8ZGkxGT/Ee3pmqepa9b2uuR6QI3WSYKDIOVGc44rbVVjTYvyj16r+NZuM6aTa3OCnWoYycoQlf2bs7d+39aDj8oCleOwPI/OkJ/v5HoG5H50qkAbunuOVNYvjnVL/RfCOp6tpentfXdtbtJDAnIkYe3oOv4VlGLk0kei3ZXNpenPQ+vIoPXuE79xXl37PHjzxN488OXt74k0MafLBP5ccsKMqSDHIw2eRXpswkMLCIc46of6VpVoypVHCW6J5/dulckPIwPu98ciufl1i9W4eNPLUByoIHH41p6bHMJGJDbcc44OfpWLdW8xu7iMWrzKZCQQMGs5rldrhhqrqw5mrGhpd/dzX/AJFxsIKlv3YxmtgH+6Ofbg1z2iwXUeoxtLC4UKR842kV0R64PX0br+BqTZnB6x/yUyzz/wA9Y6KNX/5KXadf9bHRUy6G1Pqehd80tFMuJoreFppnVEUZJJqVqaNpK7HN6+lYmq6yzO1nppDy9Hl/hj/xNVb7ULrUyY7ffb2nQt0eT/AU+zs1iRVjQDtiuqFJQ1nv2PNq4qVX3aWi7/5f5ken2Kwgscu7HLu3JY+prQjj52+uB+ZxTkUbQV9AR+PA/Qn8qmiXMq+hk/RQP6iiU29RUqSikkRsqvGxI+8jn9RUUNutqhCszKrrJyeecZqzEP3cannMDfzFLjfhF6ywAfjU3NeS9n1GD5SQCcRPyPVT2pdrR5OcmEnt1Q0q7WMZxlZU2n2P+c1EJlREdpBIyExuBycfSkDaX9f15fcZt/Fe/wBoR+VuMauGhbtt7irxSF0ZTGWM5ywHHlnsfauS+JOn+Jb42UWi+aIIyTsSTa2TjBP0/rXS6OJ4NLhXUJGMojC3RGOWAxk11Th+6jNSV+3U86jVbxFSk4NJdXs/T0/IdLi3mEV1MouZF8sb2AWUe361bkt4AiiN1jReEIx+7PofasnU9H07XJ7ZrhpZJLRt9ttc/wDj36VqxK0jt50ao4/1kSj7w9Qaylays9epvT5nKScVbo7/AH3+f377nPXfi/TrXxCukSxN5+8RyTKo2bj0HXNdOIeG2hWXPzJ6fSsqbw3ok2tLqMlmrSBQVkDHAPYkd60OlwI3Bjlwdjg/K/196daVJqPs09tSMJSxSlP6w01f3bdvPz/MlMbbQS2V/hcMcr9aDHJu+8Fc9G3cNSJ54ZimM9GRh1+lOEhVMtC3l/xL121hdna4Jb/1/X3oaI33FQNp7oW4b6UhjwhyBsHVGbkfSqkOuafc3s2n2shup4eWUDlPxq35DOVkvH3/AN0p0X61bjKPxaGEJ06q/dPm+633/wBedjN1GxOoqGgH7yP7kmeR7H2rIg3JI0E64dDyvp7/AP167HG0gNhD2dehqhrWni7TzFUR3afccdH9jW1HEW92Wx5mYZU5fvqXxdV3/wCD27mbGzKd2ePUGrUPzndkBuxBrMtpmY7XzG6nayn196uI235s7MdfStZxODD101foXfKYc7guf4hyDWfqumPexyW0mPs88bRSYbgqwwR+RNXYLhW+XeBnueje1WR6AbD/AHW6H1rFSlBno+ypV46M+fPEPw8h+FPwl8Uato90w1X55Le/j+WSJCeAD2PXn6Vy0XxR17w/+zxpOpSXc2oa7q13cQRXNw29kRXYbvfGMCvZP2lf+SLeI8ZUm35Xsee1fPM3hTU9e/Zm8Oa3osMlxc6Nf3TTRKNx8syN8wHfBxn2zXrYCMHTUp9Z6vvddfmdGJf1lp1NbJL5LSx0PhrwD8azZReLIfF7xakE8+K1nnZiykZCtxjn0zWd8NvH3jy9tfiLJrHiPUku7TS2lijMuBbzeegOwfw4BIrs9B/aV8Ox+E4YbnRL4a1HCIvs0SZSRwMZDY4zXk/w6uZ9Tj+KGoX8XkXU+lvNJHjG12uEJGO3WuxRqVFL20Etraef5GFGM6Keq/L+tDrfhVYfGb4o+D55YfHFzZaZaysizSyt5lxLgEqSASQBj861fgp8QPGZ0vx34S13U7me+0bSri4t7ovmWGRPlK7u4ycj6V1/7IV7NafB3Krlf7Ql59DsSvMfhq2/4l/F+QkjdpGoEYHX95WNRc7qxcVZWtp5m9LEQlPki/eW50Xwn+Lut+H/AIAa14q1y+udZ1P+1DaWJuJMncY0Iz/sgnJ+tM8LeCPjf8SNJj8W33jiTSo7seZaw+cyfKeQwVQQqntzmuM8BeEdS8WfswasukW8k97puuG6ESjJkTyo9wA7ngYr1H4VftF+ENN8Eafo/iiC+sNR063W2Pk27OsgQbQeOhOOlKtCUOeWHgnLm10vZeh0RadlN6G34K1T4ofD3wj4h1P4k3Ntqem6ZCzWkhmLXMzgcYOOVPHXBHPFeeeCdI+M3xkFx4sXxjJo1gJWW1QTMi7geQigHgdzXdzeNo/jv8PfFnh7Q9Dv7WeCItazSjMcxAyoLAYBPpXHfAD416H4E8KSeDfGtle2M+nzSeW6W7MxyclWUcgisYRqqE5RgvaXWltlboim4tpN6Gv8J9Z+J1r+0Tb+DvHWtT3SW2lz4jEh8m4AAKy+55Iz7V9K/d+XJA/uv/jXy98NPHCfEL9rC21y2s5YLFdGuILQSjDPGMHcfqxavqL1VeT/AHHrgzKLjUjdWfKrpfM2pbb9f6/r8Dg9X/5KXZ8Y/ex0Umr/APJTLTjH72OivNl0Oqn1O7vryK1T5vmc/dQdTWHMJr+YSXR+VT8sY6L/AImr1xZt9oZzliT1NOEJA+6wGM8DnH+J7VvC0FpucVbnqu0tuxDFCB24qwqZO31O3P8A6EfwHH4U4I4/h+Ydh03H09gM05o22OFB6CNT7nqf1pORUYWGp95ZMYB3S/QAYH86fECDH7RFvzzSyKds5VTgBUX6Z5pxVllkXHCwhRU3NEv6/r0KV/dGzht3VAxaNl5PAqrpGtWl/ZwXFtIJisjRMIwTznGK1TCsgt1kjDLtIIIqK0sreyspYbO1jt1WQvtRcZPXNaKUOWzWpi4Vee6fu2/yZEPOkjkjCuoRtwVBjg+/502ztRayHyY1WO4672zzWmw23Ibna64P17f1qFY2MEkZHzI2U/mKjn0saOir36r+vyKN3byyRhpJis1swI2jqKh1PSLPVry1uLh5zHbyBxtfAL+h9RU+vrqjaUz6QsJvG2j9993bnnPuKjvbe7WCGFFYhly4T+/3/WtYNqzTs9TkrRi3KMoNrR+T7f8AB+Rea13HyTIQRzGxHNMMN23zK6NIhwQ3B/A1LZrM1msc5Pnx4+apjuYCZVw68Mvr7VjzNM61TjJXtb+vzRzuja1fTapfW95pTW0SEKjk8P6kVrkbx5byR+S3oelWLiJZEDclDz7qfUVCi7AY7iMPCTjOOV/+t71c5Rm7xVjClTqUVyznzb6vz9OgzbIj+XNKzZ+444AHvUoWMAsyhZVGef4hQbfb+53PsJ+U9c+xqrJHeDUIYGhV7cgkOM5Qjp9fpULXqbz91ar9df66li0tII55LuK3iju5P9cQMFvxqyvdox/vRmmorEhWXZIo4YU/BY5+5KPyNS5N7lwpqCtFf1/n37iL90mP5k/iQ9RSDlPl+eLup6ilwXbcB5cg6jsaOWYsg2SDqD0NIdv6/r8jF1+w/wCYjbfNtH7xe5HrVGNhNAQWzGw6jrXT7dxJVcP/ABBuhrmry1ay1ExqpEcnzICM49RXdh6nMuV7o+YzbCexn7eC92W/r3+fVdyW1iWOLA/eKec45q9A64CuN6dAT1FVIix+78pB5z3qUAk/LlWHbb1pzV9yMPLkS5Se/sbTUbGS0vbaK8tZBh45VyD9Qa4T4neHvFdr4Sjj+FtxbabNbOzmyWMBZgeoHYNznmu/tWLkrhkccjI+9U20k4KlH7Y6HArKFR05J/g9j2YWnFNf1/XZnyhB4n+L1u5jPwt0465gr9vFmm/d0zjOM/jXffs6fCzUvDum6vq/jKKGfUta+We1kw22PduIfsSWANe3yZGPMzGwI+bsaaAWIMgwezDoeK66mOc4OMYqN97EuNnYo6VpGm6bZmz0uxt7S23FvIjQKue5xVS28M6DaXdzc2ekWUE90jJcERAGZWPzBvUGtxlI/wBYpx/eH+fekkVgvzrvH94VxqpLuTKl16/1935Fbw/puk6TbNbaPp9tpoZtzwwxhVY4xnA+lZuseAPBOsXxvNW8LaVcXbHJllt1bcfrW0quhD7fMHr3q4uSgZf3iHseorNzlF80Wd1GTlHlktv6/qxU0zTdP0q1S00+zhsYE+6sCBU/IVla94J8I65erfa54b0y+uBjE8kAZvzroVBx+75HdWoUf888qe6npUKck7p6m/L/AF/X/AZmwaFo9vew38Ol2aXEEPkxTxRAOkf90H0rR6r2kX9RQBz8uY39Oxps0kcKNLOwhCjLPnAxSbb3C39f1+pwer4/4WXaYz/rY+tFVY74av8AEK2uLdSyCZcEDqq9TRUyNaXU9NdFdSrDIIwa5258LySTtJDrmoQoW3BN+cGiikm0W4p7kY8K3QII8Rahwcjnv+dH/CK3XH/FRahwcjn/AOvRRRzMXs49gPhW6wR/wkWoYJz17/nQfC11k/8AFRahz156/rRRRzMPZx7B/wAItdcf8VFqHHTnp+tL/wAItdc/8VFqHPXnr+tFFHMw5I9g/wCEWuuP+Ki1Djpz0/Wj/hFrrJb/AISLUcnvn/69FFHMw5I9hP8AhFbrbt/4SLUMemf/AK9H/CLXWB/xUWocdOen60UUczD2cewv/CL3e7d/wkWo59c//XoHhe7BJ/4SPUcnrz/9eiijmYckQHhe7AIHiLUQPr/9ek/4RW5x/wAjDqHTHXt+dFFHMw9nHsH/AAitzs2f8JFqG30z/wDXoPhW6JGfEWoHByOf/r0UUczD2cewv/CLXXH/ABUWo8dOf/r0HwvdkjPiPUTj3/8Ar0UUczDkiB8L3ZIJ8RaiSPf/AOvQfC11kH/hItRyOnP/ANeiijmYezj2D/hF7vIP/CR6jke//wBemT+EZpwBNr9/IAcjdzj9aKKak0KVKElaSuhB4PkGMa7fDHT/ADmlPhGY/wDMfv8A/P40UUc8u5Kw9JfZQf8ACJT8f8VBf8e//wBenHwrckc+ItQP4/8A16KKOZlKjBdBsnhKeRdsniC/YehP/wBelHhS4C7R4h1DHpn/AOvRRRzMPYwvewv/AAit1jH/AAkWoY+v/wBekHhS5HTxDqH5/wD16KKOZh7KHYB4UuR08Q6gPx/+vTl8LXS52+ItRGff/wCvRRRzMFSgugf8Ivd7t3/CR6jn1z/9eg+F7skE+I9RyOnP/wBeiilzMfJHsDeF7thg+I9RI+v/ANeorrwfJdR+Xc67fTJ/dfkfzooo5mHJE0vDnh2w0RWaANJM3DSv1x6D0ooopFJJbH//2Q=="/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itchFamily="34" charset="0"/>
              <a:ea typeface="ＭＳ Ｐゴシック" charset="-128"/>
              <a:cs typeface="+mn-cs"/>
            </a:endParaRPr>
          </a:p>
        </p:txBody>
      </p:sp>
      <p:sp>
        <p:nvSpPr>
          <p:cNvPr id="6" name="AutoShape 4" descr="data:image/jpg;base64,%20/9j/4AAQSkZJRgABAQEAYABgAAD/2wBDAAUDBAQEAwUEBAQFBQUGBwwIBwcHBw8LCwkMEQ8SEhEPERETFhwXExQaFRERGCEYGh0dHx8fExciJCIeJBweHx7/2wBDAQUFBQcGBw4ICA4eFBEUHh4eHh4eHh4eHh4eHh4eHh4eHh4eHh4eHh4eHh4eHh4eHh4eHh4eHh4eHh4eHh4eHh7/wAARCAGFATgDASIAAhEBAxEB/8QAHwAAAQUBAQEBAQEAAAAAAAAAAAECAwQFBgcICQoL/8QAtRAAAgEDAwIEAwUFBAQAAAF9AQIDAAQRBRIhMUEGE1FhByJxFDKBkaEII0KxwRVS0fAkM2JyggkKFhcYGRolJicoKSo0NTY3ODk6Q0RFRkdISUpTVFVWV1hZWmNkZWZnaGlqc3R1dnd4eXqDhIWGh4iJipKTlJWWl5iZmqKjpKWmp6ipqrKztLW2t7i5usLDxMXGx8jJytLT1NXW19jZ2uHi4+Tl5ufo6erx8vP09fb3+Pn6/8QAHwEAAwEBAQEBAQEBAQAAAAAAAAECAwQFBgcICQoL/8QAtREAAgECBAQDBAcFBAQAAQJ3AAECAxEEBSExBhJBUQdhcRMiMoEIFEKRobHBCSMzUvAVYnLRChYkNOEl8RcYGRomJygpKjU2Nzg5OkNERUZHSElKU1RVVldYWVpjZGVmZ2hpanN0dXZ3eHl6goOEhYaHiImKkpOUlZaXmJmaoqOkpaanqKmqsrO0tba3uLm6wsPExcbHyMnK0tPU1dbX2Nna4uPk5ebn6Onq8vP09fb3+Pn6/9oADAMBAAIRAxEAPwD6OtvFF1qGqzSxMUt4bwwRIhyHQAgsw9zt+lQXmrT2U+sX82oeUjuEELnCRgIMspNbNjo9jplhayeSqyrC8k7gZLfLkn8wK5HSL7Q/iP4AuYpre6OnXl09tcFoSsr4baQp6jgDmu+Ci9Uvd0T/AK+R3PlcrxWh6PBPI0iOksUsYt9+5eQTxyCO1JFNcGOzUhSZHLNg9gc1zGg2OkaTosmlWcV9HDYRpax8uzbRwCST3rSDxQTb1nvlFtbjrFnn8qwlBX0OdxNR7uQwSsB80k3lx8dgf8M1Be3zLO/lsMBxGg29wAT/ADqjG00JtwZJW8mJpmDQHr26fWq1vNdG+t1azMgjjM0n7thySSOpoUAsbt9LKqu0Mi5to93+8x7fzqmmog3unxvIuRFJNMuec44GPY1VW6mcIJtIuB5jGeQqf4R2/lXnHiPxSNM+MHh7TD4d1R01eQSvJyFiGdoPTlcDJ+tbUaDqNxXZhGN9D2BJpB5aykAhTNNx09B/n0oE8mEMjBeDNNx0X+EVH/rP9Zx5x82T2jXoKRiH5k4D/vpvZB90fjiuaxBKs8hC+Zhcgyy8fdXsv1pv2h+GkIAx50vHRf4V+tRk8FpuM/vpx6D+FKDnJMg3FWEko/vOfuJ+HFFgJRcSKMy4GB5kox0z91KDcSKC0mCV+aQAdWP3UHv0qI7g2D87K2T/ALcp7fQChd24bTuKsQhPRpP4n+g/pTsgJRNKv3iHYH5gB95z0UfSr8CskQEjAv1Yj1qrp8KsRNz5a5EWe/q341dPJx271EmSwHP0paKKgQUUUUARyblYEEY9MUm4qR0OfQVIwDDBqEKVypAOaAJY2LZyOO1OqJfMSULjKkcn0qWgAooooAKKKKACiiigAooooAQ8c9u9LRSD5TjtQAtFFFABQc4ODg+tFFAGJp2uBtZm0a+VY7pOY2B+WVfb0PtRXMaz/wAlNtP+usdFNoiDvc7If8fln7RMT+lZiAWcto4AWCedmkAGACG4b/Grt5J5IWYDJjtHYD8qwoNYeZLRGs1kAhdyAexrRM6LmlgpdAg/Ld3Rjb/gPKn8gatufNWft59wIx9BgH+tYOi3hv7WK3dGSS3haVCT97H3T9ex+tbVjNut7WZhny4Wmf8A3iT/AFzVSQ2OuC0pmC9Z5lhX6Lyf5VDafvhdzLx9pn8mP2RflP8AI0sjCBNz5H2e3LMf+mj8CiJTbW0ccOd8UQC5/wCej8n+dHT+v67CFvJlZJZP4ZJBCmO4Hp9abaw7g0kgUS3T4J/uRLwQPyqKJRNLviyYoP8AR7b0Zz99/wAhxVtlDnahwr/uVPpGv3j/ADoemghciX52+US/O3tEvQficUm4Nl5BgNiaUD+6PuL+g4pCyyAs3Cv87D0jX7o/E4o3HO51ywIkZfVz9xPw4pCBsqT5g3MpDuB/FIfur9BzQNyEAYZwxCn+9Kep+g/pQAwYAMGZWKqx/ikP3m/AfzpPlK/eIj2kBu6xj7zfUnNACjGFEbYGCsbHsP4nP6Cnwx+c6xKCqlQD/sx+n1b+tY2oatLa3ckP2dGA25XPOP4U/mT9K0NL1KZZo4ZrcLJM2WYHuf8ADpSk7CbN3GAEXgD9KcOBXK+NZ54rq2jjnkRNjEqrYyeOT3rn/tdx/wA/E/8A39b/ABpxouSvc4KuNjTm42PSqK81+2XH/PxP/wB/G/xo+2XH/PxP/wB/G/xqvq77kf2hH+U9C1O7SxsJruQErEu7Fef3OoahczGW4updxP8Aq0bCL7Af1qKaeWaIxyTTMh6gyEg1GetaU6XLucuIxTq25dEdN4U1adrgWtxK8qtwpc5YH6+ldUVBIbHIrzGKRo3DoxBHQg4qX7Xcf8/E/wD38b/GpnR5ndGlDG8keWSuekng5H40tea/bLj/AJ+J/wDv43+NH2u4/wCfif8A7+N/jU/V33Nv7Qj/ACnpVFebJeXSsCtzODnr5hr0S0YvaxMzZYoCSe/FZzpuBvQxKrXsiWiiiszpCiiigAooooAKDyKKKAEHHB/CloIzSZwDu4x3oAWkPJx270iuH+6c04cCgDz3Wv8Akptp/wBdY6KNZ/5Kbaf9dY6Kp9DOHU6jVCfssuBk/YX4/KuTMght1lSORJobReNvHOa62ViMn/pz/qKbKokEqmNcMIoxx6//AK6ux02MKxjeSO+miwJo/LVMcfMeo/GtOzkWSaaJBtS6dVQemAA6/gc1cCR+a2FUB7lmOBjIQGsW9kewIvV4CBp2HZWYkA/iAK0jqrDW1i/esJo0U5xd3W4+8aZI/UCluJHd1iycsDc3DA9F6Iv14FQ3Lql0oT5xDEsEI/vMxBJ/IGrVoiwo0k2GZ3M0pH91OFH04o2QiVU8lVijA/dKI1A7u3U/gAaXapyqnCH90D6Iv3z+JzSDeoAPMg/WR+v5AGg7MEZ/d42k/wDTNep/E5qBAWBy7qQDiR19uiJ+ufwpfnBxx5m7APrIep+ig/pSfNuyy/PkMR/tnoPwGTSDbg/MdmCN3+yPvt9ScigQo27QFJEe3APpH3P1Y4o5J+4M5BK+/wDAn0HBNBzuyVG7IJUf3v4V+gGSadGjSOsSkktn5vb+J/xOQKYjEuowdVnkaN5I/wCFgudzd2qXT2f7fbKVbaJBjIrrEjRUCqowBgcUbEznYufXFYt3JMjxBozalJHLHIqsilcN05rK/wCEVuf+e0P/AH0f8K66irjVklZHPPC05y5mtTkf+EVuf+e0P/fR/wAKP+EVuf8AntD/AN9H/Cuuop+2mR9Spdjkf+EVuf8AntD/AN9H/Cj/AIRW5/57Q/8AfR/wrrqKPbTD6lS7HI/8Irc/89of++j/AIUf8Irc/wDPaH/vo/4V11FHtph9Spdjkf8AhFbn/ntD/wB9H/Cg+Fbn/ntD/wB9H/CuupByc9u1Htph9Spdjko/C1zvG+SILnnDH/CurhTyoUjBztULmn0VMpuW5rSoQpX5QoooqDYKKKKACiiigAooooAKhnD7gU545FSk/nSgYFAEcSbDu6ZHTsKkopBwcHp2oA8+1n/kptp/11joo1n/AJKbaf8AXWOiqfQzh1Opn5H1tsf+PLSji4wGHNwnH0VaSY8kekbr+TrTCwWZmPGJGYH0xGtaHSCnFurDkmFm/F2A/rWP4hsby7vovJmAtFKxzoTgFUAJz+da/KqsYxk+Wv4BSx/lVa58x5I7WIDLDMpPTEjEY+pFXBtO6C5yvw/1HVry+1GHVrCWBrVV+yTPjbMH4+XuSo7+9ds+1X2P9wYz/uJ/ic1lXk90t+8dramYpE08BAwI8DCqPrmpPD+oS6no8WoXlk9nK2Vmhc5xsPzY9cnNVUfM+e1kDd9TQ+fOD9/v/vt1/IA/nQSuM4yowceqrwo/Ej9aAG6Mfm5DH/aPLH8AMfjQuSwKjnIKg+vRB+AwfxrMkXDAbS2WyQW/2v42/kPxo7jaufu4U/8Aji/yJ+tINuPlyUwMe654/wC+jg/hQe5ZsdcsO394j9VH0oAOAud5KgH5u5HdvqTgD8a0tPg8uMyOuJHwSP7o7D8BVWyh82bc64VMEjtnsv4c/nWnWc30JYUUUVAgooooAKKKKACiiigAoopD1wKAA8nHbvS0DgUUAFFFFABRRRQAUUUUAFFFFABQTgUHgUg65NAAB370tFFABSNjac9KWigDz3WT/wAXMtP+usdFGs/8lNtP+usdFU+hnDdj7/xfZwaw1hcaffI53EOqBlO7n1z2qkvxD8Lz+KZ/C0WoMdXS3acweS2SpjXjkdeKsXuGunbjepOG74AI/rWXeaVYvdtqyWEB1AIV+07QJSoQZXcOTXowhS6p7fid6jE6JYXbVbm6im+z+erIS75ZR90EDoD81Z/gLR7nw3pV3pl1q97q0v2mW5S6uWy7DAwnU9CKjjuGjUTSFprdwSJQoBUblPP5U62ZnWdo5MNHKHjcE7f73U8cgips+Vx6ENaHQyfutUVt2E8lkIHUhcD+ZFT27RvCrbQwZflRe4HJH55FYA1B3t7e7OWVflYsuQDtO4ZHH3ttalheItokgjPEf3h8w9eo/wBokVhODSIaLyxny1XfvfJEhHQd2/MhRSj5s7jjOdx9OPmP4LgfhSRHhUgdXO35mHQj/wDWQfwpUGFXGHHbHRjnp+LZ/Cs0QKS2egVs9PQ4/oM/iRSJliuxecgID/47n9GP1pPvdyy+v94ev4nB/A065hnfTbh4bP7azKY1hE/k7s8MQ/buB7AUSdkBrQRpbwBdwAHVj3NS15TNpdz/AMJLbWi+FbjAtpJHtjr8jBsMm1iSeMc8d8+1egm8vYNEjkfSZluyPLS2ikEhU9Bl8YA6ZJ6Vm1pcyjO7satFefabr3jNrWOx+w2hv4br7PM07eYZO5b5NoQAdyME4rsNXutVtY4jp+krqDt/rB9pWLb+YOaTVhqVzRplxNDbxGW4ljijHVnYKB+JrA/tbxV/0KKf+DNP/iak8Qw6tf6RDHHpthMsmPtdlcsTuU9QrggAj1INFg5kad7qen2ckUd1dxRPKcIGbr7+w9zxU888MChppUjUnGWbArktdOmWcun6LpulxX+qoAYYJHZ/Ij7tIxOdvpnqcVP49jcaLukXePtMB9v9YvFO23qF3qdUKKrW1wvlokrKrkDA7fSuf8d2LNp9xdyX148ZCxx2ok8uJXJChyUw/BOfvYqWO+h1Bz2601pIo3SN5EV3JCgsAWPXj1rA8O+E9N0pLadJr64uo15mmvJH3k9cqW2/pXN+NxPc+MtOtrG81C/mWR99okkcUcQMRyok2ZViO2c4PGKqy5uUnmajzNHo1Q311b2VpJdXUnlwxjLtgnA/Cub8PBh4ilM8d7pl68QaWze48+GVegdWI4YdwuPfrXPfELw+41FWElpbWF9Jte5nmuT5LnkbgJQmC3A4GMilbVBzOzdj0pGV0V1OVYAg+1VoNQspmuVjuF/0Vts5OQEOM8k8Vxvw5swou76eBUiizHbXkVzOUmQD5m8uR2A5HWuctLqS8sNdW21DVr63u51txJPEiRP5jBN2QoJPPYgY5quXVpdv8ifae6m+/wDmeuxukiCSN1dCMqynIIp1YFte2cvh68tLIvG9hGbeRCpRkYKO3p70nhzyLrwjYaeL11mm05GLLLmUKVALAnJ6nrUtb28vxv8A5FqW1+v6W/zOgorn/A95dz6fcWOoOZLvT7hrZ3I5kAAKt+RH5V0FDVhxd0FFGR6ik+8fakMByc9u1LRRQAUUUUAFFFFAHnus/wDJTbT/AK6x0Uaz/wAlNtP+usdFU+hnDqU5Zs3cw6fNj8qcsm1i395SeOuTWOt4H1Gfa38ZFaCSBkxnjFeo42PQaLC5t77ep2pMT8w7Pg8Z9/ampD/xM5pYG8qVlUuOdrgjb/vdvSl4mTa/HOCTjg9j6Coo763jv1tbm4iiujCQImbDMQSQwH3sH1zip1IZHqN1HbwXE8zLb7yC7yNgBs/eDj+uOtbtq2YoZEKszIpRwwUsSMjDjIPzZ6kVyOraD/wknh/UdE1qZ2sbn7jxuEd++UYcdQOCDW14Sgj0/RoNEjDILGFYwSCxKY4ZlPvnkYp1Ix5NHr+hDZuQyFcqu8ngjaAsgxnHHRuM96ui4AjUzOFUDkxrkpx95h245rOXDKowuxvuKXyp/wBx+oI6YJ71NAqs5YM/mxkdeHAz0YdxnIz6VyyitzNmpApmdUTALHt0H/6hx/wKtpFVEVFGFUYFYmnvMsu6MKxP3T/DInqp9fate1nS4j3ocjJHuD71zzJKGj6PHY3VzfTTvd3tyR5k7jHyjoqjso9K1KKKi4kjPtdMFvrl5qSXDYuo0V4dvAK5wwP41oVHbzw3EQlt5UlQ9GU5FSGgAqpq1iNRtDbG6u7UEg77aUxvwemRVrcv94fnS0DM7QtE03RLU2+m2qRBuXfq8h9WPUmp9WsLfU9PlsboMYpBglWww9CD2Iq1SMcChu+4kktjj08H2sNyr31/qOpiOTfbxXdwZETpj5T1I9a6eSKDULKS0u40mjkUpIjchganljEiY6N2PpVNsxlWXarR/eOcA+1Nu6swSUdiHRdDi0uVni1DU51K7RHcXTSIo9gelVH8MxyazLeteSCFt7LEi7WWRlKs2/r0JwO1bsciSKGVlOfQ0+i7DlVrGPpGgQ6fefa2vLy7mWPyomuJS/lp1xz1Oep78elVp/DLahcyPrmqXGoW5Y7LQDy4NnZXQEhyPU10NQPe2iXD27XMQmSMyshYZCf3iPSi7FypGRpHh+fStS8211m8exMe37HcHzQpycFGJyo9vaqsvg2K6adr7Vb5jLc/aALZ/ICkHK8L1xxz7V06srKGUggjII70uaLu9w5I2sYmjeG7TS7u6uY7q/umukCTfapzLuAzjr9TUug+H9O0aSSSzWVmcBQZZC5RB0Rc9FHpWtRRdhyoQKoYsAMnqayPEJffEqMRkHoa1x0qhq1lNdyRtE6rtB60ijm2wULeY4cEZBPWuyh/1Sf7orBbQrh23Pcpn/drfRdqKvoMUALRRRQAUUUUAFFFFAHnus/8lNtP+usdFGs/8lNtP+usdFU+hnDqcZ4o0+fwv4zms3LGyvCZrNz2GfmT8M1rWUgZM9D25rsvitoH9ueFJmhX/TbI/abdu+V6j8VzXnHhq8F3ZRy9Cy8j0PcV61OftqSl1WjPQU+eNyzrd5qEF5CLXeq4GCq/ePpx0riPGHwy1bX/AIj2XiiDWoreBjG7q+RJAyAcKBkEE+h4zXp8DZjUHscj61HreoafpVtDeahfW9pGJlw00gQMT2B7H36H0rWjXnSl+732M3KxceWdlmV4w8gU58vBZhjqV6OPcEn2pnmxSw200btHKihdrNggd9jH88HFZl5qUOqaZew6NORc7D5FwB8isehB7H26H0qr4Xt9U0XwlDb+JtQbUrjJE8wiG1iT91uPkbtuFZez92/XsZNnaQyGSEybQC52yZX5Gburj+E9wfam3l1bWdtLcXUrRRWqF5GHzSwKBkkAfeXHNcxb6NdN4oh1WDWr3yVt/Ja0mI8qTptMnGc9fmzXQaZAbi+DqVt7SHKuki7nDfU/ejz+lZShFdSGzT0DVLHXtDtdS00NJZXEYkSPYULr/fQHofatWOQxyrLCSzFc+0yj/wBmFQwhLdfLWFIEjPMaLgQk9GXH8JqQjyzufaMsCxH3UY9HX2PeuSVru2wjXhkSaJZI2yrDINZPjO7ms9Cllhu1s8kK85ieQxqTglVUEk46dqltJTDOQMLHK+3af4ZPb2P9Ku6hbm7sJ7XzGjM0bJvXquRjIrnmuw0eI6dq6WcCQ2j39tAY2m2rqd4uORnIEOMnOeOPevQdUubW8+GUkts13dxNCMi4LGRiTypLgE+mah1PwRrDQoNM8XX0T7Fhk+0QxOphBztACjB966JtC83w4dGutSu5wU2/aGCCQemMKF4+laSacWc8IyUtf6/pnC63Y6XDpsUlv4DuNMlEkWLpkgAT5hzlZCf0rtvFd3dr9i0uxnFvcahN5YmxkogGXI99oOPeqs/hW4uY0hvPFGr3MAZWMTrAA2DkAkRg/rWp4i0a31qzWCWae3kjcPFPAwWSNh3BINJvRev+RcYNN+n+ZxVpp0wt9b1a11m9iaymMcEzzFjLsGT5pP8ArF54B6ZNaHje/uLj4fpfHUk083NlueE2/mNMWT7g5yOvXtWnN4RsZra1sTeXq6bBjdZq4CTMOdztjeeffFSeKfD76sIPs80MOxGhbzELARspVtmCMNg8Hke1LTb+v6Y1FrW39f8AAMCynvvsmnR3c+u6RMHXZdTiNoJWYD92Y0dsDA4zgDn1pnxn02zutNsbq409765WTy44xe/Z1565bp+ddDd+G5bqXy5tZvGsSys1uQmBt6Kp25Cnv36YI5pPG/h1vEtpFp832M2e7Mvmo5cH1QqwAP1BFEne3r/X6ijFpNeX9foeVeCtGsV8X6dHdeHHtCZCySprQnwwHdVzmvV1uJB45njkupFt49PD+WZMRg7hliPX3rGsvh3p2i6tbap4dt7K2uI1COJ1kdcd2XDDDH3yPat7XfDdpq16l1LcXMDbBFMsLACePOdjZBOM+mD71cpJ2+ZEKbin8itrF9e6V4n0+droy6bqBFsYiOIpOqsD785+grz/AFQ3Np4l1S1XXrVFvIpvNEdv5gSNpCSm8fx4JwO5+WvX3trd4UheFHSPGwMM7cdCKwNR8M+bqNxeWT2tsZYQijyAdr7wxkx0LcEjIPODWaev3mk4tr7jnfA+q+Ijrltpt1dQS2CRvHsW1WMqyhTjIJ7Mp/GtnR4Z57/xHLaXy2l1LdpGszRBwm0AAbSRn0q1pXh2Wy1a3m+0RfY7SN1gjRD5js+NzSMSdx+UYwBVx/DunzJfR3PnTRXkwmdDIU2sOmCuCPzqm03fy/VExi0kvP8AR/8AAJdH0prCSSaXUr68llA3+dMSgPqq9F+grSrJ0rw7pWl3X2mziuFk2lcyXcsgx9HYitapZpFWCiiikUFFFFABRRRQAUUUUAFFFFAHnus/8lNtP+usdFGs/wDJTbT/AK6x0VT6GcOp6EQCCCAQeoNeFXVn/YfjPVNJXiLzfOh/3X5/mTXrHgzxDb69p8jK4F1bSGG5j7q4749D2riPjFa/ZvE+kaooAE8bW7+5Xkfzrtwd4VHTl1Omm2m0ZWp30tpaxtCgLO2Cx6DFc18SfCc3j7w/p8v24WNxZyMQrIWSQN1OPX+ddfbBZIQsihl9CKb4g1OPR9BuNRktpriOHaiRW6bnJJ4IA/zmu+nUlCadP4rhJkHgzRbfRfDVppdveyslnb7JJSPvuR3Hdf5HFbksws7JXuL0KPLEZEiht2R9xgO3ofeqVk0zWjKrARzR+ergDJ3YDH2HIyO3FW7vT4ri3SxiAScqAHPzbDj7rE9j/D9axm+aV5MzbPM/iLp/jvVvEmnXHg+S6fT8LEVicR+XJn5hKM9CM17baNtsbW3vofKmijWPeR8quAAyHHYnofeq3hXSV0yy2wu0jS5Hz/8ALQDqjf7XcH2rWJ3D5kMisn/f1B1B/wBtf6VGIxPtFGCStH7/AJkJW1IYpHiVCjGaIErG/Voz3jcdwex9qsROrRK0WZIsMUTPX+9GfpzioXhhcF2y3ygmSM48xOzccbgcZ+tRSW93FIZLe4jLllDEjALfwPxxzwDXJZMVy9MVbjAxtALEdR/C34Hj8a09Omea0VpcCQZV8eo4NcjpHiKDUdf1HRDp95bXNgoaUyp+7YN94I3Q4ODXRaU5juXhY5DjIPqRx+oGfxqKlNx0aCMk9jUooorAsKQ8nHbvQTzgdaUcCgAooooAKKKKACiiigAooooAKKKRmVRk0ALRTUbcOmKdQAUUUUAFFFFABRRRQAUVUvJJA+xcqPX1qa3lWRcBtxXgkdM0AS0UUh+Y47UAefaz/wAlNtP+usdFGtf8lNtP+usdFU+hnDdnFS6uvhXxhPqs8YNpO/l3ahhyM8OMdCD+ma2fijfzX/hu0urILerDcRyoFbc2w45BHtVXxnpsMsN8ht+TlWGzPPeuI1bxQui+Gk0q3je3uo1VoS4+Rwpztz15+texy884Shujpk9UzU1HxnpukaA19eu9s+8RrGF3sx9vwBrf0HWdM17TLbU7W4E0E5CIjDBHZsjsT0/DNclZ6TpPjLQjaatA0DTTiZTGdpRsH7p9Oa39K0e30PRYtJsIhHHbFirk/Nk+p966HGl7PrzX/Azky14t1bU9K8PfbNF0ufUbqKZVa3+7lScb/wAc4I9xXW6BtuoIFaFo55o1M0L8MOMtGfcfwn6Vl2lrLCnnXE0qXE8WMhsqDjP/AI8M598Vu2Kxm0WSS7ErPGp4TLhR3yOQynP4AVyVZLlsl8yLm5hcHJLrtBJA5ZR0cf7S9/rSnq25scgsw7N/DIPY8Zryv40a14+0OwsX8NRTiMzHz5IoN7q/8IwQcK3P5V6F4Sn1O68M6bcavb+XqLwbposY5/ijI7HvjtmsKmHcKUal1Z/eSppycTS2/N90RvvPH9yTuPowz+VRTEwwtIqGSNUY+WOpT+JfqpzUx27eWLLtGW7sn8LfUH+dO+YNnGX3dPVwP5MMfnWFxkNrNJPbpLJGUkP3lPXcP8QT+VSQsI7mFh03AfgeB/47ig7eNpJHABPpyVP5bh+NQzn5CV4I5H9P0xRa5NzoRx16U1ZFf7hyajbdJHG0ZzxnrTo49rB24YjoOlcxqSgYFFFFABRRRQAUU15I0Us8iqB1JOKxtS8X+FtNz/aHiHTLXHXzblV/maaTewNm3RXn2o/Gn4YWTFG8YabO4/hglEh/Sub1L9pT4Z2pKw3WoXTjtHaNj860VCq9oszdWC6nstFfOWrftX+HbfIsfDGoXRP3S0yxj9RXL6l+1pq8m4ab4VsovT7RIz/+gkVvHAV5fZM3iqS6n1m0iqwU9TSkbhzXxLfftL/ES6UiBdMsxnjyYSSP++iawNQ+NvxQv1xL4qnRT/DHFGn8lzXRHKaz3aRjLH010Z988KMk4A9ap3Or6Tbf8fGqWUP/AF0nVf5mvzw1Hxp4v1I/6X4k1Vs9QLt1H5A1mz3d5cY+0XlxP7ySs38zW8cmf2p/gYyzJdIn6Dah8Q/A9gD9q8T6auOuyXf/AOg5rm9R+Ovwzs9wXXxckdRDA5/mBXwzEgXO0D8BVpV+UKTxXVDJaXWTZzzzSp9lI+u9Q/aU8EwcWun6vdN22xoB+rVg3v7TUZB/s/wwX9PPuNv8ga+aFGHX26VPCJLiVY445JJScKqLkt+FdUMowq6X+ZyTzPEPrY9yvv2kPFU5P2PSrC1/EyfzArKPx7+IzyiT7VYIq87BaDB9uteVlNrD5SmDgjuDUsa7iVXJHeuuGX4ZfYRyyx2IvrNn2b8HfHsPj/w88lxbpBqVrhbiMcqc9HX2Ndf80LorEgryQvSvnD9k288rxjfWu5gJrccH2J/xr6buIvMXjqP19q+UzLDxoYmUI7H0mAryrUFKW4sEqzJuGQe47ipBwKoozRqJF9cFD6VdRg6hl5B6VwHaefaz/wAlNtP+usdFGs/8lNtP+usdFU+hnDqaOsafHeOZOI5MD5sdeOc/jivO/Hukx/2RdC8tkDou5SVyM+oNeq3IBmfHQtkfRhu/moFcz8REjPg2/aRf4BtOOQT/AItkfhXoYaq4zijW5wfgy+imi+xTxoJY1+7jhx6inS6brNt4/fUJdSEmivb7BaDO4EjH556GsCKxktLgXCXSK6/PGxPINdZo2twXrLBPBOLtxyqRFuQOCvqO/wCNenUXK3KOzM2zeigtmQRO0r8Fh5hzj1H0PUfSuhuGvI9FSXT12OduNoHB6Aj2IwD75rCn1CHR/CWpX9/bFbS3tXefzWEZiAHG0nr1wB714P4f/ad8K+GPD66Xp2ha5q6hnYS3N0qthznbyvYk4rzpu6v2Yj6a8NyXT2Ja6VyFz5e8fMY+6/VTgj8a1OpOX5yuX9/4JP5A/SvkLUf2v9ZkJOm+ErOJshs3ErPhvX5SOo61y+o/tTfEq6Rxbw6TYr8wAhhY4U9vmJrFwcnewXsfcyhicqmGySF9G/iT8RyPpQVKr1KrgAOeMD+A/geD9K/PLVPj18WNSJ87xdcRKcZEUMa9OnIXNYU/jbxlqSFr7xRq8m49Bduoxn0BFCovuS5H6N3Wr6TbqftOqWFsOuJLlF2g8kcnsQPzrmdY+JHgTT1cXXizSkOOdkwfB/4Dmvz01K6vLyEvcX1zO3cyzM2fzNZCooXhF6+laxoESmfofP8AtG/CPTbSOM+KBdSKvKw28hP6qBXPah+1l8PY1IstN1y8PYrCiqfzfNfC8Ee+QKPxrTUKq4AwBQsLC+onVl0PrHU/2uoVz/Zng95fT7Rc7P5A1zGp/tYeMplY2eh6ZZemWMuPzAr5tluSSVj4A70tutxPJ5caSzMRwiDJP4VtHC010M3Wl3PYNS/aV+K985xrFpbR5+7BahSB9c1i6j8V/iRqQP2jxpq+1v4EuCq/lXmoZEPzMAfQ1etJSEceW7BBklRwv1NdEaMFskYupJ7s0NV1fXL6QvfatfXSnqZJiazMuxwWcgH+8a7bTPBGrarfTWeiOmpvDYC+kaNCAFzjYPU//XpsfhC6uzo0OlWl1Jd38cpkE6bI0aNiHw2PuqFOT2wa1jOKM2mcvZRfP5rgg9qtllDhWI9a6qDwHrjeIItGmksYWmtXu4brzg8EsS/eZXHBxWX4m8Ox6Fqukvc6lDqGl6hGlzFd2ykB4dwDADJORyKuMot2uZuLSMWSVJDhMMueo/pTQvPcCvXfHWg+H7rxj4hu7hbo6PoGn28gs7OJIZHDjgKdv3RySxycnrVOTwj4d0OHxFdzWk+qrZWNrfWEUsmwrHPs4lxjJXf2xnFVGrGy/r+tyZU3c8xHyDczAD1JqdcEkKCeMnAya7n4XWkN1Z67JZWNhfeIIoozpttd8oVJbzCqn7zD5cZzXU+EodKih0i61S50SxudKu7y31aOR0B2yhwhUfxAFlA9K1lV5W1bYyVO/U4TT/BmtX8ujR2KJcvq8Dz26oT8qocEN6H/ABqpB4f1qeaGCPTZ/MmuPsyBgBmX+5z34Ndn4b8T6bo9n4Vu/t7CfR9RuYrq3jzva1kI2svqOvFS6J4l8OaV5tjc3+p6jHaaymq2FzEhUzEdY33ZI6nmqU6ivp/V/wDhiGqemv8AX9XOVi8K6v8A2G+szJbW1lHK0G+WUAtKpwyAdSRmuq0LwObDXNAudUks9T0vUbh7UmIPtEuxsA7lHfkEccVi6z4jg1DTTYxWLKsery6jCZGyoVwuUI+q9fetbW/iBeX/AJJs9Lt7Dy75NQXDs+2VR0UE4VP9kCtX7aS9bmN6SdyLwNY28uueINJmgSVjp92sW4ZKMjcEehrsPBSxwa3pV9L5t1NqHhiU27J+7MbJHkqCM9gRmvPIPEGow+JpPEVmIrK8kdnIjTKDd94YOeD706HUNWka3Ed9Kn2VHS3K4Xylf7yjHY1U6Mp313/r/IzjVjG2mx3I0Dw8vgWC9e3lubi8s5J/tMYLyRzhmG1j0CgAZycn0rhra1OAWOCeuKs2El1DavAtzcRwucvEsrBG9yucU5XRW2j8RiumlCUW7u5hUlGVtLHoH7PM5s/iVZAPhZUdCD6nFfXA4FfGfwsuvsvjjSLgYA+0qpP1NfZanKg+1fMZ7G2IUu6PfyaV6LXmQ3MZ/wBYgJbocdce1Q20wRyuDtY9M5xV2o0hjVy4HPb2rxD2DgdZ/wCSm2n/AF1joo1n/kptp/11joqn0M4dTpZlIkK9wWj/AC+Zf0U1y/xKv203wfdXqLuCSRsV9VY5/wDQt1dVNlmL5yxQP9GQgEfkTXC/GRRN4ft7FWwZ7naF/vKQGH5FjXZh1epFFyehzehxym1SEtgNxjHPvTbvSWnLT2Em24WYYIOCpXHINW9E2fZYJnzuK7iVPQgf4ZP4V5X+0T8Sf+EU8Pt4Z0aZf7b1KIiaRDzbQt3/AN5h+XWvSnVcW5GW551+0d8VbzxCq+C9Put1hZy/6bLG3y3Mi8AD/ZHP14rxL+VOI6lmyTz9TSDiuRu7uVsJ+Bp/rjtQTkAd6cuBxjOaaREmJ8vv71YgnaMFcZWosDHpQOwxWqjdXMmyy7PPiKJSB3JqOSHy5AC3HY1Ys5NyeWcA/wA6sNGGUqevrTW5MmV7Jf3jfSrEx2wt1zVezBjmKyd+KusqsCOxq0tTNszvpXY/BeZbX4qeHndwqS3QgYtgDEnynJP1rk5I2Q/MPpinxq+5fLLh88FTgj8RWjjdNE3sz234ZafDb+G7uS10q0uryLVLy1mjkjiZrwkDygruw27fm6ZzmmaJr0Oj6Z4f0LWL63s7c2OoWGv2hj5EpMgQyYHJB249OK4Dw34l1zQ9Naws5oDEZvPXzYVkaKQjBdSR1rI1KeS4llnnkaa4ncvLI5yzknJJPqalUbt3FKpZaHoWi+N9IstU8PT3FzdNbpoUmlap5KfMnzkowBwGwKq6R48s9D07SdNtbebUotPe7t5XlAj+02s4cEDBJVvnz9a8+ClR1/8ArVLH1PSuhUI9TF1ZHcHx3Ha6lozaHpTRabpFrNbW8F1NveQS/fLt+AwPaud1XV7rUtF0nR7iOMQ6VE8MDqPmZWYsdx+prNXr8vFSqOhIzWsacVsjOc2zeTxZ4lfxANcg1N4NQECwGWMbd8Y6KR3qtcajqd5d3V1e31xLPd/8fDM5/e4OQG9QOwqhGvygqea0kRZId2PmxWqil0MXJvdlZYxjOcemDUqIuMgfNikEZVelSx7to4zW8TCTswjXCfNgtUqrjG4jHahF+Yj1H5VKiHGG/GtEjKTBF53dMdqnjwVxk89qIoWKjap+tW7SPyzynXue1WZMailEUsDWnbqpjDLwOuPSoiu5NpXOaLY+W5V87ehqlqQy6qgqepqFFZvmHy4/WrEYwRn5R14pjKUbrnPQVpAiRo+GLo2mtWc+7hJlP5GvuKxk8yzhkHIZAf0r4Sg+SdCw53DBFfbng24F34W024Bzvt0P6V87xDD+HL1/Q9vIp354+hr0UUV80fQnnus/8lNtP+usdFGs/wDJTbT/AK6x0VT6GcOp1MzATOw5QOsyg91bhv51558T2WbXdJ04H95CrsTnjBJ2V6HIAspRjwjGMn/pm44/XFeXeMLn7R45uVx89tElsmBklhz/ACIr0MGr1L9kFR2RxnxB8eWHgHwFb31wFl1CWIwWkAHLSgY3Ef3QCf0r4y1jUrzVtVuNU1Cd57u5cvI7HqfT6DoK9B/aUuNQk+KN7b31wzwxIr2sf8MaNzgflXmnbJFazlzOwkrIARSqo3c0Ecj86DktkdKSE2KR1p8aPIwjXvUkFu0h3MCq9vercMIiZ9vOeme1aIzYRW6RgLgH3NTNGmPmUGq8txhyqAZHUmprFjcTx27PGjO4QOxwoJ9T2FUkZsrzQmKQMucZ4PpVyKTfGG4z3FXfEOi6pomrT6PrNnLZ3kON8TjHB6MPUH1rJtybeUrJyOhq4ohsmuod37xfvCpLeRXGG4b+dSe/Wq1xGI33DOD0rRGbLinIxt71IowcheKzw8igYYin75nGGYk1aRDZceZY/lGGPpUGCxLNyaYB0ycCpUUsSe1aJGTYqg4Ge9SrHk02NfU5qUKff2rVENjlGD/OpY+c9uKQYUD1qRcMMA49a1irGUmSoOBxg+taVqqrCBVCFdzqvNakQ+UDoBVGZBMhMvHTrilC4GccU+X/AFnBpyRtJnb0FaQRnUeoqrg56irNrD5nzMBjt71BGp3DsK0oIwsS4yOK12MG9R2dgOcYHr2oWVcDbk0y5O/Cr+NJGCq8sKpIhsvWzBh8rHPfNSvGrQnHUVUiypDq2Pb1rRVVI7Z9qq1mRe4Wj7k2/lVjZvTDDntiqpi24kVtvPIq7C+75gavzRnuRYYNyuG/lX2D8F7o3Xw40lmOWWEIfqBXyJNtkfIYe5r6g/ZwuhP8P1iznyZmX8M142fRvh4y7M9XJJWrtd0emUUUV8kfUnnus/8AJTbT/rrHRRrP/JTbT/rrHRVPoZw6nQ6lMsO6L70hRosD+6RlXP0xXj3g/T7y48QXN5cSEmSV2Z153bTjH44r0/xRPBpmhanc7lkkMJTcx5ZX4XH0OK5HwwsdnoQkDIZ3UGMZ5DjqPxr1sM3GnJrroZ1HdpHyn+2FZpB8WBexRlYbyyjdD6gD/wCvXjJ25zuP0r6O/bes449Y8M3ltjyTayouPTK4H86+eI7dmO6TCjsKhdy09CJFLEKqkn19Ksm1Kx5+8/Wnw26oQylv8asqw6+n6U4oiTILOYsNr/KR+tWwRjJ/KqdwhVhMvr+Rq1C4kj3DGfT0rWxDbKEqFZW7c00plCvIzV27jJjDKMsOuPSqynIz2rQyZ9e2/hG1+L37MeheIZIQfEWk2hhFyo+eRY+GUnv2P4V8ratYzWlzJbzLiWP/AMeHY192fsb6bNafs/6THdxkLdtLMoI6o+Mfyr5m/aE8PR6L4r1NVj2i1u2Ucf8ALNzuX8t1eLHFvD42NNv3Zu3pLp9+33Hu08FHGZfUnFfvKVpesXo7+js15X8jyazkXb5bfhS3E0ZQxgZz+lQvt3FlBXJoC/rX0Fj5u4Rggev1qVd33u5qNSc7cdKlVTnJ7VoZtjgpJqZBio09qmVRgHmrRm2PjXj2qUDjttqNc4POakXnArWKM2yRB+NSoq59CaagK9qlQHIwvXrWiRmye1z5qk+taKqAvYH0rMjJBHGMVpROknG5Qaqxm2RbgX+YcZ7Vp26qFG1TjtWcFO8ADPrV20Zh+7ckelaRWhnN6i3Ee05VeG/SrUHzRL6gc0m1XG056daZbZicxtyM/lWiMGPnU8MB9cdqRemOD9Ktr8wI28UqxIBu2e3FVFktEUOZGGOfU1pRYyPmx6A1DDGqj5doHrTZJQSFXPHerWpGxeXbhlZc5piDGVJI9BT4Q21d2DTZuZfvY46jvVRIY+EdAwBzX0P+yxd7tE1Oz5HlSggH3r55Utlflzivav2WboLrOp22SPMiDgH24rz84hzYOXlb8zsyqXLio/M+haKKK+JPsjz3Wf8Akptp/wBdY6KNZ/5Kbaf9dY6Kp9DOHUh+JixSQ2WmRwoGuLnc+3qFAO76g9R9KktoVWSC3iZUIwcheNwHyH8en4VQ1iae98YSSiON47SIRphuhbn+n5Zq7YySb5ZjDKo+6MDOAOpH06/jXq2caaj/AFqYN3k2eIftrWaS+EtE1DaWWO9KxnHRWViR+BAr5VdhGpfrX2V+1nayXfwmkmYMq290szKyYAI+XIPod1fF9+f3aH+VTFGiehE1zIRx8oqW3uGJCuBtP8VVQDjrz6U8ZwBg1slchuzNHAYFSeP51Xi3W85BzsNTwHfCuRzjrTpojInH3h0NWuxm2SjDDitX4feC9S8ceONP8LaTGxN5IPOkA4gi/jc/QZrN8M2Ooazqttoul2kl5qFzII7eGNclj/gOtff37O/wjsvhn4cMl1sufEF8oa+uRyE9Ik/2R+pyazxFZUo+Y4Qc2ei+HdJs9C0Ky0awjEdrZwrDEo7ADFfJ/wC1rZJJ401pdufNsklwPVUH+FfX9fIn7T92k/j/AFza2Rb2Sxkj18sH+tfI5rNxVKXXnifa8K0/aVq8Xs6U7/gfLYxtGMinKpzk9PSlj5weM06M7s96+8SPz64YIC8cVIgHU0DGz/PFSBeMgdatIzY5VA7VKvdc8UxRng5+lSrjcOOvWtYozbHoufrUo6dfamrH82Omamgi83CKQPU1aMmxEzkZ5NSqxZuc88VYNsoi2r94H71QqhU85zVohj1Xip4xwcDNRoMDPpUqjHGa0RnJky/K3Xk1OMgAjrUA+U81NGAenJrRGUjRt3Dr79DT3jLDHGRVKNijhlB960k2uBinaxBWhkePK5FWvOGOgPHr1qCby/Nwpz61Yto488kMfSrViBTJIw+6QPTFT2sHeQYHUCnAYXDf/qqTzUVcsecdKpMmxMMKuWbIqLduYNj8DUTSNI4yBtHTFShlAwRzVxVjORMWYoK9Q/ZwuTb/ABAWE8CWBl+vQ/0ry925GOMe1dn8G7xrf4j6TIWwGkKHHuprnx8ebDVF5M2wcuXEQfmfXtFFFfAH3B57rP8AyU20/wCusdFGs/8AJTbT/rrHRVPoZw6nJwXFxb6jfujhiZ2cKTg4J4rotL1SNERJ1IkAyAeAD/LrWL4o0G8sbs6hYlriAuWliH3kHfHqM4pbO/Sa3LqhkCqWwBmvdmo1IqSOBScXYg+O1vHq3wi8RW4O7/Rg6j02OuP0zXwTKgmjxnHoa+7tUmfVvDer2WAivYzFB1BIQ4z+tfCsTgfumOHUlSD6isfZ8jsbQnzIpeXIjkFeO3FTRQM7c5Ve5q2h/vfhTiwTl8Ba0iNiM3lxlsYA6Vd0izvNX1C103S7WW6vruQRwQxjJZj2/wDr1j3k+4fLkRrz7mvtb9jP4Tx6B4ah8c65bA6vqKbrNHH/AB7QHoR/tN1z6EVNWqqUeZihHmdjrf2c/grpvw10v+09QWK88TXiD7TcYyIFPPlx+g9T3xXsNFFeNObm+aR2RSSsivqd5Dp+nXF9cOEhgjaRyTgYAr4N+K2vNqC61rUhO7UJ22A/3WOAPwXFfQn7SnjpRB/whmlzZkkw2oOh+6vaP6k8n6V8h/EDVBdalHp8BBhtvv8AoXP+FeNGLzHM6dCGsab5pfL+rH2uGh/Y2RVsXV0nWXLFdbPr+b+S7nLoASOnvTlQ7iBxQR3FPQMPmr9BSPzBij7w4wKlUc5yMUm3K/ep6cZ+XpWiiQ2OHt1NSxKzMApLE9qjXO4Y71oWUfy+YRyePpV9DNiwWwBBf5qsqir91ADTJm8vBweelV90hbcznNUk2ZvQ0kXApk0eMycH1qKCYxkBjkGrg2k89KtKzIepUQ9yCc9qnQ5Jz+FRyIVk2rkjsakVSpzxxWqMnuSJyvaplHBZevoKhXk+mep9KmizyByfWrSM2SxscEgfUVPE58sLkgZ6VWQjbnPNSRn5x1zVmRMvUnAz/OpIW3Y4ximJgH+p9akTdnjrVIROpPTcc981LGq7fw5FQjkDPGKmjByTnjvVolksQwuEGD71Mc9MgnvUcSSHtge9PwQwC5x6VSIaJI9zc5+lbfgq6Fr4s0ycjBW5Tp7nFYikq248e1W9NYpf28i4yJFbP0OaU480XHugi+WSZ9zQtviRvVQaX730qh4fuBdaLZyqfvQoT+VaFfnDVj7xO6uee61/yU20/wCusdFGs/8AJTbT/rrHRVPoRDqbCIst3OSMgDywfr1rC1Dwy125vNNKW19G2HX+CXH3eOxPrW7pUtre2i3dpKJI3JIZf73cfWrJWSK6SQfdlxGSOx/hP/fWa7VOUJaGDipLU83s/JxNaSW7QTOrRyIwwRkEA/0/Gvg/xTaNZ+KNUtmXa0d5MoH0c1+lfiHRLfWYVkjPkXcfzxSqOcd1b1AOK/PT40WdxpvxO1zTbiNUliuSWPqWAbP45z+Ndcasamq3MacJQk09jj98mQqs30FTrayPtJcZPXNNt5Uj4dcH+8KsrPCOrE/hV3NWb/wz8Nr4g+IGg6EwMgvL5Fcn+6PmP6LX6cWkENraxWtugjhhRY41HRVAwB+VfnD8AtattL+NXhS8n4hF95bM3QbkZR+pFfpFXn42/MjajswrzP41/EuDwjYtpeluk2tzp8o6i3U/xt7+grR+Mnj6HwToI+z7ZdVu8raxH+H1c+w/mRXxp458UyWkkt5eTtd6rdsXJc5JJ/iPt6Cvm8di6s6iwmFV6kvw/r8D7PIsooKi8yzB2ox2X8z/AMr6eb07lbxv4jeyWVfOM+p3RLM7HJXPVj715ry5LMxZs5JJ6n1qSU3VxM9zc73kc7mZuppF7ZHbrX1eT5VTy2jyR1k933f+XY+Y4hz2tnGJ9rLSC0jHsv8AN9fu2Qqjk5H4U8e/400Z2jjJ9ant0Z32AjA6mvZR84wiXJ+Vcn0qxHbzE/dx9aswqqAbMZ7nvTyyZwWAP1qhMqSRMoDMoFXrUKIU9arXLhjtHP071LZtwyjPHSr6GZJdjlfm7VEmOnJOatyIJECsMccexqDy5I2wFJ45I71cTOS1FAxz781oW+TGu7iqkUJfBYlVzn3NXGYLHu7jgCrIJJELxkDC46YquoYcZHvT2uMr8nBPVqiXt3z3rSNzORMfvjHTHNTKRkY61o+HNAvNcs9XksmBk0y1+1SJjJePOGx7jisxG4yDk4pxnGTcU9UTKElFSa0f6E2Bz6+tSLk4IA6fnUKPlcAkj1qXd8gC9a0MWibJHHrTyQSBnGKiTbj5ulXtH0zUtYumtdK025vrhV3+XBGXYKO+BTvZais3oiNQOGPIxViM/MoOMZ6VB5bxu0cgZJEbDIwwVPcGpVVcc9RWiIZrL1y3TtUV3kN8q8kZqvBLIFAVue2asrHgZlcknt6UJA3dES72Bz949Ku2S7IixbJYdaqZAJA2lh0xV6HHlxswxuFU2Zn2D8MZluPBGlzA5zAoJz6cV01cD8Bbn7T8OrNTz5ZZD+ZrvRxwa/PcRHlqyj5s+3w8ualGXkjz7Wf+Sm2n/XWOijWf+Sm2n/XWOis30Kh1NfRbC30aAaZAu2EOXjY9XJ65981pSxrLA8bnapHX0HQn8CCfxouIUkZkf7uevpjjI/E5/Cm28jiQwyrmVclfSQDgj8Rj866JScnzdTJJLQW3ZpUV2AWbdhv9mQdR9CM18H/tg2As/jjqc0alVu4opgPT5ApH5qa+71AjuivLRypu/wB4Dv8AUV8d/t32Bh+Imj6gF5uNMClh0ch3wfyxW2Hfviex87Anb60oBznt3oG3Hf6U4g4HXJrvSIY6N5omSaGTZLG6vGy9VYHIP5iv0K/Zr+LGn/EbwdBb3NwkXiKwjWK+tmPzPgYEq+oYcn0Oa/PVQRwK0fD+s6p4f1i31jQ9QmsL+3IMc8TYI9j2I9jxWdagq0bBGbgz6H+O/iRrzxzrmpXTloLFjBCp7KvQfiTXzw93NqGpPeXZzJKd309BXUeK/GcnijSL6XUNkWq3Eokm2DCSnuR6fSuNQkEZxkdMV5HD2XTwzrVay9+Umvl0t5P+tj6firN6eLhh8PhpXpQgtP72zv5q3436mpgkDHX0qpNtMxGMUsMkznywwz64qwLVWi28l/WvplofHMrKOTyRWjBGqKqgdetZysRIFbsea0xkY9/5VpYxYlxJtYRrx6moB1+9n1pr58189SaAgQ5JJ7mtEiGSADOc4HpUikghlYhvaowVYYwR7Yq5FCu1cjPqaZDJorhHwHG1vWrSMFA5yPXNZci7ZSFxx2pylicA4q0iGzTeZUUZIPrVeaZpMdlHSoEGcjNSJ1APNWkQyXjGMj61PYwXF5dwWVrC01xPIsUMa9XdjgD8zVcDBxjNbPgrWR4c8WaT4gMHniwuUmePu6g8498ZxVNuza3J0vqfSFp4N0n4P/BfWbvWLiObXtYt/JlbPAJHES+wycn1NfMURVIskjGODmveNC8Uab8XPjtb2fiC3a80B7aT7FaSMyBGG3GdpHPJrW8DfC3w7P8AGzxZNqVmg0PQXV7e0JPl5ZdwLdyAO3tXg4CtOjKpWxF+aSTt5JtL5u/yVj28wp05wpYfDtNRbu/NpX+SS36u/Sx87ru2rujkG/odhAb6HvWlYaNrN1dJZ2uk38tw67liEDByvqAR0969vv8A47+E5fEP9nP4Bs5NBjuBGJ/LQSDBxvCgcDPavUvEEsMPxq8F6hb4EF/Y3FsrKMBhsMg/9Br0KmPq07KVO103v2VzzIYOnPWM76pbdz5l8OfDPx14hSZ9O0GcJA2x2nIjG70GTzXZ/AQ+L/CfxHv/AA7BoluNSntz50F9IYgqqeGVlByOO1bXxp+Kfi3Qfiz/AGZpd6LPTtPaLdAsakT7vvFiRnv29K9D8aPDB8aPAWtxqqrexT2rOBywaJmUH16VlWxNadO1SKtOLa36K+ppSw9OM7wk7xaT+emh4Rd+D/E/i34uavoqw2y6kbkyXrpkQQjA5zjOMY7ZPNegH4LeCbSZNN1Tx3s1NuCgKqA3pjP88V6H4Rggtfin46ghZI9Qu44J0J6lSjKMfiDXzLqWia+viG4stR0y/l1Y3BDgxFndyfvA9x71dGvUxD5Yz5EkvndefQipRp0VzSjzNt/n+Z2ejfCcXfxQPhZNdt72xt4xcXF1bn5kTPCHsGPsTXY6/efBHSdRk8MzaLJK0EginvIUB8pwecvnJx3wKofBSz1LwB8QG0/xXZvp41i3EdvPIcq7jnbu9fmqh4w+CvjCTxlff2SkE+nXs7SJcNKFMasckMO5H60pVIzrctaraKWjTtd9WEabhS5qdO7b1TV7djZ/aK8P6Dp/hLQdQ0GytoITKV82FAPMVlXBJ714tbsD8hBLKK+ifjXo0Fj8EbKzjuFnGmyQr5gOQSDhv1rwfw1oV74g8QWel6bGTNcybWxzsXqzfQDJrpyuqnhm5PRN6s58wpP265VulofQv7Mk0svgq5VlbZHdFVY9+Af616uRkVl+FNDs/DugWuj2KBYoEwTjlm7sfqa1K+TxVVVa0px2bPo8NTdKlGD3R57rP/JTbT/rrHRRrP8AyU20/wCusdFZPoXDqda33j6jgj1xwf0JP4UyWJZFHzbWUja/90/wt/IH6U+QET4HU4AP+0Bx+YzTk5A2ruBBwv8AeH8S/UHNbGZW3NLEQVEVxE27bn7j/wDxLDNfMn7edn5ml+FtVjG1TLNC6nqh2g4+mTX1BcRk7ZY2Uyqvylukqf3T718+ftqRQXnwqt54yXNrfoVb+5vIBVvoQa3w/wAaZEnbc+NF9OmTxTmDBcA5PtSHG/Gc0/Py5HXuTXqIgbnnByMinIFxuakXduPQ+9OI6YPtiqiZkijdjC89sVJ5MudwQ8VZtoxGADgEDkipchjkZNVckpjfGwx8rCr0Um5Aw6YpjKsnysoz29RUdrI0EhjYdeK0Wpm9yWdcrvHXvVm3dXiB79DQozzxg+1V2L28hKfMp6cVpExZZki8wkrgEVGYJDj1qWOaNlAzgnqTUq7M/fHHerTZLSGxwbGDFtx7CppZFSMluvYVG08cf3fmaoZWZ3Mj/MO2KaRLYD73PU85PepU7jBFRDDDnJqRDxyOK0RmyQgheMD3p6ZA6dKWBkVtrqCG/SpnjKE4AwapE2GruzlcipFDEgZx3NMVipzjOe1TxnPDDHpWiSM2dv8AAm8+xfF/wzL9xXu/KYeoYf8A1q+hNY8XaX4M/aA1bT/EDLb6T4hsIT5zfcWRVCfN7EZGfU18kWct1Z3cV5bzNDPCweKRT8yMOhHvXVeGvFUB8Xwat45tZPFFoU8uWK5kYuqnupB7HtXFicH7Wbn0ta3XvodFDE+zio9b38j17UvgZ4Rg1eTWpfHtnD4cEhuGi3IW253bQwPI9+vtXoHxT1XR7CH4feKYJ1h0yDUU2SsCAIXhYA464wa8+fVv2bZrhNTexu9ygN9ixOUDD/pnuxXIfGb4kR/ECWz0/TbM2WhWBzBCwwXbGAxHYAdBXFCjWr1I8/NZXvdJdLfNnTKpSowly2u7bO//AAxD+0Hqmi+IPiVLqfh/UIr21ltYw0qAgB1JyOR6YrtPE/xT8P6hp/gxrWG9k1DQ54prjcgCsBGVcKc89a8OkUBQ0fGOuBU9vKHXjBYda9X6pTcYRevL/wAMcH1malJr7R6R4++JlxqXj6Dxh4bin0m5gt1g/eMG8wAk/MBxg56e1bw/aI8TfZdp0PTGuAP9dvI59cY/rXj8y+ZERkdOMVHGF4BPbv3p/UcPKKjKN7E/W60W2pWudL4n8Va74u1T+0NcvDLMvEaqMJEvoo7Vojxz40XTP7Oi8TagLfbtC+ac7fTNcXvaPDKxLdq0I5Rt3YB44rd0adkuVWRh7Wd27u7Fjvbpovs1xdXDRZOEaQlck19O/s7+C10PQP7cvVU6hfoCozkxRdQPqeCa8j+CngY+K9cfUL6M/wBk2ZBkGP8AWSdlH9fwr6Z8NaGNHtHiW6lkLtuOeg9gK8fOMVDkdKMrPqdWXwrrExfs7ws9b7dtOt/wNmio9knaUn6gUfvvVD+FfMWPpud9jgdZ/wCSm2n/AF1jopNYz/wsyz3Yz5sdFOXQVPqblvqq39qlxb20gVlBO7qF7H8DirHmTMCZmmTkGQRoPlPZwc9DU8lvEGAjjCDooX5drd147GmxpPGVEMwZekYlGfqhP8q6W49EYa9RFjTLeZZyufvPkgkH+8vNeRftdaZqWo/CG+mtIY0igZZ7ok/6xF5BHuK9fW58ld00ckMafx/e8k+h/wBmuV+Kwtde+FXiqwtZI5nfTJsoDkE7Thlp05SjJSsKSUla5+bowVAxjNOOP4s+1NOQSDnIJFXreFVVSwDN1HtXrrQhkFvCJDtzgDrV4RIoXCgYPFVp1aNxIOBmrcbbl3dc9vSrIGzswVQoAY96gVmXJDHPeprpWMYYN0/lVdeVx1NVFkSL8LeYA2fypbmHcN45IHIqpbOY5d3O3oa0cjqOcjjHcU9iGR2c2VC4OQOKnKh1wc56iqc0bQsGj6E8fWrJn2j5Rlsc+1aLczZCAwypHGehp2MHt8vSmgMxJJ+b3pV4Hv0zWyM2Pbrn24zT1+Y98U0K2ACBgevapf4ePm9KszYKPc57AVIuVUA80W0ckhxHG7t0wFrTtNB1y5OLfR71xjqsJouluxMpAEkbcZ7ZrRK70POTjp71o6X4I8T3s8cUWlyqzHAD8Zrs9O+Dvja4IL2sUI92zUzr0ofFJEU/f1jqeZDkhScEVIMGQn2x9a9lsP2e/Es7D7ReRRg84EZzXR6d+zcxI+1anPnuFAH8xWX9o4eK1kW8PUb0R8+ABVznipbeNZQDuwo619R6b+zt4ejx9qkmmx1zJ/hXT6V8EfBtqoC2sb49ST/M1lLOKEdk2XHAVJHyFBHHkBFLH6Zq7BY3bk+TZ3D7v7sRr7Ssfhn4TtMeXpsGf+ua/wCFbNr4W0K3A8vT4h/wGueWeL7MPxN1lc+sj4ns/C3iG4H7nSbls9tuP51q6f8ADTxfLJuTSmRSeNxHSvtKLTbCIfJaRD/gNTJDCPuxRgf7orCWeVfsxRqsqj9qR8lWPwd8Vzbd8cUYP1z/ACrcs/gDq1w4ea9KDuAg/wAa+lGdVJUZY+ijNZWvwXV9aCGCZoZN2VUPjdx3IrNZpiZytzW+RnXwlGjScoxc2ul9zx20/Z/tVwtxeTOx6hWxXRWPwP8AD9rGPOzIfQnNep6fE0dlGsk7M6qBI3qaUxhlMzM+P4BmueeOxEnZzZpDDU+VS5NX+BQ8NaDp+gaZBpmm26QW8fzEKMZPqfc1sll/vD86jjhUIN2Se5JNPEaf3RXHKXM7tnfSg4LRAZE/vCk81PU/kacFX+6PypeAPSp0NPe7nnmsHPxMtP8ArrHRRrBB+Jlpg5/ex0U5dBU+p2Ex+dgys3A34/iXsw9xUTllb59hDD5ueJF9R71auYnVxiQquco2PuH0Psap3lqt1bvby7wmcuifejP95fatYtGUrodNGJ4CDOSHXaswHBH91xWO3h+I2d3bSKJDPC0Zj6EAjqp71tQReTEiLIMY2q55SUe/oacqFl8rDHGf3THDL7qatTaTSZm4ptNr+v6/pn5jXVqLe9uIXQB45WUgjkc1GFydo4A7V9DftJfBu0g8Wf2xoOqx251J2lms5U+638TDHQc9K57w1+zb4h1Wyh1Aa3bi2cZ3RRlj/OvUUkoKb0TMvbQcnBPVdDxt4w6FTgjvUMDNDJh/u9P/AK9fT2l/svSZU3urzyR93jCj8xiprL4A+F2mk877RcrG5XLSdQDjPGKqFaMr2MateNK3N1Pmbcu3DYHt2qpMmJAsakj+HaM19oaR8G/BNoyqdJjcBQQ+Wf8Ama6mz+HvhWzt1mtdKs2H8TiFcoc9CCOlJ4hR6GaxCktD4RttM1Kf5bewu5WP92BiP5Vv6N4N8XXUZWLw9fMOoOzH4c195WHhzRVUSQ2MUKMPlAUKxPfArWTT7GCNR5ESDHVhjj69xWTxz2SLs9z4XtfhH8QL/GNG8lT08yQZ/TNbun/s9+NLj5rmazgXvyxP8q+zz9mXLLGpAHJCZ4+o/nSKJrhw3lhY+oU8kj1OMcVLxtV+RDXRM+UNM/Zy1B8G61hk9li/+vXSWH7OGjIQ15qF1I3f59v8q+hr+3Mnz+diX+FVI+b29TVCJ9rFGh2SL97zM8fh1q1iasl8RxVZyhKzPKtP+A/g23OXtXuD33MW/nxW9YfCvwhZKoi0a0B7fuwTXforPjzGJ9F6D8qlVVA44FZurJ7sluUupyUXg3SYBiOxiiHoFANa+j2+lWLiK+s0dc/JMy5x9R/WtVlz2OT61FPCHXaVyPcUrqStI53GpTlzwevnsW7Pw7oFvctfW2nW++X+McgfT0q+tq0J/wBHkwv91v8AGsGzuLjTT+7Uywd4yen0Pat7T763vI90L/MOqNwy/wBK56sZx1buj0sFXw9T3FFQl2WnzXcclxg7ZIyp9v8ADpUyMrjCsCPT/wCsaV1VvlZc+meDULQMD8vz+x4YVhoz0Pfj5k9L9eagRnztRtxHVHHzD+tPEq9HBQ+/I/PrSsylNMmV2HRs/WniUY+YYHr2qu0i5wg3t6Dn9e1JsZuZGz7D7o/KlyrqWqsl8Jn+LG1S40sx6HIVn3jLA4JHoKs6Ql8NKt/7SIlnCDzMN39/epTJGGLMyhI+B9fwpscuZTuJKNyq4zz71rzP2fJbz8zg9nFYp15Td2rWv7vrb8CYuJF2lXii+nWo4WSS4Zt/T7vHanzXXybTGyg9T7VEJGaILDCC75IPp+NZ8rsdTqxU0r3+RIxXzSytlB/rAO9SR3EFzLthmjkCcttYHBqlcQSmBreGQRMVO3GSc+prH8K+H7mw1Oe7uHWLfkCGN+ME960jCm4OUpWa28zlr4nFQxNOnTo80ZP3nfSP9fidY0ka9WH4c00yMR8sZx6ngU4KiDhQKRySMdM1z6HrPm6sghm+0MyrIFx1AFTCFM5bLH3OaSG3iiyVXBPWpNo9/wA6bavoRSpy5V7TVnn2s/8AJTLP/rpHRRrP/JTLT/rrHRSl0NIdTv2DYIIDqeoqpKgXG4soX7j909j6irw9O9BAI5GaFKxUo3M4gqSCEVn6j/lnJ/gaRR8oj2k46ROcMP8AdNWZbcKreXjB6oeVP+FQKjBApUOP7jnkf7prRO5g4tHPeMfCOleKo4P7R84yW+drxttlCnqp9RV7StD02wsoLWxtgsUC7UCnbIPc+prSBEjBSd2OiSfK34GnfxhG59Fk4b6A1q61TkUL6LoYewp87qcqu+pja6yWOmTXKyK7Y2LuXa+4/wA65jSbdo4QHjJbqSrYJq/4kvP7S1RbaJs29q3O7+J/r7VZtLdmAZVO1epIyK7ad6dPXdniYiSr4h8uy0/zM64vLLT760t7iSaP7QSsW4Hr3GR/nmtlIlbEjMeOf3nKj0PFXY7SAxgNEs2P4uGx6kA9Oo6VA8bQyCBHXaTg7uMex/3h/OspVFLRHRCjKm7vb+vvKDJqq6/9o/tVW01otv2cdS/r7Uax4h0fw+kJ1AyGSQ/KsYy2P73pWnI8QnSN4BloyFRlBBHH8Q7isbW/Dmn66UGoF2aAfunhfbvTPP5c06bpuS9pt5EV/bRhL6vZyvpf+tDatbiO8hjuoF82KQbosDaCP72fX2qzskcfvJBgngL/AInkH8KLO3htLSK2t0CQRqFjXkAgfyNSP8ythuSMZ4OP97/GudtX0O2MXy+9uIiIgO1Rk/ePX8x/WoLyzjulG/IcD5GHUfTHUe1LY2slurK8jsc5xzkfTPUVYA4zuBz0/un8uhovZ6MTgpwtJfIw3M1q4jugFB+64+63+BqzGwPT06//AF60ZYVkQxzKWBHKsACPz61jXVrPY/vIC1xa/wAQHLJ+Fbxkp6dTzK1KeH95ax/Ff1/w5bHcdfXH9RQQNueOPU8D/Cq9tcLMgMTFh/nvTrhJJYWVeG9M8n/Gny2dmR7RSjeOo5gsgG1gfcH+tQSwFJRJCzJMvRl4P/16dp0EsO5nXg9QP8Ks/KQeg/Uf/Wp35XoZcntIpyVmS2GsDiG+Xym6eYo+Q/Udq1xgoNuCp6Y5Fc/NAGUjAOemelMt7i4075lfdAOWjc/dHsaynRUvh0Z10cxqUfdrax79V69/zOjZVYDcAR+eP6iuZFr4jk8UmYXWdKwQMtkYx0x6571qWOrWOqRg2twrD+Nc4f6D1q29wq/Ku1D2ycH8u9Zwc6Laa1emp1V40MfGE41Hypp3i97dHbp5DPIkj+420/7LYFZniHVW0iyNx9ja7kLY4Oce5IrTGJCd0jYPUDhj+FSqIQjRpCTkcjZz+IPWlCSUk5K469GdSlKNGfI3s9Hb5FXS5BcWkNwYliZ13AScFc1bljZk3NIcjkY4/UUkTGSMfuST37foaayyZCxDYx6/N29wamTvLsbU48tNJ+9+F/0G4TYJSuN579cfWpU3sS3Rj1c9vYGuM0ZfEDeK8XAn8jeTICMJt9u1dwDjhRjH4H8q1xFL2LSunc4cox39oQlU5HBJ21Wrt1/rYawEY3BsepPOfxpXYshxkMeh7Cq91btPIuH2kdR0NWVAxjPboeDXM4rc9inVndxtZIlT7gLMGbHalA+bn8agGAfm49M8GnqSo5/8e/xqbG6qX3RPmgkY61GGUfeXb79qcoVueMdqmxspXPP9Z/5Kbaf9dY6KNZ/5KZaf9dY6Kb6Ew6noJqNplXHBIPcVI3SolhwTk/KeoqTQjvruG0h82Zj83CgdTRaTQ30AdOYxwQRzmmanYR30Cx7ijIcqaXT9PjtLfy1dixOS2eprT3eXzMvf59tCaSEMu3h1/utXNeKtSNrH/ZtnI32iUfMD8wiX1+tX9e1VrM/Y7L9/fOPlXtGP7zVlaZpogZri4dpbhzueRhnJ7100IKPvz+SPNxtZzbo0d+r7eXr+RV0nTTHADKjKvGdvOfrW5CifL5e0dM7Tt43YPFSeWMFlIzgg49iKeIS6gfKSdyjP0yP5051ed3ZnRwypLliilLfWlvOIJrmAXBG4QyEByRwR+v6U5XGxlDHaf9YwO7IPTA9un4VyeveB7nUPGI16O8XyCFmePq4x1Cn0rsbGTzITIIFjKEkKy43IfpWlSNOMU4O/fyMaM605yjUjypPTzXf+vQxNUk1W21eztrPTVfT5M/aZG4ZT6ir2qfahpk50+FHmjBKQu/BbHGPQGtKRZBLEFbcQTjDfeTHTmoJI1e5jibJjHzRyMvf+4SKlVE7abfiN0Gub3nr+Hp/X5i2c7SW0ZlREuGQGSJSQCfbjrUscnmepPZjzn2bNYPia8uNH0S4vbFBLJC+0I2cpnv7in+A9Yu9c0hru6hRLgPsYhQBKvqAaHQlyOqtrkxxtP26w0m+dq/8AT/r79DoAG6bdpHO3oV9xikyeu/cT/EM7T7GnBRt3fOUH8WDuQ/h2p2DnHCk98Ha9YXOy39f1/X5EYXnbsAI52nGR9DTgOd24tj+LPI+o70vG0jHA6oSNw+lG4YD7sjs4PI+tAtP6/r+vIytT0wsxurHakp5ZR9x/8DVS0vd37uZSrr1U8EV0PQ9VXPpyrVn6ppi3ZEkWIbodM9G9q6KdVP3Z/eeVisFOLdShv1XR+nn+Y1GD8g7vx5FOKhsnv6r1/GsqCWSOVoZVMcqH5lPary3I43DLeo4x9a0lTa2OWlioTWuhKfkUtkAeo6flWT4ldhpxVf3cUx2OcZ3DH6VqrmTDj5z/AHwMAfh3qnrdtJJaK0QaSQSBgVGR+VRfl1NHBVPda0f9f1+ZyumWdzb2cn2S4wVO4l/vfhXXaFqckVlE9+gkDjmbGT+NYs9nfyN5gs2icjBZOjfWta1H2PR/MvMQpCjNIx5VVHJJ/Cqc3U+PUiGGjhEvqy5bfd939epo+K9bh0fwnqGuLLCY7SBpcyH5OPftR4L16DxN4V03XYE8tLyBZfLY52Ejlc+xr41+KfxE8QfE7xG3hTwzFPBo5m8sQRZzcEHG5/b0FfWPwutI/DngvS9AumMMtvAqsWOUZu/P1rLFYb2MowWst2uy0tf11PpKVZLDKriLRcmkvPe/3afN21OtjIUvGex4Den1qisM0t8ZGkxGT/Ee3pmqepa9b2uuR6QI3WSYKDIOVGc44rbVVjTYvyj16r+NZuM6aTa3OCnWoYycoQlf2bs7d+39aDj8oCleOwPI/OkJ/v5HoG5H50qkAbunuOVNYvjnVL/RfCOp6tpentfXdtbtJDAnIkYe3oOv4VlGLk0kei3ZXNpenPQ+vIoPXuE79xXl37PHjzxN488OXt74k0MafLBP5ccsKMqSDHIw2eRXpswkMLCIc46of6VpVoypVHCW6J5/dulckPIwPu98ciufl1i9W4eNPLUByoIHH41p6bHMJGJDbcc44OfpWLdW8xu7iMWrzKZCQQMGs5rldrhhqrqw5mrGhpd/dzX/AJFxsIKlv3YxmtgH+6Ofbg1z2iwXUeoxtLC4UKR842kV0R64PX0br+BqTZnB6x/yUyzz/wA9Y6KNX/5KXadf9bHRUy6G1Pqehd80tFMuJoreFppnVEUZJJqVqaNpK7HN6+lYmq6yzO1nppDy9Hl/hj/xNVb7ULrUyY7ffb2nQt0eT/AU+zs1iRVjQDtiuqFJQ1nv2PNq4qVX3aWi7/5f5ken2Kwgscu7HLu3JY+prQjj52+uB+ZxTkUbQV9AR+PA/Qn8qmiXMq+hk/RQP6iiU29RUqSikkRsqvGxI+8jn9RUUNutqhCszKrrJyeecZqzEP3cannMDfzFLjfhF6ywAfjU3NeS9n1GD5SQCcRPyPVT2pdrR5OcmEnt1Q0q7WMZxlZU2n2P+c1EJlREdpBIyExuBycfSkDaX9f15fcZt/Fe/wBoR+VuMauGhbtt7irxSF0ZTGWM5ywHHlnsfauS+JOn+Jb42UWi+aIIyTsSTa2TjBP0/rXS6OJ4NLhXUJGMojC3RGOWAxk11Th+6jNSV+3U86jVbxFSk4NJdXs/T0/IdLi3mEV1MouZF8sb2AWUe361bkt4AiiN1jReEIx+7PofasnU9H07XJ7ZrhpZJLRt9ttc/wDj36VqxK0jt50ao4/1kSj7w9Qaylays9epvT5nKScVbo7/AH3+f377nPXfi/TrXxCukSxN5+8RyTKo2bj0HXNdOIeG2hWXPzJ6fSsqbw3ok2tLqMlmrSBQVkDHAPYkd60OlwI3Bjlwdjg/K/196daVJqPs09tSMJSxSlP6w01f3bdvPz/MlMbbQS2V/hcMcr9aDHJu+8Fc9G3cNSJ54ZimM9GRh1+lOEhVMtC3l/xL121hdna4Jb/1/X3oaI33FQNp7oW4b6UhjwhyBsHVGbkfSqkOuafc3s2n2shup4eWUDlPxq35DOVkvH3/AN0p0X61bjKPxaGEJ06q/dPm+633/wBedjN1GxOoqGgH7yP7kmeR7H2rIg3JI0E64dDyvp7/AP167HG0gNhD2dehqhrWni7TzFUR3afccdH9jW1HEW92Wx5mYZU5fvqXxdV3/wCD27mbGzKd2ePUGrUPzndkBuxBrMtpmY7XzG6nayn196uI235s7MdfStZxODD101foXfKYc7guf4hyDWfqumPexyW0mPs88bRSYbgqwwR+RNXYLhW+XeBnueje1WR6AbD/AHW6H1rFSlBno+ypV46M+fPEPw8h+FPwl8Uato90w1X55Le/j+WSJCeAD2PXn6Vy0XxR17w/+zxpOpSXc2oa7q13cQRXNw29kRXYbvfGMCvZP2lf+SLeI8ZUm35Xsee1fPM3hTU9e/Zm8Oa3osMlxc6Nf3TTRKNx8syN8wHfBxn2zXrYCMHTUp9Z6vvddfmdGJf1lp1NbJL5LSx0PhrwD8azZReLIfF7xakE8+K1nnZiykZCtxjn0zWd8NvH3jy9tfiLJrHiPUku7TS2lijMuBbzeegOwfw4BIrs9B/aV8Ox+E4YbnRL4a1HCIvs0SZSRwMZDY4zXk/w6uZ9Tj+KGoX8XkXU+lvNJHjG12uEJGO3WuxRqVFL20Etraef5GFGM6Keq/L+tDrfhVYfGb4o+D55YfHFzZaZaysizSyt5lxLgEqSASQBj861fgp8QPGZ0vx34S13U7me+0bSri4t7ovmWGRPlK7u4ycj6V1/7IV7NafB3Krlf7Ql59DsSvMfhq2/4l/F+QkjdpGoEYHX95WNRc7qxcVZWtp5m9LEQlPki/eW50Xwn+Lut+H/AIAa14q1y+udZ1P+1DaWJuJMncY0Iz/sgnJ+tM8LeCPjf8SNJj8W33jiTSo7seZaw+cyfKeQwVQQqntzmuM8BeEdS8WfswasukW8k97puuG6ESjJkTyo9wA7ngYr1H4VftF+ENN8Eafo/iiC+sNR063W2Pk27OsgQbQeOhOOlKtCUOeWHgnLm10vZeh0RadlN6G34K1T4ofD3wj4h1P4k3Ntqem6ZCzWkhmLXMzgcYOOVPHXBHPFeeeCdI+M3xkFx4sXxjJo1gJWW1QTMi7geQigHgdzXdzeNo/jv8PfFnh7Q9Dv7WeCItazSjMcxAyoLAYBPpXHfAD416H4E8KSeDfGtle2M+nzSeW6W7MxyclWUcgisYRqqE5RgvaXWltlboim4tpN6Gv8J9Z+J1r+0Tb+DvHWtT3SW2lz4jEh8m4AAKy+55Iz7V9K/d+XJA/uv/jXy98NPHCfEL9rC21y2s5YLFdGuILQSjDPGMHcfqxavqL1VeT/AHHrgzKLjUjdWfKrpfM2pbb9f6/r8Dg9X/5KXZ8Y/ex0Umr/APJTLTjH72OivNl0Oqn1O7vryK1T5vmc/dQdTWHMJr+YSXR+VT8sY6L/AImr1xZt9oZzliT1NOEJA+6wGM8DnH+J7VvC0FpucVbnqu0tuxDFCB24qwqZO31O3P8A6EfwHH4U4I4/h+Ydh03H09gM05o22OFB6CNT7nqf1pORUYWGp95ZMYB3S/QAYH86fECDH7RFvzzSyKds5VTgBUX6Z5pxVllkXHCwhRU3NEv6/r0KV/dGzht3VAxaNl5PAqrpGtWl/ZwXFtIJisjRMIwTznGK1TCsgt1kjDLtIIIqK0sreyspYbO1jt1WQvtRcZPXNaKUOWzWpi4Vee6fu2/yZEPOkjkjCuoRtwVBjg+/502ztRayHyY1WO4672zzWmw23Ibna64P17f1qFY2MEkZHzI2U/mKjn0saOir36r+vyKN3byyRhpJis1swI2jqKh1PSLPVry1uLh5zHbyBxtfAL+h9RU+vrqjaUz6QsJvG2j9993bnnPuKjvbe7WCGFFYhly4T+/3/WtYNqzTs9TkrRi3KMoNrR+T7f8AB+Rea13HyTIQRzGxHNMMN23zK6NIhwQ3B/A1LZrM1msc5Pnx4+apjuYCZVw68Mvr7VjzNM61TjJXtb+vzRzuja1fTapfW95pTW0SEKjk8P6kVrkbx5byR+S3oelWLiJZEDclDz7qfUVCi7AY7iMPCTjOOV/+t71c5Rm7xVjClTqUVyznzb6vz9OgzbIj+XNKzZ+444AHvUoWMAsyhZVGef4hQbfb+53PsJ+U9c+xqrJHeDUIYGhV7cgkOM5Qjp9fpULXqbz91ar9df66li0tII55LuK3iju5P9cQMFvxqyvdox/vRmmorEhWXZIo4YU/BY5+5KPyNS5N7lwpqCtFf1/n37iL90mP5k/iQ9RSDlPl+eLup6ilwXbcB5cg6jsaOWYsg2SDqD0NIdv6/r8jF1+w/wCYjbfNtH7xe5HrVGNhNAQWzGw6jrXT7dxJVcP/ABBuhrmry1ay1ExqpEcnzICM49RXdh6nMuV7o+YzbCexn7eC92W/r3+fVdyW1iWOLA/eKec45q9A64CuN6dAT1FVIix+78pB5z3qUAk/LlWHbb1pzV9yMPLkS5Se/sbTUbGS0vbaK8tZBh45VyD9Qa4T4neHvFdr4Sjj+FtxbabNbOzmyWMBZgeoHYNznmu/tWLkrhkccjI+9U20k4KlH7Y6HArKFR05J/g9j2YWnFNf1/XZnyhB4n+L1u5jPwt0465gr9vFmm/d0zjOM/jXffs6fCzUvDum6vq/jKKGfUta+We1kw22PduIfsSWANe3yZGPMzGwI+bsaaAWIMgwezDoeK66mOc4OMYqN97EuNnYo6VpGm6bZmz0uxt7S23FvIjQKue5xVS28M6DaXdzc2ekWUE90jJcERAGZWPzBvUGtxlI/wBYpx/eH+fekkVgvzrvH94VxqpLuTKl16/1935Fbw/puk6TbNbaPp9tpoZtzwwxhVY4xnA+lZuseAPBOsXxvNW8LaVcXbHJllt1bcfrW0quhD7fMHr3q4uSgZf3iHseorNzlF80Wd1GTlHlktv6/qxU0zTdP0q1S00+zhsYE+6sCBU/IVla94J8I65erfa54b0y+uBjE8kAZvzroVBx+75HdWoUf888qe6npUKck7p6m/L/AF/X/AZmwaFo9vew38Ol2aXEEPkxTxRAOkf90H0rR6r2kX9RQBz8uY39Oxps0kcKNLOwhCjLPnAxSbb3C39f1+pwer4/4WXaYz/rY+tFVY74av8AEK2uLdSyCZcEDqq9TRUyNaXU9NdFdSrDIIwa5258LySTtJDrmoQoW3BN+cGiikm0W4p7kY8K3QII8Rahwcjnv+dH/CK3XH/FRahwcjn/AOvRRRzMXs49gPhW6wR/wkWoYJz17/nQfC11k/8AFRahz156/rRRRzMPZx7B/wAItdcf8VFqHHTnp+tL/wAItdc/8VFqHPXnr+tFFHMw5I9g/wCEWuuP+Ki1Djpz0/Wj/hFrrJb/AISLUcnvn/69FFHMw5I9hP8AhFbrbt/4SLUMemf/AK9H/CLXWB/xUWocdOen60UUczD2cewv/CL3e7d/wkWo59c//XoHhe7BJ/4SPUcnrz/9eiijmYckQHhe7AIHiLUQPr/9ek/4RW5x/wAjDqHTHXt+dFFHMw9nHsH/AAitzs2f8JFqG30z/wDXoPhW6JGfEWoHByOf/r0UUczD2cewv/CLXXH/ABUWo8dOf/r0HwvdkjPiPUTj3/8Ar0UUczDkiB8L3ZIJ8RaiSPf/AOvQfC11kH/hItRyOnP/ANeiijmYezj2D/hF7vIP/CR6jke//wBemT+EZpwBNr9/IAcjdzj9aKKak0KVKElaSuhB4PkGMa7fDHT/ADmlPhGY/wDMfv8A/P40UUc8u5Kw9JfZQf8ACJT8f8VBf8e//wBenHwrckc+ItQP4/8A16KKOZlKjBdBsnhKeRdsniC/YehP/wBelHhS4C7R4h1DHpn/AOvRRRzMPYwvewv/AAit1jH/AAkWoY+v/wBekHhS5HTxDqH5/wD16KKOZh7KHYB4UuR08Q6gPx/+vTl8LXS52+ItRGff/wCvRRRzMFSgugf8Ivd7t3/CR6jn1z/9eg+F7skE+I9RyOnP/wBeiilzMfJHsDeF7thg+I9RI+v/ANeorrwfJdR+Xc67fTJ/dfkfzooo5mHJE0vDnh2w0RWaANJM3DSv1x6D0ooopFJJbH//2Q=="/>
          <p:cNvSpPr>
            <a:spLocks noChangeAspect="1" noChangeArrowheads="1"/>
          </p:cNvSpPr>
          <p:nvPr/>
        </p:nvSpPr>
        <p:spPr bwMode="auto">
          <a:xfrm>
            <a:off x="3714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itchFamily="34" charset="0"/>
              <a:ea typeface="ＭＳ Ｐゴシック" charset="-128"/>
              <a:cs typeface="+mn-cs"/>
            </a:endParaRPr>
          </a:p>
        </p:txBody>
      </p:sp>
      <p:sp>
        <p:nvSpPr>
          <p:cNvPr id="7" name="AutoShape 6" descr="data:image/jpg;base64,%20/9j/4AAQSkZJRgABAQEAYABgAAD/2wBDAAUDBAQEAwUEBAQFBQUGBwwIBwcHBw8LCwkMEQ8SEhEPERETFhwXExQaFRERGCEYGh0dHx8fExciJCIeJBweHx7/2wBDAQUFBQcGBw4ICA4eFBEUHh4eHh4eHh4eHh4eHh4eHh4eHh4eHh4eHh4eHh4eHh4eHh4eHh4eHh4eHh4eHh4eHh7/wAARCAGFATgDASIAAhEBAxEB/8QAHwAAAQUBAQEBAQEAAAAAAAAAAAECAwQFBgcICQoL/8QAtRAAAgEDAwIEAwUFBAQAAAF9AQIDAAQRBRIhMUEGE1FhByJxFDKBkaEII0KxwRVS0fAkM2JyggkKFhcYGRolJicoKSo0NTY3ODk6Q0RFRkdISUpTVFVWV1hZWmNkZWZnaGlqc3R1dnd4eXqDhIWGh4iJipKTlJWWl5iZmqKjpKWmp6ipqrKztLW2t7i5usLDxMXGx8jJytLT1NXW19jZ2uHi4+Tl5ufo6erx8vP09fb3+Pn6/8QAHwEAAwEBAQEBAQEBAQAAAAAAAAECAwQFBgcICQoL/8QAtREAAgECBAQDBAcFBAQAAQJ3AAECAxEEBSExBhJBUQdhcRMiMoEIFEKRobHBCSMzUvAVYnLRChYkNOEl8RcYGRomJygpKjU2Nzg5OkNERUZHSElKU1RVVldYWVpjZGVmZ2hpanN0dXZ3eHl6goOEhYaHiImKkpOUlZaXmJmaoqOkpaanqKmqsrO0tba3uLm6wsPExcbHyMnK0tPU1dbX2Nna4uPk5ebn6Onq8vP09fb3+Pn6/9oADAMBAAIRAxEAPwD6OtvFF1qGqzSxMUt4bwwRIhyHQAgsw9zt+lQXmrT2U+sX82oeUjuEELnCRgIMspNbNjo9jplhayeSqyrC8k7gZLfLkn8wK5HSL7Q/iP4AuYpre6OnXl09tcFoSsr4baQp6jgDmu+Ci9Uvd0T/AK+R3PlcrxWh6PBPI0iOksUsYt9+5eQTxyCO1JFNcGOzUhSZHLNg9gc1zGg2OkaTosmlWcV9HDYRpax8uzbRwCST3rSDxQTb1nvlFtbjrFnn8qwlBX0OdxNR7uQwSsB80k3lx8dgf8M1Be3zLO/lsMBxGg29wAT/ADqjG00JtwZJW8mJpmDQHr26fWq1vNdG+t1azMgjjM0n7thySSOpoUAsbt9LKqu0Mi5to93+8x7fzqmmog3unxvIuRFJNMuec44GPY1VW6mcIJtIuB5jGeQqf4R2/lXnHiPxSNM+MHh7TD4d1R01eQSvJyFiGdoPTlcDJ+tbUaDqNxXZhGN9D2BJpB5aykAhTNNx09B/n0oE8mEMjBeDNNx0X+EVH/rP9Zx5x82T2jXoKRiH5k4D/vpvZB90fjiuaxBKs8hC+Zhcgyy8fdXsv1pv2h+GkIAx50vHRf4V+tRk8FpuM/vpx6D+FKDnJMg3FWEko/vOfuJ+HFFgJRcSKMy4GB5kox0z91KDcSKC0mCV+aQAdWP3UHv0qI7g2D87K2T/ALcp7fQChd24bTuKsQhPRpP4n+g/pTsgJRNKv3iHYH5gB95z0UfSr8CskQEjAv1Yj1qrp8KsRNz5a5EWe/q341dPJx271EmSwHP0paKKgQUUUUARyblYEEY9MUm4qR0OfQVIwDDBqEKVypAOaAJY2LZyOO1OqJfMSULjKkcn0qWgAooooAKKKKACiiigAooooAQ8c9u9LRSD5TjtQAtFFFABQc4ODg+tFFAGJp2uBtZm0a+VY7pOY2B+WVfb0PtRXMaz/wAlNtP+usdFNoiDvc7If8fln7RMT+lZiAWcto4AWCedmkAGACG4b/Grt5J5IWYDJjtHYD8qwoNYeZLRGs1kAhdyAexrRM6LmlgpdAg/Ld3Rjb/gPKn8gatufNWft59wIx9BgH+tYOi3hv7WK3dGSS3haVCT97H3T9ex+tbVjNut7WZhny4Wmf8A3iT/AFzVSQ2OuC0pmC9Z5lhX6Lyf5VDafvhdzLx9pn8mP2RflP8AI0sjCBNz5H2e3LMf+mj8CiJTbW0ccOd8UQC5/wCej8n+dHT+v67CFvJlZJZP4ZJBCmO4Hp9abaw7g0kgUS3T4J/uRLwQPyqKJRNLviyYoP8AR7b0Zz99/wAhxVtlDnahwr/uVPpGv3j/ADoemghciX52+US/O3tEvQficUm4Nl5BgNiaUD+6PuL+g4pCyyAs3Cv87D0jX7o/E4o3HO51ywIkZfVz9xPw4pCBsqT5g3MpDuB/FIfur9BzQNyEAYZwxCn+9Kep+g/pQAwYAMGZWKqx/ikP3m/AfzpPlK/eIj2kBu6xj7zfUnNACjGFEbYGCsbHsP4nP6Cnwx+c6xKCqlQD/sx+n1b+tY2oatLa3ckP2dGA25XPOP4U/mT9K0NL1KZZo4ZrcLJM2WYHuf8ADpSk7CbN3GAEXgD9KcOBXK+NZ54rq2jjnkRNjEqrYyeOT3rn/tdx/wA/E/8A39b/ABpxouSvc4KuNjTm42PSqK81+2XH/PxP/wB/G/xo+2XH/PxP/wB/G/xqvq77kf2hH+U9C1O7SxsJruQErEu7Fef3OoahczGW4updxP8Aq0bCL7Af1qKaeWaIxyTTMh6gyEg1GetaU6XLucuIxTq25dEdN4U1adrgWtxK8qtwpc5YH6+ldUVBIbHIrzGKRo3DoxBHQg4qX7Xcf8/E/wD38b/GpnR5ndGlDG8keWSuekng5H40tea/bLj/AJ+J/wDv43+NH2u4/wCfif8A7+N/jU/V33Nv7Qj/ACnpVFebJeXSsCtzODnr5hr0S0YvaxMzZYoCSe/FZzpuBvQxKrXsiWiiiszpCiiigAooooAKDyKKKAEHHB/CloIzSZwDu4x3oAWkPJx270iuH+6c04cCgDz3Wv8Akptp/wBdY6KNZ/5Kbaf9dY6Kp9DOHU6jVCfssuBk/YX4/KuTMght1lSORJobReNvHOa62ViMn/pz/qKbKokEqmNcMIoxx6//AK6ux02MKxjeSO+miwJo/LVMcfMeo/GtOzkWSaaJBtS6dVQemAA6/gc1cCR+a2FUB7lmOBjIQGsW9kewIvV4CBp2HZWYkA/iAK0jqrDW1i/esJo0U5xd3W4+8aZI/UCluJHd1iycsDc3DA9F6Iv14FQ3Lql0oT5xDEsEI/vMxBJ/IGrVoiwo0k2GZ3M0pH91OFH04o2QiVU8lVijA/dKI1A7u3U/gAaXapyqnCH90D6Iv3z+JzSDeoAPMg/WR+v5AGg7MEZ/d42k/wDTNep/E5qBAWBy7qQDiR19uiJ+ufwpfnBxx5m7APrIep+ig/pSfNuyy/PkMR/tnoPwGTSDbg/MdmCN3+yPvt9ScigQo27QFJEe3APpH3P1Y4o5J+4M5BK+/wDAn0HBNBzuyVG7IJUf3v4V+gGSadGjSOsSkktn5vb+J/xOQKYjEuowdVnkaN5I/wCFgudzd2qXT2f7fbKVbaJBjIrrEjRUCqowBgcUbEznYufXFYt3JMjxBozalJHLHIqsilcN05rK/wCEVuf+e0P/AH0f8K66irjVklZHPPC05y5mtTkf+EVuf+e0P/fR/wAKP+EVuf8AntD/AN9H/Cuuop+2mR9Spdjkf+EVuf8AntD/AN9H/Cj/AIRW5/57Q/8AfR/wrrqKPbTD6lS7HI/8Irc/89of++j/AIUf8Irc/wDPaH/vo/4V11FHtph9Spdjkf8AhFbn/ntD/wB9H/Cg+Fbn/ntD/wB9H/CuupByc9u1Htph9Spdjko/C1zvG+SILnnDH/CurhTyoUjBztULmn0VMpuW5rSoQpX5QoooqDYKKKKACiiigAooooAKhnD7gU545FSk/nSgYFAEcSbDu6ZHTsKkopBwcHp2oA8+1n/kptp/11joo1n/AJKbaf8AXWOiqfQzh1Opn5H1tsf+PLSji4wGHNwnH0VaSY8kekbr+TrTCwWZmPGJGYH0xGtaHSCnFurDkmFm/F2A/rWP4hsby7vovJmAtFKxzoTgFUAJz+da/KqsYxk+Wv4BSx/lVa58x5I7WIDLDMpPTEjEY+pFXBtO6C5yvw/1HVry+1GHVrCWBrVV+yTPjbMH4+XuSo7+9ds+1X2P9wYz/uJ/ic1lXk90t+8dramYpE08BAwI8DCqPrmpPD+oS6no8WoXlk9nK2Vmhc5xsPzY9cnNVUfM+e1kDd9TQ+fOD9/v/vt1/IA/nQSuM4yowceqrwo/Ej9aAG6Mfm5DH/aPLH8AMfjQuSwKjnIKg+vRB+AwfxrMkXDAbS2WyQW/2v42/kPxo7jaufu4U/8Aji/yJ+tINuPlyUwMe654/wC+jg/hQe5ZsdcsO394j9VH0oAOAud5KgH5u5HdvqTgD8a0tPg8uMyOuJHwSP7o7D8BVWyh82bc64VMEjtnsv4c/nWnWc30JYUUUVAgooooAKKKKACiiigAoopD1wKAA8nHbvS0DgUUAFFFFABRRRQAUUUUAFFFFABQTgUHgUg65NAAB370tFFABSNjac9KWigDz3WT/wAXMtP+usdFGs/8lNtP+usdFU+hnDdj7/xfZwaw1hcaffI53EOqBlO7n1z2qkvxD8Lz+KZ/C0WoMdXS3acweS2SpjXjkdeKsXuGunbjepOG74AI/rWXeaVYvdtqyWEB1AIV+07QJSoQZXcOTXowhS6p7fid6jE6JYXbVbm6im+z+erIS75ZR90EDoD81Z/gLR7nw3pV3pl1q97q0v2mW5S6uWy7DAwnU9CKjjuGjUTSFprdwSJQoBUblPP5U62ZnWdo5MNHKHjcE7f73U8cgips+Vx6ENaHQyfutUVt2E8lkIHUhcD+ZFT27RvCrbQwZflRe4HJH55FYA1B3t7e7OWVflYsuQDtO4ZHH3ttalheItokgjPEf3h8w9eo/wBokVhODSIaLyxny1XfvfJEhHQd2/MhRSj5s7jjOdx9OPmP4LgfhSRHhUgdXO35mHQj/wDWQfwpUGFXGHHbHRjnp+LZ/Cs0QKS2egVs9PQ4/oM/iRSJliuxecgID/47n9GP1pPvdyy+v94ev4nB/A065hnfTbh4bP7azKY1hE/k7s8MQ/buB7AUSdkBrQRpbwBdwAHVj3NS15TNpdz/AMJLbWi+FbjAtpJHtjr8jBsMm1iSeMc8d8+1egm8vYNEjkfSZluyPLS2ikEhU9Bl8YA6ZJ6Vm1pcyjO7satFefabr3jNrWOx+w2hv4br7PM07eYZO5b5NoQAdyME4rsNXutVtY4jp+krqDt/rB9pWLb+YOaTVhqVzRplxNDbxGW4ljijHVnYKB+JrA/tbxV/0KKf+DNP/iak8Qw6tf6RDHHpthMsmPtdlcsTuU9QrggAj1INFg5kad7qen2ckUd1dxRPKcIGbr7+w9zxU888MChppUjUnGWbArktdOmWcun6LpulxX+qoAYYJHZ/Ij7tIxOdvpnqcVP49jcaLukXePtMB9v9YvFO23qF3qdUKKrW1wvlokrKrkDA7fSuf8d2LNp9xdyX148ZCxx2ok8uJXJChyUw/BOfvYqWO+h1Bz2601pIo3SN5EV3JCgsAWPXj1rA8O+E9N0pLadJr64uo15mmvJH3k9cqW2/pXN+NxPc+MtOtrG81C/mWR99okkcUcQMRyok2ZViO2c4PGKqy5uUnmajzNHo1Q311b2VpJdXUnlwxjLtgnA/Cub8PBh4ilM8d7pl68QaWze48+GVegdWI4YdwuPfrXPfELw+41FWElpbWF9Jte5nmuT5LnkbgJQmC3A4GMilbVBzOzdj0pGV0V1OVYAg+1VoNQspmuVjuF/0Vts5OQEOM8k8Vxvw5swou76eBUiizHbXkVzOUmQD5m8uR2A5HWuctLqS8sNdW21DVr63u51txJPEiRP5jBN2QoJPPYgY5quXVpdv8ifae6m+/wDmeuxukiCSN1dCMqynIIp1YFte2cvh68tLIvG9hGbeRCpRkYKO3p70nhzyLrwjYaeL11mm05GLLLmUKVALAnJ6nrUtb28vxv8A5FqW1+v6W/zOgorn/A95dz6fcWOoOZLvT7hrZ3I5kAAKt+RH5V0FDVhxd0FFGR6ik+8fakMByc9u1LRRQAUUUUAFFFFAHnus/wDJTbT/AK6x0Uaz/wAlNtP+usdFU+hnDqU5Zs3cw6fNj8qcsm1i395SeOuTWOt4H1Gfa38ZFaCSBkxnjFeo42PQaLC5t77ep2pMT8w7Pg8Z9/ampD/xM5pYG8qVlUuOdrgjb/vdvSl4mTa/HOCTjg9j6Coo763jv1tbm4iiujCQImbDMQSQwH3sH1zip1IZHqN1HbwXE8zLb7yC7yNgBs/eDj+uOtbtq2YoZEKszIpRwwUsSMjDjIPzZ6kVyOraD/wknh/UdE1qZ2sbn7jxuEd++UYcdQOCDW14Sgj0/RoNEjDILGFYwSCxKY4ZlPvnkYp1Ix5NHr+hDZuQyFcqu8ngjaAsgxnHHRuM96ui4AjUzOFUDkxrkpx95h245rOXDKowuxvuKXyp/wBx+oI6YJ71NAqs5YM/mxkdeHAz0YdxnIz6VyyitzNmpApmdUTALHt0H/6hx/wKtpFVEVFGFUYFYmnvMsu6MKxP3T/DInqp9fate1nS4j3ocjJHuD71zzJKGj6PHY3VzfTTvd3tyR5k7jHyjoqjso9K1KKKi4kjPtdMFvrl5qSXDYuo0V4dvAK5wwP41oVHbzw3EQlt5UlQ9GU5FSGgAqpq1iNRtDbG6u7UEg77aUxvwemRVrcv94fnS0DM7QtE03RLU2+m2qRBuXfq8h9WPUmp9WsLfU9PlsboMYpBglWww9CD2Iq1SMcChu+4kktjj08H2sNyr31/qOpiOTfbxXdwZETpj5T1I9a6eSKDULKS0u40mjkUpIjchganljEiY6N2PpVNsxlWXarR/eOcA+1Nu6swSUdiHRdDi0uVni1DU51K7RHcXTSIo9gelVH8MxyazLeteSCFt7LEi7WWRlKs2/r0JwO1bsciSKGVlOfQ0+i7DlVrGPpGgQ6fefa2vLy7mWPyomuJS/lp1xz1Oep78elVp/DLahcyPrmqXGoW5Y7LQDy4NnZXQEhyPU10NQPe2iXD27XMQmSMyshYZCf3iPSi7FypGRpHh+fStS8211m8exMe37HcHzQpycFGJyo9vaqsvg2K6adr7Vb5jLc/aALZ/ICkHK8L1xxz7V06srKGUggjII70uaLu9w5I2sYmjeG7TS7u6uY7q/umukCTfapzLuAzjr9TUug+H9O0aSSSzWVmcBQZZC5RB0Rc9FHpWtRRdhyoQKoYsAMnqayPEJffEqMRkHoa1x0qhq1lNdyRtE6rtB60ijm2wULeY4cEZBPWuyh/1Sf7orBbQrh23Pcpn/drfRdqKvoMUALRRRQAUUUUAFFFFAHnus/8lNtP+usdFGs/8lNtP+usdFU+hnDqcZ4o0+fwv4zms3LGyvCZrNz2GfmT8M1rWUgZM9D25rsvitoH9ueFJmhX/TbI/abdu+V6j8VzXnHhq8F3ZRy9Cy8j0PcV61OftqSl1WjPQU+eNyzrd5qEF5CLXeq4GCq/ePpx0riPGHwy1bX/AIj2XiiDWoreBjG7q+RJAyAcKBkEE+h4zXp8DZjUHscj61HreoafpVtDeahfW9pGJlw00gQMT2B7H36H0rWjXnSl+732M3KxceWdlmV4w8gU58vBZhjqV6OPcEn2pnmxSw200btHKihdrNggd9jH88HFZl5qUOqaZew6NORc7D5FwB8isehB7H26H0qr4Xt9U0XwlDb+JtQbUrjJE8wiG1iT91uPkbtuFZez92/XsZNnaQyGSEybQC52yZX5Gburj+E9wfam3l1bWdtLcXUrRRWqF5GHzSwKBkkAfeXHNcxb6NdN4oh1WDWr3yVt/Ja0mI8qTptMnGc9fmzXQaZAbi+DqVt7SHKuki7nDfU/ejz+lZShFdSGzT0DVLHXtDtdS00NJZXEYkSPYULr/fQHofatWOQxyrLCSzFc+0yj/wBmFQwhLdfLWFIEjPMaLgQk9GXH8JqQjyzufaMsCxH3UY9HX2PeuSVru2wjXhkSaJZI2yrDINZPjO7ms9Cllhu1s8kK85ieQxqTglVUEk46dqltJTDOQMLHK+3af4ZPb2P9Ku6hbm7sJ7XzGjM0bJvXquRjIrnmuw0eI6dq6WcCQ2j39tAY2m2rqd4uORnIEOMnOeOPevQdUubW8+GUkts13dxNCMi4LGRiTypLgE+mah1PwRrDQoNM8XX0T7Fhk+0QxOphBztACjB966JtC83w4dGutSu5wU2/aGCCQemMKF4+laSacWc8IyUtf6/pnC63Y6XDpsUlv4DuNMlEkWLpkgAT5hzlZCf0rtvFd3dr9i0uxnFvcahN5YmxkogGXI99oOPeqs/hW4uY0hvPFGr3MAZWMTrAA2DkAkRg/rWp4i0a31qzWCWae3kjcPFPAwWSNh3BINJvRev+RcYNN+n+ZxVpp0wt9b1a11m9iaymMcEzzFjLsGT5pP8ArF54B6ZNaHje/uLj4fpfHUk083NlueE2/mNMWT7g5yOvXtWnN4RsZra1sTeXq6bBjdZq4CTMOdztjeeffFSeKfD76sIPs80MOxGhbzELARspVtmCMNg8Hke1LTb+v6Y1FrW39f8AAMCynvvsmnR3c+u6RMHXZdTiNoJWYD92Y0dsDA4zgDn1pnxn02zutNsbq409765WTy44xe/Z1565bp+ddDd+G5bqXy5tZvGsSys1uQmBt6Kp25Cnv36YI5pPG/h1vEtpFp832M2e7Mvmo5cH1QqwAP1BFEne3r/X6ijFpNeX9foeVeCtGsV8X6dHdeHHtCZCySprQnwwHdVzmvV1uJB45njkupFt49PD+WZMRg7hliPX3rGsvh3p2i6tbap4dt7K2uI1COJ1kdcd2XDDDH3yPat7XfDdpq16l1LcXMDbBFMsLACePOdjZBOM+mD71cpJ2+ZEKbin8itrF9e6V4n0+droy6bqBFsYiOIpOqsD785+grz/AFQ3Np4l1S1XXrVFvIpvNEdv5gSNpCSm8fx4JwO5+WvX3trd4UheFHSPGwMM7cdCKwNR8M+bqNxeWT2tsZYQijyAdr7wxkx0LcEjIPODWaev3mk4tr7jnfA+q+Ijrltpt1dQS2CRvHsW1WMqyhTjIJ7Mp/GtnR4Z57/xHLaXy2l1LdpGszRBwm0AAbSRn0q1pXh2Wy1a3m+0RfY7SN1gjRD5js+NzSMSdx+UYwBVx/DunzJfR3PnTRXkwmdDIU2sOmCuCPzqm03fy/VExi0kvP8AR/8AAJdH0prCSSaXUr68llA3+dMSgPqq9F+grSrJ0rw7pWl3X2mziuFk2lcyXcsgx9HYitapZpFWCiiikUFFFFABRRRQAUUUUAFFFFAHnus/8lNtP+usdFGs/wDJTbT/AK6x0VT6GcOp6EQCCCAQeoNeFXVn/YfjPVNJXiLzfOh/3X5/mTXrHgzxDb69p8jK4F1bSGG5j7q4749D2riPjFa/ZvE+kaooAE8bW7+5Xkfzrtwd4VHTl1Omm2m0ZWp30tpaxtCgLO2Cx6DFc18SfCc3j7w/p8v24WNxZyMQrIWSQN1OPX+ddfbBZIQsihl9CKb4g1OPR9BuNRktpriOHaiRW6bnJJ4IA/zmu+nUlCadP4rhJkHgzRbfRfDVppdveyslnb7JJSPvuR3Hdf5HFbksws7JXuL0KPLEZEiht2R9xgO3ofeqVk0zWjKrARzR+ergDJ3YDH2HIyO3FW7vT4ri3SxiAScqAHPzbDj7rE9j/D9axm+aV5MzbPM/iLp/jvVvEmnXHg+S6fT8LEVicR+XJn5hKM9CM17baNtsbW3vofKmijWPeR8quAAyHHYnofeq3hXSV0yy2wu0jS5Hz/8ALQDqjf7XcH2rWJ3D5kMisn/f1B1B/wBtf6VGIxPtFGCStH7/AJkJW1IYpHiVCjGaIErG/Voz3jcdwex9qsROrRK0WZIsMUTPX+9GfpzioXhhcF2y3ygmSM48xOzccbgcZ+tRSW93FIZLe4jLllDEjALfwPxxzwDXJZMVy9MVbjAxtALEdR/C34Hj8a09Omea0VpcCQZV8eo4NcjpHiKDUdf1HRDp95bXNgoaUyp+7YN94I3Q4ODXRaU5juXhY5DjIPqRx+oGfxqKlNx0aCMk9jUooorAsKQ8nHbvQTzgdaUcCgAooooAKKKKACiiigAooooAKKKRmVRk0ALRTUbcOmKdQAUUUUAFFFFABRRRQAUVUvJJA+xcqPX1qa3lWRcBtxXgkdM0AS0UUh+Y47UAefaz/wAlNtP+usdFGtf8lNtP+usdFU+hnDdnFS6uvhXxhPqs8YNpO/l3ahhyM8OMdCD+ma2fijfzX/hu0urILerDcRyoFbc2w45BHtVXxnpsMsN8ht+TlWGzPPeuI1bxQui+Gk0q3je3uo1VoS4+Rwpztz15+texy884Shujpk9UzU1HxnpukaA19eu9s+8RrGF3sx9vwBrf0HWdM17TLbU7W4E0E5CIjDBHZsjsT0/DNclZ6TpPjLQjaatA0DTTiZTGdpRsH7p9Oa39K0e30PRYtJsIhHHbFirk/Nk+p966HGl7PrzX/Azky14t1bU9K8PfbNF0ufUbqKZVa3+7lScb/wAc4I9xXW6BtuoIFaFo55o1M0L8MOMtGfcfwn6Vl2lrLCnnXE0qXE8WMhsqDjP/AI8M598Vu2Kxm0WSS7ErPGp4TLhR3yOQynP4AVyVZLlsl8yLm5hcHJLrtBJA5ZR0cf7S9/rSnq25scgsw7N/DIPY8Zryv40a14+0OwsX8NRTiMzHz5IoN7q/8IwQcK3P5V6F4Sn1O68M6bcavb+XqLwbposY5/ijI7HvjtmsKmHcKUal1Z/eSppycTS2/N90RvvPH9yTuPowz+VRTEwwtIqGSNUY+WOpT+JfqpzUx27eWLLtGW7sn8LfUH+dO+YNnGX3dPVwP5MMfnWFxkNrNJPbpLJGUkP3lPXcP8QT+VSQsI7mFh03AfgeB/47ig7eNpJHABPpyVP5bh+NQzn5CV4I5H9P0xRa5NzoRx16U1ZFf7hyajbdJHG0ZzxnrTo49rB24YjoOlcxqSgYFFFFABRRRQAUU15I0Us8iqB1JOKxtS8X+FtNz/aHiHTLXHXzblV/maaTewNm3RXn2o/Gn4YWTFG8YabO4/hglEh/Sub1L9pT4Z2pKw3WoXTjtHaNj860VCq9oszdWC6nstFfOWrftX+HbfIsfDGoXRP3S0yxj9RXL6l+1pq8m4ab4VsovT7RIz/+gkVvHAV5fZM3iqS6n1m0iqwU9TSkbhzXxLfftL/ES6UiBdMsxnjyYSSP++iawNQ+NvxQv1xL4qnRT/DHFGn8lzXRHKaz3aRjLH010Z988KMk4A9ap3Or6Tbf8fGqWUP/AF0nVf5mvzw1Hxp4v1I/6X4k1Vs9QLt1H5A1mz3d5cY+0XlxP7ySs38zW8cmf2p/gYyzJdIn6Dah8Q/A9gD9q8T6auOuyXf/AOg5rm9R+Ovwzs9wXXxckdRDA5/mBXwzEgXO0D8BVpV+UKTxXVDJaXWTZzzzSp9lI+u9Q/aU8EwcWun6vdN22xoB+rVg3v7TUZB/s/wwX9PPuNv8ga+aFGHX26VPCJLiVY445JJScKqLkt+FdUMowq6X+ZyTzPEPrY9yvv2kPFU5P2PSrC1/EyfzArKPx7+IzyiT7VYIq87BaDB9uteVlNrD5SmDgjuDUsa7iVXJHeuuGX4ZfYRyyx2IvrNn2b8HfHsPj/w88lxbpBqVrhbiMcqc9HX2Ndf80LorEgryQvSvnD9k288rxjfWu5gJrccH2J/xr6buIvMXjqP19q+UzLDxoYmUI7H0mAryrUFKW4sEqzJuGQe47ipBwKoozRqJF9cFD6VdRg6hl5B6VwHaefaz/wAlNtP+usdFGs/8lNtP+usdFU+hnDqaOsafHeOZOI5MD5sdeOc/jivO/Hukx/2RdC8tkDou5SVyM+oNeq3IBmfHQtkfRhu/moFcz8REjPg2/aRf4BtOOQT/AItkfhXoYaq4zijW5wfgy+imi+xTxoJY1+7jhx6inS6brNt4/fUJdSEmivb7BaDO4EjH556GsCKxktLgXCXSK6/PGxPINdZo2twXrLBPBOLtxyqRFuQOCvqO/wCNenUXK3KOzM2zeigtmQRO0r8Fh5hzj1H0PUfSuhuGvI9FSXT12OduNoHB6Aj2IwD75rCn1CHR/CWpX9/bFbS3tXefzWEZiAHG0nr1wB714P4f/ad8K+GPD66Xp2ha5q6hnYS3N0qthznbyvYk4rzpu6v2Yj6a8NyXT2Ja6VyFz5e8fMY+6/VTgj8a1OpOX5yuX9/4JP5A/SvkLUf2v9ZkJOm+ErOJshs3ErPhvX5SOo61y+o/tTfEq6Rxbw6TYr8wAhhY4U9vmJrFwcnewXsfcyhicqmGySF9G/iT8RyPpQVKr1KrgAOeMD+A/geD9K/PLVPj18WNSJ87xdcRKcZEUMa9OnIXNYU/jbxlqSFr7xRq8m49Bduoxn0BFCovuS5H6N3Wr6TbqftOqWFsOuJLlF2g8kcnsQPzrmdY+JHgTT1cXXizSkOOdkwfB/4Dmvz01K6vLyEvcX1zO3cyzM2fzNZCooXhF6+laxoESmfofP8AtG/CPTbSOM+KBdSKvKw28hP6qBXPah+1l8PY1IstN1y8PYrCiqfzfNfC8Ee+QKPxrTUKq4AwBQsLC+onVl0PrHU/2uoVz/Zng95fT7Rc7P5A1zGp/tYeMplY2eh6ZZemWMuPzAr5tluSSVj4A70tutxPJ5caSzMRwiDJP4VtHC010M3Wl3PYNS/aV+K985xrFpbR5+7BahSB9c1i6j8V/iRqQP2jxpq+1v4EuCq/lXmoZEPzMAfQ1etJSEceW7BBklRwv1NdEaMFskYupJ7s0NV1fXL6QvfatfXSnqZJiazMuxwWcgH+8a7bTPBGrarfTWeiOmpvDYC+kaNCAFzjYPU//XpsfhC6uzo0OlWl1Jd38cpkE6bI0aNiHw2PuqFOT2wa1jOKM2mcvZRfP5rgg9qtllDhWI9a6qDwHrjeIItGmksYWmtXu4brzg8EsS/eZXHBxWX4m8Ox6Fqukvc6lDqGl6hGlzFd2ykB4dwDADJORyKuMot2uZuLSMWSVJDhMMueo/pTQvPcCvXfHWg+H7rxj4hu7hbo6PoGn28gs7OJIZHDjgKdv3RySxycnrVOTwj4d0OHxFdzWk+qrZWNrfWEUsmwrHPs4lxjJXf2xnFVGrGy/r+tyZU3c8xHyDczAD1JqdcEkKCeMnAya7n4XWkN1Z67JZWNhfeIIoozpttd8oVJbzCqn7zD5cZzXU+EodKih0i61S50SxudKu7y31aOR0B2yhwhUfxAFlA9K1lV5W1bYyVO/U4TT/BmtX8ujR2KJcvq8Dz26oT8qocEN6H/ABqpB4f1qeaGCPTZ/MmuPsyBgBmX+5z34Ndn4b8T6bo9n4Vu/t7CfR9RuYrq3jzva1kI2svqOvFS6J4l8OaV5tjc3+p6jHaaymq2FzEhUzEdY33ZI6nmqU6ivp/V/wDhiGqemv8AX9XOVi8K6v8A2G+szJbW1lHK0G+WUAtKpwyAdSRmuq0LwObDXNAudUks9T0vUbh7UmIPtEuxsA7lHfkEccVi6z4jg1DTTYxWLKsery6jCZGyoVwuUI+q9fetbW/iBeX/AJJs9Lt7Dy75NQXDs+2VR0UE4VP9kCtX7aS9bmN6SdyLwNY28uueINJmgSVjp92sW4ZKMjcEehrsPBSxwa3pV9L5t1NqHhiU27J+7MbJHkqCM9gRmvPIPEGow+JpPEVmIrK8kdnIjTKDd94YOeD706HUNWka3Ed9Kn2VHS3K4Xylf7yjHY1U6Mp313/r/IzjVjG2mx3I0Dw8vgWC9e3lubi8s5J/tMYLyRzhmG1j0CgAZycn0rhra1OAWOCeuKs2El1DavAtzcRwucvEsrBG9yucU5XRW2j8RiumlCUW7u5hUlGVtLHoH7PM5s/iVZAPhZUdCD6nFfXA4FfGfwsuvsvjjSLgYA+0qpP1NfZanKg+1fMZ7G2IUu6PfyaV6LXmQ3MZ/wBYgJbocdce1Q20wRyuDtY9M5xV2o0hjVy4HPb2rxD2DgdZ/wCSm2n/AF1joo1n/kptp/11joqn0M4dTpZlIkK9wWj/AC+Zf0U1y/xKv203wfdXqLuCSRsV9VY5/wDQt1dVNlmL5yxQP9GQgEfkTXC/GRRN4ft7FWwZ7naF/vKQGH5FjXZh1epFFyehzehxym1SEtgNxjHPvTbvSWnLT2Em24WYYIOCpXHINW9E2fZYJnzuK7iVPQgf4ZP4V5X+0T8Sf+EU8Pt4Z0aZf7b1KIiaRDzbQt3/AN5h+XWvSnVcW5GW551+0d8VbzxCq+C9Put1hZy/6bLG3y3Mi8AD/ZHP14rxL+VOI6lmyTz9TSDiuRu7uVsJ+Bp/rjtQTkAd6cuBxjOaaREmJ8vv71YgnaMFcZWosDHpQOwxWqjdXMmyy7PPiKJSB3JqOSHy5AC3HY1Ys5NyeWcA/wA6sNGGUqevrTW5MmV7Jf3jfSrEx2wt1zVezBjmKyd+KusqsCOxq0tTNszvpXY/BeZbX4qeHndwqS3QgYtgDEnynJP1rk5I2Q/MPpinxq+5fLLh88FTgj8RWjjdNE3sz234ZafDb+G7uS10q0uryLVLy1mjkjiZrwkDygruw27fm6ZzmmaJr0Oj6Z4f0LWL63s7c2OoWGv2hj5EpMgQyYHJB249OK4Dw34l1zQ9Naws5oDEZvPXzYVkaKQjBdSR1rI1KeS4llnnkaa4ncvLI5yzknJJPqalUbt3FKpZaHoWi+N9IstU8PT3FzdNbpoUmlap5KfMnzkowBwGwKq6R48s9D07SdNtbebUotPe7t5XlAj+02s4cEDBJVvnz9a8+ClR1/8ArVLH1PSuhUI9TF1ZHcHx3Ha6lozaHpTRabpFrNbW8F1NveQS/fLt+AwPaud1XV7rUtF0nR7iOMQ6VE8MDqPmZWYsdx+prNXr8vFSqOhIzWsacVsjOc2zeTxZ4lfxANcg1N4NQECwGWMbd8Y6KR3qtcajqd5d3V1e31xLPd/8fDM5/e4OQG9QOwqhGvygqea0kRZId2PmxWqil0MXJvdlZYxjOcemDUqIuMgfNikEZVelSx7to4zW8TCTswjXCfNgtUqrjG4jHahF+Yj1H5VKiHGG/GtEjKTBF53dMdqnjwVxk89qIoWKjap+tW7SPyzynXue1WZMailEUsDWnbqpjDLwOuPSoiu5NpXOaLY+W5V87ehqlqQy6qgqepqFFZvmHy4/WrEYwRn5R14pjKUbrnPQVpAiRo+GLo2mtWc+7hJlP5GvuKxk8yzhkHIZAf0r4Sg+SdCw53DBFfbng24F34W024Bzvt0P6V87xDD+HL1/Q9vIp354+hr0UUV80fQnnus/8lNtP+usdFGs/wDJTbT/AK6x0VT6GcOp1MzATOw5QOsyg91bhv51558T2WbXdJ04H95CrsTnjBJ2V6HIAspRjwjGMn/pm44/XFeXeMLn7R45uVx89tElsmBklhz/ACIr0MGr1L9kFR2RxnxB8eWHgHwFb31wFl1CWIwWkAHLSgY3Ef3QCf0r4y1jUrzVtVuNU1Cd57u5cvI7HqfT6DoK9B/aUuNQk+KN7b31wzwxIr2sf8MaNzgflXmnbJFazlzOwkrIARSqo3c0Ecj86DktkdKSE2KR1p8aPIwjXvUkFu0h3MCq9vercMIiZ9vOeme1aIzYRW6RgLgH3NTNGmPmUGq8txhyqAZHUmprFjcTx27PGjO4QOxwoJ9T2FUkZsrzQmKQMucZ4PpVyKTfGG4z3FXfEOi6pomrT6PrNnLZ3kON8TjHB6MPUH1rJtybeUrJyOhq4ohsmuod37xfvCpLeRXGG4b+dSe/Wq1xGI33DOD0rRGbLinIxt71IowcheKzw8igYYin75nGGYk1aRDZceZY/lGGPpUGCxLNyaYB0ycCpUUsSe1aJGTYqg4Ge9SrHk02NfU5qUKff2rVENjlGD/OpY+c9uKQYUD1qRcMMA49a1irGUmSoOBxg+taVqqrCBVCFdzqvNakQ+UDoBVGZBMhMvHTrilC4GccU+X/AFnBpyRtJnb0FaQRnUeoqrg56irNrD5nzMBjt71BGp3DsK0oIwsS4yOK12MG9R2dgOcYHr2oWVcDbk0y5O/Cr+NJGCq8sKpIhsvWzBh8rHPfNSvGrQnHUVUiypDq2Pb1rRVVI7Z9qq1mRe4Wj7k2/lVjZvTDDntiqpi24kVtvPIq7C+75gavzRnuRYYNyuG/lX2D8F7o3Xw40lmOWWEIfqBXyJNtkfIYe5r6g/ZwuhP8P1iznyZmX8M142fRvh4y7M9XJJWrtd0emUUUV8kfUnnus/8AJTbT/rrHRRrP/JTbT/rrHRVPoZw6nQ6lMsO6L70hRosD+6RlXP0xXj3g/T7y48QXN5cSEmSV2Z153bTjH44r0/xRPBpmhanc7lkkMJTcx5ZX4XH0OK5HwwsdnoQkDIZ3UGMZ5DjqPxr1sM3GnJrroZ1HdpHyn+2FZpB8WBexRlYbyyjdD6gD/wCvXjJ25zuP0r6O/bes449Y8M3ltjyTayouPTK4H86+eI7dmO6TCjsKhdy09CJFLEKqkn19Ksm1Kx5+8/Wnw26oQylv8asqw6+n6U4oiTILOYsNr/KR+tWwRjJ/KqdwhVhMvr+Rq1C4kj3DGfT0rWxDbKEqFZW7c00plCvIzV27jJjDKMsOuPSqynIz2rQyZ9e2/hG1+L37MeheIZIQfEWk2hhFyo+eRY+GUnv2P4V8ratYzWlzJbzLiWP/AMeHY192fsb6bNafs/6THdxkLdtLMoI6o+Mfyr5m/aE8PR6L4r1NVj2i1u2Ucf8ALNzuX8t1eLHFvD42NNv3Zu3pLp9+33Hu08FHGZfUnFfvKVpesXo7+js15X8jyazkXb5bfhS3E0ZQxgZz+lQvt3FlBXJoC/rX0Fj5u4Rggev1qVd33u5qNSc7cdKlVTnJ7VoZtjgpJqZBio09qmVRgHmrRm2PjXj2qUDjttqNc4POakXnArWKM2yRB+NSoq59CaagK9qlQHIwvXrWiRmye1z5qk+taKqAvYH0rMjJBHGMVpROknG5Qaqxm2RbgX+YcZ7Vp26qFG1TjtWcFO8ADPrV20Zh+7ckelaRWhnN6i3Ee05VeG/SrUHzRL6gc0m1XG056daZbZicxtyM/lWiMGPnU8MB9cdqRemOD9Ktr8wI28UqxIBu2e3FVFktEUOZGGOfU1pRYyPmx6A1DDGqj5doHrTZJQSFXPHerWpGxeXbhlZc5piDGVJI9BT4Q21d2DTZuZfvY46jvVRIY+EdAwBzX0P+yxd7tE1Oz5HlSggH3r55Utlflzivav2WboLrOp22SPMiDgH24rz84hzYOXlb8zsyqXLio/M+haKKK+JPsjz3Wf8Akptp/wBdY6KNZ/5Kbaf9dY6Kp9DOHUh+JixSQ2WmRwoGuLnc+3qFAO76g9R9KktoVWSC3iZUIwcheNwHyH8en4VQ1iae98YSSiON47SIRphuhbn+n5Zq7YySb5ZjDKo+6MDOAOpH06/jXq2caaj/AFqYN3k2eIftrWaS+EtE1DaWWO9KxnHRWViR+BAr5VdhGpfrX2V+1nayXfwmkmYMq290szKyYAI+XIPod1fF9+f3aH+VTFGiehE1zIRx8oqW3uGJCuBtP8VVQDjrz6U8ZwBg1slchuzNHAYFSeP51Xi3W85BzsNTwHfCuRzjrTpojInH3h0NWuxm2SjDDitX4feC9S8ceONP8LaTGxN5IPOkA4gi/jc/QZrN8M2Ooazqttoul2kl5qFzII7eGNclj/gOtff37O/wjsvhn4cMl1sufEF8oa+uRyE9Ik/2R+pyazxFZUo+Y4Qc2ei+HdJs9C0Ky0awjEdrZwrDEo7ADFfJ/wC1rZJJ401pdufNsklwPVUH+FfX9fIn7T92k/j/AFza2Rb2Sxkj18sH+tfI5rNxVKXXnifa8K0/aVq8Xs6U7/gfLYxtGMinKpzk9PSlj5weM06M7s96+8SPz64YIC8cVIgHU0DGz/PFSBeMgdatIzY5VA7VKvdc8UxRng5+lSrjcOOvWtYozbHoufrUo6dfamrH82Omamgi83CKQPU1aMmxEzkZ5NSqxZuc88VYNsoi2r94H71QqhU85zVohj1Xip4xwcDNRoMDPpUqjHGa0RnJky/K3Xk1OMgAjrUA+U81NGAenJrRGUjRt3Dr79DT3jLDHGRVKNijhlB960k2uBinaxBWhkePK5FWvOGOgPHr1qCby/Nwpz61Yto488kMfSrViBTJIw+6QPTFT2sHeQYHUCnAYXDf/qqTzUVcsecdKpMmxMMKuWbIqLduYNj8DUTSNI4yBtHTFShlAwRzVxVjORMWYoK9Q/ZwuTb/ABAWE8CWBl+vQ/0ry925GOMe1dn8G7xrf4j6TIWwGkKHHuprnx8ebDVF5M2wcuXEQfmfXtFFFfAH3B57rP8AyU20/wCusdFGs/8AJTbT/rrHRVPoZw6nJwXFxb6jfujhiZ2cKTg4J4rotL1SNERJ1IkAyAeAD/LrWL4o0G8sbs6hYlriAuWliH3kHfHqM4pbO/Sa3LqhkCqWwBmvdmo1IqSOBScXYg+O1vHq3wi8RW4O7/Rg6j02OuP0zXwTKgmjxnHoa+7tUmfVvDer2WAivYzFB1BIQ4z+tfCsTgfumOHUlSD6isfZ8jsbQnzIpeXIjkFeO3FTRQM7c5Ve5q2h/vfhTiwTl8Ba0iNiM3lxlsYA6Vd0izvNX1C103S7WW6vruQRwQxjJZj2/wDr1j3k+4fLkRrz7mvtb9jP4Tx6B4ah8c65bA6vqKbrNHH/AB7QHoR/tN1z6EVNWqqUeZihHmdjrf2c/grpvw10v+09QWK88TXiD7TcYyIFPPlx+g9T3xXsNFFeNObm+aR2RSSsivqd5Dp+nXF9cOEhgjaRyTgYAr4N+K2vNqC61rUhO7UJ22A/3WOAPwXFfQn7SnjpRB/whmlzZkkw2oOh+6vaP6k8n6V8h/EDVBdalHp8BBhtvv8AoXP+FeNGLzHM6dCGsab5pfL+rH2uGh/Y2RVsXV0nWXLFdbPr+b+S7nLoASOnvTlQ7iBxQR3FPQMPmr9BSPzBij7w4wKlUc5yMUm3K/ep6cZ+XpWiiQ2OHt1NSxKzMApLE9qjXO4Y71oWUfy+YRyePpV9DNiwWwBBf5qsqir91ADTJm8vBweelV90hbcznNUk2ZvQ0kXApk0eMycH1qKCYxkBjkGrg2k89KtKzIepUQ9yCc9qnQ5Jz+FRyIVk2rkjsakVSpzxxWqMnuSJyvaplHBZevoKhXk+mep9KmizyByfWrSM2SxscEgfUVPE58sLkgZ6VWQjbnPNSRn5x1zVmRMvUnAz/OpIW3Y4ximJgH+p9akTdnjrVIROpPTcc981LGq7fw5FQjkDPGKmjByTnjvVolksQwuEGD71Mc9MgnvUcSSHtge9PwQwC5x6VSIaJI9zc5+lbfgq6Fr4s0ycjBW5Tp7nFYikq248e1W9NYpf28i4yJFbP0OaU480XHugi+WSZ9zQtviRvVQaX730qh4fuBdaLZyqfvQoT+VaFfnDVj7xO6uee61/yU20/wCusdFGs/8AJTbT/rrHRVPoRDqbCIst3OSMgDywfr1rC1Dwy125vNNKW19G2HX+CXH3eOxPrW7pUtre2i3dpKJI3JIZf73cfWrJWSK6SQfdlxGSOx/hP/fWa7VOUJaGDipLU83s/JxNaSW7QTOrRyIwwRkEA/0/Gvg/xTaNZ+KNUtmXa0d5MoH0c1+lfiHRLfWYVkjPkXcfzxSqOcd1b1AOK/PT40WdxpvxO1zTbiNUliuSWPqWAbP45z+Ndcasamq3MacJQk09jj98mQqs30FTrayPtJcZPXNNt5Uj4dcH+8KsrPCOrE/hV3NWb/wz8Nr4g+IGg6EwMgvL5Fcn+6PmP6LX6cWkENraxWtugjhhRY41HRVAwB+VfnD8AtattL+NXhS8n4hF95bM3QbkZR+pFfpFXn42/MjajswrzP41/EuDwjYtpeluk2tzp8o6i3U/xt7+grR+Mnj6HwToI+z7ZdVu8raxH+H1c+w/mRXxp458UyWkkt5eTtd6rdsXJc5JJ/iPt6Cvm8di6s6iwmFV6kvw/r8D7PIsooKi8yzB2ox2X8z/AMr6eb07lbxv4jeyWVfOM+p3RLM7HJXPVj715ry5LMxZs5JJ6n1qSU3VxM9zc73kc7mZuppF7ZHbrX1eT5VTy2jyR1k933f+XY+Y4hz2tnGJ9rLSC0jHsv8AN9fu2Qqjk5H4U8e/400Z2jjJ9ant0Z32AjA6mvZR84wiXJ+Vcn0qxHbzE/dx9aswqqAbMZ7nvTyyZwWAP1qhMqSRMoDMoFXrUKIU9arXLhjtHP071LZtwyjPHSr6GZJdjlfm7VEmOnJOatyIJECsMccexqDy5I2wFJ45I71cTOS1FAxz781oW+TGu7iqkUJfBYlVzn3NXGYLHu7jgCrIJJELxkDC46YquoYcZHvT2uMr8nBPVqiXt3z3rSNzORMfvjHTHNTKRkY61o+HNAvNcs9XksmBk0y1+1SJjJePOGx7jisxG4yDk4pxnGTcU9UTKElFSa0f6E2Bz6+tSLk4IA6fnUKPlcAkj1qXd8gC9a0MWibJHHrTyQSBnGKiTbj5ulXtH0zUtYumtdK025vrhV3+XBGXYKO+BTvZais3oiNQOGPIxViM/MoOMZ6VB5bxu0cgZJEbDIwwVPcGpVVcc9RWiIZrL1y3TtUV3kN8q8kZqvBLIFAVue2asrHgZlcknt6UJA3dES72Bz949Ku2S7IixbJYdaqZAJA2lh0xV6HHlxswxuFU2Zn2D8MZluPBGlzA5zAoJz6cV01cD8Bbn7T8OrNTz5ZZD+ZrvRxwa/PcRHlqyj5s+3w8ualGXkjz7Wf+Sm2n/XWOijWf+Sm2n/XWOis30Kh1NfRbC30aAaZAu2EOXjY9XJ65981pSxrLA8bnapHX0HQn8CCfxouIUkZkf7uevpjjI/E5/Cm28jiQwyrmVclfSQDgj8Rj866JScnzdTJJLQW3ZpUV2AWbdhv9mQdR9CM18H/tg2As/jjqc0alVu4opgPT5ApH5qa+71AjuivLRypu/wB4Dv8AUV8d/t32Bh+Imj6gF5uNMClh0ch3wfyxW2Hfviex87Anb60oBznt3oG3Hf6U4g4HXJrvSIY6N5omSaGTZLG6vGy9VYHIP5iv0K/Zr+LGn/EbwdBb3NwkXiKwjWK+tmPzPgYEq+oYcn0Oa/PVQRwK0fD+s6p4f1i31jQ9QmsL+3IMc8TYI9j2I9jxWdagq0bBGbgz6H+O/iRrzxzrmpXTloLFjBCp7KvQfiTXzw93NqGpPeXZzJKd309BXUeK/GcnijSL6XUNkWq3Eokm2DCSnuR6fSuNQkEZxkdMV5HD2XTwzrVay9+Umvl0t5P+tj6firN6eLhh8PhpXpQgtP72zv5q3436mpgkDHX0qpNtMxGMUsMkznywwz64qwLVWi28l/WvplofHMrKOTyRWjBGqKqgdetZysRIFbsea0xkY9/5VpYxYlxJtYRrx6moB1+9n1pr58189SaAgQ5JJ7mtEiGSADOc4HpUikghlYhvaowVYYwR7Yq5FCu1cjPqaZDJorhHwHG1vWrSMFA5yPXNZci7ZSFxx2pylicA4q0iGzTeZUUZIPrVeaZpMdlHSoEGcjNSJ1APNWkQyXjGMj61PYwXF5dwWVrC01xPIsUMa9XdjgD8zVcDBxjNbPgrWR4c8WaT4gMHniwuUmePu6g8498ZxVNuza3J0vqfSFp4N0n4P/BfWbvWLiObXtYt/JlbPAJHES+wycn1NfMURVIskjGODmveNC8Uab8XPjtb2fiC3a80B7aT7FaSMyBGG3GdpHPJrW8DfC3w7P8AGzxZNqVmg0PQXV7e0JPl5ZdwLdyAO3tXg4CtOjKpWxF+aSTt5JtL5u/yVj28wp05wpYfDtNRbu/NpX+SS36u/Sx87ru2rujkG/odhAb6HvWlYaNrN1dJZ2uk38tw67liEDByvqAR0969vv8A47+E5fEP9nP4Bs5NBjuBGJ/LQSDBxvCgcDPavUvEEsMPxq8F6hb4EF/Y3FsrKMBhsMg/9Br0KmPq07KVO103v2VzzIYOnPWM76pbdz5l8OfDPx14hSZ9O0GcJA2x2nIjG70GTzXZ/AQ+L/CfxHv/AA7BoluNSntz50F9IYgqqeGVlByOO1bXxp+Kfi3Qfiz/AGZpd6LPTtPaLdAsakT7vvFiRnv29K9D8aPDB8aPAWtxqqrexT2rOBywaJmUH16VlWxNadO1SKtOLa36K+ppSw9OM7wk7xaT+emh4Rd+D/E/i34uavoqw2y6kbkyXrpkQQjA5zjOMY7ZPNegH4LeCbSZNN1Tx3s1NuCgKqA3pjP88V6H4Rggtfin46ghZI9Qu44J0J6lSjKMfiDXzLqWia+viG4stR0y/l1Y3BDgxFndyfvA9x71dGvUxD5Yz5EkvndefQipRp0VzSjzNt/n+Z2ejfCcXfxQPhZNdt72xt4xcXF1bn5kTPCHsGPsTXY6/efBHSdRk8MzaLJK0EginvIUB8pwecvnJx3wKofBSz1LwB8QG0/xXZvp41i3EdvPIcq7jnbu9fmqh4w+CvjCTxlff2SkE+nXs7SJcNKFMasckMO5H60pVIzrctaraKWjTtd9WEabhS5qdO7b1TV7djZ/aK8P6Dp/hLQdQ0GytoITKV82FAPMVlXBJ714tbsD8hBLKK+ifjXo0Fj8EbKzjuFnGmyQr5gOQSDhv1rwfw1oV74g8QWel6bGTNcybWxzsXqzfQDJrpyuqnhm5PRN6s58wpP265VulofQv7Mk0svgq5VlbZHdFVY9+Af616uRkVl+FNDs/DugWuj2KBYoEwTjlm7sfqa1K+TxVVVa0px2bPo8NTdKlGD3R57rP/JTbT/rrHRRrP8AyU20/wCusdFZPoXDqda33j6jgj1xwf0JP4UyWJZFHzbWUja/90/wt/IH6U+QET4HU4AP+0Bx+YzTk5A2ruBBwv8AeH8S/UHNbGZW3NLEQVEVxE27bn7j/wDxLDNfMn7edn5ml+FtVjG1TLNC6nqh2g4+mTX1BcRk7ZY2Uyqvylukqf3T718+ftqRQXnwqt54yXNrfoVb+5vIBVvoQa3w/wAaZEnbc+NF9OmTxTmDBcA5PtSHG/Gc0/Py5HXuTXqIgbnnByMinIFxuakXduPQ+9OI6YPtiqiZkijdjC89sVJ5MudwQ8VZtoxGADgEDkipchjkZNVckpjfGwx8rCr0Um5Aw6YpjKsnysoz29RUdrI0EhjYdeK0Wpm9yWdcrvHXvVm3dXiB79DQozzxg+1V2L28hKfMp6cVpExZZki8wkrgEVGYJDj1qWOaNlAzgnqTUq7M/fHHerTZLSGxwbGDFtx7CppZFSMluvYVG08cf3fmaoZWZ3Mj/MO2KaRLYD73PU85PepU7jBFRDDDnJqRDxyOK0RmyQgheMD3p6ZA6dKWBkVtrqCG/SpnjKE4AwapE2GruzlcipFDEgZx3NMVipzjOe1TxnPDDHpWiSM2dv8AAm8+xfF/wzL9xXu/KYeoYf8A1q+hNY8XaX4M/aA1bT/EDLb6T4hsIT5zfcWRVCfN7EZGfU18kWct1Z3cV5bzNDPCweKRT8yMOhHvXVeGvFUB8Xwat45tZPFFoU8uWK5kYuqnupB7HtXFicH7Wbn0ta3XvodFDE+zio9b38j17UvgZ4Rg1eTWpfHtnD4cEhuGi3IW253bQwPI9+vtXoHxT1XR7CH4feKYJ1h0yDUU2SsCAIXhYA464wa8+fVv2bZrhNTexu9ygN9ixOUDD/pnuxXIfGb4kR/ECWz0/TbM2WhWBzBCwwXbGAxHYAdBXFCjWr1I8/NZXvdJdLfNnTKpSowly2u7bO//AAxD+0Hqmi+IPiVLqfh/UIr21ltYw0qAgB1JyOR6YrtPE/xT8P6hp/gxrWG9k1DQ54prjcgCsBGVcKc89a8OkUBQ0fGOuBU9vKHXjBYda9X6pTcYRevL/wAMcH1malJr7R6R4++JlxqXj6Dxh4bin0m5gt1g/eMG8wAk/MBxg56e1bw/aI8TfZdp0PTGuAP9dvI59cY/rXj8y+ZERkdOMVHGF4BPbv3p/UcPKKjKN7E/W60W2pWudL4n8Va74u1T+0NcvDLMvEaqMJEvoo7Vojxz40XTP7Oi8TagLfbtC+ac7fTNcXvaPDKxLdq0I5Rt3YB44rd0adkuVWRh7Wd27u7Fjvbpovs1xdXDRZOEaQlck19O/s7+C10PQP7cvVU6hfoCozkxRdQPqeCa8j+CngY+K9cfUL6M/wBk2ZBkGP8AWSdlH9fwr6Z8NaGNHtHiW6lkLtuOeg9gK8fOMVDkdKMrPqdWXwrrExfs7ws9b7dtOt/wNmio9knaUn6gUfvvVD+FfMWPpud9jgdZ/wCSm2n/AF1jopNYz/wsyz3Yz5sdFOXQVPqblvqq39qlxb20gVlBO7qF7H8DirHmTMCZmmTkGQRoPlPZwc9DU8lvEGAjjCDooX5drd147GmxpPGVEMwZekYlGfqhP8q6W49EYa9RFjTLeZZyufvPkgkH+8vNeRftdaZqWo/CG+mtIY0igZZ7ok/6xF5BHuK9fW58ld00ckMafx/e8k+h/wBmuV+Kwtde+FXiqwtZI5nfTJsoDkE7Thlp05SjJSsKSUla5+bowVAxjNOOP4s+1NOQSDnIJFXreFVVSwDN1HtXrrQhkFvCJDtzgDrV4RIoXCgYPFVp1aNxIOBmrcbbl3dc9vSrIGzswVQoAY96gVmXJDHPeprpWMYYN0/lVdeVx1NVFkSL8LeYA2fypbmHcN45IHIqpbOY5d3O3oa0cjqOcjjHcU9iGR2c2VC4OQOKnKh1wc56iqc0bQsGj6E8fWrJn2j5Rlsc+1aLczZCAwypHGehp2MHt8vSmgMxJJ+b3pV4Hv0zWyM2Pbrn24zT1+Y98U0K2ACBgevapf4ePm9KszYKPc57AVIuVUA80W0ckhxHG7t0wFrTtNB1y5OLfR71xjqsJouluxMpAEkbcZ7ZrRK70POTjp71o6X4I8T3s8cUWlyqzHAD8Zrs9O+Dvja4IL2sUI92zUzr0ofFJEU/f1jqeZDkhScEVIMGQn2x9a9lsP2e/Es7D7ReRRg84EZzXR6d+zcxI+1anPnuFAH8xWX9o4eK1kW8PUb0R8+ABVznipbeNZQDuwo619R6b+zt4ejx9qkmmx1zJ/hXT6V8EfBtqoC2sb49ST/M1lLOKEdk2XHAVJHyFBHHkBFLH6Zq7BY3bk+TZ3D7v7sRr7Ssfhn4TtMeXpsGf+ua/wCFbNr4W0K3A8vT4h/wGueWeL7MPxN1lc+sj4ns/C3iG4H7nSbls9tuP51q6f8ADTxfLJuTSmRSeNxHSvtKLTbCIfJaRD/gNTJDCPuxRgf7orCWeVfsxRqsqj9qR8lWPwd8Vzbd8cUYP1z/ACrcs/gDq1w4ea9KDuAg/wAa+lGdVJUZY+ijNZWvwXV9aCGCZoZN2VUPjdx3IrNZpiZytzW+RnXwlGjScoxc2ul9zx20/Z/tVwtxeTOx6hWxXRWPwP8AD9rGPOzIfQnNep6fE0dlGsk7M6qBI3qaUxhlMzM+P4BmueeOxEnZzZpDDU+VS5NX+BQ8NaDp+gaZBpmm26QW8fzEKMZPqfc1sll/vD86jjhUIN2Se5JNPEaf3RXHKXM7tnfSg4LRAZE/vCk81PU/kacFX+6PypeAPSp0NPe7nnmsHPxMtP8ArrHRRrBB+Jlpg5/ex0U5dBU+p2Ex+dgys3A34/iXsw9xUTllb59hDD5ueJF9R71auYnVxiQquco2PuH0Psap3lqt1bvby7wmcuifejP95fatYtGUrodNGJ4CDOSHXaswHBH91xWO3h+I2d3bSKJDPC0Zj6EAjqp71tQReTEiLIMY2q55SUe/oacqFl8rDHGf3THDL7qatTaTSZm4ptNr+v6/pn5jXVqLe9uIXQB45WUgjkc1GFydo4A7V9DftJfBu0g8Wf2xoOqx251J2lms5U+638TDHQc9K57w1+zb4h1Wyh1Aa3bi2cZ3RRlj/OvUUkoKb0TMvbQcnBPVdDxt4w6FTgjvUMDNDJh/u9P/AK9fT2l/svSZU3urzyR93jCj8xiprL4A+F2mk877RcrG5XLSdQDjPGKqFaMr2MateNK3N1Pmbcu3DYHt2qpMmJAsakj+HaM19oaR8G/BNoyqdJjcBQQ+Wf8Ama6mz+HvhWzt1mtdKs2H8TiFcoc9CCOlJ4hR6GaxCktD4RttM1Kf5bewu5WP92BiP5Vv6N4N8XXUZWLw9fMOoOzH4c195WHhzRVUSQ2MUKMPlAUKxPfArWTT7GCNR5ESDHVhjj69xWTxz2SLs9z4XtfhH8QL/GNG8lT08yQZ/TNbun/s9+NLj5rmazgXvyxP8q+zz9mXLLGpAHJCZ4+o/nSKJrhw3lhY+oU8kj1OMcVLxtV+RDXRM+UNM/Zy1B8G61hk9li/+vXSWH7OGjIQ15qF1I3f59v8q+hr+3Mnz+diX+FVI+b29TVCJ9rFGh2SL97zM8fh1q1iasl8RxVZyhKzPKtP+A/g23OXtXuD33MW/nxW9YfCvwhZKoi0a0B7fuwTXforPjzGJ9F6D8qlVVA44FZurJ7sluUupyUXg3SYBiOxiiHoFANa+j2+lWLiK+s0dc/JMy5x9R/WtVlz2OT61FPCHXaVyPcUrqStI53GpTlzwevnsW7Pw7oFvctfW2nW++X+McgfT0q+tq0J/wBHkwv91v8AGsGzuLjTT+7Uywd4yen0Pat7T763vI90L/MOqNwy/wBK56sZx1buj0sFXw9T3FFQl2WnzXcclxg7ZIyp9v8ADpUyMrjCsCPT/wCsaV1VvlZc+meDULQMD8vz+x4YVhoz0Pfj5k9L9eagRnztRtxHVHHzD+tPEq9HBQ+/I/PrSsylNMmV2HRs/WniUY+YYHr2qu0i5wg3t6Dn9e1JsZuZGz7D7o/KlyrqWqsl8Jn+LG1S40sx6HIVn3jLA4JHoKs6Ql8NKt/7SIlnCDzMN39/epTJGGLMyhI+B9fwpscuZTuJKNyq4zz71rzP2fJbz8zg9nFYp15Td2rWv7vrb8CYuJF2lXii+nWo4WSS4Zt/T7vHanzXXybTGyg9T7VEJGaILDCC75IPp+NZ8rsdTqxU0r3+RIxXzSytlB/rAO9SR3EFzLthmjkCcttYHBqlcQSmBreGQRMVO3GSc+prH8K+H7mw1Oe7uHWLfkCGN+ME960jCm4OUpWa28zlr4nFQxNOnTo80ZP3nfSP9fidY0ka9WH4c00yMR8sZx6ngU4KiDhQKRySMdM1z6HrPm6sghm+0MyrIFx1AFTCFM5bLH3OaSG3iiyVXBPWpNo9/wA6bavoRSpy5V7TVnn2s/8AJTLP/rpHRRrP/JTLT/rrHRSl0NIdTv2DYIIDqeoqpKgXG4soX7j909j6irw9O9BAI5GaFKxUo3M4gqSCEVn6j/lnJ/gaRR8oj2k46ROcMP8AdNWZbcKreXjB6oeVP+FQKjBApUOP7jnkf7prRO5g4tHPeMfCOleKo4P7R84yW+drxttlCnqp9RV7StD02wsoLWxtgsUC7UCnbIPc+prSBEjBSd2OiSfK34GnfxhG59Fk4b6A1q61TkUL6LoYewp87qcqu+pja6yWOmTXKyK7Y2LuXa+4/wA65jSbdo4QHjJbqSrYJq/4kvP7S1RbaJs29q3O7+J/r7VZtLdmAZVO1epIyK7ad6dPXdniYiSr4h8uy0/zM64vLLT760t7iSaP7QSsW4Hr3GR/nmtlIlbEjMeOf3nKj0PFXY7SAxgNEs2P4uGx6kA9Oo6VA8bQyCBHXaTg7uMex/3h/OspVFLRHRCjKm7vb+vvKDJqq6/9o/tVW01otv2cdS/r7Uax4h0fw+kJ1AyGSQ/KsYy2P73pWnI8QnSN4BloyFRlBBHH8Q7isbW/Dmn66UGoF2aAfunhfbvTPP5c06bpuS9pt5EV/bRhL6vZyvpf+tDatbiO8hjuoF82KQbosDaCP72fX2qzskcfvJBgngL/AInkH8KLO3htLSK2t0CQRqFjXkAgfyNSP8ythuSMZ4OP97/GudtX0O2MXy+9uIiIgO1Rk/ePX8x/WoLyzjulG/IcD5GHUfTHUe1LY2slurK8jsc5xzkfTPUVYA4zuBz0/un8uhovZ6MTgpwtJfIw3M1q4jugFB+64+63+BqzGwPT06//AF60ZYVkQxzKWBHKsACPz61jXVrPY/vIC1xa/wAQHLJ+Fbxkp6dTzK1KeH95ax/Ff1/w5bHcdfXH9RQQNueOPU8D/Cq9tcLMgMTFh/nvTrhJJYWVeG9M8n/Gny2dmR7RSjeOo5gsgG1gfcH+tQSwFJRJCzJMvRl4P/16dp0EsO5nXg9QP8Ks/KQeg/Uf/Wp35XoZcntIpyVmS2GsDiG+Xym6eYo+Q/Udq1xgoNuCp6Y5Fc/NAGUjAOemelMt7i4075lfdAOWjc/dHsaynRUvh0Z10cxqUfdrax79V69/zOjZVYDcAR+eP6iuZFr4jk8UmYXWdKwQMtkYx0x6571qWOrWOqRg2twrD+Nc4f6D1q29wq/Ku1D2ycH8u9Zwc6Laa1emp1V40MfGE41Hypp3i97dHbp5DPIkj+420/7LYFZniHVW0iyNx9ja7kLY4Oce5IrTGJCd0jYPUDhj+FSqIQjRpCTkcjZz+IPWlCSUk5K469GdSlKNGfI3s9Hb5FXS5BcWkNwYliZ13AScFc1bljZk3NIcjkY4/UUkTGSMfuST37foaayyZCxDYx6/N29wamTvLsbU48tNJ+9+F/0G4TYJSuN579cfWpU3sS3Rj1c9vYGuM0ZfEDeK8XAn8jeTICMJt9u1dwDjhRjH4H8q1xFL2LSunc4cox39oQlU5HBJ21Wrt1/rYawEY3BsepPOfxpXYshxkMeh7Cq91btPIuH2kdR0NWVAxjPboeDXM4rc9inVndxtZIlT7gLMGbHalA+bn8agGAfm49M8GnqSo5/8e/xqbG6qX3RPmgkY61GGUfeXb79qcoVueMdqmxspXPP9Z/5Kbaf9dY6KNZ/5KZaf9dY6Kb6Ew6noJqNplXHBIPcVI3SolhwTk/KeoqTQjvruG0h82Zj83CgdTRaTQ30AdOYxwQRzmmanYR30Cx7ijIcqaXT9PjtLfy1dixOS2eprT3eXzMvf59tCaSEMu3h1/utXNeKtSNrH/ZtnI32iUfMD8wiX1+tX9e1VrM/Y7L9/fOPlXtGP7zVlaZpogZri4dpbhzueRhnJ7100IKPvz+SPNxtZzbo0d+r7eXr+RV0nTTHADKjKvGdvOfrW5CifL5e0dM7Tt43YPFSeWMFlIzgg49iKeIS6gfKSdyjP0yP5051ed3ZnRwypLliilLfWlvOIJrmAXBG4QyEByRwR+v6U5XGxlDHaf9YwO7IPTA9un4VyeveB7nUPGI16O8XyCFmePq4x1Cn0rsbGTzITIIFjKEkKy43IfpWlSNOMU4O/fyMaM605yjUjypPTzXf+vQxNUk1W21eztrPTVfT5M/aZG4ZT6ir2qfahpk50+FHmjBKQu/BbHGPQGtKRZBLEFbcQTjDfeTHTmoJI1e5jibJjHzRyMvf+4SKlVE7abfiN0Gub3nr+Hp/X5i2c7SW0ZlREuGQGSJSQCfbjrUscnmepPZjzn2bNYPia8uNH0S4vbFBLJC+0I2cpnv7in+A9Yu9c0hru6hRLgPsYhQBKvqAaHQlyOqtrkxxtP26w0m+dq/8AT/r79DoAG6bdpHO3oV9xikyeu/cT/EM7T7GnBRt3fOUH8WDuQ/h2p2DnHCk98Ha9YXOy39f1/X5EYXnbsAI52nGR9DTgOd24tj+LPI+o70vG0jHA6oSNw+lG4YD7sjs4PI+tAtP6/r+vIytT0wsxurHakp5ZR9x/8DVS0vd37uZSrr1U8EV0PQ9VXPpyrVn6ppi3ZEkWIbodM9G9q6KdVP3Z/eeVisFOLdShv1XR+nn+Y1GD8g7vx5FOKhsnv6r1/GsqCWSOVoZVMcqH5lPary3I43DLeo4x9a0lTa2OWlioTWuhKfkUtkAeo6flWT4ldhpxVf3cUx2OcZ3DH6VqrmTDj5z/AHwMAfh3qnrdtJJaK0QaSQSBgVGR+VRfl1NHBVPda0f9f1+ZyumWdzb2cn2S4wVO4l/vfhXXaFqckVlE9+gkDjmbGT+NYs9nfyN5gs2icjBZOjfWta1H2PR/MvMQpCjNIx5VVHJJ/Cqc3U+PUiGGjhEvqy5bfd939epo+K9bh0fwnqGuLLCY7SBpcyH5OPftR4L16DxN4V03XYE8tLyBZfLY52Ejlc+xr41+KfxE8QfE7xG3hTwzFPBo5m8sQRZzcEHG5/b0FfWPwutI/DngvS9AumMMtvAqsWOUZu/P1rLFYb2MowWst2uy0tf11PpKVZLDKriLRcmkvPe/3afN21OtjIUvGex4Den1qisM0t8ZGkxGT/Ee3pmqepa9b2uuR6QI3WSYKDIOVGc44rbVVjTYvyj16r+NZuM6aTa3OCnWoYycoQlf2bs7d+39aDj8oCleOwPI/OkJ/v5HoG5H50qkAbunuOVNYvjnVL/RfCOp6tpentfXdtbtJDAnIkYe3oOv4VlGLk0kei3ZXNpenPQ+vIoPXuE79xXl37PHjzxN488OXt74k0MafLBP5ccsKMqSDHIw2eRXpswkMLCIc46of6VpVoypVHCW6J5/dulckPIwPu98ciufl1i9W4eNPLUByoIHH41p6bHMJGJDbcc44OfpWLdW8xu7iMWrzKZCQQMGs5rldrhhqrqw5mrGhpd/dzX/AJFxsIKlv3YxmtgH+6Ofbg1z2iwXUeoxtLC4UKR842kV0R64PX0br+BqTZnB6x/yUyzz/wA9Y6KNX/5KXadf9bHRUy6G1Pqehd80tFMuJoreFppnVEUZJJqVqaNpK7HN6+lYmq6yzO1nppDy9Hl/hj/xNVb7ULrUyY7ffb2nQt0eT/AU+zs1iRVjQDtiuqFJQ1nv2PNq4qVX3aWi7/5f5ken2Kwgscu7HLu3JY+prQjj52+uB+ZxTkUbQV9AR+PA/Qn8qmiXMq+hk/RQP6iiU29RUqSikkRsqvGxI+8jn9RUUNutqhCszKrrJyeecZqzEP3cannMDfzFLjfhF6ywAfjU3NeS9n1GD5SQCcRPyPVT2pdrR5OcmEnt1Q0q7WMZxlZU2n2P+c1EJlREdpBIyExuBycfSkDaX9f15fcZt/Fe/wBoR+VuMauGhbtt7irxSF0ZTGWM5ywHHlnsfauS+JOn+Jb42UWi+aIIyTsSTa2TjBP0/rXS6OJ4NLhXUJGMojC3RGOWAxk11Th+6jNSV+3U86jVbxFSk4NJdXs/T0/IdLi3mEV1MouZF8sb2AWUe361bkt4AiiN1jReEIx+7PofasnU9H07XJ7ZrhpZJLRt9ttc/wDj36VqxK0jt50ao4/1kSj7w9Qaylays9epvT5nKScVbo7/AH3+f377nPXfi/TrXxCukSxN5+8RyTKo2bj0HXNdOIeG2hWXPzJ6fSsqbw3ok2tLqMlmrSBQVkDHAPYkd60OlwI3Bjlwdjg/K/196daVJqPs09tSMJSxSlP6w01f3bdvPz/MlMbbQS2V/hcMcr9aDHJu+8Fc9G3cNSJ54ZimM9GRh1+lOEhVMtC3l/xL121hdna4Jb/1/X3oaI33FQNp7oW4b6UhjwhyBsHVGbkfSqkOuafc3s2n2shup4eWUDlPxq35DOVkvH3/AN0p0X61bjKPxaGEJ06q/dPm+633/wBedjN1GxOoqGgH7yP7kmeR7H2rIg3JI0E64dDyvp7/AP167HG0gNhD2dehqhrWni7TzFUR3afccdH9jW1HEW92Wx5mYZU5fvqXxdV3/wCD27mbGzKd2ePUGrUPzndkBuxBrMtpmY7XzG6nayn196uI235s7MdfStZxODD101foXfKYc7guf4hyDWfqumPexyW0mPs88bRSYbgqwwR+RNXYLhW+XeBnueje1WR6AbD/AHW6H1rFSlBno+ypV46M+fPEPw8h+FPwl8Uato90w1X55Le/j+WSJCeAD2PXn6Vy0XxR17w/+zxpOpSXc2oa7q13cQRXNw29kRXYbvfGMCvZP2lf+SLeI8ZUm35Xsee1fPM3hTU9e/Zm8Oa3osMlxc6Nf3TTRKNx8syN8wHfBxn2zXrYCMHTUp9Z6vvddfmdGJf1lp1NbJL5LSx0PhrwD8azZReLIfF7xakE8+K1nnZiykZCtxjn0zWd8NvH3jy9tfiLJrHiPUku7TS2lijMuBbzeegOwfw4BIrs9B/aV8Ox+E4YbnRL4a1HCIvs0SZSRwMZDY4zXk/w6uZ9Tj+KGoX8XkXU+lvNJHjG12uEJGO3WuxRqVFL20Etraef5GFGM6Keq/L+tDrfhVYfGb4o+D55YfHFzZaZaysizSyt5lxLgEqSASQBj861fgp8QPGZ0vx34S13U7me+0bSri4t7ovmWGRPlK7u4ycj6V1/7IV7NafB3Krlf7Ql59DsSvMfhq2/4l/F+QkjdpGoEYHX95WNRc7qxcVZWtp5m9LEQlPki/eW50Xwn+Lut+H/AIAa14q1y+udZ1P+1DaWJuJMncY0Iz/sgnJ+tM8LeCPjf8SNJj8W33jiTSo7seZaw+cyfKeQwVQQqntzmuM8BeEdS8WfswasukW8k97puuG6ESjJkTyo9wA7ngYr1H4VftF+ENN8Eafo/iiC+sNR063W2Pk27OsgQbQeOhOOlKtCUOeWHgnLm10vZeh0RadlN6G34K1T4ofD3wj4h1P4k3Ntqem6ZCzWkhmLXMzgcYOOVPHXBHPFeeeCdI+M3xkFx4sXxjJo1gJWW1QTMi7geQigHgdzXdzeNo/jv8PfFnh7Q9Dv7WeCItazSjMcxAyoLAYBPpXHfAD416H4E8KSeDfGtle2M+nzSeW6W7MxyclWUcgisYRqqE5RgvaXWltlboim4tpN6Gv8J9Z+J1r+0Tb+DvHWtT3SW2lz4jEh8m4AAKy+55Iz7V9K/d+XJA/uv/jXy98NPHCfEL9rC21y2s5YLFdGuILQSjDPGMHcfqxavqL1VeT/AHHrgzKLjUjdWfKrpfM2pbb9f6/r8Dg9X/5KXZ8Y/ex0Umr/APJTLTjH72OivNl0Oqn1O7vryK1T5vmc/dQdTWHMJr+YSXR+VT8sY6L/AImr1xZt9oZzliT1NOEJA+6wGM8DnH+J7VvC0FpucVbnqu0tuxDFCB24qwqZO31O3P8A6EfwHH4U4I4/h+Ydh03H09gM05o22OFB6CNT7nqf1pORUYWGp95ZMYB3S/QAYH86fECDH7RFvzzSyKds5VTgBUX6Z5pxVllkXHCwhRU3NEv6/r0KV/dGzht3VAxaNl5PAqrpGtWl/ZwXFtIJisjRMIwTznGK1TCsgt1kjDLtIIIqK0sreyspYbO1jt1WQvtRcZPXNaKUOWzWpi4Vee6fu2/yZEPOkjkjCuoRtwVBjg+/502ztRayHyY1WO4672zzWmw23Ibna64P17f1qFY2MEkZHzI2U/mKjn0saOir36r+vyKN3byyRhpJis1swI2jqKh1PSLPVry1uLh5zHbyBxtfAL+h9RU+vrqjaUz6QsJvG2j9993bnnPuKjvbe7WCGFFYhly4T+/3/WtYNqzTs9TkrRi3KMoNrR+T7f8AB+Rea13HyTIQRzGxHNMMN23zK6NIhwQ3B/A1LZrM1msc5Pnx4+apjuYCZVw68Mvr7VjzNM61TjJXtb+vzRzuja1fTapfW95pTW0SEKjk8P6kVrkbx5byR+S3oelWLiJZEDclDz7qfUVCi7AY7iMPCTjOOV/+t71c5Rm7xVjClTqUVyznzb6vz9OgzbIj+XNKzZ+444AHvUoWMAsyhZVGef4hQbfb+53PsJ+U9c+xqrJHeDUIYGhV7cgkOM5Qjp9fpULXqbz91ar9df66li0tII55LuK3iju5P9cQMFvxqyvdox/vRmmorEhWXZIo4YU/BY5+5KPyNS5N7lwpqCtFf1/n37iL90mP5k/iQ9RSDlPl+eLup6ilwXbcB5cg6jsaOWYsg2SDqD0NIdv6/r8jF1+w/wCYjbfNtH7xe5HrVGNhNAQWzGw6jrXT7dxJVcP/ABBuhrmry1ay1ExqpEcnzICM49RXdh6nMuV7o+YzbCexn7eC92W/r3+fVdyW1iWOLA/eKec45q9A64CuN6dAT1FVIix+78pB5z3qUAk/LlWHbb1pzV9yMPLkS5Se/sbTUbGS0vbaK8tZBh45VyD9Qa4T4neHvFdr4Sjj+FtxbabNbOzmyWMBZgeoHYNznmu/tWLkrhkccjI+9U20k4KlH7Y6HArKFR05J/g9j2YWnFNf1/XZnyhB4n+L1u5jPwt0465gr9vFmm/d0zjOM/jXffs6fCzUvDum6vq/jKKGfUta+We1kw22PduIfsSWANe3yZGPMzGwI+bsaaAWIMgwezDoeK66mOc4OMYqN97EuNnYo6VpGm6bZmz0uxt7S23FvIjQKue5xVS28M6DaXdzc2ekWUE90jJcERAGZWPzBvUGtxlI/wBYpx/eH+fekkVgvzrvH94VxqpLuTKl16/1935Fbw/puk6TbNbaPp9tpoZtzwwxhVY4xnA+lZuseAPBOsXxvNW8LaVcXbHJllt1bcfrW0quhD7fMHr3q4uSgZf3iHseorNzlF80Wd1GTlHlktv6/qxU0zTdP0q1S00+zhsYE+6sCBU/IVla94J8I65erfa54b0y+uBjE8kAZvzroVBx+75HdWoUf888qe6npUKck7p6m/L/AF/X/AZmwaFo9vew38Ol2aXEEPkxTxRAOkf90H0rR6r2kX9RQBz8uY39Oxps0kcKNLOwhCjLPnAxSbb3C39f1+pwer4/4WXaYz/rY+tFVY74av8AEK2uLdSyCZcEDqq9TRUyNaXU9NdFdSrDIIwa5258LySTtJDrmoQoW3BN+cGiikm0W4p7kY8K3QII8Rahwcjnv+dH/CK3XH/FRahwcjn/AOvRRRzMXs49gPhW6wR/wkWoYJz17/nQfC11k/8AFRahz156/rRRRzMPZx7B/wAItdcf8VFqHHTnp+tL/wAItdc/8VFqHPXnr+tFFHMw5I9g/wCEWuuP+Ki1Djpz0/Wj/hFrrJb/AISLUcnvn/69FFHMw5I9hP8AhFbrbt/4SLUMemf/AK9H/CLXWB/xUWocdOen60UUczD2cewv/CL3e7d/wkWo59c//XoHhe7BJ/4SPUcnrz/9eiijmYckQHhe7AIHiLUQPr/9ek/4RW5x/wAjDqHTHXt+dFFHMw9nHsH/AAitzs2f8JFqG30z/wDXoPhW6JGfEWoHByOf/r0UUczD2cewv/CLXXH/ABUWo8dOf/r0HwvdkjPiPUTj3/8Ar0UUczDkiB8L3ZIJ8RaiSPf/AOvQfC11kH/hItRyOnP/ANeiijmYezj2D/hF7vIP/CR6jke//wBemT+EZpwBNr9/IAcjdzj9aKKak0KVKElaSuhB4PkGMa7fDHT/ADmlPhGY/wDMfv8A/P40UUc8u5Kw9JfZQf8ACJT8f8VBf8e//wBenHwrckc+ItQP4/8A16KKOZlKjBdBsnhKeRdsniC/YehP/wBelHhS4C7R4h1DHpn/AOvRRRzMPYwvewv/AAit1jH/AAkWoY+v/wBekHhS5HTxDqH5/wD16KKOZh7KHYB4UuR08Q6gPx/+vTl8LXS52+ItRGff/wCvRRRzMFSgugf8Ivd7t3/CR6jn1z/9eg+F7skE+I9RyOnP/wBeiilzMfJHsDeF7thg+I9RI+v/ANeorrwfJdR+Xc67fTJ/dfkfzooo5mHJE0vDnh2w0RWaANJM3DSv1x6D0ooopFJJbH//2Q=="/>
          <p:cNvSpPr>
            <a:spLocks noChangeAspect="1" noChangeArrowheads="1"/>
          </p:cNvSpPr>
          <p:nvPr/>
        </p:nvSpPr>
        <p:spPr bwMode="auto">
          <a:xfrm>
            <a:off x="5238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itchFamily="34" charset="0"/>
              <a:ea typeface="ＭＳ Ｐゴシック" charset="-128"/>
              <a:cs typeface="+mn-cs"/>
            </a:endParaRPr>
          </a:p>
        </p:txBody>
      </p:sp>
      <p:sp>
        <p:nvSpPr>
          <p:cNvPr id="10" name="AutoShape 9" descr="data:image/jpg;base64,%20/9j/4AAQSkZJRgABAQEAYABgAAD/2wBDAAUDBAQEAwUEBAQFBQUGBwwIBwcHBw8LCwkMEQ8SEhEPERETFhwXExQaFRERGCEYGh0dHx8fExciJCIeJBweHx7/2wBDAQUFBQcGBw4ICA4eFBEUHh4eHh4eHh4eHh4eHh4eHh4eHh4eHh4eHh4eHh4eHh4eHh4eHh4eHh4eHh4eHh4eHh7/wAARCADUAScDASIAAhEBAxEB/8QAHwAAAQUBAQEBAQEAAAAAAAAAAAECAwQFBgcICQoL/8QAtRAAAgEDAwIEAwUFBAQAAAF9AQIDAAQRBRIhMUEGE1FhByJxFDKBkaEII0KxwRVS0fAkM2JyggkKFhcYGRolJicoKSo0NTY3ODk6Q0RFRkdISUpTVFVWV1hZWmNkZWZnaGlqc3R1dnd4eXqDhIWGh4iJipKTlJWWl5iZmqKjpKWmp6ipqrKztLW2t7i5usLDxMXGx8jJytLT1NXW19jZ2uHi4+Tl5ufo6erx8vP09fb3+Pn6/8QAHwEAAwEBAQEBAQEBAQAAAAAAAAECAwQFBgcICQoL/8QAtREAAgECBAQDBAcFBAQAAQJ3AAECAxEEBSExBhJBUQdhcRMiMoEIFEKRobHBCSMzUvAVYnLRChYkNOEl8RcYGRomJygpKjU2Nzg5OkNERUZHSElKU1RVVldYWVpjZGVmZ2hpanN0dXZ3eHl6goOEhYaHiImKkpOUlZaXmJmaoqOkpaanqKmqsrO0tba3uLm6wsPExcbHyMnK0tPU1dbX2Nna4uPk5ebn6Onq8vP09fb3+Pn6/9oADAMBAAIRAxEAPwDiLbwfc/EL4tfEz7V4g1uKbTtavniSCdm3RrcMu0DPAC9PYYrPg+HEV5pGuatp/iPW5bXS5I1UvdsrTKzBS2O23cmf96u1+HFt40g+JnxQ1Xwp4fbUS/ia/tmmEm3yj9oZuPmGen5V0a2fjfTrm8jHgW1tob2Odbm0a8Co5lIJbBk4I2jFeTXqTVRpN/ifZZfQw7w8ZSjBuy3cb763vrr0OI1v4LW+j2l7Le+K/ESvaLG2BK22VXdVDo2cFfm4PtT9K+CdpqqWNzY+Mtdaznkuo5pJJmVoWhGV4zzv7V2lxJ48ntH0+XwnaPp7K3+jNfKQpMgcbT5mQAVGF6YpuhN490i3it4PCto8SuZJVa9TErnzOTiTj/Wngei+lZqvPm62+Zu8HQ9m/wCHzX7wta35nkHi3wNaaLe2lvB4h165W4sorrc10yFRIuQuMnpWMfD0YH/IX1v/AMDmr1jxP4Y8Ya5d21wfDkVr9ntY7VVjvI2BWMYBO5+uKyf+Fe+MD/zCP/JqH/4uuadXE8z5W7fM9jD4XKfZL2ihzddYnF2Xgk3FtHP/AMJBrC7xnH2pjj9amPgM/wDQxaz/AOBLf416Vpvg3X4LGGGXTZxIi4bbLARn/v5Vg+E9c/6Btx/38g/+OVp7XE+ZyLD5T1UfwPK/+EGP2iaL/hItYxEwXP2lucgH196d/wAIH/1Mes/+BLf416cnhHXvtVzI2mTgSOCuJYM4Cgc/vKl/4RPXP+gbc/8Af2D/AOOU3UxPRsmOHyq3vKN/keVP4GKzxxf8JFrJ3xGTP2luPmIx19qd/wAIGf8AoYtY/wDAlv8AGvTpPCOvNeRSf2ZPsSEof3sGc7yf+enoak/4RPXP+gbcf9/IP/jlDqYnuwjh8q6qP4Hlc3gYxxo3/CRawd0qx/8AHy3GQxz1/wBmnf8ACBt/0MWsf+BLf416dc+EdeeOJU0uc7Z1kbMsHQKw/wCenuKl/wCET1z/AKBtx/39g/8AjlHtMTbd/iCw+VXd1H8DyqbwKY7eab/hItZPlxPJj7S3O1Scdfanf8IGf+hj1n/wJb/GvT7rwjr0lncRpps5eSF41zLABllIH/LT3p48J65/0Dbj/v7B/wDHKPa4m27/ABD6vlV9o2+R5cngIs4X/hI9Z5OP+Plv8ajh8D+Ypb/hItYGHZf+PluzEevtXq6+E9cDhv7NueCP+WkH/wAcqC18Ia9HGVfTJwxkduJYD1Ykf8tPej2mJtu/xD6vlXNtG3yPMv8AhAz/ANDFrP8A4Et/jTf+EGP2iSL/AISLWMIqnP2lucjPrXqn/CJ65/0Dbj/v5B/8cqMeEde+1TSHS5wrBAv72DPA/wCulCqYju/xB4fKrqyj+H+Z5j/wgZ/6GLWP/Alv8abJ4G2yQp/wkWsnzAxz9pbjGPf3r1T/AIRPXP8AoG3H/fyD/wCOVHL4Q19ri3ZdMn2xq4b97B1OMf8ALT2oVXE93+IPD5VpZR/A8x/4QM/9DFrP/gS3+NNm8DeXAZP+Ei1k/Oi4+0t/EcZ616p/wieuf9A24/7+Qf8Axyo7nwjrz2/lrpk+fNjY5lg6Bsn/AJaUKpib6t/iEsPlVnZRv8jzH/hAz/0Mes/+BLf40f8ACB/K7HxFrOFRm/4+W5wCfX2r1L/hE9c/6Btx/wB/YP8A47SP4S17ypAumXBZo2UZlg6kED/lpR7TE93+I5YfKbaKP4HlkXgUvEj/APCRawNyg4+0t/jTh4DOcf8ACR6z/wCBLf416fB4R15II1bTbjIUA4kg9P8ArpUg8J65uB/s24/7+Qf/AByj2mJvuwWHym20fwKvwr/Z8i8WaZe6nf8AirXrSzt5GjDx3TMzleuB+Fbafs++AXHy/EbxdxjI+bjoTn6Blz6bh612Xwn8Ra94V0rUtE1bwxe3FjcTPJBLa3cCyJv6ggyD8weK3U17Q0eORPB3idXjK7WF/b5+UKBn99zwiZ9di+lenQqRcFzN3+Z8lj6M1iJezUeXpbltY8+h/Zp8Gy2a3a/ELxWIjJ5fzOwIbcEwR2+ZgPxqWX9mHwjHatct8QvFPlI8iMfNPBQkNx7EEV6VZ+MtOtbE2a+DvEUkWVP727tmYbX3jkzZ+8M1MfHViY7iM+DNdKTh94Nxa/xsWbH77jJP6CteeHf8zj9lW7L/AMlPKrf9mjwZcLK0XxF8UFYpWidvNOAVGSfoPWjRv2afBOsIkmmfEnxLcxu7xq6THbuXORn1wCa9Kj8VaNEk6Q+CdfiWd2eTZdWwzuGCv+u4BHanaH4t0nRmBsfBevxqHaTZ9ptdu9sgtjzsZwcUc8O/5h7Kt2X/AJKeaX/7M/g6xvFtLj4ieKVmMiR7RITgtjBPtyOfcUal+zP4N091S6+InilHYoFXzCSd5wuPxr1DUvGel6heJd3PgnXmmV0cMLm2HK4IBxNyMgcewp194qsNckSOXwF4huXTaVEc9sWAU5HSajnp9/zD2Vbsv/JT5E/ab+GmofCK4sm0/wASaxdQ3jZgna7cHGG3KQO/A/A0V1v7ct74s17TtO1jVfDN1oujWtyttaieRGZnZXYltpOCQvT0FFOi7p27hjIuMoppXsr2t+nU9l/Zg41f4rHuPG9//wCjGr1vwLpOmS+F7K6m0+1lnnQyTSyQqzyOScsSRkmvI/2Yf+Qt8V/+x3v/AP0Y1e0+Af8AkTtM/wCuA/mapfEzml8KL/8AY+k/9Aux/wDAdf8ACj+x9J/6Bdj/AOA6/wCFXaKsgpf2PpP/AEC7H/wHX/Ck/sjSf+gXY/8AgOv+FXicCvDfHHxV8S6X8SdW0jS49On0bSrWGa8uPIdhbsZMMJGyD0wCYw+3rjgigD2T+x9I/wCgXY/+A6f4Uf2RpH/QLsf/AAHT/CvBdc+K3jqD4lroCW6ppu+WRfI06XzmjjkA6sjAgjqQv4isbxt8cfHuk6pqkVjZ24trPWJVBOlTTM1rEkLOo5jwQHJJI53DDADJAPpP+x9I/wCgXY/+A6f4Uf2PpH/QLsf/AAHT/CvJY/iR4xtvHYs9U0u1ttBmks7eO6ezmUCaVNzLu/vc7ccgHAJqv4c+LXiTVNZt7yS10ZdCvLmxt4LeMObpTd7ymX3bWZE8t3UKMB8Z4yQD2L+x9I/6Bdj/AOA6f4Uf2PpH/QLsf/AdP8K8t0Hxt4q1HxR4s8Pw6/4d1CXSbJZbWW00qQM025t6CMznzgoAUlWX5zjjFO+HXxD8R6la6rrepINd0G3dLa1l0jQp4rmS4/5ajyTI7bU4Uk4+bI7UAeof2PpH/QLsf/AdP8KP7H0j/oF2P/gOn+FcB43+IOpQ+F7LVtC0PWYLg63Z2T2t/YG2luI5HAZYxLgcjgNkYPeq3jzxh4qstEt/EWg3+mWdvcSxW0Gj6ppEovZbgybGQN5ygd+iMPlJyQaAPSP7H0j/AKBdj/4Dp/hR/Y+kf9Aux/8AAdP8K89h+Imtap8RNQ8Dabo0VpPa6dLM+ozSpNDFMCAuVRwSORlchhuGcVQ8T/E7XYvC9zBoOm6be+ILK5tbS7kjuz9hWeWUKY45ChLvt5K4G0NySRyAeo/2PpH/AEC7H/wHT/Cj+x9I/wCgXY/+A6f4V4zZ/FXxrrul2QsfC11Y3N7fOIZra1N3GLYQGQHLFEY7/wB2SWQdxjIFen/D/wAUWPibw9a3UeoW9xdtCGuI0j8plYMUbMZZio3Kw6kccE0Aa/8AZGkf9Aux/wDAdP8ACj+x9I/6Bdj/AOA6f4V5ZpnjrxBrHjGCwW8gs9HvNQ1S1sbmK3DtMbUx7FG7IO7FweOuwYrrbTxrLq7Pp+k6D4g0++kjbyLjVdFnjtUYDjex28e2RmgDpv7H0n/oF2P/AIDr/hQdH0j/AKBdj/4Dp/hXn2i+O/EuneJfEGi+K7K31VtNt7OaJ/Dumzu7CczAhoy7nA8ocj1pvj74g6xD4Y0/VPDeiatBdya1b2RtdRsDbyTq4YkKJSvoOcjpjI60Aeh/2PpH/QLsf/AdP8KP7H0j/oF2P/gOn+FeIeNPi7400zxZ4a03StC8+HUUPnxz6ZJDIJDIY1jPmSKFAO3LDIBxyQwFdVrnjXXtL+K2g+HJNZ8Pi01Is9zZNauJ7RBGSFM/m7C7OMKuwZAY9qAPRf7H0j/oF2P/AIDp/hR/Y+k/9Aux/wDAdP8ACvFfC3xe8Sav8Rtc0mKx02+s4LdHsrfTkuLl2YrJged5aRqCyjJcgDoCa6Pw58QvE3inw1Jq1joNjowsxBLK+qXP7i6RkLSIsif6sqMHd847EdcAHo/9j6R/0C7H/wAB0/wo/sfSP+gXY/8AgOn+Fee6N8ULbVPFkkqM1t4Zg0O51Dz54sGfyp1TzYz1MZG7HrwcdKVPFPjnUPiMmi6RceGm0hrGPU2aexuFuFt5HKxoP3oDSEK/O0BcDg5xQB6D/Y+kf9Aux/8AAdP8KP7I0j/oF2P/AH4T/CvH/EXxI8Un4f6h4n0y70iyuDraWMFjcxbpLSNXw6zZZQJCqsxzwq4we9R+LPH3xM0fQdPNno+m32t6n5k0FkpZnaKIozGJYRKrIVcLl3BBI65oA9l/sjSf+gXY/wDgOv8AhR/Y+k/9Aux/8B1/wrzaH4mawE1q1v7HS7HWLbSorzT7FpJSbiVoXlZCWCtgBMfdGDnNd14U8UaR4isreSxvbd7mS1iuZbVZQZYVkUMNy9R1HWgC/wD2PpP/AEC7H/wHX/Cj+x9J/wCgXY/+A6/4VdooApf2PpP/AEC7H/wHX/CsLx1pOmReGbu6h0+1hngCyQyxxKrxsGGCCBkGuqrC8ff8ifqP/XIf+hCk9gR87f8ABQT/AJIpph7/ANvQf+iJ6KT/AIKB/wDJE9M/7D0H/oieipp7FT3Oi/Zh/wCQr8V/+x2v/wD0Y1e0+Af+RO0z/rgP5mvF/wBl/wD5C/xWHb/hN7//ANGNXqehX2raLpkOlyaHcXgtgUSe3niCyLk4OHZSDjqP1pJpSZTTcUdjRXOf8JFqH/Qr6l/3/t//AI5R/wAJFqH/AEK+pf8Af+3/APjlVzLuRys6M1yuofDvwVqGrz6teeHrSa9uJY5Z5TuHmsn3SwBwevQjB75qf/hItQ/6FfUv+/8Ab/8Axyj/AISLUP8AoV9S/wC/9v8A/HKOZdw5WX18P6OviVvEgslOrNbi2NyXYkR5ztAJwOfQc1Su/BPhO7sLixutBs5ra4ujeTRumQ8xIy5754H4DHSm/wDCRah/0K+pf9/7f/45R/wkWof9CvqX/f8At/8A45RzLuHKya68IeG7vxHB4iutLjn1OADyZZHZhGQMAqhO0EAnkDNVrXwB4LtL8X9r4Z02C5VXVXihC7d+d5AHAJycsOe2af8A8JFqH/Qr6l/3/t//AI5R/wAJFqH/AEK+pf8Af+3/APjlHMu4crLtj4Z8P2J082ekWdudNjeOyMcYBgV8bgv1wM+tWtN0rTtNku5LCzitmvJzcXBjXHmSEAFz7kAVkf8ACRah/wBCvqX/AH/t/wD45R/wkWof9CvqX/f+3/8AjlHMu4crNbVtK0/Vo4I9QtkuEt7iO5iDE/LKhyjDHcGq0/hrQbjxFF4iuNLtptWhi8qG6kXc8S88Lnhep5HNUv8AhItQ/wChX1L/AL/2/wD8co/4SLUP+hX1L/v/AG//AMco5l3DlZP/AMIh4Z8uSMaLZqktvLbSKqYV45G3SKQOu48k9ajufBXhS40W20WTQbJdNtn3wWscflxxtgjcAuOeTz+NM/4SLUP+hX1L/v8A2/8A8co/4SLUP+hX1L/v/b//AByjmXcOVkl/4N8O3nhy18Oy2DR6VahVhtoLiSFVVQQFyjAkYPQnBqxpvhjw/pskEmn6TaWjwWv2OJoowpWHOdnHbPNU/wDhItQ/6FfUv+/9v/8AHKP+Ei1D/oV9S/7/ANv/APHKOZdw5WXYvDWgQ2WnWUek2iW+mSLLYxiMYt3AIDL6Hk8+5q7qdjaalp82n30Kz2s6FJY2zhlPbisX/hItQ/6FfUv+/wDb/wDxyj/hItQ/6FfUv+/9v/8AHKOZdw5WS+FfB3hnwrJcyeH9Ht9Pe6Cido8kyBc7ckk9Nx/OtHVtK0/VVtl1C1S4FrcJcwbifklXO1hjuMmsn/hItQ/6FfUv+/8Ab/8Axyj/AISLUP8AoV9S/wC/9v8A/HKOZdw5WWvEXhXw/wCIXgk1nS4LySAERSNkOgOMgMCDg4HHTgUxPCHhlLWe2GiWflXFwl1MDHkySoQUck8kqVGD2xUH/CRah/0K+pf9/wC3/wDjlH/CRah/0K+pf9/7f/45RzLuHKzWh0rT4dXuNWitlW+uIkhmmBO50QkqD243N+dULrwh4Zu9GttGu9EsrnTrWTzIbWaPfGjc87Wz6n86g/4SLUP+hX1L/v8A2/8A8co/4SLUP+hX1L/v/b//AByjmXcOVj9f8F+FdfuLKfWNEtLuSxGLYupARcg7cDAK5AO05HA4qxqfhjQdS1ew1e802KS/08/6LcAlXjGc7cqRlc87Tke1VP8AhItQ/wChX1L/AL/2/wD8co/4SLUP+hX1L/v/AG//AMco5l3DlZJqHgzwtqF9PfXuiWk9xcMHmZl4kYIUBYdCdrEZI6Gsxvhf4EbTIdNbQIzbwTNND/pEu+N2UK21925QQqjAOOBxV/8A4SLUP+hX1L/v/b//AByj/hItQ/6FfUv+/wDb/wDxyjmXcOVlq28K+Hbe/tNQi0i1+2WdqbS3uGTdJHCeqBjzg471PY6Fo9jqdxqVnp8EF5cKFllRcFgAAB+i9PQegrO/4SLUP+hX1L/v/b//AByj/hItQ/6FfUv+/wDb/wDxyjmXcOVnR0Vzn/CRah/0K+pf9/7f/wCOUf8ACRah/wBCvqX/AH/t/wD45RzLuHKzo6wvH/8AyJ+o/wDXIf8AoQqH/hItQ/6FfUv+/wDb/wDxyqOu3uq61psulx6HcWYuMK89xPEVRcgk4RmJPHA/WhyQ1FnhX/BQP/kiemf9h6D/ANET0Uv/AAUF/wCSKaaO39vQf+iJ6KVPYc9zov2Xv+Qx8Vv+x3v/AP0Y1e1V4r+y9/yGPit/2O9//wCjGr2rH+cVlPc0jsFFGP8AOKMf5xUjCijH+cUUAFFTrayMoYbcGl+xy/7P51XKxcyK9FWPsc3t+dH2OX2o5WHMivRVj7HN7fnSfZJv9n86OVhzIgoqx9kl/wBn86Pskv8As/nRysOZFeip/sk3+z+dL9jl9qOVhzIr0VY+xze350fY5vb86OVhzIr0VY+xy+1J9kl/2fzo5WHMiCip/skv+z+dL9kl/wBn86OVhzIr0VY+xze350fY5vb86OVhzIr0VY+xy+1H2Ob2/OjlYcyK9FWPskv+z+dH2SX/AGfzo5WHMivRU/2Sb/Z/Ol+xze350crDmRXoqZ7WVVLHbge9Q4/zik00NO4UUY/zijH+cUgCijH+cUY/zigD5z/4KDf8kV03/sPQ/wDoieij/goN/wAkV03/ALD0P/oieit6exlPc6L9l7/kMfFb/sd7/wD9GNXtWK8V/Ze/5DHxW/7He/8A/RjV7VWU9y47BijFFFSUGKCKKKANaH/VL9BT6ZB/q1+gp9dKMAooopiCiiigA/Gkz71jeONcXw34V1DWmQSG1hLIh43ueFH4sRXzKfHHxKttS/taHxJJcuzbntiNsY77RG3GMfQ+9AH1p+NFeHeDvj/Yzstp4s02TT5xgNPbqXjz6sh+Zfw3V7Doet6Trlkt5pOo219Aw4eGQMPxx0oA0KQ0tI3SgCv9sg+2/Y/NXz9nmbO+3OM1YriPGNrcaXr9p4qtWeSKLEV3HnOI/UfnXa28iTQpLGwZHAZSO4NY06jlKUWtV+R01qChCFSLun+DW6H0UUVscwUUUUAFFFFABRRRQAUUUUAMn/1L/Q1k4rWn/wBS30NZNZVDWmGKMUUVkWGKMUUUAfOf/BQb/kium/8AYeh/9ET0Uf8ABQb/AJIrpv8A2Hof/RE9Fb09jKe50X7L3/IY+K3/AGO9/wD+jGr2rNeK/sv/APIY+K3/AGO9/wD+jGr2r8DWU9y47BmjNH4Gj8DUlBmg9KPwNJ+dAGvB/ql+gp9Mg/1S/QU+ulHOwoPSisbxRqUtlBFbWe37bdsUhzyEGMs59gP1wKG0ldjSu7Fy+1bTbFwt5fW8DnojyAMfw61W/wCEj0P/AKCUA+pNYtjp9tap8qb5GOZJXGXkbuSfWm3t3HbPtMa9OpIFcc8Yo620OuOEcupj/G3WNOuvh7NDaX1vcedcwxsI5AxHzbuQP92vBo02Z+ZmJxyTk8V6R8ZZ1ms9NUwxKxuGcMqjOAuOv/Aq86rehWVWHMjCtSdKXKyC8s7a8TbcQq/oe4+hrMit9X0C6OpaDqN1BIvJMTlX/Thvoa2qB1FbGR7D8A/ideeK2l0PXCj6jDF5sNwo2+egIByP7wyPrXrzV8tfsx2/2j4nyXCjCQWc8n5sqj/0KvqRhkUAcxdabqlnf3NzbSf2hYXTEz2cnVc9Sh/pWh4YU29j9kUuYIj+5LDBCH+E+46Vn2fhCG3u5Jxq2qbXcsI1nKKoJ6cc14t+2t461fwb4Ss9J0a5mgNzGzyyBzufnaqk9cdSfXiualTaldq34nbiKsHFRjK+3S39ep77d+INLtyyiY3Dr95YBvx9T90fiRXNa344mtL1bMWbW7sobLL5jbT3ABAP4E1+ePgv44/Enw5JJ5GvPfWZH76yvVEsMi9xtP1r3TwB+0b4M1iNbPxBb3Hhi6cYYhTd6e7Y4JjY7k7fdNdWhwn1Lpd9bauR5Xie6a4/55KFhI/4ARk1p79ctDlZINRi/usPKkH0I4NeVWsumarpiajp8sV9ZbdxutOf7ZAD7p/rY/1Ax0rsPCNv4oi1CDfc+ZpJUsxll8wMMcbCfnBzj72BjPFVZAdZba7Ys4huWeynPHl3I2ZPs33T+BrVByM1QmhimiMc0aSIRgqy5BqjpUj6ZqI0uRme1lUvZsTkpj70ZPt1HtkdqTVgubtFFFSMKKKKAGT/AOpf6Gsmtab/AFLfQ1k/gayqGtMM0Zo/A0fgayLDNGaPwNH4GgD5z/4KDf8AJFNN/wCw9D/6Inoo/wCCg3/JFdN6/wDIeh/9ET0VvT2Mp7nRfsvZ/tj4rf8AY73/AP6Mavaua8V/Ze/5DHxW/wCx3v8A/wBGNXtXPtWU9y47BzRzRz7Uc+1SUHNBzijn2pDnFAGvB/ql+gp9RxELCpJwMda5m71m+1Nmj0llt7QEg3jLuZ/+uanj/gR49Aa3lNRV2Yxi5OyNXXdZj08pbxRm6vZQfLgVsHH95j/CvvWJbQ3D3bX9/Kst267BtGEiTOdqj69T3wKdZWUFrvZA7yyHMksjFnkPqWPJ/lVmuOrVc9FsdtKgo6vcK4ma1/tDXL/Ulk3FZzDEso3xFUAB+U8fe3cjmu1Y4FcboqX0Hh+3vmW1urRk8yWS1lLvEW+Yl0wCOSc4ziuSpGpa9PodEXDmSnscN8UngF9p1uumpZzJFI8jRSs0cgJABAY5X7p4rkK6T4m3C3HilfLZXjjtEAIOQckn+tc3Xp4aTlSi5HnYiKjUaQVFeSeTaSy/3ELfpUtZ3iSTy9IlHdyE/M1uYnqH7Iumf8h3VWHAENsh9+XYfqlfQNeZfs06b9h+GFvcMu17+4luD7jO1T/3yor02gAr48/4KJt+70tf+nUf+jTX2HXxt/wUXfEujr62y5/7+NQB8i39zLDp9naR7Vja33ONoyxLMevX0/Kqmn2V1qF5HaWcLTTSHCqtXb+0kmhguFKLAltGNzN3xzj15zWp4L1uLR1vVk003djIoS5mjOyZFbjg88f5zQBV8L+KvE/gvWPtXh/WrrT7mFyCYJTsYg9x0Ir7o/ZX/aAj+JCf8I54lENt4jhTcjr8qXSjqQOze1fN3grRfhjrGlva6fDFcyycut05Fwv0PBGPauXurUfDr4x6LP4fuZlMc8MyKzZZMtgqT3FNOwH6duyqu5jxWPdSG48Q6Si5BSSWUj/ZEbKf1dakt7z7dZ290oKpLEsij6gH+tN0VPP8SXEhHy2tssan0ZyWYfkEpt3FY6OiiipGFFFFADJv9S30NZPNa0/+pf6Gsnn2rKoa0w5o5o59qOfasiw5o5o59qOfagD5z/4KDZ/4Urpv/Yeh/wDRE9FH/BQb/kium/8AYeh/9ET0VvT2Mp7nRfsvf8hj4rf9jvf/APoxq9qrxX9l7/kMfFb/ALHe/wD/AEY1e1Y9qynuXHYKKMe1GPapKCgjijHtRigCn4quXkgt9FgYiS7GZmHVIR978/u/iabGixosaKFVRgAdAKqWKTS3d1qF2hSaZ9iIescScKPx5P4irtY1Z88jpow5UFFFFZGoGuK0uyhhM6wl7ae3upYxJA2xsbyVzjr8pHWu1rn4tGE/iK/hj1CW0ubrbcW4YBopCFCupXrkbVPBB59qidOc9IOzDnjDWS0PF/GA2+LNSXcrbZFXIULnCjPA4zWZVzXzKfEWqGYxmT7ZICUJKnBxxmqderTTUEnueZUa5nbYKwfF0hEdvEvLFmfHrgcfrW47qpwzAHsKbZ+Gdd1nxPYTQ6HfzWEckZklEJCld4Lcn2FU2luSk3sfVPgLTRpHgzR9NH/LvZRRn6hRmtusG18R2wlht7mxu7JXYRxvKoKEngAkE4z05reoUk9gaa3CvA/2zfh3N4w8CjVbKMvcaehEgAyRGTkN/wABPX2J9K98pJFV0KsoZSMEHoRTEflL8Of+EfsNduNH8ceZbQFlUM8ZdIyM5yAehyMdqzfiNDZ6b4wuF0mO3SyaNTCIuUKMvWvuT43/ALMug+LRNqPh5YrG8OW+zn5Uz/sN/D/unK+mK+MfG/gDxR4B1lrXWNJN1FAdzQzoeFz1wDnHupxQBx9v5LK9xDK1nLbwhlKty756juPwrs/CVrd+JPjBoGn3Er3M/mQRM7HJJCjBP44rB1OTwtcQrqenwy2swYedpruSpz3jk549jXqH7IFj/bnxxj1a4VUhs0a4kyeEAGQc+xUD8aAPv13t7Gy3SMI4IUAz6AcCpfCziFp/tStDd3j/AGjy2HITG1F/3tqjIqHSLKTVLiPUbtGS1jO61gYffPaRh/6CPxrbm0+0lvor54VNxGCqvk5A/wAk0AW6KKKACiiigBk3+pf6GsmtWf8A1TfQ1lY9qyqGtMKKMe1GPasiwoox7UY9qAPnP/goN/yRXTf+w9D/AOiJ6KP+Cg3/ACRTTf8AsPQ/+iJ6K3p7GU9zov2X8f2x8Vuv/I73/wD6MavauPevFf2Xv+Qx8Vv+x3v/AP0Y1e1cf5FZT3LjsHHvRx70cf5FHH+RUlBx70hx6Gl4/wAikOP8igCq/wB4/WkpX+8frSVyHatgooooGFQXlpDdxhJlJ2tuRlOGQ+oI6Gp6KAaucHdfC3RJp3mXUNSQuxZsyBySTknJGafB8LvDcZBlkv5vrcFQfwFdzRVurLuZeyiuhjaT4W8PaVg2Ok2sb/32Tc35mtmsDxR4w0Dw5C76jfJ5iqW8iL55Dj2HT8ayvhn4jm+JF3qTRwz6bpNmUUBXxNOWycFh90YHbn3FONOUxSqRgdHdA6pdrpNp85EiNdSD7sKAg4J/vHGAOvOa7aq+n2Nrp9sttZwRwQr0RBgfX3PvViu2nTUFY46k3N3CiikbpWhmc14u8Uf2bMulaXbi/wBamXdHBuwkS9PMlP8ACn6seBXFaj4I03W7Wc+JR/at9c8y3b/KynsI8fcUdgPxzSeAtWs49d1Xw9rMZsvEjXs00on4N2pclHRj94BNoA7AYrvPsvtQB8mePP2W4bvUHudDmikjc5IMvkyD6/KVb64FS+HfhD4q+GWlvqGirGzyFWuDbsZpQFIYbsgblyBkAdua+rvsvtWN4w1rS/C2iyapqswSNeI0HLyv2VR3NAGT8HPinB4wP9kapAtnrcUZbCf6u4UdWX0I7r+Xt6fXk3wg8JXs/iK8+IOvaemnXd8pWyslXBhjI5d/9th/WvWR0psAooopAFFFFADJv9S30NZPHoa1pv8AUt9DWTx6fpWVQ1phx70ce9HH+RRx/kVkWHHvRx70cf5FHH+RQB85/wDBQbH/AApXTev/ACHof/RE9FH/AAUG/wCSK6b/ANh6H/0RPRW9PYynudF+y9n+2Pitj/oeL/8A9GNXtXzV4r+y9/yGPit/2PF//wCjGr2usp7lx2E+aj5qWipKE+ag7qWkNAFRvvH60lK/3z9aSuQ7VsFFFFAwooqlE93q07W2kkLGp2zXjDKJ6hP7zfoO9OMXJ2RMpqKuxby/WGUW0MUl1dsMpbwjLEepzwo9zgV454z8ZeJr2+uNNuFk0ZInKSWsZxJ/wJ++fbANfQ2k6VZ6bbmK3jOWO6SRzl5G/vMe5rmfiX4Fs/FVl58Gy21WFf3Nxjhh/cf1X+VdtOgo6vc4alaUtOh8xeICsekXOPvSARkk8ncQOT+Ne9/svaeLX4cteFcPeXkj59VXCj9Qa8H8a6VrlnfR6Jd6NfRXnm8oISyv2XYw4bJPH0r6s+GujSaB4E0fSZl2TwWy+cv92RvmYfgSRW5idFRRRQAUUUUAc3458GaL4vsVh1KFluIjutruE7ZrdvVG/p0ribfxJ4h+H9wmm+PEfUNILBLbXoIycDss6joffv7161UV3bW93bSW11DHPDIpV45FDKwPUEHgigDhvE/xI8JaNo63sOp2+pzTYFta2jiSSZj0GB0/Gs7wV4N1TXNbi8aePo1e9HzafpfWKxXsSOhk/l9a6nRvAHg3R9TGpab4dsbe7U5SRUyUP+yDwv4YrphxTABRRRSAKKKKACiiigBk3+pb6Gsn5q1p/wDUv9DWTWVQ1ph81HzUtFZFifNR81LRQB85f8FBs/8AClNNz/0Hof8A0RPRR/wUG/5Ippv/AGHof/RE9Fb09jKe50X7L3/IY+K3/Y8X/wD6MavavwrxX9l7H9sfFb/sd7//ANGNXtXH+RWU9y47B+FH4Ucf5FHH+RUlB+FBo4/yKQ4/yKAKr/eP1pKVs7j8pPNJg/3TXIdiYVXvry3s0D3Em3ccKoGWc+igck+wqJJL3UJmg02NY0Rtsl1OMIp77V6ufyHvW1o+jWGnyG43m5vCMNczEM5HoOyj2GPxraFFy30MqldR0Rl2ml3+rkNfq9jYn/l3B/eyj/bI+6P9kc+p7V09tBDbwJDBEkcaDaqqMACneZH/AHl/OjzE/vL+ddkIRgrI4pScndj6Kb5if3l/OjzE/vL+dWSDRoxVmRSV+6SOn0p1M8xP7y/nS+Yn95fzoAdRTPMT+8v50eYn95fzoAfRTfMT+8v50nmJ/eX86AH0UzzE/vL+dL5if3l/OgB1FM8xP7y/nS+Yn95fzoAdRTfMT+8v50nmJ/fX86AH0U3zE/vL+dHmJ/eX86AHUUzzE/vr+dL5if3l/OgBs5/ct9DWV+Faczp5TfMvQ96zOP8AIrKoa0w/Cj8KOP8AIo4/yKyLD8KPwo4/yKOP8igD5z/4KDf8kV03/sPQ/wDoieij/goNj/hSum/9h6H/ANET0VvT2Mp7nQ/sv4/tj4rc/wDM73//AKMavauPX9a8U/ZikSPVviqzsqj/AITi/wCp/wCmjV7N9qt/+e0f51nJalxehLx6/rRx6/rUX2q3/wCe0f50farf/ntH+dTZjuiXj1/Wjj1/WovtVv8A89o/zqRJEkGUZWHsaLD0F+X1FHy+opfyo/KkAny+v60fL6il/Kj8qAE+X1FHy+opfyo/KgBPl9RR8vqKX8qPyoAT5fUUfL6il/Kj8qAE+X1FHy+opfyo/KgBPl9RR8vqKX8qPyoAT5fUUfL6il/Kj8qAE+X1FHy+opfyo/KgBPl9RR8vqKX8qPyoAT5fUUfL6il/Kj8qAE+X1FHy+opfyo/KgBPl9RRx6/rS/lR+VACcev60cev60v5UflQAnHr+tHHr+tL+VH5UAfOf/BQXH/CldN5/5j0P/oieij/goN/yRXTf+w9D/wCiJ6K3p7GU9zV/Zsbb4i+KOcf8jpqGM/8AXU17OJV9B+VeIfs9SeXr/wATz6+NdQA+vmGvXPPPvXqYWmpU7ni42q41bHGeM/ixb+G/E02h/wDCO3188Xl5lhdApLgkAA8k8HgVtaL4/wBL1Pxlc+F47eWK5gj3+a0kRjduCY1w24uByRjgdcVn654E8I65qU2pato0V5dS4JkkYkoQAAV9DgCrNh4T8P2PiN/EFtZsl8w6+a2xTt2lgnQMQSCcdzWnsZ3MvrNO3mdn5q+g/KksGzqc+OnkxnA9dz1mmc4qzoLmTULps5xFGPxy/FY4ymo0mzbAVeaskbOfY0Z9jTuaQ5968Y94TPsaM+xpSaM0AJn2NGfY0uT70c0AJn2NGfY07mjmgBufY0Z9jS80ZPvQAmfY0Z9jS5oz9aAEz7GjPsaUZpeaAG59jRn2NO5o5oAbn2NGfY0uT70ZPvQAmfY0Z9jS5PvQM0AJn2NGfY07mjmgBufY0Z9jTufekz9fyoATPsaM+xpcn3ozQAmfY0Z9jS5peaAG59jRn2NO5o5oA+cv+Cgv/JFdN/7D0P8A6Inoo/4KDf8AJFdN/wCw9D/6InorensZT3PnH4h/Ejxr4F+LPj/R/DOuy2VlceJL24li8qNwzmZufmU1jf8AC+Pip/0NDf8AgJD/APEUUVom0RZB/wAL4+Kn/Q0N/wCAkP8A8RR/wvj4qf8AQ0P/AOAkP/xFFFHMwsg/4Xx8VP8AoaG/8BIf/iKnt/2hfjBbpsg8YzxL6LbQgf8AoFFFJu+4JJbEv/DRnxm/6He7/wC/EX/xNN/4aK+Muc/8Jvef9+Yv/iaKKVkO7D/hor4y/wDQ73n/AH5i/wDiaX/hoz4zf9Dtdf8AfiL/AOJooosguxf+GjPjN/0O11/34i/+JpP+GjPjN/0O11/34i/+JooosguH/DRnxm/6Ha6/78Rf/E0v/DRnxm/6Ha7/AO/EX/xNFFFkF2H/AA0Z8Zv+h2u/+/EX/wATR/w0Z8Zv+h2uv+/EX/xNFFFkF2H/AA0Z8Zv+h2uv+/EX/wATR/w0Z8Zv+h2uv+/EX/xNFFFkF2H/AA0Z8Zv+h2u/+/EX/wATR/w0Z8Zv+h3u/wDvxF/8TRRRZBdh/wANGfGb/odrv/vxF/8AE0f8NGfGb/odrv8A78Rf/E0UUWQXYn/DRnxm/wCh2uv+/EX/AMTR/wANF/Gb/od7v/vxF/8AE0UUWQXYv/DRnxm/6Ha6/wC/EX/xNH/DRnxm/wCh2u/+/EX/AMTRRRZBdif8NGfGb/odrr/vxF/8TR/w0Z8Zv+h2uv8AvxF/8TRRRZBdh/w0Z8Zv+h2uv+/EX/xNH/DRnxm/6Ha7/wC/EX/xNFFFkK4v/DRnxm/6Ha6/78Rf/E0f8NGfGb/odrr/AL8Rf/E0UUWQ7sP+GjPjN/0O11/34i/+Jo/4aM+M3/Q7Xf8A34i/+Jooosguw/4aM+M3/Q7Xf/fiL/4mk/4aM+M3/Q7XX/fiL/4miiiyC7MHx18WPiB470iPR/FXiKbUrGOcXCRPFGoEgVlDZVQejN+dFFFMR//Z"/>
          <p:cNvSpPr>
            <a:spLocks noChangeAspect="1" noChangeArrowheads="1"/>
          </p:cNvSpPr>
          <p:nvPr/>
        </p:nvSpPr>
        <p:spPr bwMode="auto">
          <a:xfrm>
            <a:off x="457200" y="4572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itchFamily="34" charset="0"/>
              <a:ea typeface="ＭＳ Ｐゴシック" charset="-128"/>
              <a:cs typeface="+mn-cs"/>
            </a:endParaRPr>
          </a:p>
        </p:txBody>
      </p:sp>
      <p:sp>
        <p:nvSpPr>
          <p:cNvPr id="12" name="AutoShape 8" descr="data:image/jpg;base64,%20/9j/4AAQSkZJRgABAQEAYABgAAD/2wBDAAUDBAQEAwUEBAQFBQUGBwwIBwcHBw8LCwkMEQ8SEhEPERETFhwXExQaFRERGCEYGh0dHx8fExciJCIeJBweHx7/2wBDAQUFBQcGBw4ICA4eFBEUHh4eHh4eHh4eHh4eHh4eHh4eHh4eHh4eHh4eHh4eHh4eHh4eHh4eHh4eHh4eHh4eHh7/wAARCADTASUDASIAAhEBAxEB/8QAHwAAAQUBAQEBAQEAAAAAAAAAAAECAwQFBgcICQoL/8QAtRAAAgEDAwIEAwUFBAQAAAF9AQIDAAQRBRIhMUEGE1FhByJxFDKBkaEII0KxwRVS0fAkM2JyggkKFhcYGRolJicoKSo0NTY3ODk6Q0RFRkdISUpTVFVWV1hZWmNkZWZnaGlqc3R1dnd4eXqDhIWGh4iJipKTlJWWl5iZmqKjpKWmp6ipqrKztLW2t7i5usLDxMXGx8jJytLT1NXW19jZ2uHi4+Tl5ufo6erx8vP09fb3+Pn6/8QAHwEAAwEBAQEBAQEBAQAAAAAAAAECAwQFBgcICQoL/8QAtREAAgECBAQDBAcFBAQAAQJ3AAECAxEEBSExBhJBUQdhcRMiMoEIFEKRobHBCSMzUvAVYnLRChYkNOEl8RcYGRomJygpKjU2Nzg5OkNERUZHSElKU1RVVldYWVpjZGVmZ2hpanN0dXZ3eHl6goOEhYaHiImKkpOUlZaXmJmaoqOkpaanqKmqsrO0tba3uLm6wsPExcbHyMnK0tPU1dbX2Nna4uPk5ebn6Onq8vP09fb3+Pn6/9oADAMBAAIRAxEAPwDzj4dfC/wlq/wbXxlqGl3lzPbyNHc+TcFRjblWx/vEA+1a+i/Bbwnd2fhm8u4fIi1aWaK4LSuqxMqb4xuJwNwIGT0yfSuv+CHg34mSfCbRH0MaL/Zd5C04ScgtIHBRg+VORjtXVwfD/wCLENtNapb+GjbzMGaJsFRiMx8Arx8pI49a8acqnM/i/Hufb0FhPYrWnfTe19rW23T1+R5f4m+D/gPQYLVrzQ9SWaSSeOaE3fKtHEjDBHBBLde4wa1W+A/w9jSS+NvePZTCxNmonIc+bIscu45x8rNx9K7a++HPxavrR7a7OhTRk5TdICYhtVCqHb8oKqAR7Vbi8EfGCMMoXw6UJQhGIKpslMo2jbx85zSVSpd3UrfMcqeE5I2nTv127+h84a94H8LWWu39lb6YfJt7mSFN8zliFYrk8+1UJfCPh3bgaaoJ7+a/H617zqPwR+Id/qFxfTpo4muJGlk2XO0bmOTgbeOarn4C+PTjcul4z2uz/wDE1y/7Vzfat8z2lVyb2ST9ne3aO/3HlP8AwrXwtn/j1m/7/NT4fhn4VaZVNrNgnn981e5f8Kh8Zf8APjZf+DD/AO106P4R+MkkVvsFicH/AKCH/wBrrX/ae7OJzym20PuR4FZ/DrwvNbJK1rKC2ekrepqb/hWvhb/n1m/7/NXuFn8HPGkFskTWdixXOSL/ABnnP9ypf+FQ+Mv+fGy/8GH/ANrof1nuwU8ptqofgeDj4b+FzdXEf2WXEbBR+9b0Bp//AArXwt/z6y/9/mr3Ffg940FxPK1lY/vXDAfb+gwB/cqT/hUPjL/nxsv/AAYf/a6H9Z6NijPKbaqH4Hg8vw38LrcQxi1lw8TOf3rdQ2Kf/wAK18Lf8+s3/f5q9xk+D3jRrmKX7FYBUiKY+38kls5+5Un/AAqHxl/z42X/AIMP/tdD+s92EZ5V1UPwPB7j4b+F47dXW0lyZo05lboc5/lT/wDhWvhb/n1l/wC/zV7jcfB7xpLEkYsrEYmSQn7fnIXPH3PepP8AhUPjL/nxsf8AwYf/AGuh/WbbsFPKru6h+B4S/wANvCywzSfZZcpGzj983UAmkj+G/hZo1Y2svKg/61q91l+EHjRoZY1sbEF42QE3+cZGM/coj+D/AIyWNV+w2JwAP+Qh/wDa6P8AabbsOfKr7Qt8jw1Php4VaRVNrNywH+uaooPhz4XkEhNrL8sroMSt0DEV70nwi8ZK6t9gseCD/wAhD/7XUNt8HfGkauGs7Bi0jPxf4xkk4+5R/tNt3+IOeVc20LfI8P8A+Fa+Ff8An1m/7/NTD8OPC32p4vsku1Y0b/Wt1Iya94/4VD4y/wCfGx/8GH/2uo/+FPeNPtUkxs7DDIigfb/Qf7lC+s23YOeU3VlD8Dw7/hWvhX/n1m/7/NTJfhx4WV4FFrL+8Zwf3rdguP5mveP+FQ+Mv+fGy/8ABh/9rqOX4PeNHlgYWViBEXJH2/ruC/7HtQvrHVsJTym2ih+B4d/wrXwt/wA+s3/f5qZcfDjwtHayyi0lLLsxmVu7qv8AU17x/wAKh8Zf8+Nj/wCDD/7XUdz8HvGkls8K2Vipcpyb/PR1b+57UL6zfdhKeU20UPwPDv8AhWvhX/n1m/7+tTofhn4VaVVNrNgn/ns1e5/8Kh8Zf8+Nl/4MP/tdKnwj8Zo4YWNiSPXUP/tdH+093+JXPlPaH4FPwD+zb8OLj4dxeJvEGl3dy8sXnLFbXLIQucdS2KuR/Af4HyMVi8MeIHIL8fayDhQecE8Z2t9Mc13fgix+IuieDk8L6x4b0PWrOLCxFtRaMhQcgH5DnB6dK1ZofEMzM0vw28PszBwx/tdud2N2f3XfAr1adSPIr3/E+NxVGftpcrja+luVI4SL9mz4KSCzI0HWB9rKqoN4/wArFGfB59FP6UyT9nH4Hx2FtfNour+TOkT5+2P8gk+7nn6/lXpsOpeNYY444/AmihYn3oP7ZPytjGR+69CRQmo+NFgEC+A9E8oMrBP7YOAVAC/8suwAq/aQ8/xOf2NXuvvieUQ/s/8AwJk0U6t/YusC3WIyvi7dmUbtoGAepNXvDv7NvwP1y1trqy0fVvJuYPPiZ7xxuUHB4z2JFegGTxUbdbf/AIV5oQiXO1BrBAGTk/8ALL15qfT9Q8Z2BJs/AOiQ5GPk1gjj/v17Ue0h5/iHsavdffE86i/Zp+Ccl79lXRNWD75kybx8Zi27u/fcMVBa/s4/BK51SXTl0PVo5UuPs4JvmIJ27t2M5A4I/CvUBq3jcSGQeBNF3ksc/wBsHOW+9/yy74FRR6h40iuHuYfAOhrO7+Yz/wBsHJbGMn916U/aQ8/xD2NXuvvifBn7U/w7074ZfE3/AIR/Scmxks0uYSzEsQzMOck8jGPworX/AGz4PFS/FeC+8XLZpe3unpLFFayF444hI6KoyP8AZP8AOirpu8TLEK1Rp26bbbeR9k/sz4/4UH4N4/5hq/8AoTV6Lgeledfszj/iwng3/sGr/wChNXouP85rF7gtgwPSjA9KMf5zRSGGB6UYHpSceo/OjjGe1AC4HpRgelJS4oAMD0owPSijH+c0AGB6UYHpR/nrRTAMD0owPSkGCMggj2pcUgDA9KMD0pKOKYC4HpRgelJx60uPzpAGB6UYHpRRimAYHpRgelGP85oxSAMD0owPSijFABgelGB6UYoxQAYHpRgelJxmloAMD0owPSkGPWgc0ALgelGB6UYooAMD0owPSjH+c0Y/zmgAwPSjA9KMf5zRj/OaAPhn/goh/wAlX0D/ALAKf+lE9FH/AAUP/wCSr6B/2AU/9KJ6K6I7GMtz6i/Zn/5IH4N6/wDINX/0Jq9F/OvOv2Zif+FB+Def+Yav/oTV6Lk+tYPc1WwfnUGoIZbGeMRNKWjYBA5Tdx03DkfWp8n1qO6hjuraS3uEEkMqlHRujKRgg0hnzRHc30cOl3N7JfpbvaXKttvpbn94lyQd2CSpC7Rz2rotfv8AxBY/Djw9YX15elv7I86S1CbxeSRIWkjlmD7ugBKjkgHnqK9StvAPhO2gu4LfSI4Y7qLynVHYBEyDtTn5BkA/Ljnmm3HgLw5PpdtpckN59itozHHCL2ULgggk4bkkMwJPJBq+ZEtM5D4XX+vyWt3aWs1zLiwiuV06aMRratMoZFjmLMQuCSA2eg7cVl3kPjWX4i6bpN1aajfRjTp7ye0k15UViJIljZmiVMDJYAHhufSvT/DXhPRvDkkz6THdRecFEivdSSK2AADhiRkAAD2FWtG0LS9ImuLixtglxdMGuJ2YvJLjpuY5JAzwKVx2MLx94g8RaHZaZfWOmWrQPdQR37TT4WMSHZtGOeHZPm9M1P4c1/XtU0XUb46JC8sFw0VmkczIt4ihcuDIAVG4soJHO3Pet3WdNs9X0yfTdQi861nAEiZIzggjkcjBAP4VbUbQAOg6UhnMw694qeVFk8B3ESMwDP8A2rbnaM8nA61S8Rafqi+LotXurprDRYov391HqHloEAOUmicbCDk4ZMMPWuzrH1LwvoOpaqmp6jpsN5dRgBGmBdVx0IU8A/hRcDgtF1G/tNGtLTSGbStN17XHt9LlmBZ7e1ETyPL8/wDFJ5TFQeBvHHGKg0261fS/D1l4qt9b1K6+3695Fva3UwkS6tXl8tQoxwcKZAV7H0r1PU9OsNTszZ6hZwXVsSD5UqBlyOnFVU8P6MuqRaoNOtzeQoEhkK5MSgYAUdF49KpMVj5i8ba9rUOjeKJLS+1WOFtUu1gvnleJTEqfIFJZm6g4XjAIP8XHR+JNQ1ZvhVotx/wkU2hkak8Zu3keRXUyKo5QDr2z05r2jXvAvhvWobiG/tblobmR5Z447uSNZGcAMSFIByAKsQeEtDjtLe0ktXu4LdnaJLuZpgCwwThyc8ZHtk0cyFys8X8HalqQ+LenLLeSzK92bJ4fOkIMaWzOJAhbO4tj5iOeBU2pXWv2Ov6prK2usaiHv7eybT4ryXdbQM4QB5VwqOS4baM4HXFev6d4M8Oafc211aaf5dzbSmWOfzGMgJUKQWJyV2gDaeMAelLd+D9Dubq4uTFcwPcyeZOLe7kiWRyACzKpAJ4HPtRzILGD4z0zxbrPhux0DTNPeyyUlvpDqJDiONgfISUfNvcAAv0AzWd8L7i41Pxjf3Wnza9FpVjbfZLuDUbrz1a935YI3IIVQBuU4Ofau4vfDulXum2+m3UDyWcAwsRmbawxjDc/MPrmtCxtLWws47Oxt4ra3iG1IolCqo9gKVyjitW8V+KdMsllvNBtoZ7rbbWUPnZMl155TbjqUZMSAjoAc1L8Rv8AhJVa4utPjuU061tmkeaHU4rcHAJJYMhIx65FdDaeHdJttXbV1tfM1Bs4uJnMjoD1Clido9hUmuaHpmtpFHqlt9qhibcIXc+Wx/2l6N+OaLgcB8MP+Ekt/ha9/rFhcxXl1oa3Ul5NqLTyzTGDOdh/1fXOBjBrovDWuW+j/CbSNd1e7keNNOieSVm3vM5UYUd2djwB1J4rrQoC7cDbjGMcYrBsvBvhiyvY7y20a1SWJzJFxlYmPVkU8KfpSA5nxxaNLcaLt1LWtMl127WGQtesi2YKbigVcAOcbRkkZz1rcvbG48H+GL2fw9Z6jrF6AhEV3eyTO/IBb5iegJbC4zit/VdOsdWsJLHUrSG7tpPvxSoGU/hTNF0qx0ayFlp0RhgDFghctgn60XA5nwOlprF+2vz+JZdZ1KEGM28e6CKz3dV8jrn/AGnyfTFc2LfUdV8feIf7O8R3qytcpZWtvLeeWhWGPzJigWMnCvOF/DBJ4r0abQ9Kk16HXWsYhqcKNGtyo2uVPVSR94fXNU7nwf4buLaOCXS4iI55biN1Yq6SSsWkYMDkFiTnmmmFjnJ7W68IaNaWkNzPHquq6gUSO2Yz/aJSpP3piNnyqSTWf4NsPF2j+OnttUHiFtIvWe7hPmQyQxXByZI5CoJCN1XBGDkdxXbHwpoLaOdJl09ZrPzRMEldnIkHRwxOQw9QaXTvDWm2N9FexPfSzQgiM3F7LKFyMcBmI6UJgcx8OdUXWvB0WgXGo3r6pPZTTz3SuS8IeeVF+bsw28D0ArU+GviX+1/B2kz6rd266pJ5ltKhkVWlmhkaKQqvU5ZCePWtzR9D0jR5rybS9Pt7OS9l865aJAplf1NVrnwvok+p2moNZKk9o++Ly2KLu378lRwTu+bnvRoBtZ9jR+dGT60ZPrUgH50fnRk+tGT60AfDH/BRD/krGgf9gFP/AEonoo/4KIf8lY0D/sAp/wClE9FdEdjGW59Rfszf8kD8G/8AYNX/ANCavRa86/Zn/wCSB+Df+wav/oTV6LWD3NVsFFFFIYUUUUAFFFFABRRRQAUUUUAFFFFABRRRQAUUUUAFFFFABRRRQAUUUUAFFFFABRRRQAUUUUAFFFFABRRRQAUUUUAfDH/BRH/krGgf9gFP/Sieij/goh/yVjQP+wCn/pRPRXRHYxlufUX7M+P+FB+Df+wav/oTV6LgV51+zP8A8kD8G/8AYNX/ANCavRawe5qtgwKMCj6AmmtJGpwzqp9CQKQx2BRgUDpnHFFABgUYFFFABgUYFFFABgUYFFFABgUYFFFABgUYFFFABgUYFFFABgUYFFFABgUYFFFABgUYFFFABgUYFFFABgUYFFFABgUYFFFABgUYFFFABgUYFNkkjjGZXWMf7RxSRTQynEUiSf7rA/yoAfgUYFFFAHwx/wAFEP8AkrGgf9gFP/Sieij/AIKIf8lY0D/sAp/6UT0V0R2MZbn1F+zMf+LB+Df+wav/AKE1XfFXjqWG8udJ8LWK6rqFtxdzu2LW0Po7Dlm/2V6dyK4D4f69d6R+zP4G0/S5PK1TVrRbW2kHWIZYySf8BUEj3xVbwzpJvLC1jt1u5LK9klh0zTYLxrUXaREedd3U6/MsQYjheSWH3t2Bi2lqzuo04KHtam23qZ3izxD4gul1G31bxBqf9owRGaG0T/RbedV5by9nLYGRjOfaszSzpuq+Iriw03SbzU9lvE0cMU8ryM7jezs7PhIwpUbiQCd2M4ruL/wf4es7b7dqWjeH7qzgYG4u9A1Kdbuxzx5mCx8xRnk5Bx/Cea0vGek+G/AehaDpsdvc3OjX1zJJfEHfPq04jzBA7DG7zGxheFOwLjHFZ+1WyOl5hThH93TSfmchp8Ot2MrtoM1zFLEC0kWja/HqDoB13QMSSB3ArtPB/wAUJFW3j8UNbyWc52Q6xboUjDZxtnQ8xnPGegPXFVvHHhz4g3Pg+51S5k8C+HBYQNdW0cVjNJNZMg3LtuFdBvGMcJg9MEGuU0na2pajbXV1HqT3Wn2l9fbUXBuZI2WdSi8AloixX1Y04y5hYWUcZU9lUSTezWh9Eq2RkEEHkEUjyKoyzBR6k4r5zg8TePNI8EXUVndDS9L04tPZm4jEl68CkN5LZyqLgEA8tggfLivozTD513bswHMRb8cD/GrS1OXEYeph/jQz7Tb/APPaP/voUfaYP+e8f/fQrWuyI7aWRVXKoWGR6CvP/wDhMtU/542n/fs/411UcFOtfl6HmYjH08O1z9TqvtEH/PeP/voUn2q3/wCe8f8A30K5b/hMtU/542n/AH7P+NH/AAmWqf8APGz/AO/Z/wAa3/sqsc39s4fzOp+1W/8Az3j/AO+hR9qt/wDnvH/30K5b/hMtU/542f8A37P+NH/CZap/zxs/+/Z/xo/sqt5B/bOH8zqvtNv/AM94/wDvoUfaIP8AnvH/AN9CuV/4TLVP+eNn/wB+z/jR/wAJlqv/ADxtP+/Z/wAaP7KrB/bOH8zqvtMH/PeP/voVFd6jY2trLdXF3DFDChkkdnGFUDJNYNh4t1Ke+gheG02ySKpwhzgn61V/aUuZLX4O6v5J2GUxxMR12lxn+VceNoSwkHKXZs9jJHDNcXTw8Hbmko37XZx9v4n8f/EKeW48JTWvhvw8sjRxX90gaa4IOCVHp9PzzmrH/CIfFD/orsf/AICLXonwysbew0C2sbdAsNtbJHGMdAGf/CutCrj7o/KuGGC54qVSTb9WvyPoMRxE6FWVPB0YRpp2V4Rk7d25Jtt9enZHh3/CIfFD/orsf/gItH/CI/FD/orsf/gIte47V/uj8qNq/wB0flV/UKfd/e/8zD/WjGfyU/8AwVT/APkTw7/hEfih/wBFcj/8BFo/4RH4of8ARXI//ARa9x2r/dH5UbV/uj8qPqFPu/vf+Y/9aMX/ACU//BVP/wCRPDv+ER+KH/RXI/8AwEWgeEfih/0V2P8A8BFr3Hav90flRtX+6Pyo+oU+7+9/5h/rRi/5Kf8A4Kp//Inh3/CIfFD/AKK7H/4CLR/wiHxQ/wCiux/+Ai17jtX+6Pyo2r/dH5UfUId397/zD/WjGfyU/wDwVT/+RPBdRvPin4GgOq3WsWHjDTIvmuoggjmRO5XHp+P0r07wpr2n+JtAtda0uQvbXKbhn7ynoVI7EHIrp7uOOS2kR41ZSjAgjIIx0rxL9nHNvH4t0mI4tbPWXEKk/dByD/6CKzcHQqxindSvv0aN51aea4CriJU4xq0nHWKUVKMnbVLS6drNJaXuej+Jte03w7pT6lqs/lQghVAG55HPREUcsx9K8n8eeNPGhjWb7Lc6HpkgDbbRRLdeWejs3RfooJHvWb4j1S58aeNRJFcLFaiaS209nGUt4Y8ma5I9Ttb8lHSua8W/ED4beGdXt9K1drcXDxo4Goi6u5/LYZRpTGwW33AhtqhiARlR0rnnUq4lyhRdktL/AJnx851Krag7JGbc3RvY5Glmnu3N8iG5mmklHknDhsE4yR8uAOp6V1MPhqaMq5bTNBlIDRxXer/ZJyD0Yop+UHtu/Ku+8H6J4ZutFvfEnh/SXOs2Nq7W1q1491AJTFviki3HBDArhsDgngHNaXgoSaxoiReEksE0zaPtWsX1uZ5b2cgGUqmV3HcSGdmwGyApwcctPA2blUk2/VkQwut5u5xeneLPGnhPUv7O1MvqKqok+y3cgLyR/wB+GcDDj6j64r1nwr4i0zxJpgv9MlLANslicbZIX7o69j+h7V5H4pSy07SNW0M6kt9NpWs20umsIggjWUxpPEm3gKDI/wAvbHtWbpOrzeF9eh8QW+RCCseoRDpNATyT/tJ94H0zVfXHhcRGjUd4y2fVf8Aft3QqKEndM8c/4KI/8lY0D/sAp/6UT0U3/goY6yfFPw9JGwZH8PxsrDoQbibBor6COx0y3PSvhnIbjwr8P4Wz5dl4WMgH+1LPjP5IR+NXbK20IxaFHqgubm60VrjTb/TDdmCK7tSfNjfJIXOFDYJAYIwJG2qXw2ia28I/D25biO+8LtCp/wBuKbdj/vlmP4VteIYdPfVdPjnNxa3d1vhgu4SByBu8p8gq4YbiFYMp2nisJK7PoaWCWKwEeV2abOs8Q+EfDvinS/7E8N/D260SeYCOTUWgFktrGfvHKNmQkZAGCDnrVLVtC1Wb4h6X4Z8RXGsXdvc6m5t0DH7C1gkDsmNo+SWNkTkkHccjIPFaPxx4rjSWMePLFhAxWRp9Oi8xT74ZR/47VbW/HHiy0sjDceM4Vju4yBcPpYDxqerRuhAVsdNwPasZYWrNpa6f19xishx17KGp2njrT/COhWAh8QeKNdv5yubHT2vPPmLj7rJFj5iDjlvlHeuA8KaY9l9svbiMRXV7IJGj3bvKQDCJnuRySfUnHFQaPbpJYNeaDbx2kkrndcXkTSS3I/vsxbeSfViTV/RLGe0a6ur68W6uZ3y7qMIijoqjPAHP5mt40uSL5nqe5gMmjg71Kkvf7FPxgs15LpGhqUS01bUIrS6kJ+ZIycnA75xt9s19E6evl6hEi/dETAfpXzra7tZ+I3hixiyyjUPtBx2jiRmZvzK/nX0XY/8AIST/AHG/mKcd0eFnU+au9ehf1D/jxn/65t/KvF7uUQW005XcI0ZseuBmvaNQ/wCPGf8A65t/KvF72Ez2k8AIBkjZQfqK9zLubkny7nxOaKLrUufbr6XMsa/br4WTX5oZFhaNZDGvLDJAx+tS6vqyaetixhaQXc6xDBxtz3rj521aTwkPCiaLdm8QCMyYHlbVbO7d74q/JPf69daTaDSbq0FpOstzJMuFXaMYB75NcyzKrJcqvzWj0fxX97p2Palw9hqcvaStyKVRv3l8Fvce99Xfzb0NLUPEVyuoXNrpeky6gtmcXDhwoU9doz1NS3Pia1XRbTUbaGW5e8YJbwLwzP3B9MVladousSanrM0WpXOmxyXbMqrCrCQY+9k/l+FU7PTdStfDOi3QspZJtPu3llgxh2UkjIH61H1zG+82nZ36LS0ktLa7dzf+yso9yKcW04p+9JN3g3aTeivJJXi9E7M6LSdeee8nsNTsX0+7hi87YzhlaP8AvAiqKeLp/KTUJNHmTSHk2LdbxnBOAxX0qBFvNa1m71ddPuLWCPTntYlmXDyuST09O1Ld2F63wvj09bWQ3QgUeVt+bO70qvrGKlF8knZKTTt8VrWvp6mf1DLKdWCqU1ebhGUeZ2hzJ8zTv003bS2O70Y51SzI5BlUj8xWh+1B/wAke1H/AK7Q/wDoQrM0AEX9gG4IdM/pWn+1B/yR7Uf+u0P/AKEKnP3ei3/dY+Ako5vRS/5+R/NHVeBD/oH/AGxT/wBCkroZbm3hKiaeKMtwN7AZ+ma8p8a+MJfAvwm1TxFbRrJdxQRRWwYZHmPI6qT7DOfwr5K8F6N4w+LHjuM3NxfaiWmWTULyWQ7YIs5YljwvGcAVpgcC69J1JS5YoyxlbkruKV22foeGU9DRkV8kfss/EPWNO+JEvw9v9Sn1LR55JY7J5XLGFkyRtJ/hYDp0q5ZeLvjR4mu/G99oni60s7DwvPM/lSWkW6VU3HYDsP8ACverll81JrmVrJ38mZe2S3Wv+R9V5FGRXySPiL8aIvh7B8WZfEGmPo/2wQPpS2qjcu7aTnbkZIP8Wa6648efEb4meO7zw38O9RsvD1jpdtHLeXk8QkdncfdGQeM5AwO2SamWXzje8lZbvtYFXT6H0RuFGRXyn4k+MXxG8M+HfFPhfXLy1TxTocsDRajBAhWaJ2GcqRtzgg5wPpV5vGnxc8CX/hDXfF/iCw1jR/EUqJLZx26q0AYKeCFHIDZ6kcGn/Z1W268vPS+ge3j2Pp7cKXIr5B8R/G/xZrviXWZNK8caT4S0/T5njsrW4tvMe72kjJOxsZx7DmtLwb8dfFt7r3hbWdZuYYvD95dNpepRJCojS4AGJA2NwBDq2M9mpvLK6jcX1iFz6ouGHkv/ALp/lXzD4A8X2/h+78f2P2HULq7udQmMJtkQqpPmAbizDHNd38L/ABl4m8cfFPxbNBfhfB+kZtLaFYU/fTdC2/G7sT1xyK898F+DrzxFqfjDUtGuUh1Wy1iRUjlOIriNmYmNsdDkAhu3PY14GbU61KpBQtza/lsfS5ZOUsoxzp72h/6Wg8Lvb6X/AGRJqyPHZi0ey1A/xRxzRbHfj0bBPtk1wPjX4L23xH8dPq1reatHezKBeJb2aSLciJUTzULOuwlTGSpyAW+oHfaZdG+svNkt3gcO8ckUmCVZWKsDjjqDUtnqNx4cljk0zWrvSA2UUIVaIAkEqFkVlXJAPAGSK+ay3MpYdyozi73e34nxlHGRoxcauiOln8D674Z8L2jwyatDpsFt5U1jpc264iSOIJASQMyEYJYL3bgEV1N1Z+F/D3h3T5/EGqXumX11axyXVpZ3Lo11NtHmERJzksTkgAZPNcInjbxa8bXcPi6+mVD0WzgZW/ARZI+hrHjvrnWL+61O7lnuruYAS3csezkdERD0VR26c9ySa66mPUVKqr9N9kbTzWhZKGrLOuTWN/qfnabpY0jTUcPFbu+6SV1U4LendtuTzzms+2vrW/0a2uLjEMV/GFCMc53r938qdBZSC5aW51B7qVUKoCioIw3U4Xucda5y5sP7G06ETahNqE1lAI7WMoERCF2rhR1Y8DJJ68Yrx8RJYiquaV5af0vwPOVadduVRWfQ8o/a3vJL+8+H93MxaSTwlBuJ74nmH9KKuftoaU2h+IPA2kP9+18KQRt/vCabP60V99T+FH0LPo/4d+HrnXP2Y/BNxpihtW02zW7swTjzCCwaP/gSkj8q5G7hvNf0+aLT9agEE0u8R38LefYzKc4VlIwVYdDn06V6z+zhMlv+z54Qmk+6mmKT/wB9NWF8QPDMOuarJrehtHpWpP8A67K7obvHQyKOjf7Y59c1n1PWwONVBck/hZjtpNu8UN5dWdpqGpxRAGYoE8xgOvcD9aZaXuqX12sMujtZW6czNOyvu9FQDr9awtDi1rUbkWrX+gaTMbiW2jW5vmJneL75UKvCj1bH0qG81W5sJ7aG8uoL6O8haa1uNMma4jkVWCsCMblIJHUYPY8GueGY0JVfYc15fP8A4bo/uPqKecUHHlbv2bvodJrNvKzmSHXJ7IEYaNQrDH+yDyDWLBF4s1YT2nhWzt20yC5azkkkBZ4mWFJTI3PzbtxUKP4sepqK2XW9QO3TfDuoy5/5aXKfZ4x75bk/gDXR+C5PF3g+4v8ATV0q21KXVpVvEnRmS2tX2iN1kYjJG1EIwMkkjHFY5rUxscN/savO60ODH5spQVOE/uND9nrTdTfxLq+qeIdNFnqMFlbRQw79xtlkXe6t6OSASOwwK9vsv+QlH/1zb+lcB4Cl/sS0e3viLm8vLhri7u1GDJK3t2UDAA9BXfWP/ISj/wCubfzFdND2nLH2vxdbbHzNao6jc5bs0NQ/48Z/+ubfyrxw17HqH/HjP/1zb+VeOEdfevo8r2kfL5z8UDnpPFdlNqn9laXG1/d85CsFRcdcsf6A1pL/AGxIMu1lD7BWcj8cj+VcprHw9hku2vNHv3spSxYKc4B9iORUK6f8RLH5YNQhu0HTcyn+YzXIsXjac5fWaUmunJZq35n0MsqybE0oPL8TCMraqrdO/r8Nvl82dl9n1AnnUVHsIF/rQYNRHI1FW/3oF/pXHi++I8fB022f32D+hpftvxHkOBp9tH77QP5mr/tOn/z7qfc/8zD/AFbxH/QRh7f4of5HWyHWI+QLK4A7fNGT+PI/SqFj4q0+bVG0q7V7K+VtvlyEFWPoGHFc8+l/ELUBtudTitUPUI4X/wBBGat+H/ANrZ3qX2oXj3lwjBwBwu7sT3NQsXjqtWP1ek1G+vPbby6mryvJsNh6jx2IhKdvdVK7d/N/Db5fM7/R/wDkLWn/AF2X+daH7UH/ACR7Uf8ArtD/AOhCs/R/+Qtaf9dl/nWh+1B/yR7Uf+u0P/oQqeIP4Mv8LH4f/wDI1of9fIfmhde8HweOvhnqXhqaXyWuraMwy4z5ciu5U/TIFfN81n8XfAXgq8+H1j4R1GE3V40k+o6fbNN9ojIwFDoDgfXBx2r668B/8eH/AGyT/wBCkrpMVOFxTp0vZyjzR3sPERft5Ti7PU+XP2VPgzr+i+JE8a+LLN7B4I2WytJT+9LMMF3H8OBnAPNekeBvhRqXh7T/AB/bTaraznxQ0xgKRMPI3oyjdzzjd2r1vFLWlbG1asnJ9bfgc8aMYpHiM3wW1aT9npfhmNatBeLc+d9r8pvLx5hfG3OfbrUOr/BfxNpeuQeJfh74tj0TVpbSO21BJYS0NwVUDeB26Zwc17pRUrG1lfXdt/eP2UT56vv2edS1DwZr0Wo+KEvvFeuTRSXOozxHy1VGztVQc+n5V1vxN+Feo+LdD8Hafb6pa2zaBPHJM0kZYTBVUEDB46V6xRQ8ZWbTvt/lYPZR7Hz14g+AniCy8TanfeBfEmnafYarKZJ7e9slmMDE5JjJ+p9Kb8dfCFj4a/Z4bQ7hrnWNVN1E0FxHbgPJcluW2oOFC5H0r6HpCoPWqWOq80XLW39bi9jGzt1PPfgR4PHgr4V6dpcke29mhNzeEjkyuMkH6DA/CuP/AGe/+Qr46/7DTfzevb5+IH/3T/KvD/2fP+Qp476f8hpv5vXj46bqYiE3u2/yPqMnSjlWNXlT/wDS0c98VNObwp42lvotp0vWpPNwP+WNzj5lPpuxkfiKylurK5Qo7Iynqj//AF69R8S6Qt1HcWWr2q3NvPkOHGVcfXsf5V5br/gfVdKtri60e8jvrWKNpBb3TFZVAGcBwCG/EA+5rw8xyeVWp7ajufHYvBOb5o9ehDdXN/E/l28VgYeiSeaRsHqV7/hRe3Fq9ukU1zLK6Dh42Ktn1yOKgTSdIWx8678d2UNwIYZHhi09pFQyYwobf823PzYHAGTS6X4W17Uru9ht7zSRbWtwYBeIzyLN8qtuRcDI+bHXqDXkYeFTETUKKs1rs1fzu99+hxPKKsV72qfmtCqb77LbyeW5ReXlmlfLH3J+lJo1tbXYXXNRubiGytylxaRWzx/abli2FnCORmFWxyeD9Oa7fRvh/o9rIlxqckmr3CkMv2gAQqfURjj/AL63GtGHwdop1Ka4ks1u0lXalpOiyQwktuJRSPly3PpnOMZNevHJaranKdnfX/gef5HoYPAwoWbWx8y/ty3GrXXjfwrPrdvFb37eHl81Y2DKf9Jnw3BIGRg4BOM9aKd+3bbz23xG8PxzjaToSFU/ur9om4or6aHwo7Jbn1l+zUqv8AfByOoZTpqgg9/mauru/DtrIxa3kaEnt1Fct+zN/wAkD8G9f+Qav/oTV6L+dYvc2WxwN78O9Nnlmlk03TJ3nYNKzxDc5HQmn2HgxdOmlmsNOsbaSXAkeEBS35Cu7/Oj86VwscgNA1EnkRD6vU8Xhu4J/eXEaj/Z5rqPzo/Oi4WRlafolnauJG3TSDkFjwPwrXsj/wATKPt+7bv9Kb+dMljSUAOpODkc4I/KmnrcGro1bxWktZY15ZkIH1Irzr/hE9a/54x/9/BXWfZYfSX/AL+t/jR9lh9Jf+/z/wCNdlDGyoX5epw4nAQxFuZ7HJf8IlrX/PGP/v4KP+ES1r/njH/38Fdb9lh9Jf8Av8/+NH2WH/pr/wB/W/xro/tar5HL/YtHu/6+RyX/AAiWtf8APGP/AL+Cj/hEta/54x/9/BXW/ZYf+mv/AH9b/Gj7LD/01/7+t/jS/tar5B/YlHu/6+RyX/CJa1/zxj/7+Cj/AIRPWv8AnjH/AN/BXW/ZYfSX/v63+NH2WH0l/wC/z/40f2tV8g/sSj3f9fI5nT/C+sQ38EzwxhUkVm/eDoDR+0dY3F/8H9ZW3Uu0ISYqBklVcZ/Ic/hXTfZYfSX/AL/P/jTZrG1mheGaJ5I3Uq6NIxDAjBBGeRXFjcRLFwcZ9mj2MkjHKcVTxFPXlkpetmZ/wo1K31bw1bajasGhuLZGXnp80mR9QeK7GvCZPAHjPwfqE83w71G1uNLncyf2XfuQImPXY2Rx+I7ZzjNS/aPjb/0LWgf+Bzf/AByuGGLcIqM4O67K6PosRkVHEVZVcLiafJJ3XNJRkvJp9V5XTPcaK8O+0fG3/oWtA/8AA5v/AI5R9o+Nv/QtaB/4HN/8cqvr0f5JfczH/Vyp/wBBFL/wZE9xorw77R8bf+ha0D/wOb/45R9o+Nv/AELWgf8Agc3/AMco+ux/kl9zF/q5U/6CKX/gyJ7jRXh32j42/wDQtaB/4HN/8co+0fG3/oWtA/8AA5v/AI5R9ej/ACS+5h/q5U/6CKX/AIMie40V4d9o+Nv/AELWgf8Agc3/AMco+0fG3/oWtA/8Dm/+OUfXo/yS+5j/ANW6n/QRS/8ABkT2u+ljgs5pppEjiSNmd2OAoAySTXin7N6tc2XijXFQi21HWJHgJ43KMnP/AI9j8DVe78J/FDxkBYeKdQsNC0diPtENhI0kk6/3SSxH6gexr1PQNJsdC0e10nTLcQWlsgSNB6ep9STkk9yazcpV6kZ8rSjffq2b1I0MswFXDKrGpUquN+V3jGMXffZtu22yW+pcdUdSrKrD0PNUZ9I06XObdVP+y2K0Pzo/Oug+dMH/AIRXR1AEcIjC52hVXjPXt3p0PhnToUEcRdEHRUAUD8AK3Pzo/OmFkZUehacnWNn/AN5zV63tba3H7mCNPoKn/Oj86LhofDH/AAUQ/wCSr6B/2AU/9KJ6KP8Agoh/yVjQP+wCn/pRPRW8djGW59Rfsz5/4UH4N5/5hq/+hNXouD6153+zN/yQPwb/ANg1f/Qmr0WsHuarYTB9aMH1paKQxMH1owfWlooATB9aMH1paKAEwfWjB9aWigBMH1owfWlooATB9aMH1paKAEwfWjB9aWigBMH1owfWlooATB9aMH1paKAEwfWjB9aWigBMH1owfWlooATB9aMH1paKAEwfWjB9aWigBMH1owfWlooATB9aMH1paKAEwfWjB9aWigBMH1owfWlooA+F/wDgoh/yVjQP+wCn/pRPRS/8FEf+SsaB/wBgFP8A0onorojsYy3PqH9mf/kgfg3/ALBq/wDoTV6LmvOv2Z8f8KD8G9f+Qav/AKE1ei8e9YPc1WwZozRx70ce9IYZozRx70gZSSAckdRnpQAuaM0ce9HHvQAZozRx70ce9ABmjNHHvRx70AGaM0ce9HHvQAZozRx70ce9ABmjNHHvRx70AGaM0ce9HHvQAZozRx70ce9ABmjNHHvRx70AGaM0ce9HHvQAZozRx70ce9ABmjNHHvRx70AGaM0ce9HHvQAZozRx70ce9ABmjNHHvRx70AfDH/BRD/krGgf9gFP/AEonoo/4KIf8lY0D/sAp/wClE9FdEdjGW59Q/sz4/wCFB+Df+wav/oTV6Lx/kV5t+zXcRx/AbwajMSf7NXgKTj5mr0P7ZF/00/79msnFt7GnNFbsm4/yKOP8ioftcX/TT/v2aPtcf/TT/vg0uSXYOePcm4/yKpCzYasb1bhgjJhotg+Y4ABz17VP9si/2/8Avg0kl9bRxq7TDDZxwe3Wk01uHPHuT8e/5Ucf5FU/7Us/+ex/74NH9q2X/PU/98Gp5l3J9rT/AJkXOP8AIo4/yKp/2rZf89T/AN8Gj+1bL/nqf++DRzLuHtYfzIucf5FHH+RVC71rTLPT5L+6vYoLaM4d342nsKxv+FieDP8AoYLT8m/wrenh6tVXhFteSM6mLw9J2nNL1aOo4/yKOP8AIrl/+Fh+DP8AoYLT8m/wpf8AhYfgz/oYLT8m/wAK0+pYn/n2/uZn/aOE/wCfsfvR0/H+RRx/kVy//Cw/Bn/QwWn5N/hWlonibQ9aEv8AZeqW90YgDIEJyo9cGpnha8I80oNL0ZUMbhqkuWFRN+qNbj/Io4/yKh+1R+kn/fs0fao/ST/v2a4/bU/5kdVibj/Io4/yKh+1R+kn/fs0v2qP0k/79mj21P8AmQWJeP8AIo4/yKiW5jLhdxUnpuUjNJ9qj7b29whIp+1ha90BNx/kUcf5FQ/ao/ST/v2aPtSf3ZP+/Zpe2p/zILE3H+RRx/kVD9qj9JP+/Zo+1xD7xZR6shAFHtqf8yHYm4/yKOP8io3uI1YrliR12qTik+1R+kn/AH7NN1YLRyQiXj/Io4/yKi+1R+kn/fBpPtSf3ZP+/Zpe2p/zILE3H+RRx/kVD9rj9JP+/ZqVHDoHRgykZBHeqjOMvhdwF4/yKOP8il59aOfWqATj/Io4/wAil59aOfWgD4Y/4KIf8lX0D/sAp/6UT0Uf8FEP+SsaB/2AU/8ASieiuiOxjLc+kP2aZNvwN8Krn/lxSvRJroxwu/UqpOCcV5b+z5MIPgn4SEh2btORlLcAjJHH5V3UtzBJG0byx7WBU/OBwa9ajCLprU8LETkqstDlvC/xUTW74QNpa2kPkGd55Lo7Y12blLfINoI710PhLxb/AG5PPFJaraEDfbZkYm4jHBkUMinaCQM+/wBM0LHQ/DtiVNrbQRERmIkSffQjG1ueQBwPTtUmjaVoWjzyT6fDFFI4ILeaWwDjIGTwDgZx1xzVKm+5Eqq6JnW+efWsO8m2FWz1eb/0YakN7F/z2j/76FZur+dHaWszRuEd5SGKnHL5H5iuHM4L2OhVOUpwmrdP1Ob8QePoNJ1ltNNr5rI6LI3m4IDqWDBQCSOMZ4FZl18U7W38RSaW1huiS5+zmfz/AOLofl29jkdavXmjaXdXV1dSQust3H5VwySEean90+3WoW8M+HWuWuW0uEztMJzISc7x39K8FRit0QoxW8WVrD4pR3d4bddIkBWNnO2bcxxGX4G3B6Y69TXRaF4uh1bU5rKO0uIjE0g3uhCnZs45A5O/p/smswaDoavKyabAvnQmFwox8h6gemal0/StPsLs3lvE/ntuyzyFvvY3Hn12j8qTjHsKUI9Isf8AEtPtnhOWPrm9h4+iPXmMOiebNHEAAXYKCe2TivW9Ts7m+8OyOsEjR/bIyW2nGAjDP0yRWKmkyI6uqEMpBBx3FfoPDtdU8Co36s+YzvCyniItr7KOTu/Bb26FjLjEwhO+FhyQcEYyT939RVp/AEkWo/Y5ryIHyfNysTnPAOOQPXHWure3vWyVHlkv5hKJtJbB5/U1NG+qxzed5rM20L8y5AAGOn4V6LxOItpNfgcccJhr6wZ5/wCIfCX9k3UcPmicOm8Ns29yMdfaum+DNl9k8QXbAYBtgP8Ax9a0b6zub2RXuFyVG0YXHGSf5k1r+CdNmt7+4mSFyoh+Y7f9oH+lcebYmTyyrGbvLlZ15VhYrM6cqcbK51/jDXx4e0b+0PIE5M8UCo0hRcySBASQCQBuzwDVK28a6YsLf2lLHbTR7DL5XmSxRh87N0hRQM4PUCrmqxaXqtobS9lieLesgAm2kMrBlIIOQQQD+FUZtD8OTWV3ZzCOaO82eeZLksz7Pu8k54r+foYmPLacXf0P1tx7MpXfxM0GC9tIw0zWlwr5uCjKEZWiGMEZPEqnir1l460e51S4sx9oRImhQTNC4UtIcKp4+XnA56k1Ti8J+EY9m+OOYxkmMyXP3M7T8uCMcop49Kt2Gg+F7GGWK1t7VFmlSaX97ku6MGVjz1BAP4VpLFUbaRlcXI+5u6o2bdOf+Wqfzqe3b9xH/uD+VZ9xMlz5cUEiyuZFOEOeAeTxT4ruBI1V540ZQAVZwCD9DROtU+pwdn8T/JDUVzNDPEuuRaHYJdSwSzmSVYkSMqCWOcZLEADjrmuej+IAm0T7fDol2ZA0cbI1xCI43kTdGWk3YCkkLnGQSOK6G7k068t2t7prWaJhhkkKsD+dZzaR4aOnxaebey+xxji3DARtx/EoOG/HNZUsVFR9+DuNw10Zq+H9WGsaVDqKWlxaxzZMaT7dzLnhvlJGD1HPQirGot/oFwP+mbfyrP07+zdPthbWk0aQqSVQzbtvsMnp7VJd3UMlrLHHMjuykKqsCST2AFTCvN1Vyxdr9h8qtqXbJsRN/vmuX8fePYPCN9p1rNpN7fG93HfAUAiVcDLbiP4mQenPXtW+s8cDPHNIkbBjw7AfzrJ8Q6VpOuS2k11fyQy2jO0LwTqpBZdp6gjpXVVxHLi5+0i2rvuQo+7oYOpfFSytrLSruC2glGoQxSiB7h0nG8jIVRGQ+0HJ5HANXZ/iXpaa7HpIsrvzZr1bSGQ7Qsh81YnPBJUKzD7wGe1XdR0Lwzf2Nva3kVpL9mSNIZiU82MIQV2t1HKjpip7zSvD91P9oaOzSc3EVw8sZVXd4mDJuI6jIFL65Rsv3cuocj7nR76g0r/jwi/H+ZqA3tt/z8w/99irGlK406HcpBIzgjB5Nevw3UnOdS66ImslZWLXPp+tHPp+tKA3oaNrV9Wc4nPp+tHPp+tLtaja1AHwv/wUQ/5KvoH/AGAU/wDSieij/goj/wAlY0D/ALAKf+lE9FdEdjGW54Xp3j3xxptjDYaf4v160tIF2xQQ38qJGvoqg4Aqf/hZXxD/AOh48R/+DKX/AOKooqiQ/wCFlfEL/oePEf8A4Mpf/iqP+FlfEL/oePEf/gyl/wDiqKKAuH/CyviH/wBDz4k/8GUv/wAVTj8TPiKRz468Sn/uJzf/ABVFFACf8LK+If8A0PPiT/wZS/8AxVN/4WR8Qf8Aod/Ef/gyl/8AiqKKAA/Ej4gkYPjfxHj/ALCUv/xVH/Cx/iB/0O/iL/wZS/8AxVFFADl+JXxEUfL468SD6anN/wDFUf8ACy/iJ/0PXiT/AMGc3/xVFFO4WD/hZfxE/wCh68Sf+DOb/wCKo/4WX8RP+h68Sf8Agzm/+KooouxWQf8ACy/iJ/0PXiT/AMGc3/xVKPiZ8RR08deJR/3E5v8A4qiii7Cwn/CyviH/ANDz4k/8Gc3/AMVR/wALK+In/Q8+JP8AwZzf/FUUUhif8LK+If8A0PPiT/wZS/8AxVH/AAsr4hf9Dx4j/wDBlL/8VRRQAo+JfxEHTx14kH01Ob/4qj/hZXxE/wCh58Sf+DOb/wCKoooAP+FlfEP/AKHnxJ/4Mpf/AIqj/hZXxD/6HnxJ/wCDKX/4qiigA/4WV8Q/+h58Sf8Agyl/+KoHxL+IgPHjrxIP+4nN/wDFUUUAB+JfxEPXx14kP/cTm/8AiqP+FlfEP/oefEn/AIMpf/iqKKAD/hZXxD/6HnxJ/wCDKX/4qk/4WV8Q/wDoefEn/gyl/wDiqKKAD/hZXxD/AOh58Sf+DKX/AOKp3/CzfiN/0PfiX/wZzf8AxVFFAB/ws34jf9D54m/8Gk3/AMVR/wALN+I3/Q9+Jv8AwaTf/FUUUBcP+Fm/Eb/oe/E3/g0m/wDiqP8AhZvxG/6HzxN/4NJv/iqKKAMXxBr+ueIrqO717WL/AFW4jj8pJby4aVlTJO0FiSBkk49zRRRQB//Z"/>
          <p:cNvSpPr>
            <a:spLocks noChangeAspect="1" noChangeArrowheads="1"/>
          </p:cNvSpPr>
          <p:nvPr/>
        </p:nvSpPr>
        <p:spPr bwMode="auto">
          <a:xfrm>
            <a:off x="6762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itchFamily="34" charset="0"/>
              <a:ea typeface="ＭＳ Ｐゴシック" charset="-128"/>
              <a:cs typeface="+mn-cs"/>
            </a:endParaRPr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CD540619-1EE4-A79F-ADB1-D3001A7A982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457267" y="6488117"/>
            <a:ext cx="2540000" cy="180976"/>
          </a:xfrm>
        </p:spPr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4A6F01A-24FA-41C0-9544-ABF48303FDE1}" type="slidenum">
              <a:rPr kumimoji="0" lang="en-US" altLang="ja-JP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altLang="ja-JP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1047" name="正方形/長方形 1046">
            <a:extLst>
              <a:ext uri="{FF2B5EF4-FFF2-40B4-BE49-F238E27FC236}">
                <a16:creationId xmlns:a16="http://schemas.microsoft.com/office/drawing/2014/main" id="{8DE3A4EF-81C1-DBFD-870C-7445273F22B0}"/>
              </a:ext>
            </a:extLst>
          </p:cNvPr>
          <p:cNvSpPr/>
          <p:nvPr/>
        </p:nvSpPr>
        <p:spPr>
          <a:xfrm flipH="1">
            <a:off x="7903787" y="5101378"/>
            <a:ext cx="1926164" cy="1065375"/>
          </a:xfrm>
          <a:prstGeom prst="rect">
            <a:avLst/>
          </a:prstGeom>
          <a:gradFill rotWithShape="1">
            <a:gsLst>
              <a:gs pos="0">
                <a:srgbClr val="9BBB59">
                  <a:tint val="50000"/>
                  <a:satMod val="300000"/>
                </a:srgbClr>
              </a:gs>
              <a:gs pos="35000">
                <a:srgbClr val="9BBB59">
                  <a:tint val="37000"/>
                  <a:satMod val="300000"/>
                </a:srgbClr>
              </a:gs>
              <a:gs pos="100000">
                <a:srgbClr val="9BBB59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9BBB59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1048" name="正方形/長方形 1047">
            <a:extLst>
              <a:ext uri="{FF2B5EF4-FFF2-40B4-BE49-F238E27FC236}">
                <a16:creationId xmlns:a16="http://schemas.microsoft.com/office/drawing/2014/main" id="{C5D53C0E-D19A-194B-2B65-D9E52C74DD0A}"/>
              </a:ext>
            </a:extLst>
          </p:cNvPr>
          <p:cNvSpPr/>
          <p:nvPr/>
        </p:nvSpPr>
        <p:spPr>
          <a:xfrm>
            <a:off x="5696653" y="1118385"/>
            <a:ext cx="4133298" cy="3539608"/>
          </a:xfrm>
          <a:prstGeom prst="rect">
            <a:avLst/>
          </a:prstGeom>
          <a:solidFill>
            <a:srgbClr val="1F497D">
              <a:lumMod val="40000"/>
              <a:lumOff val="60000"/>
            </a:srgbClr>
          </a:solidFill>
          <a:ln w="9525" cap="flat" cmpd="sng" algn="ctr">
            <a:solidFill>
              <a:srgbClr val="9BBB59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1049" name="正方形/長方形 1048">
            <a:extLst>
              <a:ext uri="{FF2B5EF4-FFF2-40B4-BE49-F238E27FC236}">
                <a16:creationId xmlns:a16="http://schemas.microsoft.com/office/drawing/2014/main" id="{BFDAC45D-B282-B85D-76BE-5F4D6155DCF9}"/>
              </a:ext>
            </a:extLst>
          </p:cNvPr>
          <p:cNvSpPr/>
          <p:nvPr/>
        </p:nvSpPr>
        <p:spPr>
          <a:xfrm>
            <a:off x="8075726" y="5404821"/>
            <a:ext cx="1575274" cy="642938"/>
          </a:xfrm>
          <a:prstGeom prst="rect">
            <a:avLst/>
          </a:prstGeom>
          <a:solidFill>
            <a:srgbClr val="FFFF00"/>
          </a:solidFill>
          <a:ln w="9525" cap="flat" cmpd="sng" algn="ctr">
            <a:solidFill>
              <a:srgbClr val="C0504D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カスミ</a:t>
            </a:r>
            <a:endParaRPr kumimoji="0" lang="en-US" altLang="ja-JP" sz="11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100" b="0" i="0" u="none" strike="noStrike" kern="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ignica</a:t>
            </a:r>
            <a:r>
              <a:rPr kumimoji="0" lang="ja-JP" altLang="en-US" sz="1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レジ</a:t>
            </a:r>
            <a:endParaRPr kumimoji="0" lang="en-US" altLang="ja-JP" sz="11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スキャンＧＯ</a:t>
            </a:r>
            <a:endParaRPr kumimoji="0" lang="en-US" altLang="ja-JP" sz="11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pic>
        <p:nvPicPr>
          <p:cNvPr id="1050" name="図 30">
            <a:extLst>
              <a:ext uri="{FF2B5EF4-FFF2-40B4-BE49-F238E27FC236}">
                <a16:creationId xmlns:a16="http://schemas.microsoft.com/office/drawing/2014/main" id="{F28E7E8D-589A-321D-DC86-FCBD975510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9137143" y="5520859"/>
            <a:ext cx="379413" cy="4397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51" name="正方形/長方形 1050">
            <a:extLst>
              <a:ext uri="{FF2B5EF4-FFF2-40B4-BE49-F238E27FC236}">
                <a16:creationId xmlns:a16="http://schemas.microsoft.com/office/drawing/2014/main" id="{F32D8594-6500-690A-F61D-108E03972E88}"/>
              </a:ext>
            </a:extLst>
          </p:cNvPr>
          <p:cNvSpPr/>
          <p:nvPr/>
        </p:nvSpPr>
        <p:spPr>
          <a:xfrm>
            <a:off x="7973070" y="5046514"/>
            <a:ext cx="856316" cy="428625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メイリオ" pitchFamily="50" charset="-128"/>
              </a:rPr>
              <a:t>店舗環境</a:t>
            </a:r>
            <a:endParaRPr kumimoji="0" lang="en-US" altLang="ja-JP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メイリオ" pitchFamily="50" charset="-128"/>
            </a:endParaRPr>
          </a:p>
        </p:txBody>
      </p:sp>
      <p:sp>
        <p:nvSpPr>
          <p:cNvPr id="1052" name="正方形/長方形 1051">
            <a:extLst>
              <a:ext uri="{FF2B5EF4-FFF2-40B4-BE49-F238E27FC236}">
                <a16:creationId xmlns:a16="http://schemas.microsoft.com/office/drawing/2014/main" id="{866ABB37-21E3-2FB7-1BF2-06AC8269F78B}"/>
              </a:ext>
            </a:extLst>
          </p:cNvPr>
          <p:cNvSpPr/>
          <p:nvPr/>
        </p:nvSpPr>
        <p:spPr>
          <a:xfrm>
            <a:off x="8013654" y="2599341"/>
            <a:ext cx="1592514" cy="527844"/>
          </a:xfrm>
          <a:prstGeom prst="rect">
            <a:avLst/>
          </a:prstGeom>
          <a:solidFill>
            <a:srgbClr val="FFFF00"/>
          </a:solidFill>
          <a:ln w="9525" cap="flat" cmpd="sng" algn="ctr">
            <a:solidFill>
              <a:srgbClr val="C0504D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カスミ</a:t>
            </a:r>
            <a:endParaRPr kumimoji="0" lang="en-US" altLang="ja-JP" sz="11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Azure</a:t>
            </a:r>
            <a:endParaRPr kumimoji="0" lang="en-US" altLang="ja-JP" sz="11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ＰＯＳサーバ</a:t>
            </a:r>
            <a:endParaRPr kumimoji="0" lang="en-US" altLang="ja-JP" sz="11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pic>
        <p:nvPicPr>
          <p:cNvPr id="1053" name="Picture 11">
            <a:extLst>
              <a:ext uri="{FF2B5EF4-FFF2-40B4-BE49-F238E27FC236}">
                <a16:creationId xmlns:a16="http://schemas.microsoft.com/office/drawing/2014/main" id="{4601ADB9-647A-6BA0-7ECF-1DF8E061E64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9092360" y="2616304"/>
            <a:ext cx="496568" cy="504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54" name="正方形/長方形 1053">
            <a:extLst>
              <a:ext uri="{FF2B5EF4-FFF2-40B4-BE49-F238E27FC236}">
                <a16:creationId xmlns:a16="http://schemas.microsoft.com/office/drawing/2014/main" id="{10DCFA04-192B-A139-70B3-E83DB7F271C1}"/>
              </a:ext>
            </a:extLst>
          </p:cNvPr>
          <p:cNvSpPr/>
          <p:nvPr/>
        </p:nvSpPr>
        <p:spPr>
          <a:xfrm>
            <a:off x="5733803" y="1152207"/>
            <a:ext cx="1343904" cy="428625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メイリオ" pitchFamily="50" charset="-128"/>
              </a:rPr>
              <a:t>Azure</a:t>
            </a:r>
            <a:r>
              <a:rPr kumimoji="0" lang="ja-JP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メイリオ" pitchFamily="50" charset="-128"/>
              </a:rPr>
              <a:t>　</a:t>
            </a:r>
            <a:endParaRPr kumimoji="0" lang="en-US" altLang="ja-JP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メイリオ" pitchFamily="50" charset="-128"/>
            </a:endParaRPr>
          </a:p>
        </p:txBody>
      </p:sp>
      <p:cxnSp>
        <p:nvCxnSpPr>
          <p:cNvPr id="1055" name="直線矢印コネクタ 1054">
            <a:extLst>
              <a:ext uri="{FF2B5EF4-FFF2-40B4-BE49-F238E27FC236}">
                <a16:creationId xmlns:a16="http://schemas.microsoft.com/office/drawing/2014/main" id="{F25D5DE5-34B0-4732-E3E9-F69E0EBE26AF}"/>
              </a:ext>
            </a:extLst>
          </p:cNvPr>
          <p:cNvCxnSpPr>
            <a:cxnSpLocks/>
          </p:cNvCxnSpPr>
          <p:nvPr/>
        </p:nvCxnSpPr>
        <p:spPr>
          <a:xfrm>
            <a:off x="8858009" y="3192935"/>
            <a:ext cx="0" cy="1932154"/>
          </a:xfrm>
          <a:prstGeom prst="straightConnector1">
            <a:avLst/>
          </a:prstGeom>
          <a:noFill/>
          <a:ln w="31750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headEnd type="triangle"/>
            <a:tailEnd type="triangle"/>
          </a:ln>
          <a:effectLst/>
        </p:spPr>
      </p:cxnSp>
      <p:sp>
        <p:nvSpPr>
          <p:cNvPr id="1056" name="正方形/長方形 1055">
            <a:extLst>
              <a:ext uri="{FF2B5EF4-FFF2-40B4-BE49-F238E27FC236}">
                <a16:creationId xmlns:a16="http://schemas.microsoft.com/office/drawing/2014/main" id="{6FEF0906-1FDE-36F6-5A21-AC178BDF96CA}"/>
              </a:ext>
            </a:extLst>
          </p:cNvPr>
          <p:cNvSpPr/>
          <p:nvPr/>
        </p:nvSpPr>
        <p:spPr>
          <a:xfrm>
            <a:off x="6016241" y="2007101"/>
            <a:ext cx="1592514" cy="527844"/>
          </a:xfrm>
          <a:prstGeom prst="rect">
            <a:avLst/>
          </a:prstGeom>
          <a:solidFill>
            <a:srgbClr val="FFFF00"/>
          </a:solidFill>
          <a:ln w="9525" cap="flat" cmpd="sng" algn="ctr">
            <a:solidFill>
              <a:srgbClr val="C0504D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共有IFサーバ</a:t>
            </a:r>
            <a:endParaRPr kumimoji="0" lang="en-US" altLang="ja-JP" sz="11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pic>
        <p:nvPicPr>
          <p:cNvPr id="1057" name="Picture 11">
            <a:extLst>
              <a:ext uri="{FF2B5EF4-FFF2-40B4-BE49-F238E27FC236}">
                <a16:creationId xmlns:a16="http://schemas.microsoft.com/office/drawing/2014/main" id="{69130C8E-8E62-3546-62D4-525DC25065E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7094947" y="2024064"/>
            <a:ext cx="496568" cy="504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58" name="正方形/長方形 1057">
            <a:extLst>
              <a:ext uri="{FF2B5EF4-FFF2-40B4-BE49-F238E27FC236}">
                <a16:creationId xmlns:a16="http://schemas.microsoft.com/office/drawing/2014/main" id="{FA2C6215-5ED2-FB44-1712-E51E391F28F3}"/>
              </a:ext>
            </a:extLst>
          </p:cNvPr>
          <p:cNvSpPr/>
          <p:nvPr/>
        </p:nvSpPr>
        <p:spPr>
          <a:xfrm>
            <a:off x="5999001" y="3308830"/>
            <a:ext cx="1592514" cy="527844"/>
          </a:xfrm>
          <a:prstGeom prst="rect">
            <a:avLst/>
          </a:prstGeom>
          <a:solidFill>
            <a:srgbClr val="FFFF00"/>
          </a:solidFill>
          <a:ln w="9525" cap="flat" cmpd="sng" algn="ctr">
            <a:solidFill>
              <a:srgbClr val="C0504D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カスミ</a:t>
            </a:r>
            <a:endParaRPr kumimoji="0" lang="en-US" altLang="ja-JP" sz="11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IF</a:t>
            </a:r>
            <a:r>
              <a:rPr kumimoji="0" lang="ja-JP" altLang="en-US" sz="1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サーバ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pic>
        <p:nvPicPr>
          <p:cNvPr id="1059" name="Picture 11">
            <a:extLst>
              <a:ext uri="{FF2B5EF4-FFF2-40B4-BE49-F238E27FC236}">
                <a16:creationId xmlns:a16="http://schemas.microsoft.com/office/drawing/2014/main" id="{8774A56A-5E9F-2A86-C7CE-75C04F7A464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7077707" y="3325793"/>
            <a:ext cx="496568" cy="504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060" name="直線矢印コネクタ 1059">
            <a:extLst>
              <a:ext uri="{FF2B5EF4-FFF2-40B4-BE49-F238E27FC236}">
                <a16:creationId xmlns:a16="http://schemas.microsoft.com/office/drawing/2014/main" id="{B57C7B39-5CBF-40EA-CB64-E8FD2854415C}"/>
              </a:ext>
            </a:extLst>
          </p:cNvPr>
          <p:cNvCxnSpPr>
            <a:cxnSpLocks/>
            <a:endCxn id="1058" idx="0"/>
          </p:cNvCxnSpPr>
          <p:nvPr/>
        </p:nvCxnSpPr>
        <p:spPr>
          <a:xfrm flipH="1">
            <a:off x="6795258" y="2534945"/>
            <a:ext cx="15833" cy="773885"/>
          </a:xfrm>
          <a:prstGeom prst="straightConnector1">
            <a:avLst/>
          </a:prstGeom>
          <a:noFill/>
          <a:ln w="31750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headEnd type="none"/>
            <a:tailEnd type="none"/>
          </a:ln>
          <a:effectLst/>
        </p:spPr>
      </p:cxnSp>
      <p:cxnSp>
        <p:nvCxnSpPr>
          <p:cNvPr id="1061" name="直線矢印コネクタ 1060">
            <a:extLst>
              <a:ext uri="{FF2B5EF4-FFF2-40B4-BE49-F238E27FC236}">
                <a16:creationId xmlns:a16="http://schemas.microsoft.com/office/drawing/2014/main" id="{002C8B4C-9C50-11AC-1FB4-5F96B293C60D}"/>
              </a:ext>
            </a:extLst>
          </p:cNvPr>
          <p:cNvCxnSpPr>
            <a:cxnSpLocks/>
          </p:cNvCxnSpPr>
          <p:nvPr/>
        </p:nvCxnSpPr>
        <p:spPr>
          <a:xfrm flipH="1">
            <a:off x="6811091" y="2888189"/>
            <a:ext cx="1161979" cy="0"/>
          </a:xfrm>
          <a:prstGeom prst="straightConnector1">
            <a:avLst/>
          </a:prstGeom>
          <a:noFill/>
          <a:ln w="31750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headEnd type="triangle"/>
            <a:tailEnd type="none"/>
          </a:ln>
          <a:effectLst/>
        </p:spPr>
      </p:cxnSp>
      <p:sp>
        <p:nvSpPr>
          <p:cNvPr id="1062" name="正方形/長方形 1061">
            <a:extLst>
              <a:ext uri="{FF2B5EF4-FFF2-40B4-BE49-F238E27FC236}">
                <a16:creationId xmlns:a16="http://schemas.microsoft.com/office/drawing/2014/main" id="{4AF6385D-8323-3565-6297-37B46DDBAEF5}"/>
              </a:ext>
            </a:extLst>
          </p:cNvPr>
          <p:cNvSpPr/>
          <p:nvPr/>
        </p:nvSpPr>
        <p:spPr>
          <a:xfrm>
            <a:off x="1527911" y="3676623"/>
            <a:ext cx="1946385" cy="2493572"/>
          </a:xfrm>
          <a:prstGeom prst="rect">
            <a:avLst/>
          </a:prstGeom>
          <a:gradFill rotWithShape="1">
            <a:gsLst>
              <a:gs pos="0">
                <a:srgbClr val="9BBB59">
                  <a:tint val="50000"/>
                  <a:satMod val="300000"/>
                </a:srgbClr>
              </a:gs>
              <a:gs pos="35000">
                <a:srgbClr val="9BBB59">
                  <a:tint val="37000"/>
                  <a:satMod val="300000"/>
                </a:srgbClr>
              </a:gs>
              <a:gs pos="100000">
                <a:srgbClr val="9BBB59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9BBB59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1063" name="正方形/長方形 1062">
            <a:extLst>
              <a:ext uri="{FF2B5EF4-FFF2-40B4-BE49-F238E27FC236}">
                <a16:creationId xmlns:a16="http://schemas.microsoft.com/office/drawing/2014/main" id="{9086CA15-4C4B-34DA-A28E-46B100572411}"/>
              </a:ext>
            </a:extLst>
          </p:cNvPr>
          <p:cNvSpPr/>
          <p:nvPr/>
        </p:nvSpPr>
        <p:spPr>
          <a:xfrm>
            <a:off x="1529844" y="3704055"/>
            <a:ext cx="856316" cy="428625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メイリオ" pitchFamily="50" charset="-128"/>
              </a:rPr>
              <a:t>アイネス</a:t>
            </a:r>
            <a:endParaRPr kumimoji="0" lang="en-US" altLang="ja-JP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メイリオ" pitchFamily="50" charset="-128"/>
            </a:endParaRPr>
          </a:p>
        </p:txBody>
      </p:sp>
      <p:sp>
        <p:nvSpPr>
          <p:cNvPr id="1064" name="正方形/長方形 1063">
            <a:extLst>
              <a:ext uri="{FF2B5EF4-FFF2-40B4-BE49-F238E27FC236}">
                <a16:creationId xmlns:a16="http://schemas.microsoft.com/office/drawing/2014/main" id="{51CB6ECB-C2A4-2B3A-35CB-1CBE8F95846C}"/>
              </a:ext>
            </a:extLst>
          </p:cNvPr>
          <p:cNvSpPr/>
          <p:nvPr/>
        </p:nvSpPr>
        <p:spPr>
          <a:xfrm>
            <a:off x="1660751" y="4313970"/>
            <a:ext cx="1592514" cy="531989"/>
          </a:xfrm>
          <a:prstGeom prst="rect">
            <a:avLst/>
          </a:prstGeom>
          <a:gradFill rotWithShape="1">
            <a:gsLst>
              <a:gs pos="0">
                <a:srgbClr val="9BBB59">
                  <a:tint val="50000"/>
                  <a:satMod val="300000"/>
                </a:srgbClr>
              </a:gs>
              <a:gs pos="35000">
                <a:srgbClr val="9BBB59">
                  <a:tint val="37000"/>
                  <a:satMod val="300000"/>
                </a:srgbClr>
              </a:gs>
              <a:gs pos="100000">
                <a:srgbClr val="9BBB59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9BBB59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メイリオ" pitchFamily="50" charset="-128"/>
              </a:rPr>
              <a:t>基幹システム</a:t>
            </a:r>
            <a:endParaRPr kumimoji="0" lang="en-US" altLang="ja-JP" sz="11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メイリオ" pitchFamily="50" charset="-128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メイリオ" pitchFamily="50" charset="-128"/>
              </a:rPr>
              <a:t>Open central</a:t>
            </a:r>
          </a:p>
        </p:txBody>
      </p:sp>
      <p:pic>
        <p:nvPicPr>
          <p:cNvPr id="1065" name="Picture 11">
            <a:extLst>
              <a:ext uri="{FF2B5EF4-FFF2-40B4-BE49-F238E27FC236}">
                <a16:creationId xmlns:a16="http://schemas.microsoft.com/office/drawing/2014/main" id="{3A7DE200-EE96-73C1-742C-1AAEC0E86B6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2704600" y="4341751"/>
            <a:ext cx="496568" cy="504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066" name="直線矢印コネクタ 1065">
            <a:extLst>
              <a:ext uri="{FF2B5EF4-FFF2-40B4-BE49-F238E27FC236}">
                <a16:creationId xmlns:a16="http://schemas.microsoft.com/office/drawing/2014/main" id="{BEEB1DAC-2092-E9C0-5B25-086E0F58DB00}"/>
              </a:ext>
            </a:extLst>
          </p:cNvPr>
          <p:cNvCxnSpPr>
            <a:cxnSpLocks/>
          </p:cNvCxnSpPr>
          <p:nvPr/>
        </p:nvCxnSpPr>
        <p:spPr>
          <a:xfrm flipH="1">
            <a:off x="4641822" y="3590730"/>
            <a:ext cx="1366907" cy="0"/>
          </a:xfrm>
          <a:prstGeom prst="straightConnector1">
            <a:avLst/>
          </a:prstGeom>
          <a:noFill/>
          <a:ln w="31750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headEnd type="triangle"/>
            <a:tailEnd type="none"/>
          </a:ln>
          <a:effectLst/>
        </p:spPr>
      </p:cxnSp>
      <p:sp>
        <p:nvSpPr>
          <p:cNvPr id="1067" name="正方形/長方形 1066">
            <a:extLst>
              <a:ext uri="{FF2B5EF4-FFF2-40B4-BE49-F238E27FC236}">
                <a16:creationId xmlns:a16="http://schemas.microsoft.com/office/drawing/2014/main" id="{E901C25D-D28E-4823-CC10-36EB7D442697}"/>
              </a:ext>
            </a:extLst>
          </p:cNvPr>
          <p:cNvSpPr/>
          <p:nvPr/>
        </p:nvSpPr>
        <p:spPr>
          <a:xfrm>
            <a:off x="1543744" y="1079258"/>
            <a:ext cx="1928665" cy="2227758"/>
          </a:xfrm>
          <a:prstGeom prst="rect">
            <a:avLst/>
          </a:prstGeom>
          <a:solidFill>
            <a:srgbClr val="F79646">
              <a:lumMod val="60000"/>
              <a:lumOff val="40000"/>
            </a:srgbClr>
          </a:solidFill>
          <a:ln w="9525" cap="flat" cmpd="sng" algn="ctr">
            <a:solidFill>
              <a:srgbClr val="9BBB59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1068" name="正方形/長方形 1067">
            <a:extLst>
              <a:ext uri="{FF2B5EF4-FFF2-40B4-BE49-F238E27FC236}">
                <a16:creationId xmlns:a16="http://schemas.microsoft.com/office/drawing/2014/main" id="{E74F425E-DA7C-B92D-3B5C-BD5C78F82AE2}"/>
              </a:ext>
            </a:extLst>
          </p:cNvPr>
          <p:cNvSpPr/>
          <p:nvPr/>
        </p:nvSpPr>
        <p:spPr>
          <a:xfrm>
            <a:off x="1545676" y="1115550"/>
            <a:ext cx="1078489" cy="428625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メイリオ" pitchFamily="50" charset="-128"/>
              </a:rPr>
              <a:t>大創産業</a:t>
            </a:r>
            <a:endParaRPr kumimoji="0" lang="en-US" altLang="ja-JP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メイリオ" pitchFamily="50" charset="-128"/>
            </a:endParaRPr>
          </a:p>
        </p:txBody>
      </p:sp>
      <p:sp>
        <p:nvSpPr>
          <p:cNvPr id="1069" name="正方形/長方形 1068">
            <a:extLst>
              <a:ext uri="{FF2B5EF4-FFF2-40B4-BE49-F238E27FC236}">
                <a16:creationId xmlns:a16="http://schemas.microsoft.com/office/drawing/2014/main" id="{C165AE95-3E32-8B1E-D3D1-13C9CBF01982}"/>
              </a:ext>
            </a:extLst>
          </p:cNvPr>
          <p:cNvSpPr/>
          <p:nvPr/>
        </p:nvSpPr>
        <p:spPr>
          <a:xfrm>
            <a:off x="1676584" y="1557116"/>
            <a:ext cx="1592514" cy="531989"/>
          </a:xfrm>
          <a:prstGeom prst="rect">
            <a:avLst/>
          </a:prstGeom>
          <a:solidFill>
            <a:srgbClr val="F79646">
              <a:lumMod val="60000"/>
              <a:lumOff val="40000"/>
            </a:srgbClr>
          </a:solidFill>
          <a:ln w="9525" cap="flat" cmpd="sng" algn="ctr">
            <a:solidFill>
              <a:srgbClr val="9BBB59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メイリオ" pitchFamily="50" charset="-128"/>
              </a:rPr>
              <a:t>ダイソー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メイリオ" pitchFamily="50" charset="-128"/>
              </a:rPr>
              <a:t>基幹システム</a:t>
            </a:r>
            <a:endParaRPr kumimoji="0" lang="en-US" altLang="ja-JP" sz="11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メイリオ" pitchFamily="50" charset="-128"/>
            </a:endParaRPr>
          </a:p>
        </p:txBody>
      </p:sp>
      <p:pic>
        <p:nvPicPr>
          <p:cNvPr id="1070" name="Picture 11">
            <a:extLst>
              <a:ext uri="{FF2B5EF4-FFF2-40B4-BE49-F238E27FC236}">
                <a16:creationId xmlns:a16="http://schemas.microsoft.com/office/drawing/2014/main" id="{94456DD4-76FC-899A-FDC7-74C30CF0A76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2720433" y="1584897"/>
            <a:ext cx="496568" cy="504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071" name="直線矢印コネクタ 1070">
            <a:extLst>
              <a:ext uri="{FF2B5EF4-FFF2-40B4-BE49-F238E27FC236}">
                <a16:creationId xmlns:a16="http://schemas.microsoft.com/office/drawing/2014/main" id="{90413E39-25B5-03BD-3EDF-E5B48FEF3596}"/>
              </a:ext>
            </a:extLst>
          </p:cNvPr>
          <p:cNvCxnSpPr>
            <a:cxnSpLocks/>
          </p:cNvCxnSpPr>
          <p:nvPr/>
        </p:nvCxnSpPr>
        <p:spPr>
          <a:xfrm>
            <a:off x="4661278" y="3581002"/>
            <a:ext cx="0" cy="996389"/>
          </a:xfrm>
          <a:prstGeom prst="straightConnector1">
            <a:avLst/>
          </a:prstGeom>
          <a:noFill/>
          <a:ln w="31750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headEnd type="none"/>
            <a:tailEnd type="none"/>
          </a:ln>
          <a:effectLst/>
        </p:spPr>
      </p:cxnSp>
      <p:cxnSp>
        <p:nvCxnSpPr>
          <p:cNvPr id="1072" name="直線矢印コネクタ 1071">
            <a:extLst>
              <a:ext uri="{FF2B5EF4-FFF2-40B4-BE49-F238E27FC236}">
                <a16:creationId xmlns:a16="http://schemas.microsoft.com/office/drawing/2014/main" id="{3530A246-5ACD-F31B-F53D-D9BE1E53FABA}"/>
              </a:ext>
            </a:extLst>
          </p:cNvPr>
          <p:cNvCxnSpPr>
            <a:cxnSpLocks/>
          </p:cNvCxnSpPr>
          <p:nvPr/>
        </p:nvCxnSpPr>
        <p:spPr>
          <a:xfrm flipH="1">
            <a:off x="3331121" y="4577391"/>
            <a:ext cx="1330157" cy="9728"/>
          </a:xfrm>
          <a:prstGeom prst="straightConnector1">
            <a:avLst/>
          </a:prstGeom>
          <a:noFill/>
          <a:ln w="31750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headEnd type="none"/>
            <a:tailEnd type="triangle"/>
          </a:ln>
          <a:effectLst/>
        </p:spPr>
      </p:cxnSp>
      <p:sp>
        <p:nvSpPr>
          <p:cNvPr id="1074" name="フローチャート : 磁気ディスク 6">
            <a:extLst>
              <a:ext uri="{FF2B5EF4-FFF2-40B4-BE49-F238E27FC236}">
                <a16:creationId xmlns:a16="http://schemas.microsoft.com/office/drawing/2014/main" id="{DD7140A2-460F-05F4-1AFB-F0659882D219}"/>
              </a:ext>
            </a:extLst>
          </p:cNvPr>
          <p:cNvSpPr/>
          <p:nvPr/>
        </p:nvSpPr>
        <p:spPr>
          <a:xfrm>
            <a:off x="8960103" y="3174508"/>
            <a:ext cx="777794" cy="740984"/>
          </a:xfrm>
          <a:prstGeom prst="flowChartMagneticDisk">
            <a:avLst/>
          </a:prstGeom>
          <a:gradFill rotWithShape="1">
            <a:gsLst>
              <a:gs pos="0">
                <a:sysClr val="windowText" lastClr="000000">
                  <a:tint val="50000"/>
                  <a:satMod val="300000"/>
                </a:sysClr>
              </a:gs>
              <a:gs pos="35000">
                <a:sysClr val="windowText" lastClr="000000">
                  <a:tint val="37000"/>
                  <a:satMod val="300000"/>
                </a:sysClr>
              </a:gs>
              <a:gs pos="100000">
                <a:sysClr val="windowText" lastClr="000000">
                  <a:tint val="15000"/>
                  <a:satMod val="350000"/>
                </a:sys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0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JhengHei"/>
              <a:ea typeface="Meiryo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カスミ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ダイソー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商品マスタ</a:t>
            </a:r>
          </a:p>
        </p:txBody>
      </p:sp>
      <p:sp>
        <p:nvSpPr>
          <p:cNvPr id="1075" name="フローチャート : 磁気ディスク 6">
            <a:extLst>
              <a:ext uri="{FF2B5EF4-FFF2-40B4-BE49-F238E27FC236}">
                <a16:creationId xmlns:a16="http://schemas.microsoft.com/office/drawing/2014/main" id="{455ED1CF-153D-C052-FEAF-B6B748B446A2}"/>
              </a:ext>
            </a:extLst>
          </p:cNvPr>
          <p:cNvSpPr/>
          <p:nvPr/>
        </p:nvSpPr>
        <p:spPr>
          <a:xfrm>
            <a:off x="3627592" y="2097248"/>
            <a:ext cx="733492" cy="714404"/>
          </a:xfrm>
          <a:prstGeom prst="flowChartMagneticDisk">
            <a:avLst/>
          </a:prstGeom>
          <a:gradFill rotWithShape="1">
            <a:gsLst>
              <a:gs pos="0">
                <a:sysClr val="windowText" lastClr="000000">
                  <a:tint val="50000"/>
                  <a:satMod val="300000"/>
                </a:sysClr>
              </a:gs>
              <a:gs pos="35000">
                <a:sysClr val="windowText" lastClr="000000">
                  <a:tint val="37000"/>
                  <a:satMod val="300000"/>
                </a:sysClr>
              </a:gs>
              <a:gs pos="100000">
                <a:sysClr val="windowText" lastClr="000000">
                  <a:tint val="15000"/>
                  <a:satMod val="350000"/>
                </a:sys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0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JhengHei"/>
              <a:ea typeface="Meiryo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ダイソー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店舗向け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マスタ</a:t>
            </a:r>
            <a:endParaRPr kumimoji="0" lang="en-US" altLang="ja-JP" sz="9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1076" name="フローチャート : 磁気ディスク 6">
            <a:extLst>
              <a:ext uri="{FF2B5EF4-FFF2-40B4-BE49-F238E27FC236}">
                <a16:creationId xmlns:a16="http://schemas.microsoft.com/office/drawing/2014/main" id="{E352E40D-9A41-C343-0721-48A60DA568A5}"/>
              </a:ext>
            </a:extLst>
          </p:cNvPr>
          <p:cNvSpPr/>
          <p:nvPr/>
        </p:nvSpPr>
        <p:spPr>
          <a:xfrm>
            <a:off x="3630762" y="3774088"/>
            <a:ext cx="733492" cy="714404"/>
          </a:xfrm>
          <a:prstGeom prst="flowChartMagneticDisk">
            <a:avLst/>
          </a:prstGeom>
          <a:gradFill rotWithShape="1">
            <a:gsLst>
              <a:gs pos="0">
                <a:sysClr val="windowText" lastClr="000000">
                  <a:tint val="50000"/>
                  <a:satMod val="300000"/>
                </a:sysClr>
              </a:gs>
              <a:gs pos="35000">
                <a:sysClr val="windowText" lastClr="000000">
                  <a:tint val="37000"/>
                  <a:satMod val="300000"/>
                </a:sysClr>
              </a:gs>
              <a:gs pos="100000">
                <a:sysClr val="windowText" lastClr="000000">
                  <a:tint val="15000"/>
                  <a:satMod val="350000"/>
                </a:sys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0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JhengHei"/>
              <a:ea typeface="Meiryo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0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カスミ</a:t>
            </a:r>
            <a:endParaRPr kumimoji="0" lang="en-US" altLang="ja-JP" sz="10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0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店舗向け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0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マスタ</a:t>
            </a:r>
            <a:endParaRPr kumimoji="0" lang="en-US" altLang="ja-JP" sz="12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1077" name="フローチャート : 磁気ディスク 6">
            <a:extLst>
              <a:ext uri="{FF2B5EF4-FFF2-40B4-BE49-F238E27FC236}">
                <a16:creationId xmlns:a16="http://schemas.microsoft.com/office/drawing/2014/main" id="{5BE6C9C9-B7D7-71C6-EB96-4967B0A78615}"/>
              </a:ext>
            </a:extLst>
          </p:cNvPr>
          <p:cNvSpPr/>
          <p:nvPr/>
        </p:nvSpPr>
        <p:spPr>
          <a:xfrm>
            <a:off x="4790191" y="2307349"/>
            <a:ext cx="802497" cy="714404"/>
          </a:xfrm>
          <a:prstGeom prst="flowChartMagneticDisk">
            <a:avLst/>
          </a:prstGeom>
          <a:solidFill>
            <a:srgbClr val="C0504D">
              <a:lumMod val="40000"/>
              <a:lumOff val="60000"/>
            </a:srgbClr>
          </a:soli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0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JhengHei"/>
              <a:ea typeface="Meiryo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ダイソー</a:t>
            </a:r>
            <a:endParaRPr kumimoji="0" lang="en-US" altLang="ja-JP" sz="9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精算・実績</a:t>
            </a:r>
            <a:endParaRPr kumimoji="0" lang="en-US" altLang="ja-JP" sz="9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900" b="1" i="0" u="none" strike="noStrike" kern="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データ</a:t>
            </a:r>
            <a:endParaRPr kumimoji="0" lang="en-US" altLang="ja-JP" sz="9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  <p:sp>
        <p:nvSpPr>
          <p:cNvPr id="1078" name="フローチャート : 磁気ディスク 6">
            <a:extLst>
              <a:ext uri="{FF2B5EF4-FFF2-40B4-BE49-F238E27FC236}">
                <a16:creationId xmlns:a16="http://schemas.microsoft.com/office/drawing/2014/main" id="{3A55A35C-6037-F230-74CB-3C5F61D28A11}"/>
              </a:ext>
            </a:extLst>
          </p:cNvPr>
          <p:cNvSpPr/>
          <p:nvPr/>
        </p:nvSpPr>
        <p:spPr>
          <a:xfrm>
            <a:off x="7982436" y="3178185"/>
            <a:ext cx="733492" cy="714404"/>
          </a:xfrm>
          <a:prstGeom prst="flowChartMagneticDisk">
            <a:avLst/>
          </a:prstGeom>
          <a:solidFill>
            <a:srgbClr val="C0504D">
              <a:lumMod val="40000"/>
              <a:lumOff val="60000"/>
            </a:srgbClr>
          </a:soli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0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JhengHei"/>
              <a:ea typeface="Meiryo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ダイソー</a:t>
            </a:r>
            <a:endParaRPr kumimoji="0" lang="en-US" altLang="ja-JP" sz="9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カスミ</a:t>
            </a:r>
            <a:endParaRPr kumimoji="0" lang="en-US" altLang="ja-JP" sz="9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実績</a:t>
            </a:r>
          </a:p>
        </p:txBody>
      </p:sp>
      <p:sp>
        <p:nvSpPr>
          <p:cNvPr id="1079" name="正方形/長方形 1078">
            <a:extLst>
              <a:ext uri="{FF2B5EF4-FFF2-40B4-BE49-F238E27FC236}">
                <a16:creationId xmlns:a16="http://schemas.microsoft.com/office/drawing/2014/main" id="{E0A53EB6-50D8-8EAE-E599-C7DE9F16017D}"/>
              </a:ext>
            </a:extLst>
          </p:cNvPr>
          <p:cNvSpPr/>
          <p:nvPr/>
        </p:nvSpPr>
        <p:spPr>
          <a:xfrm>
            <a:off x="1676584" y="2576068"/>
            <a:ext cx="1592514" cy="531989"/>
          </a:xfrm>
          <a:prstGeom prst="rect">
            <a:avLst/>
          </a:prstGeom>
          <a:solidFill>
            <a:srgbClr val="F79646">
              <a:lumMod val="60000"/>
              <a:lumOff val="40000"/>
            </a:srgbClr>
          </a:solidFill>
          <a:ln w="9525" cap="flat" cmpd="sng" algn="ctr">
            <a:solidFill>
              <a:srgbClr val="9BBB59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メイリオ" pitchFamily="50" charset="-128"/>
              </a:rPr>
              <a:t>ダイソー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メイリオ" pitchFamily="50" charset="-128"/>
              </a:rPr>
              <a:t>集配信サーバ</a:t>
            </a:r>
            <a:endParaRPr kumimoji="0" lang="en-US" altLang="ja-JP" sz="11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メイリオ" pitchFamily="50" charset="-128"/>
            </a:endParaRPr>
          </a:p>
        </p:txBody>
      </p:sp>
      <p:pic>
        <p:nvPicPr>
          <p:cNvPr id="1080" name="Picture 11">
            <a:extLst>
              <a:ext uri="{FF2B5EF4-FFF2-40B4-BE49-F238E27FC236}">
                <a16:creationId xmlns:a16="http://schemas.microsoft.com/office/drawing/2014/main" id="{0B2CBE69-792C-7B6E-1DFD-28BCE9F3F10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2738154" y="2586128"/>
            <a:ext cx="496568" cy="504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081" name="直線矢印コネクタ 1080">
            <a:extLst>
              <a:ext uri="{FF2B5EF4-FFF2-40B4-BE49-F238E27FC236}">
                <a16:creationId xmlns:a16="http://schemas.microsoft.com/office/drawing/2014/main" id="{4A21EF8D-6E20-9EC5-BB67-9F59E8F3E951}"/>
              </a:ext>
            </a:extLst>
          </p:cNvPr>
          <p:cNvCxnSpPr>
            <a:cxnSpLocks/>
          </p:cNvCxnSpPr>
          <p:nvPr/>
        </p:nvCxnSpPr>
        <p:spPr>
          <a:xfrm>
            <a:off x="2443031" y="2094238"/>
            <a:ext cx="8861" cy="496760"/>
          </a:xfrm>
          <a:prstGeom prst="straightConnector1">
            <a:avLst/>
          </a:prstGeom>
          <a:noFill/>
          <a:ln w="31750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headEnd type="triangle"/>
            <a:tailEnd type="triangle"/>
          </a:ln>
          <a:effectLst/>
        </p:spPr>
      </p:cxnSp>
      <p:cxnSp>
        <p:nvCxnSpPr>
          <p:cNvPr id="1082" name="直線矢印コネクタ 1081">
            <a:extLst>
              <a:ext uri="{FF2B5EF4-FFF2-40B4-BE49-F238E27FC236}">
                <a16:creationId xmlns:a16="http://schemas.microsoft.com/office/drawing/2014/main" id="{4B1C80DC-F330-55C9-6C20-949C48E44138}"/>
              </a:ext>
            </a:extLst>
          </p:cNvPr>
          <p:cNvCxnSpPr>
            <a:cxnSpLocks/>
          </p:cNvCxnSpPr>
          <p:nvPr/>
        </p:nvCxnSpPr>
        <p:spPr>
          <a:xfrm flipH="1">
            <a:off x="4641822" y="2261660"/>
            <a:ext cx="1366907" cy="0"/>
          </a:xfrm>
          <a:prstGeom prst="straightConnector1">
            <a:avLst/>
          </a:prstGeom>
          <a:noFill/>
          <a:ln w="31750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headEnd type="triangle"/>
            <a:tailEnd type="none"/>
          </a:ln>
          <a:effectLst/>
        </p:spPr>
      </p:cxnSp>
      <p:cxnSp>
        <p:nvCxnSpPr>
          <p:cNvPr id="1083" name="直線矢印コネクタ 1082">
            <a:extLst>
              <a:ext uri="{FF2B5EF4-FFF2-40B4-BE49-F238E27FC236}">
                <a16:creationId xmlns:a16="http://schemas.microsoft.com/office/drawing/2014/main" id="{7313E1F3-5287-1C4F-58F7-258A3ADE4328}"/>
              </a:ext>
            </a:extLst>
          </p:cNvPr>
          <p:cNvCxnSpPr>
            <a:cxnSpLocks/>
          </p:cNvCxnSpPr>
          <p:nvPr/>
        </p:nvCxnSpPr>
        <p:spPr>
          <a:xfrm>
            <a:off x="4661278" y="2260792"/>
            <a:ext cx="0" cy="650832"/>
          </a:xfrm>
          <a:prstGeom prst="straightConnector1">
            <a:avLst/>
          </a:prstGeom>
          <a:noFill/>
          <a:ln w="31750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headEnd type="none"/>
            <a:tailEnd type="none"/>
          </a:ln>
          <a:effectLst/>
        </p:spPr>
      </p:cxnSp>
      <p:cxnSp>
        <p:nvCxnSpPr>
          <p:cNvPr id="1084" name="直線矢印コネクタ 1083">
            <a:extLst>
              <a:ext uri="{FF2B5EF4-FFF2-40B4-BE49-F238E27FC236}">
                <a16:creationId xmlns:a16="http://schemas.microsoft.com/office/drawing/2014/main" id="{034AE2C8-E517-0198-B1E1-F930C1990044}"/>
              </a:ext>
            </a:extLst>
          </p:cNvPr>
          <p:cNvCxnSpPr>
            <a:cxnSpLocks/>
          </p:cNvCxnSpPr>
          <p:nvPr/>
        </p:nvCxnSpPr>
        <p:spPr>
          <a:xfrm flipH="1" flipV="1">
            <a:off x="3313399" y="2868188"/>
            <a:ext cx="1330158" cy="16854"/>
          </a:xfrm>
          <a:prstGeom prst="straightConnector1">
            <a:avLst/>
          </a:prstGeom>
          <a:noFill/>
          <a:ln w="31750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headEnd type="none"/>
            <a:tailEnd type="triangle"/>
          </a:ln>
          <a:effectLst/>
        </p:spPr>
      </p:cxnSp>
      <p:sp>
        <p:nvSpPr>
          <p:cNvPr id="1086" name="フローチャート : 磁気ディスク 6">
            <a:extLst>
              <a:ext uri="{FF2B5EF4-FFF2-40B4-BE49-F238E27FC236}">
                <a16:creationId xmlns:a16="http://schemas.microsoft.com/office/drawing/2014/main" id="{4BFFBC3C-15CC-F3C5-1D28-313DABA692F0}"/>
              </a:ext>
            </a:extLst>
          </p:cNvPr>
          <p:cNvSpPr/>
          <p:nvPr/>
        </p:nvSpPr>
        <p:spPr>
          <a:xfrm>
            <a:off x="3576686" y="4657993"/>
            <a:ext cx="802497" cy="714404"/>
          </a:xfrm>
          <a:prstGeom prst="flowChartMagneticDisk">
            <a:avLst/>
          </a:prstGeom>
          <a:solidFill>
            <a:srgbClr val="C0504D">
              <a:lumMod val="40000"/>
              <a:lumOff val="60000"/>
            </a:srgbClr>
          </a:soli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0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JhengHei"/>
              <a:ea typeface="Meiryo UI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カスミ</a:t>
            </a:r>
            <a:endParaRPr kumimoji="0" lang="en-US" altLang="ja-JP" sz="9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精算・実績</a:t>
            </a:r>
            <a:endParaRPr kumimoji="0" lang="en-US" altLang="ja-JP" sz="9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900" b="1" i="0" u="none" strike="noStrike" kern="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+mn-cs"/>
              </a:rPr>
              <a:t>データ</a:t>
            </a:r>
            <a:endParaRPr kumimoji="0" lang="en-US" altLang="ja-JP" sz="900" b="1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808507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/>
          <p:cNvSpPr>
            <a:spLocks noGrp="1"/>
          </p:cNvSpPr>
          <p:nvPr>
            <p:ph type="sldNum" sz="quarter" idx="11"/>
          </p:nvPr>
        </p:nvSpPr>
        <p:spPr bwMode="auto">
          <a:xfrm>
            <a:off x="7019925" y="6453188"/>
            <a:ext cx="1981200" cy="2682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ja-JP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kumimoji="0" sz="1200" kern="1200">
                <a:solidFill>
                  <a:schemeClr val="tx1"/>
                </a:solidFill>
                <a:latin typeface="Verdana" pitchFamily="34" charset="0"/>
                <a:ea typeface="ＭＳ Ｐゴシック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Verdana" pitchFamily="34" charset="0"/>
                <a:ea typeface="ＭＳ Ｐゴシック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Verdana" pitchFamily="34" charset="0"/>
                <a:ea typeface="ＭＳ Ｐゴシック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Verdana" pitchFamily="34" charset="0"/>
                <a:ea typeface="ＭＳ Ｐゴシック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Verdana" pitchFamily="34" charset="0"/>
                <a:ea typeface="ＭＳ Ｐゴシック" charset="-128"/>
                <a:cs typeface="+mn-cs"/>
              </a:defRPr>
            </a:lvl5pPr>
            <a:lvl6pPr marL="2286000" algn="l" defTabSz="914400" rtl="0" eaLnBrk="1" latinLnBrk="0" hangingPunct="1">
              <a:defRPr kumimoji="1" kern="1200">
                <a:solidFill>
                  <a:schemeClr val="tx1"/>
                </a:solidFill>
                <a:latin typeface="Verdana" pitchFamily="34" charset="0"/>
                <a:ea typeface="ＭＳ Ｐゴシック" charset="-128"/>
                <a:cs typeface="+mn-cs"/>
              </a:defRPr>
            </a:lvl6pPr>
            <a:lvl7pPr marL="2743200" algn="l" defTabSz="914400" rtl="0" eaLnBrk="1" latinLnBrk="0" hangingPunct="1">
              <a:defRPr kumimoji="1" kern="1200">
                <a:solidFill>
                  <a:schemeClr val="tx1"/>
                </a:solidFill>
                <a:latin typeface="Verdana" pitchFamily="34" charset="0"/>
                <a:ea typeface="ＭＳ Ｐゴシック" charset="-128"/>
                <a:cs typeface="+mn-cs"/>
              </a:defRPr>
            </a:lvl7pPr>
            <a:lvl8pPr marL="3200400" algn="l" defTabSz="914400" rtl="0" eaLnBrk="1" latinLnBrk="0" hangingPunct="1">
              <a:defRPr kumimoji="1" kern="1200">
                <a:solidFill>
                  <a:schemeClr val="tx1"/>
                </a:solidFill>
                <a:latin typeface="Verdana" pitchFamily="34" charset="0"/>
                <a:ea typeface="ＭＳ Ｐゴシック" charset="-128"/>
                <a:cs typeface="+mn-cs"/>
              </a:defRPr>
            </a:lvl8pPr>
            <a:lvl9pPr marL="3657600" algn="l" defTabSz="914400" rtl="0" eaLnBrk="1" latinLnBrk="0" hangingPunct="1">
              <a:defRPr kumimoji="1" kern="1200">
                <a:solidFill>
                  <a:schemeClr val="tx1"/>
                </a:solidFill>
                <a:latin typeface="Verdana" pitchFamily="34" charset="0"/>
                <a:ea typeface="ＭＳ Ｐゴシック" charset="-128"/>
                <a:cs typeface="+mn-cs"/>
              </a:defRPr>
            </a:lvl9pPr>
          </a:lstStyle>
          <a:p>
            <a:fld id="{33D586B9-E441-4144-B65D-F4D696F7796F}" type="slidenum">
              <a:rPr lang="en-US" altLang="ja-JP" smtClean="0"/>
              <a:pPr/>
              <a:t>8</a:t>
            </a:fld>
            <a:endParaRPr lang="en-US" altLang="ja-JP"/>
          </a:p>
        </p:txBody>
      </p:sp>
      <p:sp>
        <p:nvSpPr>
          <p:cNvPr id="3" name="テキスト ボックス 2"/>
          <p:cNvSpPr txBox="1"/>
          <p:nvPr/>
        </p:nvSpPr>
        <p:spPr>
          <a:xfrm>
            <a:off x="1632488" y="241484"/>
            <a:ext cx="91440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b="1">
                <a:latin typeface="メイリオ"/>
                <a:ea typeface="メイリオ"/>
              </a:rPr>
              <a:t>　２．新ＰＯＳシステム全体図</a:t>
            </a:r>
          </a:p>
        </p:txBody>
      </p:sp>
      <p:pic>
        <p:nvPicPr>
          <p:cNvPr id="5" name="Picture 1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873220" y="714356"/>
            <a:ext cx="8294746" cy="53323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正方形/長方形 5"/>
          <p:cNvSpPr/>
          <p:nvPr/>
        </p:nvSpPr>
        <p:spPr>
          <a:xfrm>
            <a:off x="1452530" y="6072206"/>
            <a:ext cx="9215470" cy="3571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b="1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※</a:t>
            </a:r>
            <a:r>
              <a:rPr lang="ja-JP" altLang="en-US" sz="1400" b="1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ＰＯＳセンターサーバについてはデータを一元管理するための環境を検討しています。</a:t>
            </a:r>
          </a:p>
        </p:txBody>
      </p:sp>
    </p:spTree>
    <p:extLst>
      <p:ext uri="{BB962C8B-B14F-4D97-AF65-F5344CB8AC3E}">
        <p14:creationId xmlns:p14="http://schemas.microsoft.com/office/powerpoint/2010/main" val="1565003241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4BB3E7CF-52E3-B80A-3E04-EF0B61CA1156}"/>
              </a:ext>
            </a:extLst>
          </p:cNvPr>
          <p:cNvSpPr/>
          <p:nvPr/>
        </p:nvSpPr>
        <p:spPr>
          <a:xfrm>
            <a:off x="151637" y="134128"/>
            <a:ext cx="2245334" cy="452407"/>
          </a:xfrm>
          <a:prstGeom prst="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データ</a:t>
            </a:r>
            <a:r>
              <a:rPr kumimoji="1" lang="ja-JP" altLang="en-US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の流れ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41BEAF94-864A-E275-039F-A6E0899C9ED6}"/>
              </a:ext>
            </a:extLst>
          </p:cNvPr>
          <p:cNvSpPr/>
          <p:nvPr/>
        </p:nvSpPr>
        <p:spPr>
          <a:xfrm>
            <a:off x="4525947" y="1190518"/>
            <a:ext cx="1664562" cy="472161"/>
          </a:xfrm>
          <a:prstGeom prst="round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200" err="1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Ignica</a:t>
            </a:r>
            <a:r>
              <a:rPr lang="en-US" altLang="ja-JP" sz="120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 POS</a:t>
            </a:r>
          </a:p>
          <a:p>
            <a:pPr algn="ctr"/>
            <a:r>
              <a:rPr kumimoji="1" lang="ja-JP" altLang="en-US" sz="120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センターサーバ</a:t>
            </a:r>
            <a:endParaRPr kumimoji="1" lang="ja-JP" altLang="en-US"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</p:txBody>
      </p: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22E6E77A-7130-0E14-F415-FB0C9CA6980B}"/>
              </a:ext>
            </a:extLst>
          </p:cNvPr>
          <p:cNvSpPr/>
          <p:nvPr/>
        </p:nvSpPr>
        <p:spPr>
          <a:xfrm>
            <a:off x="151637" y="1190518"/>
            <a:ext cx="1664562" cy="472161"/>
          </a:xfrm>
          <a:prstGeom prst="round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120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基幹システム</a:t>
            </a:r>
            <a:endParaRPr lang="en-US" altLang="ja-JP" sz="1200"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  <a:p>
            <a:pPr algn="ctr"/>
            <a:r>
              <a:rPr kumimoji="1" lang="en-US" altLang="ja-JP" sz="120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OC</a:t>
            </a:r>
            <a:endParaRPr kumimoji="1" lang="ja-JP" altLang="en-US" sz="1200"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</p:txBody>
      </p:sp>
      <p:sp>
        <p:nvSpPr>
          <p:cNvPr id="68" name="フローチャート: 磁気ディスク 67">
            <a:extLst>
              <a:ext uri="{FF2B5EF4-FFF2-40B4-BE49-F238E27FC236}">
                <a16:creationId xmlns:a16="http://schemas.microsoft.com/office/drawing/2014/main" id="{FEEE9D49-5A51-362A-45E0-D9AFCCBA110A}"/>
              </a:ext>
            </a:extLst>
          </p:cNvPr>
          <p:cNvSpPr/>
          <p:nvPr/>
        </p:nvSpPr>
        <p:spPr>
          <a:xfrm>
            <a:off x="1192187" y="2595133"/>
            <a:ext cx="624012" cy="625403"/>
          </a:xfrm>
          <a:prstGeom prst="flowChartMagneticDisk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algn="ctr"/>
            <a:endParaRPr lang="en-US" altLang="ja-JP" sz="800"/>
          </a:p>
          <a:p>
            <a:pPr algn="ctr"/>
            <a:r>
              <a:rPr lang="ja-JP" altLang="en-US" sz="80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全店分</a:t>
            </a:r>
            <a:endParaRPr lang="en-US" altLang="ja-JP" sz="800"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  <a:p>
            <a:pPr algn="ctr"/>
            <a:r>
              <a:rPr kumimoji="1" lang="ja-JP" altLang="en-US" sz="80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実績</a:t>
            </a:r>
            <a:endParaRPr kumimoji="1" lang="en-US" altLang="ja-JP" sz="800"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  <a:p>
            <a:pPr algn="ctr"/>
            <a:r>
              <a:rPr kumimoji="1" lang="ja-JP" altLang="en-US" sz="80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データ</a:t>
            </a:r>
            <a:endParaRPr kumimoji="1" lang="en-US" altLang="ja-JP" sz="800"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08ECB96-22EA-84B5-AF3A-E670FC044CC0}"/>
              </a:ext>
            </a:extLst>
          </p:cNvPr>
          <p:cNvSpPr/>
          <p:nvPr/>
        </p:nvSpPr>
        <p:spPr>
          <a:xfrm>
            <a:off x="8619501" y="3125949"/>
            <a:ext cx="350776" cy="24407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 altLang="ja-JP" sz="1200" b="1">
              <a:solidFill>
                <a:srgbClr val="FF0000"/>
              </a:solidFill>
            </a:endParaRP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0714A522-37D6-D8C3-2540-944D505E1D3B}"/>
              </a:ext>
            </a:extLst>
          </p:cNvPr>
          <p:cNvSpPr/>
          <p:nvPr/>
        </p:nvSpPr>
        <p:spPr>
          <a:xfrm>
            <a:off x="4525947" y="3460683"/>
            <a:ext cx="1664562" cy="472161"/>
          </a:xfrm>
          <a:prstGeom prst="round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120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新</a:t>
            </a:r>
            <a:r>
              <a:rPr kumimoji="1" lang="ja-JP" altLang="en-US" sz="120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センターサーバ</a:t>
            </a:r>
            <a:endParaRPr kumimoji="1" lang="ja-JP" altLang="en-US"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</p:txBody>
      </p:sp>
      <p:sp>
        <p:nvSpPr>
          <p:cNvPr id="26" name="フローチャート: 磁気ディスク 25">
            <a:extLst>
              <a:ext uri="{FF2B5EF4-FFF2-40B4-BE49-F238E27FC236}">
                <a16:creationId xmlns:a16="http://schemas.microsoft.com/office/drawing/2014/main" id="{CEA933A6-174F-4062-F198-99581CC27E51}"/>
              </a:ext>
            </a:extLst>
          </p:cNvPr>
          <p:cNvSpPr/>
          <p:nvPr/>
        </p:nvSpPr>
        <p:spPr>
          <a:xfrm>
            <a:off x="1192187" y="1794827"/>
            <a:ext cx="624012" cy="625403"/>
          </a:xfrm>
          <a:prstGeom prst="flowChartMagneticDisk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全店分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配信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マスタ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27" name="フローチャート: 磁気ディスク 26">
            <a:extLst>
              <a:ext uri="{FF2B5EF4-FFF2-40B4-BE49-F238E27FC236}">
                <a16:creationId xmlns:a16="http://schemas.microsoft.com/office/drawing/2014/main" id="{E0A9251D-9611-B079-B0B4-63B9F8CC14C0}"/>
              </a:ext>
            </a:extLst>
          </p:cNvPr>
          <p:cNvSpPr/>
          <p:nvPr/>
        </p:nvSpPr>
        <p:spPr>
          <a:xfrm>
            <a:off x="4559181" y="1794827"/>
            <a:ext cx="624012" cy="625403"/>
          </a:xfrm>
          <a:prstGeom prst="flowChartMagneticDisk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全店分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配信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マスタ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29" name="フローチャート: 磁気ディスク 28">
            <a:extLst>
              <a:ext uri="{FF2B5EF4-FFF2-40B4-BE49-F238E27FC236}">
                <a16:creationId xmlns:a16="http://schemas.microsoft.com/office/drawing/2014/main" id="{552BDDBF-96A1-20E4-2DDA-2EFB31E8ABB0}"/>
              </a:ext>
            </a:extLst>
          </p:cNvPr>
          <p:cNvSpPr/>
          <p:nvPr/>
        </p:nvSpPr>
        <p:spPr>
          <a:xfrm>
            <a:off x="4566922" y="2595133"/>
            <a:ext cx="624012" cy="625403"/>
          </a:xfrm>
          <a:prstGeom prst="flowChartMagneticDisk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algn="ctr"/>
            <a:endParaRPr lang="en-US" altLang="ja-JP" sz="800"/>
          </a:p>
          <a:p>
            <a:pPr algn="ctr"/>
            <a:r>
              <a:rPr lang="ja-JP" altLang="en-US" sz="80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全店分</a:t>
            </a:r>
            <a:endParaRPr lang="en-US" altLang="ja-JP" sz="800"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  <a:p>
            <a:pPr algn="ctr"/>
            <a:r>
              <a:rPr kumimoji="1" lang="ja-JP" altLang="en-US" sz="80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実績</a:t>
            </a:r>
            <a:endParaRPr kumimoji="1" lang="en-US" altLang="ja-JP" sz="800"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  <a:p>
            <a:pPr algn="ctr"/>
            <a:r>
              <a:rPr kumimoji="1" lang="ja-JP" altLang="en-US" sz="80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データ</a:t>
            </a:r>
            <a:endParaRPr kumimoji="1" lang="en-US" altLang="ja-JP" sz="800"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</p:txBody>
      </p: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754FD5B6-804F-8068-97FF-8252D5EDBBEA}"/>
              </a:ext>
            </a:extLst>
          </p:cNvPr>
          <p:cNvCxnSpPr>
            <a:cxnSpLocks/>
            <a:stCxn id="26" idx="4"/>
            <a:endCxn id="27" idx="2"/>
          </p:cNvCxnSpPr>
          <p:nvPr/>
        </p:nvCxnSpPr>
        <p:spPr>
          <a:xfrm>
            <a:off x="1816199" y="2107529"/>
            <a:ext cx="27429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直線矢印コネクタ 230">
            <a:extLst>
              <a:ext uri="{FF2B5EF4-FFF2-40B4-BE49-F238E27FC236}">
                <a16:creationId xmlns:a16="http://schemas.microsoft.com/office/drawing/2014/main" id="{D0D12F46-3077-142F-E0E2-86A4C2B2AA87}"/>
              </a:ext>
            </a:extLst>
          </p:cNvPr>
          <p:cNvCxnSpPr>
            <a:cxnSpLocks/>
            <a:stCxn id="29" idx="2"/>
            <a:endCxn id="68" idx="4"/>
          </p:cNvCxnSpPr>
          <p:nvPr/>
        </p:nvCxnSpPr>
        <p:spPr>
          <a:xfrm flipH="1">
            <a:off x="1816199" y="2907835"/>
            <a:ext cx="275072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正方形/長方形 236">
            <a:extLst>
              <a:ext uri="{FF2B5EF4-FFF2-40B4-BE49-F238E27FC236}">
                <a16:creationId xmlns:a16="http://schemas.microsoft.com/office/drawing/2014/main" id="{300363DB-1135-3943-7B77-52A46E9BB13D}"/>
              </a:ext>
            </a:extLst>
          </p:cNvPr>
          <p:cNvSpPr/>
          <p:nvPr/>
        </p:nvSpPr>
        <p:spPr>
          <a:xfrm>
            <a:off x="1706047" y="2176153"/>
            <a:ext cx="624012" cy="24407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7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entury Gothic" panose="020F0302020204030204"/>
                <a:ea typeface="メイリオ" panose="020B0604030504040204" pitchFamily="50" charset="-128"/>
                <a:cs typeface="+mn-cs"/>
              </a:rPr>
              <a:t>22:30</a:t>
            </a:r>
            <a:endParaRPr kumimoji="1" lang="ja-JP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238" name="正方形/長方形 237">
            <a:extLst>
              <a:ext uri="{FF2B5EF4-FFF2-40B4-BE49-F238E27FC236}">
                <a16:creationId xmlns:a16="http://schemas.microsoft.com/office/drawing/2014/main" id="{150EC7C0-8B7C-D2C8-74B4-01B26BC869C7}"/>
              </a:ext>
            </a:extLst>
          </p:cNvPr>
          <p:cNvSpPr/>
          <p:nvPr/>
        </p:nvSpPr>
        <p:spPr>
          <a:xfrm>
            <a:off x="4051231" y="2960700"/>
            <a:ext cx="624012" cy="24407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700" b="1">
                <a:solidFill>
                  <a:prstClr val="black"/>
                </a:solidFill>
                <a:latin typeface="Century Gothic" panose="020F0302020204030204"/>
                <a:ea typeface="メイリオ" panose="020B0604030504040204" pitchFamily="50" charset="-128"/>
              </a:rPr>
              <a:t>2</a:t>
            </a:r>
            <a:r>
              <a:rPr kumimoji="1" lang="en-US" altLang="ja-JP" sz="7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entury Gothic" panose="020F0302020204030204"/>
                <a:ea typeface="メイリオ" panose="020B0604030504040204" pitchFamily="50" charset="-128"/>
                <a:cs typeface="+mn-cs"/>
              </a:rPr>
              <a:t>:</a:t>
            </a:r>
            <a:r>
              <a:rPr lang="en-US" altLang="ja-JP" sz="700" b="1">
                <a:solidFill>
                  <a:prstClr val="black"/>
                </a:solidFill>
                <a:latin typeface="Century Gothic" panose="020F0302020204030204"/>
                <a:ea typeface="メイリオ" panose="020B0604030504040204" pitchFamily="50" charset="-128"/>
              </a:rPr>
              <a:t>0</a:t>
            </a:r>
            <a:r>
              <a:rPr kumimoji="1" lang="en-US" altLang="ja-JP" sz="7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entury Gothic" panose="020F0302020204030204"/>
                <a:ea typeface="メイリオ" panose="020B0604030504040204" pitchFamily="50" charset="-128"/>
                <a:cs typeface="+mn-cs"/>
              </a:rPr>
              <a:t>0</a:t>
            </a:r>
            <a:endParaRPr kumimoji="1" lang="ja-JP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239" name="フローチャート: 磁気ディスク 238">
            <a:extLst>
              <a:ext uri="{FF2B5EF4-FFF2-40B4-BE49-F238E27FC236}">
                <a16:creationId xmlns:a16="http://schemas.microsoft.com/office/drawing/2014/main" id="{1D327803-8886-5BFE-3B85-9058032E9047}"/>
              </a:ext>
            </a:extLst>
          </p:cNvPr>
          <p:cNvSpPr/>
          <p:nvPr/>
        </p:nvSpPr>
        <p:spPr>
          <a:xfrm>
            <a:off x="4566922" y="4152990"/>
            <a:ext cx="624012" cy="625403"/>
          </a:xfrm>
          <a:prstGeom prst="flowChartMagneticDisk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全店分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配信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マスタ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240" name="フローチャート: 磁気ディスク 239">
            <a:extLst>
              <a:ext uri="{FF2B5EF4-FFF2-40B4-BE49-F238E27FC236}">
                <a16:creationId xmlns:a16="http://schemas.microsoft.com/office/drawing/2014/main" id="{AE4FAC95-F248-3C93-7554-57399A17D852}"/>
              </a:ext>
            </a:extLst>
          </p:cNvPr>
          <p:cNvSpPr/>
          <p:nvPr/>
        </p:nvSpPr>
        <p:spPr>
          <a:xfrm>
            <a:off x="1192187" y="4152990"/>
            <a:ext cx="624012" cy="625403"/>
          </a:xfrm>
          <a:prstGeom prst="flowChartMagneticDisk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全店分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配信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マスタ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241" name="フローチャート: 磁気ディスク 240">
            <a:extLst>
              <a:ext uri="{FF2B5EF4-FFF2-40B4-BE49-F238E27FC236}">
                <a16:creationId xmlns:a16="http://schemas.microsoft.com/office/drawing/2014/main" id="{6338592D-1E34-3972-639D-4B8F0DF78CBC}"/>
              </a:ext>
            </a:extLst>
          </p:cNvPr>
          <p:cNvSpPr/>
          <p:nvPr/>
        </p:nvSpPr>
        <p:spPr>
          <a:xfrm>
            <a:off x="1192187" y="4944583"/>
            <a:ext cx="624012" cy="625403"/>
          </a:xfrm>
          <a:prstGeom prst="flowChartMagneticDisk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algn="ctr"/>
            <a:r>
              <a:rPr lang="ja-JP" altLang="en-US" sz="80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全店分</a:t>
            </a:r>
            <a:endParaRPr lang="en-US" altLang="ja-JP" sz="800"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  <a:p>
            <a:pPr algn="ctr"/>
            <a:r>
              <a:rPr kumimoji="1" lang="ja-JP" altLang="en-US" sz="80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実績</a:t>
            </a:r>
            <a:endParaRPr kumimoji="1" lang="en-US" altLang="ja-JP" sz="800"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  <a:p>
            <a:pPr algn="ctr"/>
            <a:r>
              <a:rPr kumimoji="1" lang="ja-JP" altLang="en-US" sz="80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データ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242" name="フローチャート: 磁気ディスク 241">
            <a:extLst>
              <a:ext uri="{FF2B5EF4-FFF2-40B4-BE49-F238E27FC236}">
                <a16:creationId xmlns:a16="http://schemas.microsoft.com/office/drawing/2014/main" id="{1C39CC13-9FE9-D932-291B-FEDC445CE587}"/>
              </a:ext>
            </a:extLst>
          </p:cNvPr>
          <p:cNvSpPr/>
          <p:nvPr/>
        </p:nvSpPr>
        <p:spPr>
          <a:xfrm>
            <a:off x="4559181" y="4944583"/>
            <a:ext cx="624012" cy="625403"/>
          </a:xfrm>
          <a:prstGeom prst="flowChartMagneticDisk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algn="ctr"/>
            <a:r>
              <a:rPr lang="ja-JP" altLang="en-US" sz="80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全店分</a:t>
            </a:r>
            <a:endParaRPr lang="en-US" altLang="ja-JP" sz="800"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  <a:p>
            <a:pPr algn="ctr"/>
            <a:r>
              <a:rPr kumimoji="1" lang="ja-JP" altLang="en-US" sz="80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実績</a:t>
            </a:r>
            <a:endParaRPr kumimoji="1" lang="en-US" altLang="ja-JP" sz="800"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  <a:p>
            <a:pPr algn="ctr"/>
            <a:r>
              <a:rPr kumimoji="1" lang="ja-JP" altLang="en-US" sz="80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データ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cxnSp>
        <p:nvCxnSpPr>
          <p:cNvPr id="243" name="直線矢印コネクタ 242">
            <a:extLst>
              <a:ext uri="{FF2B5EF4-FFF2-40B4-BE49-F238E27FC236}">
                <a16:creationId xmlns:a16="http://schemas.microsoft.com/office/drawing/2014/main" id="{1590EFC1-EB40-2D09-672F-8697A74099D3}"/>
              </a:ext>
            </a:extLst>
          </p:cNvPr>
          <p:cNvCxnSpPr>
            <a:cxnSpLocks/>
            <a:stCxn id="240" idx="4"/>
            <a:endCxn id="239" idx="2"/>
          </p:cNvCxnSpPr>
          <p:nvPr/>
        </p:nvCxnSpPr>
        <p:spPr>
          <a:xfrm>
            <a:off x="1816199" y="4465692"/>
            <a:ext cx="2750723" cy="0"/>
          </a:xfrm>
          <a:prstGeom prst="straightConnector1">
            <a:avLst/>
          </a:prstGeom>
          <a:ln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直線矢印コネクタ 245">
            <a:extLst>
              <a:ext uri="{FF2B5EF4-FFF2-40B4-BE49-F238E27FC236}">
                <a16:creationId xmlns:a16="http://schemas.microsoft.com/office/drawing/2014/main" id="{4038909A-2FC3-3F6A-8961-6497C6002677}"/>
              </a:ext>
            </a:extLst>
          </p:cNvPr>
          <p:cNvCxnSpPr>
            <a:cxnSpLocks/>
            <a:stCxn id="241" idx="4"/>
            <a:endCxn id="242" idx="2"/>
          </p:cNvCxnSpPr>
          <p:nvPr/>
        </p:nvCxnSpPr>
        <p:spPr>
          <a:xfrm>
            <a:off x="1816199" y="5257285"/>
            <a:ext cx="2742982" cy="0"/>
          </a:xfrm>
          <a:prstGeom prst="straightConnector1">
            <a:avLst/>
          </a:prstGeom>
          <a:ln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17982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4BB3E7CF-52E3-B80A-3E04-EF0B61CA1156}"/>
              </a:ext>
            </a:extLst>
          </p:cNvPr>
          <p:cNvSpPr/>
          <p:nvPr/>
        </p:nvSpPr>
        <p:spPr>
          <a:xfrm>
            <a:off x="151637" y="134128"/>
            <a:ext cx="3381676" cy="452407"/>
          </a:xfrm>
          <a:prstGeom prst="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新サーバ対応</a:t>
            </a: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データの流れ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41BEAF94-864A-E275-039F-A6E0899C9ED6}"/>
              </a:ext>
            </a:extLst>
          </p:cNvPr>
          <p:cNvSpPr/>
          <p:nvPr/>
        </p:nvSpPr>
        <p:spPr>
          <a:xfrm>
            <a:off x="3066501" y="1190518"/>
            <a:ext cx="5038811" cy="472161"/>
          </a:xfrm>
          <a:prstGeom prst="round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新センターサーバ</a:t>
            </a:r>
            <a:endParaRPr kumimoji="1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22E6E77A-7130-0E14-F415-FB0C9CA6980B}"/>
              </a:ext>
            </a:extLst>
          </p:cNvPr>
          <p:cNvSpPr/>
          <p:nvPr/>
        </p:nvSpPr>
        <p:spPr>
          <a:xfrm>
            <a:off x="491851" y="1190518"/>
            <a:ext cx="1664562" cy="472161"/>
          </a:xfrm>
          <a:prstGeom prst="round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基幹システム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OC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68" name="フローチャート: 磁気ディスク 67">
            <a:extLst>
              <a:ext uri="{FF2B5EF4-FFF2-40B4-BE49-F238E27FC236}">
                <a16:creationId xmlns:a16="http://schemas.microsoft.com/office/drawing/2014/main" id="{FEEE9D49-5A51-362A-45E0-D9AFCCBA110A}"/>
              </a:ext>
            </a:extLst>
          </p:cNvPr>
          <p:cNvSpPr/>
          <p:nvPr/>
        </p:nvSpPr>
        <p:spPr>
          <a:xfrm>
            <a:off x="1024636" y="2552316"/>
            <a:ext cx="624012" cy="625403"/>
          </a:xfrm>
          <a:prstGeom prst="flowChartMagneticDisk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全店分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実績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データ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08ECB96-22EA-84B5-AF3A-E670FC044CC0}"/>
              </a:ext>
            </a:extLst>
          </p:cNvPr>
          <p:cNvSpPr/>
          <p:nvPr/>
        </p:nvSpPr>
        <p:spPr>
          <a:xfrm>
            <a:off x="10759490" y="3125949"/>
            <a:ext cx="350776" cy="24407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12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26" name="フローチャート: 磁気ディスク 25">
            <a:extLst>
              <a:ext uri="{FF2B5EF4-FFF2-40B4-BE49-F238E27FC236}">
                <a16:creationId xmlns:a16="http://schemas.microsoft.com/office/drawing/2014/main" id="{CEA933A6-174F-4062-F198-99581CC27E51}"/>
              </a:ext>
            </a:extLst>
          </p:cNvPr>
          <p:cNvSpPr/>
          <p:nvPr/>
        </p:nvSpPr>
        <p:spPr>
          <a:xfrm>
            <a:off x="1024636" y="1794827"/>
            <a:ext cx="624012" cy="625403"/>
          </a:xfrm>
          <a:prstGeom prst="flowChartMagneticDisk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全店分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配信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マスタ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27" name="フローチャート: 磁気ディスク 26">
            <a:extLst>
              <a:ext uri="{FF2B5EF4-FFF2-40B4-BE49-F238E27FC236}">
                <a16:creationId xmlns:a16="http://schemas.microsoft.com/office/drawing/2014/main" id="{E0A9251D-9611-B079-B0B4-63B9F8CC14C0}"/>
              </a:ext>
            </a:extLst>
          </p:cNvPr>
          <p:cNvSpPr/>
          <p:nvPr/>
        </p:nvSpPr>
        <p:spPr>
          <a:xfrm>
            <a:off x="3066502" y="1794827"/>
            <a:ext cx="624012" cy="625403"/>
          </a:xfrm>
          <a:prstGeom prst="flowChartMagneticDisk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全店分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配信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マスタ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29" name="フローチャート: 磁気ディスク 28">
            <a:extLst>
              <a:ext uri="{FF2B5EF4-FFF2-40B4-BE49-F238E27FC236}">
                <a16:creationId xmlns:a16="http://schemas.microsoft.com/office/drawing/2014/main" id="{552BDDBF-96A1-20E4-2DDA-2EFB31E8ABB0}"/>
              </a:ext>
            </a:extLst>
          </p:cNvPr>
          <p:cNvSpPr/>
          <p:nvPr/>
        </p:nvSpPr>
        <p:spPr>
          <a:xfrm>
            <a:off x="3066502" y="2552316"/>
            <a:ext cx="624012" cy="625403"/>
          </a:xfrm>
          <a:prstGeom prst="flowChartMagneticDisk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全店分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実績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データ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754FD5B6-804F-8068-97FF-8252D5EDBBEA}"/>
              </a:ext>
            </a:extLst>
          </p:cNvPr>
          <p:cNvCxnSpPr>
            <a:cxnSpLocks/>
            <a:stCxn id="26" idx="4"/>
            <a:endCxn id="27" idx="2"/>
          </p:cNvCxnSpPr>
          <p:nvPr/>
        </p:nvCxnSpPr>
        <p:spPr>
          <a:xfrm>
            <a:off x="1648648" y="2107529"/>
            <a:ext cx="14178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直線矢印コネクタ 230">
            <a:extLst>
              <a:ext uri="{FF2B5EF4-FFF2-40B4-BE49-F238E27FC236}">
                <a16:creationId xmlns:a16="http://schemas.microsoft.com/office/drawing/2014/main" id="{D0D12F46-3077-142F-E0E2-86A4C2B2AA87}"/>
              </a:ext>
            </a:extLst>
          </p:cNvPr>
          <p:cNvCxnSpPr>
            <a:cxnSpLocks/>
            <a:stCxn id="29" idx="2"/>
            <a:endCxn id="68" idx="4"/>
          </p:cNvCxnSpPr>
          <p:nvPr/>
        </p:nvCxnSpPr>
        <p:spPr>
          <a:xfrm flipH="1">
            <a:off x="1648648" y="2865018"/>
            <a:ext cx="14178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正方形/長方形 236">
            <a:extLst>
              <a:ext uri="{FF2B5EF4-FFF2-40B4-BE49-F238E27FC236}">
                <a16:creationId xmlns:a16="http://schemas.microsoft.com/office/drawing/2014/main" id="{300363DB-1135-3943-7B77-52A46E9BB13D}"/>
              </a:ext>
            </a:extLst>
          </p:cNvPr>
          <p:cNvSpPr/>
          <p:nvPr/>
        </p:nvSpPr>
        <p:spPr>
          <a:xfrm>
            <a:off x="1706047" y="2176153"/>
            <a:ext cx="624012" cy="24407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7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entury Gothic" panose="020F0302020204030204"/>
                <a:ea typeface="メイリオ" panose="020B0604030504040204" pitchFamily="50" charset="-128"/>
                <a:cs typeface="+mn-cs"/>
              </a:rPr>
              <a:t>22:30</a:t>
            </a:r>
            <a:endParaRPr kumimoji="1" lang="ja-JP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238" name="正方形/長方形 237">
            <a:extLst>
              <a:ext uri="{FF2B5EF4-FFF2-40B4-BE49-F238E27FC236}">
                <a16:creationId xmlns:a16="http://schemas.microsoft.com/office/drawing/2014/main" id="{150EC7C0-8B7C-D2C8-74B4-01B26BC869C7}"/>
              </a:ext>
            </a:extLst>
          </p:cNvPr>
          <p:cNvSpPr/>
          <p:nvPr/>
        </p:nvSpPr>
        <p:spPr>
          <a:xfrm>
            <a:off x="2546227" y="2916895"/>
            <a:ext cx="624012" cy="24407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7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entury Gothic" panose="020F0302020204030204"/>
                <a:ea typeface="メイリオ" panose="020B0604030504040204" pitchFamily="50" charset="-128"/>
                <a:cs typeface="+mn-cs"/>
              </a:rPr>
              <a:t>2:00</a:t>
            </a:r>
            <a:endParaRPr kumimoji="1" lang="ja-JP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0DA41D33-2BFB-A2A3-CF75-2772C474DD28}"/>
              </a:ext>
            </a:extLst>
          </p:cNvPr>
          <p:cNvSpPr/>
          <p:nvPr/>
        </p:nvSpPr>
        <p:spPr>
          <a:xfrm>
            <a:off x="9015400" y="1190518"/>
            <a:ext cx="1664562" cy="472161"/>
          </a:xfrm>
          <a:prstGeom prst="round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富士通サーバー</a:t>
            </a:r>
            <a:endParaRPr kumimoji="1" lang="ja-JP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6" name="フローチャート: 磁気ディスク 5">
            <a:extLst>
              <a:ext uri="{FF2B5EF4-FFF2-40B4-BE49-F238E27FC236}">
                <a16:creationId xmlns:a16="http://schemas.microsoft.com/office/drawing/2014/main" id="{D9575F36-B6B3-3F38-D921-20B3E1148B27}"/>
              </a:ext>
            </a:extLst>
          </p:cNvPr>
          <p:cNvSpPr/>
          <p:nvPr/>
        </p:nvSpPr>
        <p:spPr>
          <a:xfrm>
            <a:off x="7393951" y="1794825"/>
            <a:ext cx="624012" cy="625403"/>
          </a:xfrm>
          <a:prstGeom prst="flowChartMagneticDisk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800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店別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マスタ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7" name="フローチャート: 磁気ディスク 6">
            <a:extLst>
              <a:ext uri="{FF2B5EF4-FFF2-40B4-BE49-F238E27FC236}">
                <a16:creationId xmlns:a16="http://schemas.microsoft.com/office/drawing/2014/main" id="{ACC3D3DF-7E57-22E0-78E9-5E3117624F2F}"/>
              </a:ext>
            </a:extLst>
          </p:cNvPr>
          <p:cNvSpPr/>
          <p:nvPr/>
        </p:nvSpPr>
        <p:spPr>
          <a:xfrm>
            <a:off x="9581412" y="1794825"/>
            <a:ext cx="624012" cy="625403"/>
          </a:xfrm>
          <a:prstGeom prst="flowChartMagneticDisk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800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店別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マスタ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8" name="フローチャート: 磁気ディスク 7">
            <a:extLst>
              <a:ext uri="{FF2B5EF4-FFF2-40B4-BE49-F238E27FC236}">
                <a16:creationId xmlns:a16="http://schemas.microsoft.com/office/drawing/2014/main" id="{5351EBE2-96E6-5669-7A80-3827A9050239}"/>
              </a:ext>
            </a:extLst>
          </p:cNvPr>
          <p:cNvSpPr/>
          <p:nvPr/>
        </p:nvSpPr>
        <p:spPr>
          <a:xfrm>
            <a:off x="9653973" y="3469265"/>
            <a:ext cx="624012" cy="625403"/>
          </a:xfrm>
          <a:prstGeom prst="flowChartMagneticDisk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取引ログ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12" name="フローチャート: 磁気ディスク 11">
            <a:extLst>
              <a:ext uri="{FF2B5EF4-FFF2-40B4-BE49-F238E27FC236}">
                <a16:creationId xmlns:a16="http://schemas.microsoft.com/office/drawing/2014/main" id="{0568D8DF-39CB-2238-D07B-6DBEFB86201E}"/>
              </a:ext>
            </a:extLst>
          </p:cNvPr>
          <p:cNvSpPr/>
          <p:nvPr/>
        </p:nvSpPr>
        <p:spPr>
          <a:xfrm>
            <a:off x="7481300" y="3458921"/>
            <a:ext cx="624012" cy="625403"/>
          </a:xfrm>
          <a:prstGeom prst="flowChartMagneticDisk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取引ログ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AE78867C-6C51-E1CB-493D-2170EA5416E9}"/>
              </a:ext>
            </a:extLst>
          </p:cNvPr>
          <p:cNvSpPr/>
          <p:nvPr/>
        </p:nvSpPr>
        <p:spPr>
          <a:xfrm>
            <a:off x="491851" y="3622507"/>
            <a:ext cx="1664562" cy="472161"/>
          </a:xfrm>
          <a:prstGeom prst="round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基幹システム</a:t>
            </a:r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1200">
                <a:solidFill>
                  <a:prstClr val="black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アイネス</a:t>
            </a:r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18" name="フローチャート: 磁気ディスク 17">
            <a:extLst>
              <a:ext uri="{FF2B5EF4-FFF2-40B4-BE49-F238E27FC236}">
                <a16:creationId xmlns:a16="http://schemas.microsoft.com/office/drawing/2014/main" id="{73A80879-AD22-663F-0928-05B568273EFC}"/>
              </a:ext>
            </a:extLst>
          </p:cNvPr>
          <p:cNvSpPr/>
          <p:nvPr/>
        </p:nvSpPr>
        <p:spPr>
          <a:xfrm>
            <a:off x="1024636" y="4367521"/>
            <a:ext cx="624012" cy="625403"/>
          </a:xfrm>
          <a:prstGeom prst="flowChartMagneticDisk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POS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分析データ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21" name="フローチャート: 磁気ディスク 20">
            <a:extLst>
              <a:ext uri="{FF2B5EF4-FFF2-40B4-BE49-F238E27FC236}">
                <a16:creationId xmlns:a16="http://schemas.microsoft.com/office/drawing/2014/main" id="{FADB581B-F1CD-C506-9BA3-1FC0B34ACA76}"/>
              </a:ext>
            </a:extLst>
          </p:cNvPr>
          <p:cNvSpPr/>
          <p:nvPr/>
        </p:nvSpPr>
        <p:spPr>
          <a:xfrm>
            <a:off x="3066502" y="4367521"/>
            <a:ext cx="624012" cy="625403"/>
          </a:xfrm>
          <a:prstGeom prst="flowChartMagneticDisk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F0302020204030204"/>
              <a:ea typeface="メイリオ" panose="020B0604030504040204" pitchFamily="50" charset="-128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POS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分析データ</a:t>
            </a:r>
            <a:endParaRPr kumimoji="1" lang="en-US" altLang="ja-JP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030C0597-B09D-ABE6-E06C-C4BF3A94301B}"/>
              </a:ext>
            </a:extLst>
          </p:cNvPr>
          <p:cNvCxnSpPr>
            <a:cxnSpLocks/>
            <a:stCxn id="21" idx="2"/>
            <a:endCxn id="18" idx="4"/>
          </p:cNvCxnSpPr>
          <p:nvPr/>
        </p:nvCxnSpPr>
        <p:spPr>
          <a:xfrm flipH="1">
            <a:off x="1648648" y="4680223"/>
            <a:ext cx="14178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フローチャート: 定義済み処理 22">
            <a:extLst>
              <a:ext uri="{FF2B5EF4-FFF2-40B4-BE49-F238E27FC236}">
                <a16:creationId xmlns:a16="http://schemas.microsoft.com/office/drawing/2014/main" id="{1E6C7DC2-43C3-288F-9691-E8ED7BDB7F3B}"/>
              </a:ext>
            </a:extLst>
          </p:cNvPr>
          <p:cNvSpPr/>
          <p:nvPr/>
        </p:nvSpPr>
        <p:spPr>
          <a:xfrm>
            <a:off x="3950564" y="1794825"/>
            <a:ext cx="3000652" cy="625403"/>
          </a:xfrm>
          <a:prstGeom prst="flowChartPredefinedProcess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800"/>
              <a:t>サーバーマスタ取込</a:t>
            </a:r>
            <a:endParaRPr kumimoji="1" lang="en-US" altLang="ja-JP" sz="800"/>
          </a:p>
          <a:p>
            <a:pPr algn="ctr"/>
            <a:r>
              <a:rPr lang="ja-JP" altLang="en-US" sz="800"/>
              <a:t>富士通連携マスタ作成</a:t>
            </a:r>
            <a:endParaRPr kumimoji="1" lang="ja-JP" altLang="en-US" sz="800"/>
          </a:p>
        </p:txBody>
      </p:sp>
      <p:sp>
        <p:nvSpPr>
          <p:cNvPr id="24" name="フローチャート: 定義済み処理 23">
            <a:extLst>
              <a:ext uri="{FF2B5EF4-FFF2-40B4-BE49-F238E27FC236}">
                <a16:creationId xmlns:a16="http://schemas.microsoft.com/office/drawing/2014/main" id="{E0658472-AEB3-1ED9-25CC-C472C5D1CF4D}"/>
              </a:ext>
            </a:extLst>
          </p:cNvPr>
          <p:cNvSpPr/>
          <p:nvPr/>
        </p:nvSpPr>
        <p:spPr>
          <a:xfrm>
            <a:off x="3950564" y="2550323"/>
            <a:ext cx="3000652" cy="2442600"/>
          </a:xfrm>
          <a:prstGeom prst="flowChartPredefinedProcess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800"/>
              <a:t>OC</a:t>
            </a:r>
            <a:r>
              <a:rPr kumimoji="1" lang="ja-JP" altLang="en-US" sz="800"/>
              <a:t>向け実績作成</a:t>
            </a:r>
            <a:endParaRPr kumimoji="1" lang="en-US" altLang="ja-JP" sz="800"/>
          </a:p>
          <a:p>
            <a:pPr algn="ctr"/>
            <a:r>
              <a:rPr kumimoji="1" lang="en-US" altLang="ja-JP" sz="800"/>
              <a:t>POS</a:t>
            </a:r>
            <a:r>
              <a:rPr kumimoji="1" lang="ja-JP" altLang="en-US" sz="800"/>
              <a:t>分析作成</a:t>
            </a:r>
          </a:p>
        </p:txBody>
      </p: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2AF8E5E1-1B36-45C9-0F09-ECA33C32222B}"/>
              </a:ext>
            </a:extLst>
          </p:cNvPr>
          <p:cNvCxnSpPr>
            <a:cxnSpLocks/>
            <a:stCxn id="27" idx="4"/>
            <a:endCxn id="23" idx="1"/>
          </p:cNvCxnSpPr>
          <p:nvPr/>
        </p:nvCxnSpPr>
        <p:spPr>
          <a:xfrm flipV="1">
            <a:off x="3690514" y="2107527"/>
            <a:ext cx="260050" cy="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直線矢印コネクタ 227">
            <a:extLst>
              <a:ext uri="{FF2B5EF4-FFF2-40B4-BE49-F238E27FC236}">
                <a16:creationId xmlns:a16="http://schemas.microsoft.com/office/drawing/2014/main" id="{717F4624-C439-11EA-6A60-DE7AD78158B7}"/>
              </a:ext>
            </a:extLst>
          </p:cNvPr>
          <p:cNvCxnSpPr>
            <a:cxnSpLocks/>
            <a:stCxn id="23" idx="3"/>
            <a:endCxn id="6" idx="2"/>
          </p:cNvCxnSpPr>
          <p:nvPr/>
        </p:nvCxnSpPr>
        <p:spPr>
          <a:xfrm>
            <a:off x="6951216" y="2107527"/>
            <a:ext cx="44273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直線矢印コネクタ 250">
            <a:extLst>
              <a:ext uri="{FF2B5EF4-FFF2-40B4-BE49-F238E27FC236}">
                <a16:creationId xmlns:a16="http://schemas.microsoft.com/office/drawing/2014/main" id="{199C4EB7-8A21-AF53-903F-EF468D86E40F}"/>
              </a:ext>
            </a:extLst>
          </p:cNvPr>
          <p:cNvCxnSpPr>
            <a:cxnSpLocks/>
            <a:stCxn id="6" idx="4"/>
            <a:endCxn id="7" idx="2"/>
          </p:cNvCxnSpPr>
          <p:nvPr/>
        </p:nvCxnSpPr>
        <p:spPr>
          <a:xfrm>
            <a:off x="8017963" y="2107527"/>
            <a:ext cx="156344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B9E89F2F-F787-BD63-DB65-42515B6039A9}"/>
              </a:ext>
            </a:extLst>
          </p:cNvPr>
          <p:cNvCxnSpPr>
            <a:cxnSpLocks/>
            <a:endCxn id="21" idx="4"/>
          </p:cNvCxnSpPr>
          <p:nvPr/>
        </p:nvCxnSpPr>
        <p:spPr>
          <a:xfrm flipH="1">
            <a:off x="3690514" y="4680222"/>
            <a:ext cx="260050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C1ACE626-67B6-9D81-7F56-EB2B83404CE1}"/>
              </a:ext>
            </a:extLst>
          </p:cNvPr>
          <p:cNvCxnSpPr>
            <a:cxnSpLocks/>
            <a:stCxn id="12" idx="2"/>
            <a:endCxn id="24" idx="3"/>
          </p:cNvCxnSpPr>
          <p:nvPr/>
        </p:nvCxnSpPr>
        <p:spPr>
          <a:xfrm flipH="1">
            <a:off x="6951216" y="3771623"/>
            <a:ext cx="53008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8037F151-77F2-3B8C-1A21-508595F6D5B8}"/>
              </a:ext>
            </a:extLst>
          </p:cNvPr>
          <p:cNvCxnSpPr>
            <a:cxnSpLocks/>
            <a:stCxn id="8" idx="2"/>
            <a:endCxn id="12" idx="4"/>
          </p:cNvCxnSpPr>
          <p:nvPr/>
        </p:nvCxnSpPr>
        <p:spPr>
          <a:xfrm flipH="1" flipV="1">
            <a:off x="8105312" y="3771623"/>
            <a:ext cx="1548661" cy="103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線矢印コネクタ 47">
            <a:extLst>
              <a:ext uri="{FF2B5EF4-FFF2-40B4-BE49-F238E27FC236}">
                <a16:creationId xmlns:a16="http://schemas.microsoft.com/office/drawing/2014/main" id="{71B86B64-C5FD-0116-FF2C-EB4022D9448D}"/>
              </a:ext>
            </a:extLst>
          </p:cNvPr>
          <p:cNvCxnSpPr>
            <a:cxnSpLocks/>
          </p:cNvCxnSpPr>
          <p:nvPr/>
        </p:nvCxnSpPr>
        <p:spPr>
          <a:xfrm flipH="1">
            <a:off x="3663882" y="2851101"/>
            <a:ext cx="260050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17774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theme/theme1.xml><?xml version="1.0" encoding="utf-8"?>
<a:theme xmlns:a="http://schemas.openxmlformats.org/drawingml/2006/main" name="agetech201505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kumimoji="1"/>
        </a:defPPr>
      </a:lstStyle>
      <a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a:style>
    </a:spDef>
  </a:objectDefaults>
  <a:extraClrSchemeLst/>
  <a:extLst>
    <a:ext uri="{05A4C25C-085E-4340-85A3-A5531E510DB2}">
      <thm15:themeFamily xmlns:thm15="http://schemas.microsoft.com/office/thememl/2012/main" name="プレゼンテーション2" id="{728EBE56-3AB3-437F-957F-F27631CB2B3E}" vid="{178BA1FE-5FB3-4CAE-8F8F-655C35512A9A}"/>
    </a:ext>
  </a:extLst>
</a:theme>
</file>

<file path=ppt/theme/theme2.xml><?xml version="1.0" encoding="utf-8"?>
<a:theme xmlns:a="http://schemas.openxmlformats.org/drawingml/2006/main" name="Profile">
  <a:themeElements>
    <a:clrScheme name="ユーザー定義 11">
      <a:dk1>
        <a:srgbClr val="000000"/>
      </a:dk1>
      <a:lt1>
        <a:srgbClr val="FFFFFF"/>
      </a:lt1>
      <a:dk2>
        <a:srgbClr val="0000CC"/>
      </a:dk2>
      <a:lt2>
        <a:srgbClr val="0099FF"/>
      </a:lt2>
      <a:accent1>
        <a:srgbClr val="66FF66"/>
      </a:accent1>
      <a:accent2>
        <a:srgbClr val="CC0000"/>
      </a:accent2>
      <a:accent3>
        <a:srgbClr val="0099FF"/>
      </a:accent3>
      <a:accent4>
        <a:srgbClr val="0000CC"/>
      </a:accent4>
      <a:accent5>
        <a:srgbClr val="FF9900"/>
      </a:accent5>
      <a:accent6>
        <a:srgbClr val="9966FF"/>
      </a:accent6>
      <a:hlink>
        <a:srgbClr val="0000CC"/>
      </a:hlink>
      <a:folHlink>
        <a:srgbClr val="0099FF"/>
      </a:folHlink>
    </a:clrScheme>
    <a:fontScheme name="Profile">
      <a:majorFont>
        <a:latin typeface="Verdana"/>
        <a:ea typeface="ＭＳ Ｐゴシック"/>
        <a:cs typeface=""/>
      </a:majorFont>
      <a:minorFont>
        <a:latin typeface="Verdana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Profile 1">
        <a:dk1>
          <a:srgbClr val="A50021"/>
        </a:dk1>
        <a:lt1>
          <a:srgbClr val="FFFFFF"/>
        </a:lt1>
        <a:dk2>
          <a:srgbClr val="800000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FFFFCC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2">
        <a:dk1>
          <a:srgbClr val="3C001E"/>
        </a:dk1>
        <a:lt1>
          <a:srgbClr val="FFFFFF"/>
        </a:lt1>
        <a:dk2>
          <a:srgbClr val="51072E"/>
        </a:dk2>
        <a:lt2>
          <a:srgbClr val="FFFFFF"/>
        </a:lt2>
        <a:accent1>
          <a:srgbClr val="89A38F"/>
        </a:accent1>
        <a:accent2>
          <a:srgbClr val="666699"/>
        </a:accent2>
        <a:accent3>
          <a:srgbClr val="B3AAAD"/>
        </a:accent3>
        <a:accent4>
          <a:srgbClr val="DADADA"/>
        </a:accent4>
        <a:accent5>
          <a:srgbClr val="C4CEC6"/>
        </a:accent5>
        <a:accent6>
          <a:srgbClr val="5C5C8A"/>
        </a:accent6>
        <a:hlink>
          <a:srgbClr val="80800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3">
        <a:dk1>
          <a:srgbClr val="333333"/>
        </a:dk1>
        <a:lt1>
          <a:srgbClr val="FFFFFF"/>
        </a:lt1>
        <a:dk2>
          <a:srgbClr val="000000"/>
        </a:dk2>
        <a:lt2>
          <a:srgbClr val="FFFFFF"/>
        </a:lt2>
        <a:accent1>
          <a:srgbClr val="3399FF"/>
        </a:accent1>
        <a:accent2>
          <a:srgbClr val="CC0000"/>
        </a:accent2>
        <a:accent3>
          <a:srgbClr val="AAAAAA"/>
        </a:accent3>
        <a:accent4>
          <a:srgbClr val="DADADA"/>
        </a:accent4>
        <a:accent5>
          <a:srgbClr val="ADCAFF"/>
        </a:accent5>
        <a:accent6>
          <a:srgbClr val="B90000"/>
        </a:accent6>
        <a:hlink>
          <a:srgbClr val="666699"/>
        </a:hlink>
        <a:folHlink>
          <a:srgbClr val="66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4">
        <a:dk1>
          <a:srgbClr val="4B3D1B"/>
        </a:dk1>
        <a:lt1>
          <a:srgbClr val="FFFFFF"/>
        </a:lt1>
        <a:dk2>
          <a:srgbClr val="330000"/>
        </a:dk2>
        <a:lt2>
          <a:srgbClr val="FFFFFF"/>
        </a:lt2>
        <a:accent1>
          <a:srgbClr val="CC9900"/>
        </a:accent1>
        <a:accent2>
          <a:srgbClr val="CC6600"/>
        </a:accent2>
        <a:accent3>
          <a:srgbClr val="ADAAAA"/>
        </a:accent3>
        <a:accent4>
          <a:srgbClr val="DADADA"/>
        </a:accent4>
        <a:accent5>
          <a:srgbClr val="E2CAAA"/>
        </a:accent5>
        <a:accent6>
          <a:srgbClr val="B95C00"/>
        </a:accent6>
        <a:hlink>
          <a:srgbClr val="666699"/>
        </a:hlink>
        <a:folHlink>
          <a:srgbClr val="CC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5">
        <a:dk1>
          <a:srgbClr val="006666"/>
        </a:dk1>
        <a:lt1>
          <a:srgbClr val="FFFFFF"/>
        </a:lt1>
        <a:dk2>
          <a:srgbClr val="003366"/>
        </a:dk2>
        <a:lt2>
          <a:srgbClr val="FFFFFF"/>
        </a:lt2>
        <a:accent1>
          <a:srgbClr val="0099CC"/>
        </a:accent1>
        <a:accent2>
          <a:srgbClr val="6666FF"/>
        </a:accent2>
        <a:accent3>
          <a:srgbClr val="AAADB8"/>
        </a:accent3>
        <a:accent4>
          <a:srgbClr val="DADADA"/>
        </a:accent4>
        <a:accent5>
          <a:srgbClr val="AACAE2"/>
        </a:accent5>
        <a:accent6>
          <a:srgbClr val="5C5CE7"/>
        </a:accent6>
        <a:hlink>
          <a:srgbClr val="FFFF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6">
        <a:dk1>
          <a:srgbClr val="003366"/>
        </a:dk1>
        <a:lt1>
          <a:srgbClr val="FFFFFF"/>
        </a:lt1>
        <a:dk2>
          <a:srgbClr val="006666"/>
        </a:dk2>
        <a:lt2>
          <a:srgbClr val="FFFFFF"/>
        </a:lt2>
        <a:accent1>
          <a:srgbClr val="6699FF"/>
        </a:accent1>
        <a:accent2>
          <a:srgbClr val="00CCFF"/>
        </a:accent2>
        <a:accent3>
          <a:srgbClr val="AAB8B8"/>
        </a:accent3>
        <a:accent4>
          <a:srgbClr val="DADADA"/>
        </a:accent4>
        <a:accent5>
          <a:srgbClr val="B8CAFF"/>
        </a:accent5>
        <a:accent6>
          <a:srgbClr val="00B9E7"/>
        </a:accent6>
        <a:hlink>
          <a:srgbClr val="FFFFCC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7">
        <a:dk1>
          <a:srgbClr val="000000"/>
        </a:dk1>
        <a:lt1>
          <a:srgbClr val="619CB1"/>
        </a:lt1>
        <a:dk2>
          <a:srgbClr val="FFFFFF"/>
        </a:dk2>
        <a:lt2>
          <a:srgbClr val="4E899E"/>
        </a:lt2>
        <a:accent1>
          <a:srgbClr val="FFCC00"/>
        </a:accent1>
        <a:accent2>
          <a:srgbClr val="B6523E"/>
        </a:accent2>
        <a:accent3>
          <a:srgbClr val="B7CBD5"/>
        </a:accent3>
        <a:accent4>
          <a:srgbClr val="000000"/>
        </a:accent4>
        <a:accent5>
          <a:srgbClr val="FFE2AA"/>
        </a:accent5>
        <a:accent6>
          <a:srgbClr val="A54937"/>
        </a:accent6>
        <a:hlink>
          <a:srgbClr val="99CC00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ofile 8">
        <a:dk1>
          <a:srgbClr val="598600"/>
        </a:dk1>
        <a:lt1>
          <a:srgbClr val="FFFFFF"/>
        </a:lt1>
        <a:dk2>
          <a:srgbClr val="336600"/>
        </a:dk2>
        <a:lt2>
          <a:srgbClr val="FFFFFF"/>
        </a:lt2>
        <a:accent1>
          <a:srgbClr val="33CC33"/>
        </a:accent1>
        <a:accent2>
          <a:srgbClr val="99CC00"/>
        </a:accent2>
        <a:accent3>
          <a:srgbClr val="ADB8AA"/>
        </a:accent3>
        <a:accent4>
          <a:srgbClr val="DADADA"/>
        </a:accent4>
        <a:accent5>
          <a:srgbClr val="ADE2AD"/>
        </a:accent5>
        <a:accent6>
          <a:srgbClr val="8AB900"/>
        </a:accent6>
        <a:hlink>
          <a:srgbClr val="FFCC0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9">
        <a:dk1>
          <a:srgbClr val="000000"/>
        </a:dk1>
        <a:lt1>
          <a:srgbClr val="FFFFFF"/>
        </a:lt1>
        <a:dk2>
          <a:srgbClr val="000000"/>
        </a:dk2>
        <a:lt2>
          <a:srgbClr val="DDDDDD"/>
        </a:lt2>
        <a:accent1>
          <a:srgbClr val="A3B2C1"/>
        </a:accent1>
        <a:accent2>
          <a:srgbClr val="CC0000"/>
        </a:accent2>
        <a:accent3>
          <a:srgbClr val="FFFFFF"/>
        </a:accent3>
        <a:accent4>
          <a:srgbClr val="000000"/>
        </a:accent4>
        <a:accent5>
          <a:srgbClr val="CED5DD"/>
        </a:accent5>
        <a:accent6>
          <a:srgbClr val="B90000"/>
        </a:accent6>
        <a:hlink>
          <a:srgbClr val="336699"/>
        </a:hlink>
        <a:folHlink>
          <a:srgbClr val="0033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8AB003DB5A4D644C9FB3BD19B5C7E000" ma:contentTypeVersion="11" ma:contentTypeDescription="新しいドキュメントを作成します。" ma:contentTypeScope="" ma:versionID="14213891138059eb724b9e737fafccea">
  <xsd:schema xmlns:xsd="http://www.w3.org/2001/XMLSchema" xmlns:xs="http://www.w3.org/2001/XMLSchema" xmlns:p="http://schemas.microsoft.com/office/2006/metadata/properties" xmlns:ns2="74a0992f-8328-4daf-870b-3d2b13d3e940" xmlns:ns3="4a37abda-15dd-4e37-8275-3b7fb2897b65" targetNamespace="http://schemas.microsoft.com/office/2006/metadata/properties" ma:root="true" ma:fieldsID="c0714e9ec9c019f03b39320eca5a0ecc" ns2:_="" ns3:_="">
    <xsd:import namespace="74a0992f-8328-4daf-870b-3d2b13d3e940"/>
    <xsd:import namespace="4a37abda-15dd-4e37-8275-3b7fb2897b6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4a0992f-8328-4daf-870b-3d2b13d3e94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画像タグ" ma:readOnly="false" ma:fieldId="{5cf76f15-5ced-4ddc-b409-7134ff3c332f}" ma:taxonomyMulti="true" ma:sspId="e6619b5c-6674-40b7-9c01-33e12ba1bd7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a37abda-15dd-4e37-8275-3b7fb2897b65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f2a2e70a-4904-448e-b588-7989bbdb9dd5}" ma:internalName="TaxCatchAll" ma:showField="CatchAllData" ma:web="4a37abda-15dd-4e37-8275-3b7fb2897b6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4a0992f-8328-4daf-870b-3d2b13d3e940">
      <Terms xmlns="http://schemas.microsoft.com/office/infopath/2007/PartnerControls"/>
    </lcf76f155ced4ddcb4097134ff3c332f>
    <TaxCatchAll xmlns="4a37abda-15dd-4e37-8275-3b7fb2897b65" xsi:nil="true"/>
  </documentManagement>
</p:properties>
</file>

<file path=customXml/itemProps1.xml><?xml version="1.0" encoding="utf-8"?>
<ds:datastoreItem xmlns:ds="http://schemas.openxmlformats.org/officeDocument/2006/customXml" ds:itemID="{0CC2AC73-A120-4406-8E89-BAC37182A6E9}"/>
</file>

<file path=customXml/itemProps2.xml><?xml version="1.0" encoding="utf-8"?>
<ds:datastoreItem xmlns:ds="http://schemas.openxmlformats.org/officeDocument/2006/customXml" ds:itemID="{76AEA699-1393-4629-803E-CAEE5F8DA4E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B0AE5FD-4413-4FAF-874F-8218F0B1418B}">
  <ds:schemaRefs>
    <ds:schemaRef ds:uri="2dd5972e-fc8f-47aa-916d-ced3529f73a8"/>
    <ds:schemaRef ds:uri="7e648b1b-310d-4301-875b-b3df8f3619bf"/>
    <ds:schemaRef ds:uri="c25985f6-738a-4fbb-ade1-fdbe81c9268b"/>
    <ds:schemaRef ds:uri="c75135be-2182-4479-88b6-6b05442ae478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USMH2023</Template>
  <Application>Microsoft Office PowerPoint</Application>
  <PresentationFormat>Widescreen</PresentationFormat>
  <Slides>10</Slides>
  <Notes>7</Notes>
  <HiddenSlides>0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12" baseType="lpstr">
      <vt:lpstr>agetech201505</vt:lpstr>
      <vt:lpstr>Profile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山本  慎一郎</dc:creator>
  <cp:revision>6</cp:revision>
  <dcterms:created xsi:type="dcterms:W3CDTF">2023-10-06T05:00:22Z</dcterms:created>
  <dcterms:modified xsi:type="dcterms:W3CDTF">2025-03-27T06:39:19Z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0x0101008AB003DB5A4D644C9FB3BD19B5C7E000</vt:lpwstr>
  </property>
  <property fmtid="{D5CDD505-2E9C-101B-9397-08002B2CF9AE}" pid="3" name="MediaServiceImageTags">
    <vt:lpwstr/>
  </property>
</Properties>
</file>