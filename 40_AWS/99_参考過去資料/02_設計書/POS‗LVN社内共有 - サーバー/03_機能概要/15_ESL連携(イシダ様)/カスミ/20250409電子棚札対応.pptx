
<file path=[Content_Types].xml><?xml version="1.0" encoding="utf-8"?>
<Types xmlns="http://schemas.openxmlformats.org/package/2006/content-types">
  <Default Extension="bin" ContentType="application/vnd.openxmlformats-officedocument.oleObject"/>
  <Default Extension="emf" ContentType="image/x-em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theme/theme2.xml" ContentType="application/vnd.openxmlformats-officedocument.theme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809" r:id="rId4"/>
    <p:sldMasterId id="2147483921" r:id="rId5"/>
    <p:sldMasterId id="2147483929" r:id="rId6"/>
  </p:sldMasterIdLst>
  <p:notesMasterIdLst>
    <p:notesMasterId r:id="rId9"/>
  </p:notesMasterIdLst>
  <p:handoutMasterIdLst>
    <p:handoutMasterId r:id="rId10"/>
  </p:handoutMasterIdLst>
  <p:sldIdLst>
    <p:sldId id="15102" r:id="rId7"/>
    <p:sldId id="15103" r:id="rId8"/>
  </p:sldIdLst>
  <p:sldSz cx="12192000" cy="6858000"/>
  <p:notesSz cx="6807200" cy="9939338"/>
  <p:defaultTextStyle>
    <a:defPPr>
      <a:defRPr lang="ja-JP"/>
    </a:defPPr>
    <a:lvl1pPr algn="ctr" rtl="0" fontAlgn="base">
      <a:spcBef>
        <a:spcPct val="0"/>
      </a:spcBef>
      <a:spcAft>
        <a:spcPct val="0"/>
      </a:spcAft>
      <a:defRPr kumimoji="1" sz="1000" kern="1200">
        <a:solidFill>
          <a:schemeClr val="tx1"/>
        </a:solidFill>
        <a:effectLst>
          <a:outerShdw blurRad="38100" dist="38100" dir="2700000" algn="tl">
            <a:srgbClr val="000000">
              <a:alpha val="43137"/>
            </a:srgbClr>
          </a:outerShdw>
        </a:effectLst>
        <a:latin typeface="Arial" charset="0"/>
        <a:ea typeface="MS UI Gothic" pitchFamily="50" charset="-128"/>
        <a:cs typeface="+mn-cs"/>
      </a:defRPr>
    </a:lvl1pPr>
    <a:lvl2pPr marL="457200" algn="ctr" rtl="0" fontAlgn="base">
      <a:spcBef>
        <a:spcPct val="0"/>
      </a:spcBef>
      <a:spcAft>
        <a:spcPct val="0"/>
      </a:spcAft>
      <a:defRPr kumimoji="1" sz="1000" kern="1200">
        <a:solidFill>
          <a:schemeClr val="tx1"/>
        </a:solidFill>
        <a:effectLst>
          <a:outerShdw blurRad="38100" dist="38100" dir="2700000" algn="tl">
            <a:srgbClr val="000000">
              <a:alpha val="43137"/>
            </a:srgbClr>
          </a:outerShdw>
        </a:effectLst>
        <a:latin typeface="Arial" charset="0"/>
        <a:ea typeface="MS UI Gothic" pitchFamily="50" charset="-128"/>
        <a:cs typeface="+mn-cs"/>
      </a:defRPr>
    </a:lvl2pPr>
    <a:lvl3pPr marL="914400" algn="ctr" rtl="0" fontAlgn="base">
      <a:spcBef>
        <a:spcPct val="0"/>
      </a:spcBef>
      <a:spcAft>
        <a:spcPct val="0"/>
      </a:spcAft>
      <a:defRPr kumimoji="1" sz="1000" kern="1200">
        <a:solidFill>
          <a:schemeClr val="tx1"/>
        </a:solidFill>
        <a:effectLst>
          <a:outerShdw blurRad="38100" dist="38100" dir="2700000" algn="tl">
            <a:srgbClr val="000000">
              <a:alpha val="43137"/>
            </a:srgbClr>
          </a:outerShdw>
        </a:effectLst>
        <a:latin typeface="Arial" charset="0"/>
        <a:ea typeface="MS UI Gothic" pitchFamily="50" charset="-128"/>
        <a:cs typeface="+mn-cs"/>
      </a:defRPr>
    </a:lvl3pPr>
    <a:lvl4pPr marL="1371600" algn="ctr" rtl="0" fontAlgn="base">
      <a:spcBef>
        <a:spcPct val="0"/>
      </a:spcBef>
      <a:spcAft>
        <a:spcPct val="0"/>
      </a:spcAft>
      <a:defRPr kumimoji="1" sz="1000" kern="1200">
        <a:solidFill>
          <a:schemeClr val="tx1"/>
        </a:solidFill>
        <a:effectLst>
          <a:outerShdw blurRad="38100" dist="38100" dir="2700000" algn="tl">
            <a:srgbClr val="000000">
              <a:alpha val="43137"/>
            </a:srgbClr>
          </a:outerShdw>
        </a:effectLst>
        <a:latin typeface="Arial" charset="0"/>
        <a:ea typeface="MS UI Gothic" pitchFamily="50" charset="-128"/>
        <a:cs typeface="+mn-cs"/>
      </a:defRPr>
    </a:lvl4pPr>
    <a:lvl5pPr marL="1828800" algn="ctr" rtl="0" fontAlgn="base">
      <a:spcBef>
        <a:spcPct val="0"/>
      </a:spcBef>
      <a:spcAft>
        <a:spcPct val="0"/>
      </a:spcAft>
      <a:defRPr kumimoji="1" sz="1000" kern="1200">
        <a:solidFill>
          <a:schemeClr val="tx1"/>
        </a:solidFill>
        <a:effectLst>
          <a:outerShdw blurRad="38100" dist="38100" dir="2700000" algn="tl">
            <a:srgbClr val="000000">
              <a:alpha val="43137"/>
            </a:srgbClr>
          </a:outerShdw>
        </a:effectLst>
        <a:latin typeface="Arial" charset="0"/>
        <a:ea typeface="MS UI Gothic" pitchFamily="50" charset="-128"/>
        <a:cs typeface="+mn-cs"/>
      </a:defRPr>
    </a:lvl5pPr>
    <a:lvl6pPr marL="2286000" algn="l" defTabSz="914400" rtl="0" eaLnBrk="1" latinLnBrk="0" hangingPunct="1">
      <a:defRPr kumimoji="1" sz="1000" kern="1200">
        <a:solidFill>
          <a:schemeClr val="tx1"/>
        </a:solidFill>
        <a:effectLst>
          <a:outerShdw blurRad="38100" dist="38100" dir="2700000" algn="tl">
            <a:srgbClr val="000000">
              <a:alpha val="43137"/>
            </a:srgbClr>
          </a:outerShdw>
        </a:effectLst>
        <a:latin typeface="Arial" charset="0"/>
        <a:ea typeface="MS UI Gothic" pitchFamily="50" charset="-128"/>
        <a:cs typeface="+mn-cs"/>
      </a:defRPr>
    </a:lvl6pPr>
    <a:lvl7pPr marL="2743200" algn="l" defTabSz="914400" rtl="0" eaLnBrk="1" latinLnBrk="0" hangingPunct="1">
      <a:defRPr kumimoji="1" sz="1000" kern="1200">
        <a:solidFill>
          <a:schemeClr val="tx1"/>
        </a:solidFill>
        <a:effectLst>
          <a:outerShdw blurRad="38100" dist="38100" dir="2700000" algn="tl">
            <a:srgbClr val="000000">
              <a:alpha val="43137"/>
            </a:srgbClr>
          </a:outerShdw>
        </a:effectLst>
        <a:latin typeface="Arial" charset="0"/>
        <a:ea typeface="MS UI Gothic" pitchFamily="50" charset="-128"/>
        <a:cs typeface="+mn-cs"/>
      </a:defRPr>
    </a:lvl7pPr>
    <a:lvl8pPr marL="3200400" algn="l" defTabSz="914400" rtl="0" eaLnBrk="1" latinLnBrk="0" hangingPunct="1">
      <a:defRPr kumimoji="1" sz="1000" kern="1200">
        <a:solidFill>
          <a:schemeClr val="tx1"/>
        </a:solidFill>
        <a:effectLst>
          <a:outerShdw blurRad="38100" dist="38100" dir="2700000" algn="tl">
            <a:srgbClr val="000000">
              <a:alpha val="43137"/>
            </a:srgbClr>
          </a:outerShdw>
        </a:effectLst>
        <a:latin typeface="Arial" charset="0"/>
        <a:ea typeface="MS UI Gothic" pitchFamily="50" charset="-128"/>
        <a:cs typeface="+mn-cs"/>
      </a:defRPr>
    </a:lvl8pPr>
    <a:lvl9pPr marL="3657600" algn="l" defTabSz="914400" rtl="0" eaLnBrk="1" latinLnBrk="0" hangingPunct="1">
      <a:defRPr kumimoji="1" sz="1000" kern="1200">
        <a:solidFill>
          <a:schemeClr val="tx1"/>
        </a:solidFill>
        <a:effectLst>
          <a:outerShdw blurRad="38100" dist="38100" dir="2700000" algn="tl">
            <a:srgbClr val="000000">
              <a:alpha val="43137"/>
            </a:srgbClr>
          </a:outerShdw>
        </a:effectLst>
        <a:latin typeface="Arial" charset="0"/>
        <a:ea typeface="MS UI Gothic" pitchFamily="50" charset="-128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2" pos="3780" userDrawn="1">
          <p15:clr>
            <a:srgbClr val="A4A3A4"/>
          </p15:clr>
        </p15:guide>
        <p15:guide id="3" orient="horz" pos="1888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3130" userDrawn="1">
          <p15:clr>
            <a:srgbClr val="A4A3A4"/>
          </p15:clr>
        </p15:guide>
        <p15:guide id="2" pos="2143" userDrawn="1">
          <p15:clr>
            <a:srgbClr val="A4A3A4"/>
          </p15:clr>
        </p15:guide>
      </p15:notes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川村　昂弘" initials="川村　昂弘" lastIdx="2" clrIdx="0">
    <p:extLst>
      <p:ext uri="{19B8F6BF-5375-455C-9EA6-DF929625EA0E}">
        <p15:presenceInfo xmlns:p15="http://schemas.microsoft.com/office/powerpoint/2012/main" userId="S::takahiro.kawamura@kasumi.co.jp::62e6acf4-d3bd-47f2-a7c0-e4ab68ac4e0f" providerId="AD"/>
      </p:ext>
    </p:extLst>
  </p:cmAuthor>
  <p:cmAuthor id="2" name="yuki.ueda.2501@outlook.jp" initials="y" lastIdx="2" clrIdx="1">
    <p:extLst>
      <p:ext uri="{19B8F6BF-5375-455C-9EA6-DF929625EA0E}">
        <p15:presenceInfo xmlns:p15="http://schemas.microsoft.com/office/powerpoint/2012/main" userId="0876c14e19e39021" providerId="Windows Liv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CDBE"/>
    <a:srgbClr val="F2F2F2"/>
    <a:srgbClr val="F56D4D"/>
    <a:srgbClr val="E7390D"/>
    <a:srgbClr val="701A06"/>
    <a:srgbClr val="A80000"/>
    <a:srgbClr val="E8DD61"/>
    <a:srgbClr val="4BACC6"/>
    <a:srgbClr val="FE1E00"/>
    <a:srgbClr val="009E9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45D76D6F-0E31-4533-A998-240FC9FDBD73}" v="162" dt="2025-03-25T07:49:31.945"/>
    <p1510:client id="{FA5AD3DB-24D0-4321-A392-CC085B085C3F}" v="8" dt="2025-03-26T00:31:30.263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間スタイル 2 - アクセント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5AB1C69-6EDB-4FF4-983F-18BD219EF322}" styleName="中間スタイル 2 - アクセント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21E4AEA4-8DFA-4A89-87EB-49C32662AFE0}" styleName="中間スタイル 2 - アクセント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5940675A-B579-460E-94D1-54222C63F5DA}" styleName="スタイルなし、表のグリッド線あり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93296810-A885-4BE3-A3E7-6D5BEEA58F35}" styleName="中間スタイル 2 - アクセント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91EBBBCC-DAD2-459C-BE2E-F6DE35CF9A28}" styleName="濃色スタイル 2 - アクセント 3/アクセント 4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accent3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Row>
  </a:tblStyle>
  <a:tblStyle styleId="{69CF1AB2-1976-4502-BF36-3FF5EA218861}" styleName="中間スタイル 4 - アクセント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1">
              <a:tint val="20000"/>
            </a:schemeClr>
          </a:solidFill>
        </a:fill>
      </a:tcStyle>
    </a:firstRow>
  </a:tblStyle>
  <a:tblStyle styleId="{0505E3EF-67EA-436B-97B2-0124C06EBD24}" styleName="中間スタイル 4 - アクセント 3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3"/>
              </a:solidFill>
            </a:ln>
          </a:top>
        </a:tcBdr>
        <a:fill>
          <a:solidFill>
            <a:schemeClr val="accent3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3">
              <a:tint val="20000"/>
            </a:schemeClr>
          </a:solidFill>
        </a:fill>
      </a:tcStyle>
    </a:firstRow>
  </a:tblStyle>
  <a:tblStyle styleId="{7E9639D4-E3E2-4D34-9284-5A2195B3D0D7}" styleName="スタイル (淡色)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  <a:tblStyle styleId="{073A0DAA-6AF3-43AB-8588-CEC1D06C72B9}" styleName="スタイル (中間)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00A15C55-8517-42AA-B614-E9B94910E393}" styleName="中間スタイル 2 - アクセント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5202B0CA-FC54-4496-8BCA-5EF66A818D29}" styleName="スタイル (濃色) 2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Row>
  </a:tblStyle>
  <a:tblStyle styleId="{D7AC3CCA-C797-4891-BE02-D94E43425B78}" styleName="スタイル (中間)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 w="12700" cmpd="sng">
              <a:solidFill>
                <a:schemeClr val="dk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dk1">
              <a:tint val="20000"/>
            </a:schemeClr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5538" autoAdjust="0"/>
    <p:restoredTop sz="94280" autoAdjust="0"/>
  </p:normalViewPr>
  <p:slideViewPr>
    <p:cSldViewPr snapToGrid="0">
      <p:cViewPr varScale="1">
        <p:scale>
          <a:sx n="91" d="100"/>
          <a:sy n="91" d="100"/>
        </p:scale>
        <p:origin x="802" y="-29"/>
      </p:cViewPr>
      <p:guideLst>
        <p:guide pos="3780"/>
        <p:guide orient="horz" pos="1888"/>
      </p:guideLst>
    </p:cSldViewPr>
  </p:slideViewPr>
  <p:outlineViewPr>
    <p:cViewPr>
      <p:scale>
        <a:sx n="33" d="100"/>
        <a:sy n="33" d="100"/>
      </p:scale>
      <p:origin x="0" y="-700"/>
    </p:cViewPr>
  </p:outlineViewPr>
  <p:notesTextViewPr>
    <p:cViewPr>
      <p:scale>
        <a:sx n="3" d="2"/>
        <a:sy n="3" d="2"/>
      </p:scale>
      <p:origin x="0" y="0"/>
    </p:cViewPr>
  </p:notesTextViewPr>
  <p:sorterViewPr>
    <p:cViewPr>
      <p:scale>
        <a:sx n="50" d="100"/>
        <a:sy n="50" d="100"/>
      </p:scale>
      <p:origin x="0" y="0"/>
    </p:cViewPr>
  </p:sorterViewPr>
  <p:notesViewPr>
    <p:cSldViewPr snapToGrid="0">
      <p:cViewPr>
        <p:scale>
          <a:sx n="1" d="2"/>
          <a:sy n="1" d="2"/>
        </p:scale>
        <p:origin x="0" y="0"/>
      </p:cViewPr>
      <p:guideLst>
        <p:guide orient="horz" pos="3130"/>
        <p:guide pos="2143"/>
      </p:guideLst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2.xml"/><Relationship Id="rId13" Type="http://schemas.openxmlformats.org/officeDocument/2006/relationships/viewProps" Target="viewProps.xml"/><Relationship Id="rId3" Type="http://schemas.openxmlformats.org/officeDocument/2006/relationships/customXml" Target="../customXml/item3.xml"/><Relationship Id="rId7" Type="http://schemas.openxmlformats.org/officeDocument/2006/relationships/slide" Target="slides/slide1.xml"/><Relationship Id="rId12" Type="http://schemas.openxmlformats.org/officeDocument/2006/relationships/presProps" Target="presProps.xml"/><Relationship Id="rId17" Type="http://schemas.microsoft.com/office/2015/10/relationships/revisionInfo" Target="revisionInfo.xml"/><Relationship Id="rId2" Type="http://schemas.openxmlformats.org/officeDocument/2006/relationships/customXml" Target="../customXml/item2.xml"/><Relationship Id="rId16" Type="http://schemas.microsoft.com/office/2016/11/relationships/changesInfo" Target="changesInfos/changesInfo1.xml"/><Relationship Id="rId1" Type="http://schemas.openxmlformats.org/officeDocument/2006/relationships/customXml" Target="../customXml/item1.xml"/><Relationship Id="rId6" Type="http://schemas.openxmlformats.org/officeDocument/2006/relationships/slideMaster" Target="slideMasters/slideMaster3.xml"/><Relationship Id="rId11" Type="http://schemas.openxmlformats.org/officeDocument/2006/relationships/commentAuthors" Target="commentAuthors.xml"/><Relationship Id="rId5" Type="http://schemas.openxmlformats.org/officeDocument/2006/relationships/slideMaster" Target="slideMasters/slideMaster2.xml"/><Relationship Id="rId15" Type="http://schemas.openxmlformats.org/officeDocument/2006/relationships/tableStyles" Target="tableStyles.xml"/><Relationship Id="rId10" Type="http://schemas.openxmlformats.org/officeDocument/2006/relationships/handoutMaster" Target="handoutMasters/handoutMaster1.xml"/><Relationship Id="rId4" Type="http://schemas.openxmlformats.org/officeDocument/2006/relationships/slideMaster" Target="slideMasters/slideMaster1.xml"/><Relationship Id="rId9" Type="http://schemas.openxmlformats.org/officeDocument/2006/relationships/notesMaster" Target="notesMasters/notesMaster1.xml"/><Relationship Id="rId14" Type="http://schemas.openxmlformats.org/officeDocument/2006/relationships/theme" Target="theme/theme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安藤　元一" userId="aaacf712-7740-4f7a-86dc-21596742342f" providerId="ADAL" clId="{FA5AD3DB-24D0-4321-A392-CC085B085C3F}"/>
    <pc:docChg chg="undo custSel addSld modSld">
      <pc:chgData name="安藤　元一" userId="aaacf712-7740-4f7a-86dc-21596742342f" providerId="ADAL" clId="{FA5AD3DB-24D0-4321-A392-CC085B085C3F}" dt="2025-03-26T00:31:35.161" v="407" actId="478"/>
      <pc:docMkLst>
        <pc:docMk/>
      </pc:docMkLst>
      <pc:sldChg chg="addSp delSp modSp mod">
        <pc:chgData name="安藤　元一" userId="aaacf712-7740-4f7a-86dc-21596742342f" providerId="ADAL" clId="{FA5AD3DB-24D0-4321-A392-CC085B085C3F}" dt="2025-03-26T00:31:30.263" v="406"/>
        <pc:sldMkLst>
          <pc:docMk/>
          <pc:sldMk cId="3389720346" sldId="15098"/>
        </pc:sldMkLst>
        <pc:spChg chg="add del">
          <ac:chgData name="安藤　元一" userId="aaacf712-7740-4f7a-86dc-21596742342f" providerId="ADAL" clId="{FA5AD3DB-24D0-4321-A392-CC085B085C3F}" dt="2025-03-26T00:22:26.246" v="3" actId="22"/>
          <ac:spMkLst>
            <pc:docMk/>
            <pc:sldMk cId="3389720346" sldId="15098"/>
            <ac:spMk id="16" creationId="{EFD48471-E6B1-27D1-0262-8D903FADE784}"/>
          </ac:spMkLst>
        </pc:spChg>
        <pc:spChg chg="add del">
          <ac:chgData name="安藤　元一" userId="aaacf712-7740-4f7a-86dc-21596742342f" providerId="ADAL" clId="{FA5AD3DB-24D0-4321-A392-CC085B085C3F}" dt="2025-03-26T00:22:24.681" v="2" actId="22"/>
          <ac:spMkLst>
            <pc:docMk/>
            <pc:sldMk cId="3389720346" sldId="15098"/>
            <ac:spMk id="20" creationId="{6B5B5A24-FD06-737A-451B-7E0B1D49683B}"/>
          </ac:spMkLst>
        </pc:spChg>
        <pc:spChg chg="add mod">
          <ac:chgData name="安藤　元一" userId="aaacf712-7740-4f7a-86dc-21596742342f" providerId="ADAL" clId="{FA5AD3DB-24D0-4321-A392-CC085B085C3F}" dt="2025-03-26T00:31:30.263" v="406"/>
          <ac:spMkLst>
            <pc:docMk/>
            <pc:sldMk cId="3389720346" sldId="15098"/>
            <ac:spMk id="21" creationId="{7D419E08-E176-F878-4DF0-08C994DEA5C0}"/>
          </ac:spMkLst>
        </pc:spChg>
      </pc:sldChg>
      <pc:sldChg chg="addSp delSp modSp add mod">
        <pc:chgData name="安藤　元一" userId="aaacf712-7740-4f7a-86dc-21596742342f" providerId="ADAL" clId="{FA5AD3DB-24D0-4321-A392-CC085B085C3F}" dt="2025-03-26T00:30:35.045" v="405" actId="6549"/>
        <pc:sldMkLst>
          <pc:docMk/>
          <pc:sldMk cId="2671779220" sldId="15100"/>
        </pc:sldMkLst>
        <pc:spChg chg="mod">
          <ac:chgData name="安藤　元一" userId="aaacf712-7740-4f7a-86dc-21596742342f" providerId="ADAL" clId="{FA5AD3DB-24D0-4321-A392-CC085B085C3F}" dt="2025-03-26T00:22:40.142" v="12" actId="20577"/>
          <ac:spMkLst>
            <pc:docMk/>
            <pc:sldMk cId="2671779220" sldId="15100"/>
            <ac:spMk id="2" creationId="{33706D8A-6470-F6AC-DD32-570D2DC2B3CC}"/>
          </ac:spMkLst>
        </pc:spChg>
        <pc:spChg chg="mod">
          <ac:chgData name="安藤　元一" userId="aaacf712-7740-4f7a-86dc-21596742342f" providerId="ADAL" clId="{FA5AD3DB-24D0-4321-A392-CC085B085C3F}" dt="2025-03-26T00:24:13.588" v="86" actId="14100"/>
          <ac:spMkLst>
            <pc:docMk/>
            <pc:sldMk cId="2671779220" sldId="15100"/>
            <ac:spMk id="4" creationId="{7752766E-FA8C-EDAE-4463-C6948C3F6455}"/>
          </ac:spMkLst>
        </pc:spChg>
        <pc:spChg chg="mod">
          <ac:chgData name="安藤　元一" userId="aaacf712-7740-4f7a-86dc-21596742342f" providerId="ADAL" clId="{FA5AD3DB-24D0-4321-A392-CC085B085C3F}" dt="2025-03-26T00:23:33.992" v="52" actId="20577"/>
          <ac:spMkLst>
            <pc:docMk/>
            <pc:sldMk cId="2671779220" sldId="15100"/>
            <ac:spMk id="6" creationId="{76CCA7E6-6020-386A-2464-017BAB9B329D}"/>
          </ac:spMkLst>
        </pc:spChg>
        <pc:spChg chg="mod">
          <ac:chgData name="安藤　元一" userId="aaacf712-7740-4f7a-86dc-21596742342f" providerId="ADAL" clId="{FA5AD3DB-24D0-4321-A392-CC085B085C3F}" dt="2025-03-26T00:24:09.460" v="85" actId="20577"/>
          <ac:spMkLst>
            <pc:docMk/>
            <pc:sldMk cId="2671779220" sldId="15100"/>
            <ac:spMk id="9" creationId="{22E625F1-F16A-A96A-56CC-99F855060D32}"/>
          </ac:spMkLst>
        </pc:spChg>
        <pc:spChg chg="mod">
          <ac:chgData name="安藤　元一" userId="aaacf712-7740-4f7a-86dc-21596742342f" providerId="ADAL" clId="{FA5AD3DB-24D0-4321-A392-CC085B085C3F}" dt="2025-03-26T00:30:26.716" v="403" actId="6549"/>
          <ac:spMkLst>
            <pc:docMk/>
            <pc:sldMk cId="2671779220" sldId="15100"/>
            <ac:spMk id="11" creationId="{D596F240-B46E-C368-871F-26273F0F4DD6}"/>
          </ac:spMkLst>
        </pc:spChg>
        <pc:spChg chg="add mod">
          <ac:chgData name="安藤　元一" userId="aaacf712-7740-4f7a-86dc-21596742342f" providerId="ADAL" clId="{FA5AD3DB-24D0-4321-A392-CC085B085C3F}" dt="2025-03-26T00:24:40.703" v="98" actId="571"/>
          <ac:spMkLst>
            <pc:docMk/>
            <pc:sldMk cId="2671779220" sldId="15100"/>
            <ac:spMk id="13" creationId="{ED7FB001-59D7-1370-817A-61DAE824E776}"/>
          </ac:spMkLst>
        </pc:spChg>
        <pc:spChg chg="del">
          <ac:chgData name="安藤　元一" userId="aaacf712-7740-4f7a-86dc-21596742342f" providerId="ADAL" clId="{FA5AD3DB-24D0-4321-A392-CC085B085C3F}" dt="2025-03-26T00:24:00.093" v="69" actId="478"/>
          <ac:spMkLst>
            <pc:docMk/>
            <pc:sldMk cId="2671779220" sldId="15100"/>
            <ac:spMk id="17" creationId="{BB2EF867-26BA-4B33-19BE-8FC8B4677DFA}"/>
          </ac:spMkLst>
        </pc:spChg>
        <pc:spChg chg="mod">
          <ac:chgData name="安藤　元一" userId="aaacf712-7740-4f7a-86dc-21596742342f" providerId="ADAL" clId="{FA5AD3DB-24D0-4321-A392-CC085B085C3F}" dt="2025-03-26T00:23:42.053" v="61" actId="20577"/>
          <ac:spMkLst>
            <pc:docMk/>
            <pc:sldMk cId="2671779220" sldId="15100"/>
            <ac:spMk id="18" creationId="{03D86E58-E092-3A37-DFCE-61D6AFA5EB03}"/>
          </ac:spMkLst>
        </pc:spChg>
        <pc:spChg chg="add mod">
          <ac:chgData name="安藤　元一" userId="aaacf712-7740-4f7a-86dc-21596742342f" providerId="ADAL" clId="{FA5AD3DB-24D0-4321-A392-CC085B085C3F}" dt="2025-03-26T00:25:03.064" v="110" actId="20577"/>
          <ac:spMkLst>
            <pc:docMk/>
            <pc:sldMk cId="2671779220" sldId="15100"/>
            <ac:spMk id="19" creationId="{A37C752B-3F63-313D-4EAA-15B595648F62}"/>
          </ac:spMkLst>
        </pc:spChg>
        <pc:spChg chg="add mod">
          <ac:chgData name="安藤　元一" userId="aaacf712-7740-4f7a-86dc-21596742342f" providerId="ADAL" clId="{FA5AD3DB-24D0-4321-A392-CC085B085C3F}" dt="2025-03-26T00:26:22.319" v="199" actId="1076"/>
          <ac:spMkLst>
            <pc:docMk/>
            <pc:sldMk cId="2671779220" sldId="15100"/>
            <ac:spMk id="21" creationId="{8F9E99DC-EDD7-8F6E-893B-3B19263BD1DB}"/>
          </ac:spMkLst>
        </pc:spChg>
        <pc:spChg chg="mod">
          <ac:chgData name="安藤　元一" userId="aaacf712-7740-4f7a-86dc-21596742342f" providerId="ADAL" clId="{FA5AD3DB-24D0-4321-A392-CC085B085C3F}" dt="2025-03-26T00:23:52.284" v="64" actId="6549"/>
          <ac:spMkLst>
            <pc:docMk/>
            <pc:sldMk cId="2671779220" sldId="15100"/>
            <ac:spMk id="34" creationId="{B29EC004-BC72-19C7-F2CA-05270AFE8EAF}"/>
          </ac:spMkLst>
        </pc:spChg>
        <pc:spChg chg="del">
          <ac:chgData name="安藤　元一" userId="aaacf712-7740-4f7a-86dc-21596742342f" providerId="ADAL" clId="{FA5AD3DB-24D0-4321-A392-CC085B085C3F}" dt="2025-03-26T00:23:59.447" v="68" actId="478"/>
          <ac:spMkLst>
            <pc:docMk/>
            <pc:sldMk cId="2671779220" sldId="15100"/>
            <ac:spMk id="38" creationId="{B7C0A0DF-29B3-D1DA-ABEE-3CBE1AFFB160}"/>
          </ac:spMkLst>
        </pc:spChg>
        <pc:spChg chg="del">
          <ac:chgData name="安藤　元一" userId="aaacf712-7740-4f7a-86dc-21596742342f" providerId="ADAL" clId="{FA5AD3DB-24D0-4321-A392-CC085B085C3F}" dt="2025-03-26T00:23:57.393" v="67" actId="478"/>
          <ac:spMkLst>
            <pc:docMk/>
            <pc:sldMk cId="2671779220" sldId="15100"/>
            <ac:spMk id="39" creationId="{2F8F6A63-19EC-14F7-4F7A-3CD9B7874E8D}"/>
          </ac:spMkLst>
        </pc:spChg>
        <pc:spChg chg="del">
          <ac:chgData name="安藤　元一" userId="aaacf712-7740-4f7a-86dc-21596742342f" providerId="ADAL" clId="{FA5AD3DB-24D0-4321-A392-CC085B085C3F}" dt="2025-03-26T00:24:03.217" v="72" actId="478"/>
          <ac:spMkLst>
            <pc:docMk/>
            <pc:sldMk cId="2671779220" sldId="15100"/>
            <ac:spMk id="42" creationId="{B8DBE691-D5E8-2020-FCE1-141C0FE7185C}"/>
          </ac:spMkLst>
        </pc:spChg>
        <pc:spChg chg="mod">
          <ac:chgData name="安藤　元一" userId="aaacf712-7740-4f7a-86dc-21596742342f" providerId="ADAL" clId="{FA5AD3DB-24D0-4321-A392-CC085B085C3F}" dt="2025-03-26T00:25:31.821" v="115" actId="14100"/>
          <ac:spMkLst>
            <pc:docMk/>
            <pc:sldMk cId="2671779220" sldId="15100"/>
            <ac:spMk id="55" creationId="{2F49834F-CDF6-4C29-3F9F-9C713E37D346}"/>
          </ac:spMkLst>
        </pc:spChg>
        <pc:spChg chg="del">
          <ac:chgData name="安藤　元一" userId="aaacf712-7740-4f7a-86dc-21596742342f" providerId="ADAL" clId="{FA5AD3DB-24D0-4321-A392-CC085B085C3F}" dt="2025-03-26T00:24:52.919" v="100" actId="478"/>
          <ac:spMkLst>
            <pc:docMk/>
            <pc:sldMk cId="2671779220" sldId="15100"/>
            <ac:spMk id="61" creationId="{E9491A35-F2F7-4533-A3B7-D7F2860CB58F}"/>
          </ac:spMkLst>
        </pc:spChg>
        <pc:spChg chg="mod">
          <ac:chgData name="安藤　元一" userId="aaacf712-7740-4f7a-86dc-21596742342f" providerId="ADAL" clId="{FA5AD3DB-24D0-4321-A392-CC085B085C3F}" dt="2025-03-26T00:30:35.045" v="405" actId="6549"/>
          <ac:spMkLst>
            <pc:docMk/>
            <pc:sldMk cId="2671779220" sldId="15100"/>
            <ac:spMk id="70" creationId="{ECB2D18C-484E-3338-815B-C3D1A808B8D2}"/>
          </ac:spMkLst>
        </pc:spChg>
        <pc:spChg chg="mod">
          <ac:chgData name="安藤　元一" userId="aaacf712-7740-4f7a-86dc-21596742342f" providerId="ADAL" clId="{FA5AD3DB-24D0-4321-A392-CC085B085C3F}" dt="2025-03-26T00:24:24.351" v="95" actId="20577"/>
          <ac:spMkLst>
            <pc:docMk/>
            <pc:sldMk cId="2671779220" sldId="15100"/>
            <ac:spMk id="76" creationId="{C0C61D22-CC31-BBCD-54AE-DF3E00D63B56}"/>
          </ac:spMkLst>
        </pc:spChg>
        <pc:spChg chg="del">
          <ac:chgData name="安藤　元一" userId="aaacf712-7740-4f7a-86dc-21596742342f" providerId="ADAL" clId="{FA5AD3DB-24D0-4321-A392-CC085B085C3F}" dt="2025-03-26T00:24:33.725" v="97" actId="478"/>
          <ac:spMkLst>
            <pc:docMk/>
            <pc:sldMk cId="2671779220" sldId="15100"/>
            <ac:spMk id="79" creationId="{1DB6877A-5136-959F-1DA6-6B7F670F68A9}"/>
          </ac:spMkLst>
        </pc:spChg>
        <pc:spChg chg="del">
          <ac:chgData name="安藤　元一" userId="aaacf712-7740-4f7a-86dc-21596742342f" providerId="ADAL" clId="{FA5AD3DB-24D0-4321-A392-CC085B085C3F}" dt="2025-03-26T00:25:27.322" v="114" actId="478"/>
          <ac:spMkLst>
            <pc:docMk/>
            <pc:sldMk cId="2671779220" sldId="15100"/>
            <ac:spMk id="81" creationId="{B7A19400-8D7E-ED05-E53B-693B013A33F8}"/>
          </ac:spMkLst>
        </pc:spChg>
        <pc:spChg chg="del">
          <ac:chgData name="安藤　元一" userId="aaacf712-7740-4f7a-86dc-21596742342f" providerId="ADAL" clId="{FA5AD3DB-24D0-4321-A392-CC085B085C3F}" dt="2025-03-26T00:25:27.322" v="114" actId="478"/>
          <ac:spMkLst>
            <pc:docMk/>
            <pc:sldMk cId="2671779220" sldId="15100"/>
            <ac:spMk id="82" creationId="{6911BB5B-1F43-621A-C12E-0CFF7514F883}"/>
          </ac:spMkLst>
        </pc:spChg>
        <pc:spChg chg="del">
          <ac:chgData name="安藤　元一" userId="aaacf712-7740-4f7a-86dc-21596742342f" providerId="ADAL" clId="{FA5AD3DB-24D0-4321-A392-CC085B085C3F}" dt="2025-03-26T00:25:27.322" v="114" actId="478"/>
          <ac:spMkLst>
            <pc:docMk/>
            <pc:sldMk cId="2671779220" sldId="15100"/>
            <ac:spMk id="83" creationId="{F51F536A-708F-DEF9-4167-8567C9FDA167}"/>
          </ac:spMkLst>
        </pc:spChg>
        <pc:spChg chg="del">
          <ac:chgData name="安藤　元一" userId="aaacf712-7740-4f7a-86dc-21596742342f" providerId="ADAL" clId="{FA5AD3DB-24D0-4321-A392-CC085B085C3F}" dt="2025-03-26T00:25:17.902" v="111" actId="478"/>
          <ac:spMkLst>
            <pc:docMk/>
            <pc:sldMk cId="2671779220" sldId="15100"/>
            <ac:spMk id="86" creationId="{90F6D554-5CEA-EE6F-60A2-D4E78A50D720}"/>
          </ac:spMkLst>
        </pc:spChg>
        <pc:spChg chg="mod">
          <ac:chgData name="安藤　元一" userId="aaacf712-7740-4f7a-86dc-21596742342f" providerId="ADAL" clId="{FA5AD3DB-24D0-4321-A392-CC085B085C3F}" dt="2025-03-26T00:23:10.786" v="46" actId="14100"/>
          <ac:spMkLst>
            <pc:docMk/>
            <pc:sldMk cId="2671779220" sldId="15100"/>
            <ac:spMk id="104" creationId="{E78B594F-D945-5366-F93C-33B86E195CBA}"/>
          </ac:spMkLst>
        </pc:spChg>
        <pc:picChg chg="add mod">
          <ac:chgData name="安藤　元一" userId="aaacf712-7740-4f7a-86dc-21596742342f" providerId="ADAL" clId="{FA5AD3DB-24D0-4321-A392-CC085B085C3F}" dt="2025-03-26T00:24:40.703" v="98" actId="571"/>
          <ac:picMkLst>
            <pc:docMk/>
            <pc:sldMk cId="2671779220" sldId="15100"/>
            <ac:picMk id="16" creationId="{89C314E8-67D7-8915-A740-11B8B54FF716}"/>
          </ac:picMkLst>
        </pc:picChg>
        <pc:picChg chg="add mod">
          <ac:chgData name="安藤　元一" userId="aaacf712-7740-4f7a-86dc-21596742342f" providerId="ADAL" clId="{FA5AD3DB-24D0-4321-A392-CC085B085C3F}" dt="2025-03-26T00:24:59.003" v="101" actId="571"/>
          <ac:picMkLst>
            <pc:docMk/>
            <pc:sldMk cId="2671779220" sldId="15100"/>
            <ac:picMk id="20" creationId="{51E885BA-4A92-E886-782D-77D2ED4868E8}"/>
          </ac:picMkLst>
        </pc:picChg>
        <pc:picChg chg="del">
          <ac:chgData name="安藤　元一" userId="aaacf712-7740-4f7a-86dc-21596742342f" providerId="ADAL" clId="{FA5AD3DB-24D0-4321-A392-CC085B085C3F}" dt="2025-03-26T00:23:56.671" v="66" actId="478"/>
          <ac:picMkLst>
            <pc:docMk/>
            <pc:sldMk cId="2671779220" sldId="15100"/>
            <ac:picMk id="40" creationId="{E67C7422-6C74-46D4-4ED4-1E9BB1FE334B}"/>
          </ac:picMkLst>
        </pc:picChg>
        <pc:picChg chg="del">
          <ac:chgData name="安藤　元一" userId="aaacf712-7740-4f7a-86dc-21596742342f" providerId="ADAL" clId="{FA5AD3DB-24D0-4321-A392-CC085B085C3F}" dt="2025-03-26T00:24:48.457" v="99" actId="478"/>
          <ac:picMkLst>
            <pc:docMk/>
            <pc:sldMk cId="2671779220" sldId="15100"/>
            <ac:picMk id="63" creationId="{8D706284-3D3E-895F-925E-1B6DF399846D}"/>
          </ac:picMkLst>
        </pc:picChg>
        <pc:picChg chg="del">
          <ac:chgData name="安藤　元一" userId="aaacf712-7740-4f7a-86dc-21596742342f" providerId="ADAL" clId="{FA5AD3DB-24D0-4321-A392-CC085B085C3F}" dt="2025-03-26T00:24:28.363" v="96" actId="478"/>
          <ac:picMkLst>
            <pc:docMk/>
            <pc:sldMk cId="2671779220" sldId="15100"/>
            <ac:picMk id="80" creationId="{EA1EE4AD-B617-3CD4-F13F-846F3C591930}"/>
          </ac:picMkLst>
        </pc:picChg>
        <pc:picChg chg="del">
          <ac:chgData name="安藤　元一" userId="aaacf712-7740-4f7a-86dc-21596742342f" providerId="ADAL" clId="{FA5AD3DB-24D0-4321-A392-CC085B085C3F}" dt="2025-03-26T00:25:27.322" v="114" actId="478"/>
          <ac:picMkLst>
            <pc:docMk/>
            <pc:sldMk cId="2671779220" sldId="15100"/>
            <ac:picMk id="84" creationId="{F1FC88A4-0E45-DA84-BF49-0ECB55AFD2B0}"/>
          </ac:picMkLst>
        </pc:picChg>
        <pc:picChg chg="del">
          <ac:chgData name="安藤　元一" userId="aaacf712-7740-4f7a-86dc-21596742342f" providerId="ADAL" clId="{FA5AD3DB-24D0-4321-A392-CC085B085C3F}" dt="2025-03-26T00:24:02.364" v="71" actId="478"/>
          <ac:picMkLst>
            <pc:docMk/>
            <pc:sldMk cId="2671779220" sldId="15100"/>
            <ac:picMk id="88" creationId="{B9DA0B9E-473B-5F7C-33E9-DC344B4EFA72}"/>
          </ac:picMkLst>
        </pc:picChg>
        <pc:picChg chg="del">
          <ac:chgData name="安藤　元一" userId="aaacf712-7740-4f7a-86dc-21596742342f" providerId="ADAL" clId="{FA5AD3DB-24D0-4321-A392-CC085B085C3F}" dt="2025-03-26T00:25:20.186" v="112" actId="478"/>
          <ac:picMkLst>
            <pc:docMk/>
            <pc:sldMk cId="2671779220" sldId="15100"/>
            <ac:picMk id="96" creationId="{61876B4E-FDB5-FC73-6FCC-74087116FF3A}"/>
          </ac:picMkLst>
        </pc:picChg>
        <pc:cxnChg chg="del">
          <ac:chgData name="安藤　元一" userId="aaacf712-7740-4f7a-86dc-21596742342f" providerId="ADAL" clId="{FA5AD3DB-24D0-4321-A392-CC085B085C3F}" dt="2025-03-26T00:24:01.247" v="70" actId="478"/>
          <ac:cxnSpMkLst>
            <pc:docMk/>
            <pc:sldMk cId="2671779220" sldId="15100"/>
            <ac:cxnSpMk id="51" creationId="{2A9A774A-43A8-AD35-88F9-84210DEBA477}"/>
          </ac:cxnSpMkLst>
        </pc:cxnChg>
        <pc:cxnChg chg="del">
          <ac:chgData name="安藤　元一" userId="aaacf712-7740-4f7a-86dc-21596742342f" providerId="ADAL" clId="{FA5AD3DB-24D0-4321-A392-CC085B085C3F}" dt="2025-03-26T00:23:55.338" v="65" actId="478"/>
          <ac:cxnSpMkLst>
            <pc:docMk/>
            <pc:sldMk cId="2671779220" sldId="15100"/>
            <ac:cxnSpMk id="78" creationId="{6FF769CB-EEED-F78D-081A-07D52C756F17}"/>
          </ac:cxnSpMkLst>
        </pc:cxnChg>
        <pc:cxnChg chg="del">
          <ac:chgData name="安藤　元一" userId="aaacf712-7740-4f7a-86dc-21596742342f" providerId="ADAL" clId="{FA5AD3DB-24D0-4321-A392-CC085B085C3F}" dt="2025-03-26T00:25:27.322" v="114" actId="478"/>
          <ac:cxnSpMkLst>
            <pc:docMk/>
            <pc:sldMk cId="2671779220" sldId="15100"/>
            <ac:cxnSpMk id="89" creationId="{04BC2092-CF14-7A60-F37C-8FD870B2B930}"/>
          </ac:cxnSpMkLst>
        </pc:cxnChg>
        <pc:cxnChg chg="del">
          <ac:chgData name="安藤　元一" userId="aaacf712-7740-4f7a-86dc-21596742342f" providerId="ADAL" clId="{FA5AD3DB-24D0-4321-A392-CC085B085C3F}" dt="2025-03-26T00:25:23.589" v="113" actId="478"/>
          <ac:cxnSpMkLst>
            <pc:docMk/>
            <pc:sldMk cId="2671779220" sldId="15100"/>
            <ac:cxnSpMk id="98" creationId="{BA634B8A-B359-7FBD-31BE-1DFE5CED68CD}"/>
          </ac:cxnSpMkLst>
        </pc:cxnChg>
      </pc:sldChg>
      <pc:sldChg chg="addSp delSp modSp add mod">
        <pc:chgData name="安藤　元一" userId="aaacf712-7740-4f7a-86dc-21596742342f" providerId="ADAL" clId="{FA5AD3DB-24D0-4321-A392-CC085B085C3F}" dt="2025-03-26T00:31:35.161" v="407" actId="478"/>
        <pc:sldMkLst>
          <pc:docMk/>
          <pc:sldMk cId="4057194821" sldId="15101"/>
        </pc:sldMkLst>
        <pc:spChg chg="del">
          <ac:chgData name="安藤　元一" userId="aaacf712-7740-4f7a-86dc-21596742342f" providerId="ADAL" clId="{FA5AD3DB-24D0-4321-A392-CC085B085C3F}" dt="2025-03-26T00:26:52.073" v="202" actId="478"/>
          <ac:spMkLst>
            <pc:docMk/>
            <pc:sldMk cId="4057194821" sldId="15101"/>
            <ac:spMk id="4" creationId="{2B3C70D8-4DEF-D0DC-7AB8-ABDD0F5E9055}"/>
          </ac:spMkLst>
        </pc:spChg>
        <pc:spChg chg="del">
          <ac:chgData name="安藤　元一" userId="aaacf712-7740-4f7a-86dc-21596742342f" providerId="ADAL" clId="{FA5AD3DB-24D0-4321-A392-CC085B085C3F}" dt="2025-03-26T00:26:49.753" v="201" actId="478"/>
          <ac:spMkLst>
            <pc:docMk/>
            <pc:sldMk cId="4057194821" sldId="15101"/>
            <ac:spMk id="6" creationId="{6C17D62A-71FA-3476-4ECB-02387DBFF8C0}"/>
          </ac:spMkLst>
        </pc:spChg>
        <pc:spChg chg="del">
          <ac:chgData name="安藤　元一" userId="aaacf712-7740-4f7a-86dc-21596742342f" providerId="ADAL" clId="{FA5AD3DB-24D0-4321-A392-CC085B085C3F}" dt="2025-03-26T00:26:49.753" v="201" actId="478"/>
          <ac:spMkLst>
            <pc:docMk/>
            <pc:sldMk cId="4057194821" sldId="15101"/>
            <ac:spMk id="7" creationId="{7CD71DF1-A868-091D-704E-03CEB7CF6C35}"/>
          </ac:spMkLst>
        </pc:spChg>
        <pc:spChg chg="del">
          <ac:chgData name="安藤　元一" userId="aaacf712-7740-4f7a-86dc-21596742342f" providerId="ADAL" clId="{FA5AD3DB-24D0-4321-A392-CC085B085C3F}" dt="2025-03-26T00:26:49.753" v="201" actId="478"/>
          <ac:spMkLst>
            <pc:docMk/>
            <pc:sldMk cId="4057194821" sldId="15101"/>
            <ac:spMk id="8" creationId="{107326A4-4582-05BC-DBBE-7F002C767CD1}"/>
          </ac:spMkLst>
        </pc:spChg>
        <pc:spChg chg="del">
          <ac:chgData name="安藤　元一" userId="aaacf712-7740-4f7a-86dc-21596742342f" providerId="ADAL" clId="{FA5AD3DB-24D0-4321-A392-CC085B085C3F}" dt="2025-03-26T00:26:49.753" v="201" actId="478"/>
          <ac:spMkLst>
            <pc:docMk/>
            <pc:sldMk cId="4057194821" sldId="15101"/>
            <ac:spMk id="9" creationId="{912383E4-3504-AE1E-DDDD-CC7DD985D4AE}"/>
          </ac:spMkLst>
        </pc:spChg>
        <pc:spChg chg="del">
          <ac:chgData name="安藤　元一" userId="aaacf712-7740-4f7a-86dc-21596742342f" providerId="ADAL" clId="{FA5AD3DB-24D0-4321-A392-CC085B085C3F}" dt="2025-03-26T00:26:49.753" v="201" actId="478"/>
          <ac:spMkLst>
            <pc:docMk/>
            <pc:sldMk cId="4057194821" sldId="15101"/>
            <ac:spMk id="11" creationId="{86AE8238-1441-6810-27EE-579642FCB24E}"/>
          </ac:spMkLst>
        </pc:spChg>
        <pc:spChg chg="mod">
          <ac:chgData name="安藤　元一" userId="aaacf712-7740-4f7a-86dc-21596742342f" providerId="ADAL" clId="{FA5AD3DB-24D0-4321-A392-CC085B085C3F}" dt="2025-03-26T00:27:10.097" v="207" actId="1076"/>
          <ac:spMkLst>
            <pc:docMk/>
            <pc:sldMk cId="4057194821" sldId="15101"/>
            <ac:spMk id="13" creationId="{BDDDC742-1CB7-BC9D-3EA5-A92CFD6F7F6F}"/>
          </ac:spMkLst>
        </pc:spChg>
        <pc:spChg chg="del">
          <ac:chgData name="安藤　元一" userId="aaacf712-7740-4f7a-86dc-21596742342f" providerId="ADAL" clId="{FA5AD3DB-24D0-4321-A392-CC085B085C3F}" dt="2025-03-26T00:26:49.753" v="201" actId="478"/>
          <ac:spMkLst>
            <pc:docMk/>
            <pc:sldMk cId="4057194821" sldId="15101"/>
            <ac:spMk id="15" creationId="{8EB97D05-C76D-7A86-EB36-9D49F430785A}"/>
          </ac:spMkLst>
        </pc:spChg>
        <pc:spChg chg="add mod">
          <ac:chgData name="安藤　元一" userId="aaacf712-7740-4f7a-86dc-21596742342f" providerId="ADAL" clId="{FA5AD3DB-24D0-4321-A392-CC085B085C3F}" dt="2025-03-26T00:27:28.570" v="208"/>
          <ac:spMkLst>
            <pc:docMk/>
            <pc:sldMk cId="4057194821" sldId="15101"/>
            <ac:spMk id="17" creationId="{8033778D-35AF-6B69-1E97-E67D1B7EC321}"/>
          </ac:spMkLst>
        </pc:spChg>
        <pc:spChg chg="del">
          <ac:chgData name="安藤　元一" userId="aaacf712-7740-4f7a-86dc-21596742342f" providerId="ADAL" clId="{FA5AD3DB-24D0-4321-A392-CC085B085C3F}" dt="2025-03-26T00:26:49.753" v="201" actId="478"/>
          <ac:spMkLst>
            <pc:docMk/>
            <pc:sldMk cId="4057194821" sldId="15101"/>
            <ac:spMk id="18" creationId="{51B2F088-6D1B-A385-DFE7-6169BA61EA63}"/>
          </ac:spMkLst>
        </pc:spChg>
        <pc:spChg chg="mod">
          <ac:chgData name="安藤　元一" userId="aaacf712-7740-4f7a-86dc-21596742342f" providerId="ADAL" clId="{FA5AD3DB-24D0-4321-A392-CC085B085C3F}" dt="2025-03-26T00:27:10.097" v="207" actId="1076"/>
          <ac:spMkLst>
            <pc:docMk/>
            <pc:sldMk cId="4057194821" sldId="15101"/>
            <ac:spMk id="19" creationId="{3D3515C6-5466-4DD3-E428-B3DC80866F5E}"/>
          </ac:spMkLst>
        </pc:spChg>
        <pc:spChg chg="mod">
          <ac:chgData name="安藤　元一" userId="aaacf712-7740-4f7a-86dc-21596742342f" providerId="ADAL" clId="{FA5AD3DB-24D0-4321-A392-CC085B085C3F}" dt="2025-03-26T00:28:37.237" v="267" actId="1076"/>
          <ac:spMkLst>
            <pc:docMk/>
            <pc:sldMk cId="4057194821" sldId="15101"/>
            <ac:spMk id="21" creationId="{7BF0475B-2741-F211-E9D3-8E194DD630ED}"/>
          </ac:spMkLst>
        </pc:spChg>
        <pc:spChg chg="add mod">
          <ac:chgData name="安藤　元一" userId="aaacf712-7740-4f7a-86dc-21596742342f" providerId="ADAL" clId="{FA5AD3DB-24D0-4321-A392-CC085B085C3F}" dt="2025-03-26T00:27:28.570" v="208"/>
          <ac:spMkLst>
            <pc:docMk/>
            <pc:sldMk cId="4057194821" sldId="15101"/>
            <ac:spMk id="22" creationId="{DA84CFD8-6EAD-860C-5303-B535F335D47F}"/>
          </ac:spMkLst>
        </pc:spChg>
        <pc:spChg chg="add mod">
          <ac:chgData name="安藤　元一" userId="aaacf712-7740-4f7a-86dc-21596742342f" providerId="ADAL" clId="{FA5AD3DB-24D0-4321-A392-CC085B085C3F}" dt="2025-03-26T00:27:28.570" v="208"/>
          <ac:spMkLst>
            <pc:docMk/>
            <pc:sldMk cId="4057194821" sldId="15101"/>
            <ac:spMk id="23" creationId="{F177D98F-6F72-9875-51D6-14FEF58F5F51}"/>
          </ac:spMkLst>
        </pc:spChg>
        <pc:spChg chg="add mod">
          <ac:chgData name="安藤　元一" userId="aaacf712-7740-4f7a-86dc-21596742342f" providerId="ADAL" clId="{FA5AD3DB-24D0-4321-A392-CC085B085C3F}" dt="2025-03-26T00:27:28.570" v="208"/>
          <ac:spMkLst>
            <pc:docMk/>
            <pc:sldMk cId="4057194821" sldId="15101"/>
            <ac:spMk id="24" creationId="{CAAF661F-865F-0BF2-6FA7-91A2F6B34F51}"/>
          </ac:spMkLst>
        </pc:spChg>
        <pc:spChg chg="add mod">
          <ac:chgData name="安藤　元一" userId="aaacf712-7740-4f7a-86dc-21596742342f" providerId="ADAL" clId="{FA5AD3DB-24D0-4321-A392-CC085B085C3F}" dt="2025-03-26T00:27:28.570" v="208"/>
          <ac:spMkLst>
            <pc:docMk/>
            <pc:sldMk cId="4057194821" sldId="15101"/>
            <ac:spMk id="26" creationId="{8EB2CF1C-1D45-CA4A-EBAA-46C7906B1A64}"/>
          </ac:spMkLst>
        </pc:spChg>
        <pc:spChg chg="add mod">
          <ac:chgData name="安藤　元一" userId="aaacf712-7740-4f7a-86dc-21596742342f" providerId="ADAL" clId="{FA5AD3DB-24D0-4321-A392-CC085B085C3F}" dt="2025-03-26T00:27:28.570" v="208"/>
          <ac:spMkLst>
            <pc:docMk/>
            <pc:sldMk cId="4057194821" sldId="15101"/>
            <ac:spMk id="29" creationId="{0EFD214D-EA53-71D2-F941-5301B66CCB94}"/>
          </ac:spMkLst>
        </pc:spChg>
        <pc:spChg chg="add mod">
          <ac:chgData name="安藤　元一" userId="aaacf712-7740-4f7a-86dc-21596742342f" providerId="ADAL" clId="{FA5AD3DB-24D0-4321-A392-CC085B085C3F}" dt="2025-03-26T00:27:28.570" v="208"/>
          <ac:spMkLst>
            <pc:docMk/>
            <pc:sldMk cId="4057194821" sldId="15101"/>
            <ac:spMk id="31" creationId="{F5AF076E-8586-B8F2-1790-26DD479CD067}"/>
          </ac:spMkLst>
        </pc:spChg>
        <pc:spChg chg="del">
          <ac:chgData name="安藤　元一" userId="aaacf712-7740-4f7a-86dc-21596742342f" providerId="ADAL" clId="{FA5AD3DB-24D0-4321-A392-CC085B085C3F}" dt="2025-03-26T00:26:49.753" v="201" actId="478"/>
          <ac:spMkLst>
            <pc:docMk/>
            <pc:sldMk cId="4057194821" sldId="15101"/>
            <ac:spMk id="34" creationId="{A61EA96B-5244-24D2-0B8E-E103D0BC2ADF}"/>
          </ac:spMkLst>
        </pc:spChg>
        <pc:spChg chg="add mod">
          <ac:chgData name="安藤　元一" userId="aaacf712-7740-4f7a-86dc-21596742342f" providerId="ADAL" clId="{FA5AD3DB-24D0-4321-A392-CC085B085C3F}" dt="2025-03-26T00:27:28.570" v="208"/>
          <ac:spMkLst>
            <pc:docMk/>
            <pc:sldMk cId="4057194821" sldId="15101"/>
            <ac:spMk id="36" creationId="{689AC94F-027D-E401-B062-A324B90D7E01}"/>
          </ac:spMkLst>
        </pc:spChg>
        <pc:spChg chg="add mod">
          <ac:chgData name="安藤　元一" userId="aaacf712-7740-4f7a-86dc-21596742342f" providerId="ADAL" clId="{FA5AD3DB-24D0-4321-A392-CC085B085C3F}" dt="2025-03-26T00:27:28.570" v="208"/>
          <ac:spMkLst>
            <pc:docMk/>
            <pc:sldMk cId="4057194821" sldId="15101"/>
            <ac:spMk id="37" creationId="{4C4946DD-4849-BAE1-3E13-CE80703CA6B2}"/>
          </ac:spMkLst>
        </pc:spChg>
        <pc:spChg chg="add mod">
          <ac:chgData name="安藤　元一" userId="aaacf712-7740-4f7a-86dc-21596742342f" providerId="ADAL" clId="{FA5AD3DB-24D0-4321-A392-CC085B085C3F}" dt="2025-03-26T00:27:28.570" v="208"/>
          <ac:spMkLst>
            <pc:docMk/>
            <pc:sldMk cId="4057194821" sldId="15101"/>
            <ac:spMk id="39" creationId="{DF55C1FF-7384-C709-C410-9E25D222D8E5}"/>
          </ac:spMkLst>
        </pc:spChg>
        <pc:spChg chg="add del mod">
          <ac:chgData name="安藤　元一" userId="aaacf712-7740-4f7a-86dc-21596742342f" providerId="ADAL" clId="{FA5AD3DB-24D0-4321-A392-CC085B085C3F}" dt="2025-03-26T00:31:35.161" v="407" actId="478"/>
          <ac:spMkLst>
            <pc:docMk/>
            <pc:sldMk cId="4057194821" sldId="15101"/>
            <ac:spMk id="44" creationId="{B4C39A19-C4F7-0674-599A-7E9CD58660CA}"/>
          </ac:spMkLst>
        </pc:spChg>
        <pc:spChg chg="mod">
          <ac:chgData name="安藤　元一" userId="aaacf712-7740-4f7a-86dc-21596742342f" providerId="ADAL" clId="{FA5AD3DB-24D0-4321-A392-CC085B085C3F}" dt="2025-03-26T00:27:10.097" v="207" actId="1076"/>
          <ac:spMkLst>
            <pc:docMk/>
            <pc:sldMk cId="4057194821" sldId="15101"/>
            <ac:spMk id="55" creationId="{B3370C41-C0BB-4411-EC1D-2D99CC94C044}"/>
          </ac:spMkLst>
        </pc:spChg>
        <pc:spChg chg="mod">
          <ac:chgData name="安藤　元一" userId="aaacf712-7740-4f7a-86dc-21596742342f" providerId="ADAL" clId="{FA5AD3DB-24D0-4321-A392-CC085B085C3F}" dt="2025-03-26T00:27:10.097" v="207" actId="1076"/>
          <ac:spMkLst>
            <pc:docMk/>
            <pc:sldMk cId="4057194821" sldId="15101"/>
            <ac:spMk id="59" creationId="{7BEABB1E-C851-9099-F3F9-B1325E689C36}"/>
          </ac:spMkLst>
        </pc:spChg>
        <pc:spChg chg="mod">
          <ac:chgData name="安藤　元一" userId="aaacf712-7740-4f7a-86dc-21596742342f" providerId="ADAL" clId="{FA5AD3DB-24D0-4321-A392-CC085B085C3F}" dt="2025-03-26T00:27:10.097" v="207" actId="1076"/>
          <ac:spMkLst>
            <pc:docMk/>
            <pc:sldMk cId="4057194821" sldId="15101"/>
            <ac:spMk id="60" creationId="{D9CA1DC3-70C9-A461-9CEB-6B60B0D6E271}"/>
          </ac:spMkLst>
        </pc:spChg>
        <pc:spChg chg="mod">
          <ac:chgData name="安藤　元一" userId="aaacf712-7740-4f7a-86dc-21596742342f" providerId="ADAL" clId="{FA5AD3DB-24D0-4321-A392-CC085B085C3F}" dt="2025-03-26T00:27:10.097" v="207" actId="1076"/>
          <ac:spMkLst>
            <pc:docMk/>
            <pc:sldMk cId="4057194821" sldId="15101"/>
            <ac:spMk id="70" creationId="{397F5104-27B5-72E0-8A28-41363AC968A7}"/>
          </ac:spMkLst>
        </pc:spChg>
        <pc:spChg chg="mod">
          <ac:chgData name="安藤　元一" userId="aaacf712-7740-4f7a-86dc-21596742342f" providerId="ADAL" clId="{FA5AD3DB-24D0-4321-A392-CC085B085C3F}" dt="2025-03-26T00:27:10.097" v="207" actId="1076"/>
          <ac:spMkLst>
            <pc:docMk/>
            <pc:sldMk cId="4057194821" sldId="15101"/>
            <ac:spMk id="75" creationId="{EC565708-B6A0-10BC-8634-BDF6FE07FFEB}"/>
          </ac:spMkLst>
        </pc:spChg>
        <pc:spChg chg="mod">
          <ac:chgData name="安藤　元一" userId="aaacf712-7740-4f7a-86dc-21596742342f" providerId="ADAL" clId="{FA5AD3DB-24D0-4321-A392-CC085B085C3F}" dt="2025-03-26T00:27:10.097" v="207" actId="1076"/>
          <ac:spMkLst>
            <pc:docMk/>
            <pc:sldMk cId="4057194821" sldId="15101"/>
            <ac:spMk id="76" creationId="{0E33D640-6FE2-62B8-89F0-F6BBA1559431}"/>
          </ac:spMkLst>
        </pc:spChg>
        <pc:spChg chg="mod">
          <ac:chgData name="安藤　元一" userId="aaacf712-7740-4f7a-86dc-21596742342f" providerId="ADAL" clId="{FA5AD3DB-24D0-4321-A392-CC085B085C3F}" dt="2025-03-26T00:27:10.097" v="207" actId="1076"/>
          <ac:spMkLst>
            <pc:docMk/>
            <pc:sldMk cId="4057194821" sldId="15101"/>
            <ac:spMk id="104" creationId="{E3148277-65C2-DC29-9F1F-1161A8A0D8FA}"/>
          </ac:spMkLst>
        </pc:spChg>
        <pc:picChg chg="del">
          <ac:chgData name="安藤　元一" userId="aaacf712-7740-4f7a-86dc-21596742342f" providerId="ADAL" clId="{FA5AD3DB-24D0-4321-A392-CC085B085C3F}" dt="2025-03-26T00:26:49.753" v="201" actId="478"/>
          <ac:picMkLst>
            <pc:docMk/>
            <pc:sldMk cId="4057194821" sldId="15101"/>
            <ac:picMk id="10" creationId="{EF412535-75D7-E491-4A17-9C0710C885A4}"/>
          </ac:picMkLst>
        </pc:picChg>
        <pc:picChg chg="del">
          <ac:chgData name="安藤　元一" userId="aaacf712-7740-4f7a-86dc-21596742342f" providerId="ADAL" clId="{FA5AD3DB-24D0-4321-A392-CC085B085C3F}" dt="2025-03-26T00:26:49.753" v="201" actId="478"/>
          <ac:picMkLst>
            <pc:docMk/>
            <pc:sldMk cId="4057194821" sldId="15101"/>
            <ac:picMk id="35" creationId="{2039CAC3-E083-ED84-1DBE-FE99086B87B8}"/>
          </ac:picMkLst>
        </pc:picChg>
      </pc:sldChg>
    </pc:docChg>
  </pc:docChgLst>
  <pc:docChgLst>
    <pc:chgData name="kawasaki-d@outlook.jp" userId="ae3c6da3e2423119" providerId="LiveId" clId="{B2F1615B-49D8-4421-865D-8744969896AE}"/>
    <pc:docChg chg="delSld">
      <pc:chgData name="kawasaki-d@outlook.jp" userId="ae3c6da3e2423119" providerId="LiveId" clId="{B2F1615B-49D8-4421-865D-8744969896AE}" dt="2023-05-01T04:14:20.102" v="0" actId="47"/>
      <pc:docMkLst>
        <pc:docMk/>
      </pc:docMkLst>
      <pc:sldChg chg="del">
        <pc:chgData name="kawasaki-d@outlook.jp" userId="ae3c6da3e2423119" providerId="LiveId" clId="{B2F1615B-49D8-4421-865D-8744969896AE}" dt="2023-05-01T04:14:20.102" v="0" actId="47"/>
        <pc:sldMkLst>
          <pc:docMk/>
          <pc:sldMk cId="888291540" sldId="306"/>
        </pc:sldMkLst>
      </pc:sldChg>
      <pc:sldChg chg="del">
        <pc:chgData name="kawasaki-d@outlook.jp" userId="ae3c6da3e2423119" providerId="LiveId" clId="{B2F1615B-49D8-4421-865D-8744969896AE}" dt="2023-05-01T04:14:20.102" v="0" actId="47"/>
        <pc:sldMkLst>
          <pc:docMk/>
          <pc:sldMk cId="1823248805" sldId="399"/>
        </pc:sldMkLst>
      </pc:sldChg>
      <pc:sldChg chg="del">
        <pc:chgData name="kawasaki-d@outlook.jp" userId="ae3c6da3e2423119" providerId="LiveId" clId="{B2F1615B-49D8-4421-865D-8744969896AE}" dt="2023-05-01T04:14:20.102" v="0" actId="47"/>
        <pc:sldMkLst>
          <pc:docMk/>
          <pc:sldMk cId="2457912076" sldId="400"/>
        </pc:sldMkLst>
      </pc:sldChg>
      <pc:sldChg chg="del">
        <pc:chgData name="kawasaki-d@outlook.jp" userId="ae3c6da3e2423119" providerId="LiveId" clId="{B2F1615B-49D8-4421-865D-8744969896AE}" dt="2023-05-01T04:14:20.102" v="0" actId="47"/>
        <pc:sldMkLst>
          <pc:docMk/>
          <pc:sldMk cId="2584720988" sldId="401"/>
        </pc:sldMkLst>
      </pc:sldChg>
      <pc:sldChg chg="del">
        <pc:chgData name="kawasaki-d@outlook.jp" userId="ae3c6da3e2423119" providerId="LiveId" clId="{B2F1615B-49D8-4421-865D-8744969896AE}" dt="2023-05-01T04:14:20.102" v="0" actId="47"/>
        <pc:sldMkLst>
          <pc:docMk/>
          <pc:sldMk cId="3263803403" sldId="402"/>
        </pc:sldMkLst>
      </pc:sldChg>
      <pc:sldChg chg="del">
        <pc:chgData name="kawasaki-d@outlook.jp" userId="ae3c6da3e2423119" providerId="LiveId" clId="{B2F1615B-49D8-4421-865D-8744969896AE}" dt="2023-05-01T04:14:20.102" v="0" actId="47"/>
        <pc:sldMkLst>
          <pc:docMk/>
          <pc:sldMk cId="3242319727" sldId="403"/>
        </pc:sldMkLst>
      </pc:sldChg>
      <pc:sldChg chg="del">
        <pc:chgData name="kawasaki-d@outlook.jp" userId="ae3c6da3e2423119" providerId="LiveId" clId="{B2F1615B-49D8-4421-865D-8744969896AE}" dt="2023-05-01T04:14:20.102" v="0" actId="47"/>
        <pc:sldMkLst>
          <pc:docMk/>
          <pc:sldMk cId="3268654075" sldId="404"/>
        </pc:sldMkLst>
      </pc:sldChg>
      <pc:sldChg chg="del">
        <pc:chgData name="kawasaki-d@outlook.jp" userId="ae3c6da3e2423119" providerId="LiveId" clId="{B2F1615B-49D8-4421-865D-8744969896AE}" dt="2023-05-01T04:14:20.102" v="0" actId="47"/>
        <pc:sldMkLst>
          <pc:docMk/>
          <pc:sldMk cId="3624649154" sldId="406"/>
        </pc:sldMkLst>
      </pc:sldChg>
      <pc:sldChg chg="del">
        <pc:chgData name="kawasaki-d@outlook.jp" userId="ae3c6da3e2423119" providerId="LiveId" clId="{B2F1615B-49D8-4421-865D-8744969896AE}" dt="2023-05-01T04:14:20.102" v="0" actId="47"/>
        <pc:sldMkLst>
          <pc:docMk/>
          <pc:sldMk cId="1240299071" sldId="407"/>
        </pc:sldMkLst>
      </pc:sldChg>
      <pc:sldChg chg="del">
        <pc:chgData name="kawasaki-d@outlook.jp" userId="ae3c6da3e2423119" providerId="LiveId" clId="{B2F1615B-49D8-4421-865D-8744969896AE}" dt="2023-05-01T04:14:20.102" v="0" actId="47"/>
        <pc:sldMkLst>
          <pc:docMk/>
          <pc:sldMk cId="744620067" sldId="408"/>
        </pc:sldMkLst>
      </pc:sldChg>
      <pc:sldChg chg="del">
        <pc:chgData name="kawasaki-d@outlook.jp" userId="ae3c6da3e2423119" providerId="LiveId" clId="{B2F1615B-49D8-4421-865D-8744969896AE}" dt="2023-05-01T04:14:20.102" v="0" actId="47"/>
        <pc:sldMkLst>
          <pc:docMk/>
          <pc:sldMk cId="3591830504" sldId="409"/>
        </pc:sldMkLst>
      </pc:sldChg>
      <pc:sldChg chg="del">
        <pc:chgData name="kawasaki-d@outlook.jp" userId="ae3c6da3e2423119" providerId="LiveId" clId="{B2F1615B-49D8-4421-865D-8744969896AE}" dt="2023-05-01T04:14:20.102" v="0" actId="47"/>
        <pc:sldMkLst>
          <pc:docMk/>
          <pc:sldMk cId="3687344233" sldId="410"/>
        </pc:sldMkLst>
      </pc:sldChg>
      <pc:sldChg chg="del">
        <pc:chgData name="kawasaki-d@outlook.jp" userId="ae3c6da3e2423119" providerId="LiveId" clId="{B2F1615B-49D8-4421-865D-8744969896AE}" dt="2023-05-01T04:14:20.102" v="0" actId="47"/>
        <pc:sldMkLst>
          <pc:docMk/>
          <pc:sldMk cId="3418810371" sldId="411"/>
        </pc:sldMkLst>
      </pc:sldChg>
      <pc:sldChg chg="del">
        <pc:chgData name="kawasaki-d@outlook.jp" userId="ae3c6da3e2423119" providerId="LiveId" clId="{B2F1615B-49D8-4421-865D-8744969896AE}" dt="2023-05-01T04:14:20.102" v="0" actId="47"/>
        <pc:sldMkLst>
          <pc:docMk/>
          <pc:sldMk cId="4136858098" sldId="412"/>
        </pc:sldMkLst>
      </pc:sldChg>
      <pc:sldChg chg="del">
        <pc:chgData name="kawasaki-d@outlook.jp" userId="ae3c6da3e2423119" providerId="LiveId" clId="{B2F1615B-49D8-4421-865D-8744969896AE}" dt="2023-05-01T04:14:20.102" v="0" actId="47"/>
        <pc:sldMkLst>
          <pc:docMk/>
          <pc:sldMk cId="401310869" sldId="413"/>
        </pc:sldMkLst>
      </pc:sldChg>
      <pc:sldChg chg="del">
        <pc:chgData name="kawasaki-d@outlook.jp" userId="ae3c6da3e2423119" providerId="LiveId" clId="{B2F1615B-49D8-4421-865D-8744969896AE}" dt="2023-05-01T04:14:20.102" v="0" actId="47"/>
        <pc:sldMkLst>
          <pc:docMk/>
          <pc:sldMk cId="1069552520" sldId="414"/>
        </pc:sldMkLst>
      </pc:sldChg>
      <pc:sldChg chg="del">
        <pc:chgData name="kawasaki-d@outlook.jp" userId="ae3c6da3e2423119" providerId="LiveId" clId="{B2F1615B-49D8-4421-865D-8744969896AE}" dt="2023-05-01T04:14:20.102" v="0" actId="47"/>
        <pc:sldMkLst>
          <pc:docMk/>
          <pc:sldMk cId="3439258314" sldId="415"/>
        </pc:sldMkLst>
      </pc:sldChg>
      <pc:sldChg chg="del">
        <pc:chgData name="kawasaki-d@outlook.jp" userId="ae3c6da3e2423119" providerId="LiveId" clId="{B2F1615B-49D8-4421-865D-8744969896AE}" dt="2023-05-01T04:14:20.102" v="0" actId="47"/>
        <pc:sldMkLst>
          <pc:docMk/>
          <pc:sldMk cId="2989500989" sldId="15084"/>
        </pc:sldMkLst>
      </pc:sldChg>
    </pc:docChg>
  </pc:docChgLst>
  <pc:docChgLst>
    <pc:chgData name="安藤　元一" userId="aaacf712-7740-4f7a-86dc-21596742342f" providerId="ADAL" clId="{3713B9EB-D7CE-4A45-B6A2-512E182BEE4A}"/>
    <pc:docChg chg="undo custSel addSld modSld">
      <pc:chgData name="安藤　元一" userId="aaacf712-7740-4f7a-86dc-21596742342f" providerId="ADAL" clId="{3713B9EB-D7CE-4A45-B6A2-512E182BEE4A}" dt="2025-02-26T01:19:46.902" v="259" actId="1076"/>
      <pc:docMkLst>
        <pc:docMk/>
      </pc:docMkLst>
      <pc:sldChg chg="addSp delSp modSp add mod">
        <pc:chgData name="安藤　元一" userId="aaacf712-7740-4f7a-86dc-21596742342f" providerId="ADAL" clId="{3713B9EB-D7CE-4A45-B6A2-512E182BEE4A}" dt="2025-02-12T04:43:03.613" v="221"/>
        <pc:sldMkLst>
          <pc:docMk/>
          <pc:sldMk cId="4189117408" sldId="15097"/>
        </pc:sldMkLst>
      </pc:sldChg>
      <pc:sldChg chg="addSp delSp modSp add mod">
        <pc:chgData name="安藤　元一" userId="aaacf712-7740-4f7a-86dc-21596742342f" providerId="ADAL" clId="{3713B9EB-D7CE-4A45-B6A2-512E182BEE4A}" dt="2025-02-12T04:27:58.297" v="183" actId="1076"/>
        <pc:sldMkLst>
          <pc:docMk/>
          <pc:sldMk cId="1855749462" sldId="15098"/>
        </pc:sldMkLst>
      </pc:sldChg>
      <pc:sldChg chg="addSp delSp modSp mod">
        <pc:chgData name="安藤　元一" userId="aaacf712-7740-4f7a-86dc-21596742342f" providerId="ADAL" clId="{3713B9EB-D7CE-4A45-B6A2-512E182BEE4A}" dt="2025-02-12T04:41:22.136" v="188" actId="478"/>
        <pc:sldMkLst>
          <pc:docMk/>
          <pc:sldMk cId="2658250636" sldId="15099"/>
        </pc:sldMkLst>
      </pc:sldChg>
      <pc:sldChg chg="addSp delSp modSp mod">
        <pc:chgData name="安藤　元一" userId="aaacf712-7740-4f7a-86dc-21596742342f" providerId="ADAL" clId="{3713B9EB-D7CE-4A45-B6A2-512E182BEE4A}" dt="2025-02-26T01:19:46.902" v="259" actId="1076"/>
        <pc:sldMkLst>
          <pc:docMk/>
          <pc:sldMk cId="731382173" sldId="15100"/>
        </pc:sldMkLst>
      </pc:sldChg>
      <pc:sldChg chg="addSp delSp modSp add mod">
        <pc:chgData name="安藤　元一" userId="aaacf712-7740-4f7a-86dc-21596742342f" providerId="ADAL" clId="{3713B9EB-D7CE-4A45-B6A2-512E182BEE4A}" dt="2025-02-17T08:28:55.416" v="230" actId="207"/>
        <pc:sldMkLst>
          <pc:docMk/>
          <pc:sldMk cId="569024095" sldId="15101"/>
        </pc:sldMkLst>
      </pc:sldChg>
    </pc:docChg>
  </pc:docChgLst>
  <pc:docChgLst>
    <pc:chgData name="安藤　元一" userId="aaacf712-7740-4f7a-86dc-21596742342f" providerId="ADAL" clId="{45D76D6F-0E31-4533-A998-240FC9FDBD73}"/>
    <pc:docChg chg="undo custSel delSld modSld sldOrd">
      <pc:chgData name="安藤　元一" userId="aaacf712-7740-4f7a-86dc-21596742342f" providerId="ADAL" clId="{45D76D6F-0E31-4533-A998-240FC9FDBD73}" dt="2025-03-25T07:50:25.463" v="898" actId="14100"/>
      <pc:docMkLst>
        <pc:docMk/>
      </pc:docMkLst>
      <pc:sldChg chg="del">
        <pc:chgData name="安藤　元一" userId="aaacf712-7740-4f7a-86dc-21596742342f" providerId="ADAL" clId="{45D76D6F-0E31-4533-A998-240FC9FDBD73}" dt="2025-03-25T07:08:56.605" v="18" actId="2696"/>
        <pc:sldMkLst>
          <pc:docMk/>
          <pc:sldMk cId="2339069663" sldId="15095"/>
        </pc:sldMkLst>
      </pc:sldChg>
      <pc:sldChg chg="addSp delSp modSp mod">
        <pc:chgData name="安藤　元一" userId="aaacf712-7740-4f7a-86dc-21596742342f" providerId="ADAL" clId="{45D76D6F-0E31-4533-A998-240FC9FDBD73}" dt="2025-03-25T07:50:25.463" v="898" actId="14100"/>
        <pc:sldMkLst>
          <pc:docMk/>
          <pc:sldMk cId="3266835399" sldId="15096"/>
        </pc:sldMkLst>
        <pc:spChg chg="mod">
          <ac:chgData name="安藤　元一" userId="aaacf712-7740-4f7a-86dc-21596742342f" providerId="ADAL" clId="{45D76D6F-0E31-4533-A998-240FC9FDBD73}" dt="2025-03-25T07:11:46.762" v="150"/>
          <ac:spMkLst>
            <pc:docMk/>
            <pc:sldMk cId="3266835399" sldId="15096"/>
            <ac:spMk id="2" creationId="{B449E8E7-92F9-9717-1547-73BDF0D624FE}"/>
          </ac:spMkLst>
        </pc:spChg>
        <pc:spChg chg="mod">
          <ac:chgData name="安藤　元一" userId="aaacf712-7740-4f7a-86dc-21596742342f" providerId="ADAL" clId="{45D76D6F-0E31-4533-A998-240FC9FDBD73}" dt="2025-03-25T07:08:15.052" v="15" actId="14100"/>
          <ac:spMkLst>
            <pc:docMk/>
            <pc:sldMk cId="3266835399" sldId="15096"/>
            <ac:spMk id="4" creationId="{5F433174-AC2F-0AA0-A7E8-0039D54AF083}"/>
          </ac:spMkLst>
        </pc:spChg>
        <pc:spChg chg="mod">
          <ac:chgData name="安藤　元一" userId="aaacf712-7740-4f7a-86dc-21596742342f" providerId="ADAL" clId="{45D76D6F-0E31-4533-A998-240FC9FDBD73}" dt="2025-03-25T07:19:23.386" v="342" actId="14100"/>
          <ac:spMkLst>
            <pc:docMk/>
            <pc:sldMk cId="3266835399" sldId="15096"/>
            <ac:spMk id="6" creationId="{65EF1245-BBEB-00E0-F331-A9CF5255BFCE}"/>
          </ac:spMkLst>
        </pc:spChg>
        <pc:spChg chg="mod">
          <ac:chgData name="安藤　元一" userId="aaacf712-7740-4f7a-86dc-21596742342f" providerId="ADAL" clId="{45D76D6F-0E31-4533-A998-240FC9FDBD73}" dt="2025-03-25T07:08:03.587" v="12" actId="1076"/>
          <ac:spMkLst>
            <pc:docMk/>
            <pc:sldMk cId="3266835399" sldId="15096"/>
            <ac:spMk id="17" creationId="{4CF13261-DAF1-7DA5-17AE-DA94911B4756}"/>
          </ac:spMkLst>
        </pc:spChg>
        <pc:spChg chg="del">
          <ac:chgData name="安藤　元一" userId="aaacf712-7740-4f7a-86dc-21596742342f" providerId="ADAL" clId="{45D76D6F-0E31-4533-A998-240FC9FDBD73}" dt="2025-03-25T07:09:26.250" v="20" actId="478"/>
          <ac:spMkLst>
            <pc:docMk/>
            <pc:sldMk cId="3266835399" sldId="15096"/>
            <ac:spMk id="20" creationId="{7D1CA83A-2C01-8DCF-BB96-47C01CA85726}"/>
          </ac:spMkLst>
        </pc:spChg>
        <pc:spChg chg="del">
          <ac:chgData name="安藤　元一" userId="aaacf712-7740-4f7a-86dc-21596742342f" providerId="ADAL" clId="{45D76D6F-0E31-4533-A998-240FC9FDBD73}" dt="2025-03-25T07:07:48.639" v="9" actId="478"/>
          <ac:spMkLst>
            <pc:docMk/>
            <pc:sldMk cId="3266835399" sldId="15096"/>
            <ac:spMk id="22" creationId="{443771BC-F361-2020-1D8A-68F025542CCC}"/>
          </ac:spMkLst>
        </pc:spChg>
        <pc:spChg chg="del">
          <ac:chgData name="安藤　元一" userId="aaacf712-7740-4f7a-86dc-21596742342f" providerId="ADAL" clId="{45D76D6F-0E31-4533-A998-240FC9FDBD73}" dt="2025-03-25T07:07:50.409" v="10" actId="478"/>
          <ac:spMkLst>
            <pc:docMk/>
            <pc:sldMk cId="3266835399" sldId="15096"/>
            <ac:spMk id="23" creationId="{AF300DD3-FA66-7C4E-0E50-0A72F6963A15}"/>
          </ac:spMkLst>
        </pc:spChg>
        <pc:spChg chg="del">
          <ac:chgData name="安藤　元一" userId="aaacf712-7740-4f7a-86dc-21596742342f" providerId="ADAL" clId="{45D76D6F-0E31-4533-A998-240FC9FDBD73}" dt="2025-03-25T07:07:48.051" v="8" actId="478"/>
          <ac:spMkLst>
            <pc:docMk/>
            <pc:sldMk cId="3266835399" sldId="15096"/>
            <ac:spMk id="24" creationId="{4F69D78A-B80D-A72F-1E13-3950A5C41352}"/>
          </ac:spMkLst>
        </pc:spChg>
        <pc:spChg chg="del">
          <ac:chgData name="安藤　元一" userId="aaacf712-7740-4f7a-86dc-21596742342f" providerId="ADAL" clId="{45D76D6F-0E31-4533-A998-240FC9FDBD73}" dt="2025-03-25T07:09:26.250" v="20" actId="478"/>
          <ac:spMkLst>
            <pc:docMk/>
            <pc:sldMk cId="3266835399" sldId="15096"/>
            <ac:spMk id="36" creationId="{A66DE01D-F6DC-1706-7229-0C97D52D58E5}"/>
          </ac:spMkLst>
        </pc:spChg>
        <pc:spChg chg="mod">
          <ac:chgData name="安藤　元一" userId="aaacf712-7740-4f7a-86dc-21596742342f" providerId="ADAL" clId="{45D76D6F-0E31-4533-A998-240FC9FDBD73}" dt="2025-03-25T07:08:03.587" v="12" actId="1076"/>
          <ac:spMkLst>
            <pc:docMk/>
            <pc:sldMk cId="3266835399" sldId="15096"/>
            <ac:spMk id="38" creationId="{F2226884-C971-9B7D-CE65-3F6B770A44AC}"/>
          </ac:spMkLst>
        </pc:spChg>
        <pc:spChg chg="mod">
          <ac:chgData name="安藤　元一" userId="aaacf712-7740-4f7a-86dc-21596742342f" providerId="ADAL" clId="{45D76D6F-0E31-4533-A998-240FC9FDBD73}" dt="2025-03-25T07:08:03.587" v="12" actId="1076"/>
          <ac:spMkLst>
            <pc:docMk/>
            <pc:sldMk cId="3266835399" sldId="15096"/>
            <ac:spMk id="39" creationId="{F80BE68C-F897-55ED-C885-2DF4227BEB31}"/>
          </ac:spMkLst>
        </pc:spChg>
        <pc:spChg chg="mod">
          <ac:chgData name="安藤　元一" userId="aaacf712-7740-4f7a-86dc-21596742342f" providerId="ADAL" clId="{45D76D6F-0E31-4533-A998-240FC9FDBD73}" dt="2025-03-25T07:08:20.707" v="16" actId="1076"/>
          <ac:spMkLst>
            <pc:docMk/>
            <pc:sldMk cId="3266835399" sldId="15096"/>
            <ac:spMk id="42" creationId="{E1C44904-4A84-8F00-B82C-9CCE02F61503}"/>
          </ac:spMkLst>
        </pc:spChg>
        <pc:spChg chg="del">
          <ac:chgData name="安藤　元一" userId="aaacf712-7740-4f7a-86dc-21596742342f" providerId="ADAL" clId="{45D76D6F-0E31-4533-A998-240FC9FDBD73}" dt="2025-03-25T07:09:26.250" v="20" actId="478"/>
          <ac:spMkLst>
            <pc:docMk/>
            <pc:sldMk cId="3266835399" sldId="15096"/>
            <ac:spMk id="46" creationId="{178A91F3-B00B-FE14-54C7-F64F61F66F4C}"/>
          </ac:spMkLst>
        </pc:spChg>
        <pc:spChg chg="del">
          <ac:chgData name="安藤　元一" userId="aaacf712-7740-4f7a-86dc-21596742342f" providerId="ADAL" clId="{45D76D6F-0E31-4533-A998-240FC9FDBD73}" dt="2025-03-25T07:09:26.250" v="20" actId="478"/>
          <ac:spMkLst>
            <pc:docMk/>
            <pc:sldMk cId="3266835399" sldId="15096"/>
            <ac:spMk id="47" creationId="{D0F8D19D-EB86-C817-2A7E-58F6E04C76B6}"/>
          </ac:spMkLst>
        </pc:spChg>
        <pc:spChg chg="add mod">
          <ac:chgData name="安藤　元一" userId="aaacf712-7740-4f7a-86dc-21596742342f" providerId="ADAL" clId="{45D76D6F-0E31-4533-A998-240FC9FDBD73}" dt="2025-03-25T07:09:40.885" v="22" actId="571"/>
          <ac:spMkLst>
            <pc:docMk/>
            <pc:sldMk cId="3266835399" sldId="15096"/>
            <ac:spMk id="55" creationId="{DBE6A904-B1A8-A412-045D-07C137287B63}"/>
          </ac:spMkLst>
        </pc:spChg>
        <pc:spChg chg="del">
          <ac:chgData name="安藤　元一" userId="aaacf712-7740-4f7a-86dc-21596742342f" providerId="ADAL" clId="{45D76D6F-0E31-4533-A998-240FC9FDBD73}" dt="2025-03-25T07:09:26.250" v="20" actId="478"/>
          <ac:spMkLst>
            <pc:docMk/>
            <pc:sldMk cId="3266835399" sldId="15096"/>
            <ac:spMk id="57" creationId="{4DF8F862-E83F-DF4C-6108-073D06EBCB44}"/>
          </ac:spMkLst>
        </pc:spChg>
        <pc:spChg chg="add mod">
          <ac:chgData name="安藤　元一" userId="aaacf712-7740-4f7a-86dc-21596742342f" providerId="ADAL" clId="{45D76D6F-0E31-4533-A998-240FC9FDBD73}" dt="2025-03-25T07:37:05.467" v="464" actId="1036"/>
          <ac:spMkLst>
            <pc:docMk/>
            <pc:sldMk cId="3266835399" sldId="15096"/>
            <ac:spMk id="59" creationId="{4762E615-7961-C72D-14BC-DB1A25C26C03}"/>
          </ac:spMkLst>
        </pc:spChg>
        <pc:spChg chg="add mod">
          <ac:chgData name="安藤　元一" userId="aaacf712-7740-4f7a-86dc-21596742342f" providerId="ADAL" clId="{45D76D6F-0E31-4533-A998-240FC9FDBD73}" dt="2025-03-25T07:09:40.885" v="22" actId="571"/>
          <ac:spMkLst>
            <pc:docMk/>
            <pc:sldMk cId="3266835399" sldId="15096"/>
            <ac:spMk id="60" creationId="{C00F52EF-79F7-4CAF-2EBC-79C43288C675}"/>
          </ac:spMkLst>
        </pc:spChg>
        <pc:spChg chg="add mod">
          <ac:chgData name="安藤　元一" userId="aaacf712-7740-4f7a-86dc-21596742342f" providerId="ADAL" clId="{45D76D6F-0E31-4533-A998-240FC9FDBD73}" dt="2025-03-25T07:37:05.467" v="464" actId="1036"/>
          <ac:spMkLst>
            <pc:docMk/>
            <pc:sldMk cId="3266835399" sldId="15096"/>
            <ac:spMk id="61" creationId="{416D3EFE-A8AB-B008-DBD6-0AB99C5EE766}"/>
          </ac:spMkLst>
        </pc:spChg>
        <pc:spChg chg="del">
          <ac:chgData name="安藤　元一" userId="aaacf712-7740-4f7a-86dc-21596742342f" providerId="ADAL" clId="{45D76D6F-0E31-4533-A998-240FC9FDBD73}" dt="2025-03-25T07:09:26.250" v="20" actId="478"/>
          <ac:spMkLst>
            <pc:docMk/>
            <pc:sldMk cId="3266835399" sldId="15096"/>
            <ac:spMk id="65" creationId="{D0042036-166E-63D2-7D45-775A6247BCEE}"/>
          </ac:spMkLst>
        </pc:spChg>
        <pc:spChg chg="add mod">
          <ac:chgData name="安藤　元一" userId="aaacf712-7740-4f7a-86dc-21596742342f" providerId="ADAL" clId="{45D76D6F-0E31-4533-A998-240FC9FDBD73}" dt="2025-03-25T07:09:40.885" v="22" actId="571"/>
          <ac:spMkLst>
            <pc:docMk/>
            <pc:sldMk cId="3266835399" sldId="15096"/>
            <ac:spMk id="70" creationId="{D2C533B5-4827-1BAF-C070-BB1EE9728074}"/>
          </ac:spMkLst>
        </pc:spChg>
        <pc:spChg chg="del">
          <ac:chgData name="安藤　元一" userId="aaacf712-7740-4f7a-86dc-21596742342f" providerId="ADAL" clId="{45D76D6F-0E31-4533-A998-240FC9FDBD73}" dt="2025-03-25T07:09:26.250" v="20" actId="478"/>
          <ac:spMkLst>
            <pc:docMk/>
            <pc:sldMk cId="3266835399" sldId="15096"/>
            <ac:spMk id="72" creationId="{0242E4B3-E804-4FAB-FA45-BF180CDB6FFE}"/>
          </ac:spMkLst>
        </pc:spChg>
        <pc:spChg chg="del">
          <ac:chgData name="安藤　元一" userId="aaacf712-7740-4f7a-86dc-21596742342f" providerId="ADAL" clId="{45D76D6F-0E31-4533-A998-240FC9FDBD73}" dt="2025-03-25T07:09:26.250" v="20" actId="478"/>
          <ac:spMkLst>
            <pc:docMk/>
            <pc:sldMk cId="3266835399" sldId="15096"/>
            <ac:spMk id="73" creationId="{576FB9EE-1AA4-7F85-AC56-6DDA416BE2B7}"/>
          </ac:spMkLst>
        </pc:spChg>
        <pc:spChg chg="add mod">
          <ac:chgData name="安藤　元一" userId="aaacf712-7740-4f7a-86dc-21596742342f" providerId="ADAL" clId="{45D76D6F-0E31-4533-A998-240FC9FDBD73}" dt="2025-03-25T07:37:05.467" v="464" actId="1036"/>
          <ac:spMkLst>
            <pc:docMk/>
            <pc:sldMk cId="3266835399" sldId="15096"/>
            <ac:spMk id="75" creationId="{CF9E750B-43C8-184A-36E0-06EBDCC97C8D}"/>
          </ac:spMkLst>
        </pc:spChg>
        <pc:spChg chg="add mod">
          <ac:chgData name="安藤　元一" userId="aaacf712-7740-4f7a-86dc-21596742342f" providerId="ADAL" clId="{45D76D6F-0E31-4533-A998-240FC9FDBD73}" dt="2025-03-25T07:37:05.467" v="464" actId="1036"/>
          <ac:spMkLst>
            <pc:docMk/>
            <pc:sldMk cId="3266835399" sldId="15096"/>
            <ac:spMk id="76" creationId="{AADD1D90-2811-6616-E3A7-5D40B0B6D003}"/>
          </ac:spMkLst>
        </pc:spChg>
        <pc:spChg chg="add mod">
          <ac:chgData name="安藤　元一" userId="aaacf712-7740-4f7a-86dc-21596742342f" providerId="ADAL" clId="{45D76D6F-0E31-4533-A998-240FC9FDBD73}" dt="2025-03-25T07:37:05.467" v="464" actId="1036"/>
          <ac:spMkLst>
            <pc:docMk/>
            <pc:sldMk cId="3266835399" sldId="15096"/>
            <ac:spMk id="81" creationId="{6F78DA24-54A5-FC36-7634-90EA6B56FE9A}"/>
          </ac:spMkLst>
        </pc:spChg>
        <pc:spChg chg="add mod">
          <ac:chgData name="安藤　元一" userId="aaacf712-7740-4f7a-86dc-21596742342f" providerId="ADAL" clId="{45D76D6F-0E31-4533-A998-240FC9FDBD73}" dt="2025-03-25T07:37:05.467" v="464" actId="1036"/>
          <ac:spMkLst>
            <pc:docMk/>
            <pc:sldMk cId="3266835399" sldId="15096"/>
            <ac:spMk id="83" creationId="{76881006-D247-8C25-5D22-76E6D2C14356}"/>
          </ac:spMkLst>
        </pc:spChg>
        <pc:spChg chg="del">
          <ac:chgData name="安藤　元一" userId="aaacf712-7740-4f7a-86dc-21596742342f" providerId="ADAL" clId="{45D76D6F-0E31-4533-A998-240FC9FDBD73}" dt="2025-03-25T07:09:26.250" v="20" actId="478"/>
          <ac:spMkLst>
            <pc:docMk/>
            <pc:sldMk cId="3266835399" sldId="15096"/>
            <ac:spMk id="85" creationId="{0DB873AE-12DF-29AA-53C7-F890C43DB23E}"/>
          </ac:spMkLst>
        </pc:spChg>
        <pc:spChg chg="add mod">
          <ac:chgData name="安藤　元一" userId="aaacf712-7740-4f7a-86dc-21596742342f" providerId="ADAL" clId="{45D76D6F-0E31-4533-A998-240FC9FDBD73}" dt="2025-03-25T07:37:05.467" v="464" actId="1036"/>
          <ac:spMkLst>
            <pc:docMk/>
            <pc:sldMk cId="3266835399" sldId="15096"/>
            <ac:spMk id="86" creationId="{6A962601-5ACA-CB20-B73B-CB1897B6B857}"/>
          </ac:spMkLst>
        </pc:spChg>
        <pc:spChg chg="del">
          <ac:chgData name="安藤　元一" userId="aaacf712-7740-4f7a-86dc-21596742342f" providerId="ADAL" clId="{45D76D6F-0E31-4533-A998-240FC9FDBD73}" dt="2025-03-25T07:09:26.250" v="20" actId="478"/>
          <ac:spMkLst>
            <pc:docMk/>
            <pc:sldMk cId="3266835399" sldId="15096"/>
            <ac:spMk id="92" creationId="{91531570-46C0-5238-1E9D-AEDF4F7B2934}"/>
          </ac:spMkLst>
        </pc:spChg>
        <pc:spChg chg="add mod">
          <ac:chgData name="安藤　元一" userId="aaacf712-7740-4f7a-86dc-21596742342f" providerId="ADAL" clId="{45D76D6F-0E31-4533-A998-240FC9FDBD73}" dt="2025-03-25T07:37:05.467" v="464" actId="1036"/>
          <ac:spMkLst>
            <pc:docMk/>
            <pc:sldMk cId="3266835399" sldId="15096"/>
            <ac:spMk id="100" creationId="{B4A214DC-E40B-84D9-5A65-7528E9E28038}"/>
          </ac:spMkLst>
        </pc:spChg>
        <pc:spChg chg="add mod">
          <ac:chgData name="安藤　元一" userId="aaacf712-7740-4f7a-86dc-21596742342f" providerId="ADAL" clId="{45D76D6F-0E31-4533-A998-240FC9FDBD73}" dt="2025-03-25T07:10:41.735" v="73" actId="6549"/>
          <ac:spMkLst>
            <pc:docMk/>
            <pc:sldMk cId="3266835399" sldId="15096"/>
            <ac:spMk id="101" creationId="{A6E0337E-6168-C954-C692-9E2064C51B6F}"/>
          </ac:spMkLst>
        </pc:spChg>
        <pc:spChg chg="add mod">
          <ac:chgData name="安藤　元一" userId="aaacf712-7740-4f7a-86dc-21596742342f" providerId="ADAL" clId="{45D76D6F-0E31-4533-A998-240FC9FDBD73}" dt="2025-03-25T07:37:05.467" v="464" actId="1036"/>
          <ac:spMkLst>
            <pc:docMk/>
            <pc:sldMk cId="3266835399" sldId="15096"/>
            <ac:spMk id="102" creationId="{B7BEE306-EA95-C27D-6A4D-BC7B1B0117BA}"/>
          </ac:spMkLst>
        </pc:spChg>
        <pc:spChg chg="add del mod">
          <ac:chgData name="安藤　元一" userId="aaacf712-7740-4f7a-86dc-21596742342f" providerId="ADAL" clId="{45D76D6F-0E31-4533-A998-240FC9FDBD73}" dt="2025-03-25T07:19:15.058" v="341" actId="478"/>
          <ac:spMkLst>
            <pc:docMk/>
            <pc:sldMk cId="3266835399" sldId="15096"/>
            <ac:spMk id="104" creationId="{356075A2-3838-6000-8C68-9C7D316D63D7}"/>
          </ac:spMkLst>
        </pc:spChg>
        <pc:spChg chg="add mod">
          <ac:chgData name="安藤　元一" userId="aaacf712-7740-4f7a-86dc-21596742342f" providerId="ADAL" clId="{45D76D6F-0E31-4533-A998-240FC9FDBD73}" dt="2025-03-25T07:17:22.383" v="333" actId="1035"/>
          <ac:spMkLst>
            <pc:docMk/>
            <pc:sldMk cId="3266835399" sldId="15096"/>
            <ac:spMk id="106" creationId="{B0DF4591-8E8B-83D5-E060-7D871441CF09}"/>
          </ac:spMkLst>
        </pc:spChg>
        <pc:spChg chg="add mod">
          <ac:chgData name="安藤　元一" userId="aaacf712-7740-4f7a-86dc-21596742342f" providerId="ADAL" clId="{45D76D6F-0E31-4533-A998-240FC9FDBD73}" dt="2025-03-25T07:17:22.383" v="333" actId="1035"/>
          <ac:spMkLst>
            <pc:docMk/>
            <pc:sldMk cId="3266835399" sldId="15096"/>
            <ac:spMk id="107" creationId="{49A896BA-3616-E96C-333F-944423C49782}"/>
          </ac:spMkLst>
        </pc:spChg>
        <pc:spChg chg="add mod">
          <ac:chgData name="安藤　元一" userId="aaacf712-7740-4f7a-86dc-21596742342f" providerId="ADAL" clId="{45D76D6F-0E31-4533-A998-240FC9FDBD73}" dt="2025-03-25T07:17:22.383" v="333" actId="1035"/>
          <ac:spMkLst>
            <pc:docMk/>
            <pc:sldMk cId="3266835399" sldId="15096"/>
            <ac:spMk id="108" creationId="{46307B04-30E2-6F8B-A998-CA755F1D6FCC}"/>
          </ac:spMkLst>
        </pc:spChg>
        <pc:spChg chg="add mod">
          <ac:chgData name="安藤　元一" userId="aaacf712-7740-4f7a-86dc-21596742342f" providerId="ADAL" clId="{45D76D6F-0E31-4533-A998-240FC9FDBD73}" dt="2025-03-25T07:37:05.467" v="464" actId="1036"/>
          <ac:spMkLst>
            <pc:docMk/>
            <pc:sldMk cId="3266835399" sldId="15096"/>
            <ac:spMk id="113" creationId="{107557A7-340B-90F3-C406-15D6913A2F87}"/>
          </ac:spMkLst>
        </pc:spChg>
        <pc:spChg chg="add del mod">
          <ac:chgData name="安藤　元一" userId="aaacf712-7740-4f7a-86dc-21596742342f" providerId="ADAL" clId="{45D76D6F-0E31-4533-A998-240FC9FDBD73}" dt="2025-03-25T07:43:16.192" v="695" actId="478"/>
          <ac:spMkLst>
            <pc:docMk/>
            <pc:sldMk cId="3266835399" sldId="15096"/>
            <ac:spMk id="141" creationId="{83FE2496-F3AD-CC84-E5F9-32036C2D6575}"/>
          </ac:spMkLst>
        </pc:spChg>
        <pc:spChg chg="add mod">
          <ac:chgData name="安藤　元一" userId="aaacf712-7740-4f7a-86dc-21596742342f" providerId="ADAL" clId="{45D76D6F-0E31-4533-A998-240FC9FDBD73}" dt="2025-03-25T07:42:45.129" v="689" actId="1076"/>
          <ac:spMkLst>
            <pc:docMk/>
            <pc:sldMk cId="3266835399" sldId="15096"/>
            <ac:spMk id="142" creationId="{104693FA-8EC9-FFA1-5341-F9377E3D0390}"/>
          </ac:spMkLst>
        </pc:spChg>
        <pc:spChg chg="add del mod">
          <ac:chgData name="安藤　元一" userId="aaacf712-7740-4f7a-86dc-21596742342f" providerId="ADAL" clId="{45D76D6F-0E31-4533-A998-240FC9FDBD73}" dt="2025-03-25T07:40:42.516" v="586" actId="478"/>
          <ac:spMkLst>
            <pc:docMk/>
            <pc:sldMk cId="3266835399" sldId="15096"/>
            <ac:spMk id="146" creationId="{1A43EB52-0DC5-E89F-A1C4-8C0274205973}"/>
          </ac:spMkLst>
        </pc:spChg>
        <pc:spChg chg="add mod">
          <ac:chgData name="安藤　元一" userId="aaacf712-7740-4f7a-86dc-21596742342f" providerId="ADAL" clId="{45D76D6F-0E31-4533-A998-240FC9FDBD73}" dt="2025-03-25T07:42:58.041" v="690" actId="14100"/>
          <ac:spMkLst>
            <pc:docMk/>
            <pc:sldMk cId="3266835399" sldId="15096"/>
            <ac:spMk id="148" creationId="{E282B375-5680-231F-E609-2C6FFAE8488A}"/>
          </ac:spMkLst>
        </pc:spChg>
        <pc:spChg chg="add mod">
          <ac:chgData name="安藤　元一" userId="aaacf712-7740-4f7a-86dc-21596742342f" providerId="ADAL" clId="{45D76D6F-0E31-4533-A998-240FC9FDBD73}" dt="2025-03-25T07:50:25.463" v="898" actId="14100"/>
          <ac:spMkLst>
            <pc:docMk/>
            <pc:sldMk cId="3266835399" sldId="15096"/>
            <ac:spMk id="153" creationId="{05D52565-D56F-67D5-D8A6-29BACC022A42}"/>
          </ac:spMkLst>
        </pc:spChg>
        <pc:spChg chg="add mod">
          <ac:chgData name="安藤　元一" userId="aaacf712-7740-4f7a-86dc-21596742342f" providerId="ADAL" clId="{45D76D6F-0E31-4533-A998-240FC9FDBD73}" dt="2025-03-25T07:45:14.599" v="770"/>
          <ac:spMkLst>
            <pc:docMk/>
            <pc:sldMk cId="3266835399" sldId="15096"/>
            <ac:spMk id="154" creationId="{C4DDFB87-CCE3-8E4C-2DAF-98F97728B7C1}"/>
          </ac:spMkLst>
        </pc:spChg>
        <pc:spChg chg="add mod">
          <ac:chgData name="安藤　元一" userId="aaacf712-7740-4f7a-86dc-21596742342f" providerId="ADAL" clId="{45D76D6F-0E31-4533-A998-240FC9FDBD73}" dt="2025-03-25T07:50:09.190" v="888" actId="1076"/>
          <ac:spMkLst>
            <pc:docMk/>
            <pc:sldMk cId="3266835399" sldId="15096"/>
            <ac:spMk id="155" creationId="{CD3995CD-5C10-A5D2-E6A0-5549AE157FDF}"/>
          </ac:spMkLst>
        </pc:spChg>
        <pc:picChg chg="del">
          <ac:chgData name="安藤　元一" userId="aaacf712-7740-4f7a-86dc-21596742342f" providerId="ADAL" clId="{45D76D6F-0E31-4533-A998-240FC9FDBD73}" dt="2025-03-25T07:07:47.141" v="7" actId="478"/>
          <ac:picMkLst>
            <pc:docMk/>
            <pc:sldMk cId="3266835399" sldId="15096"/>
            <ac:picMk id="25" creationId="{56C03FB2-F2A8-2AD9-692D-691A953987EB}"/>
          </ac:picMkLst>
        </pc:picChg>
        <pc:picChg chg="mod">
          <ac:chgData name="安藤　元一" userId="aaacf712-7740-4f7a-86dc-21596742342f" providerId="ADAL" clId="{45D76D6F-0E31-4533-A998-240FC9FDBD73}" dt="2025-03-25T07:08:03.587" v="12" actId="1076"/>
          <ac:picMkLst>
            <pc:docMk/>
            <pc:sldMk cId="3266835399" sldId="15096"/>
            <ac:picMk id="40" creationId="{B3FC1CC7-6991-726A-D9FE-298E93CF9C40}"/>
          </ac:picMkLst>
        </pc:picChg>
        <pc:picChg chg="mod">
          <ac:chgData name="安藤　元一" userId="aaacf712-7740-4f7a-86dc-21596742342f" providerId="ADAL" clId="{45D76D6F-0E31-4533-A998-240FC9FDBD73}" dt="2025-03-25T07:08:20.707" v="16" actId="1076"/>
          <ac:picMkLst>
            <pc:docMk/>
            <pc:sldMk cId="3266835399" sldId="15096"/>
            <ac:picMk id="88" creationId="{B9ED98EC-72E0-86BA-5B6B-74C7262F8CE8}"/>
          </ac:picMkLst>
        </pc:picChg>
        <pc:picChg chg="add mod">
          <ac:chgData name="安藤　元一" userId="aaacf712-7740-4f7a-86dc-21596742342f" providerId="ADAL" clId="{45D76D6F-0E31-4533-A998-240FC9FDBD73}" dt="2025-03-25T07:10:12.860" v="25" actId="1076"/>
          <ac:picMkLst>
            <pc:docMk/>
            <pc:sldMk cId="3266835399" sldId="15096"/>
            <ac:picMk id="103" creationId="{A999403A-2A46-F0EC-AF03-232E9B8C2A27}"/>
          </ac:picMkLst>
        </pc:picChg>
        <pc:picChg chg="add mod">
          <ac:chgData name="安藤　元一" userId="aaacf712-7740-4f7a-86dc-21596742342f" providerId="ADAL" clId="{45D76D6F-0E31-4533-A998-240FC9FDBD73}" dt="2025-03-25T07:17:22.383" v="333" actId="1035"/>
          <ac:picMkLst>
            <pc:docMk/>
            <pc:sldMk cId="3266835399" sldId="15096"/>
            <ac:picMk id="109" creationId="{DC2863EB-E6EF-5CBC-CD0D-1CE32D496A8B}"/>
          </ac:picMkLst>
        </pc:picChg>
        <pc:picChg chg="add mod">
          <ac:chgData name="安藤　元一" userId="aaacf712-7740-4f7a-86dc-21596742342f" providerId="ADAL" clId="{45D76D6F-0E31-4533-A998-240FC9FDBD73}" dt="2025-03-25T07:19:07.602" v="340" actId="1076"/>
          <ac:picMkLst>
            <pc:docMk/>
            <pc:sldMk cId="3266835399" sldId="15096"/>
            <ac:picMk id="111" creationId="{D3BE713B-517E-387B-832E-D3204F771444}"/>
          </ac:picMkLst>
        </pc:picChg>
        <pc:picChg chg="add mod">
          <ac:chgData name="安藤　元一" userId="aaacf712-7740-4f7a-86dc-21596742342f" providerId="ADAL" clId="{45D76D6F-0E31-4533-A998-240FC9FDBD73}" dt="2025-03-25T07:19:05.059" v="339" actId="1076"/>
          <ac:picMkLst>
            <pc:docMk/>
            <pc:sldMk cId="3266835399" sldId="15096"/>
            <ac:picMk id="112" creationId="{151A353C-5E42-D3E2-4F43-9405D765C09D}"/>
          </ac:picMkLst>
        </pc:picChg>
        <pc:picChg chg="add mod">
          <ac:chgData name="安藤　元一" userId="aaacf712-7740-4f7a-86dc-21596742342f" providerId="ADAL" clId="{45D76D6F-0E31-4533-A998-240FC9FDBD73}" dt="2025-03-25T07:21:34.531" v="361" actId="1076"/>
          <ac:picMkLst>
            <pc:docMk/>
            <pc:sldMk cId="3266835399" sldId="15096"/>
            <ac:picMk id="114" creationId="{B6AF0D9B-A6E8-86C0-8E25-6BD94AFEACFE}"/>
          </ac:picMkLst>
        </pc:picChg>
        <pc:cxnChg chg="del">
          <ac:chgData name="安藤　元一" userId="aaacf712-7740-4f7a-86dc-21596742342f" providerId="ADAL" clId="{45D76D6F-0E31-4533-A998-240FC9FDBD73}" dt="2025-03-25T07:04:10.700" v="0" actId="478"/>
          <ac:cxnSpMkLst>
            <pc:docMk/>
            <pc:sldMk cId="3266835399" sldId="15096"/>
            <ac:cxnSpMk id="19" creationId="{FCB2922F-1C5C-8154-EA03-856357B378FA}"/>
          </ac:cxnSpMkLst>
        </pc:cxnChg>
        <pc:cxnChg chg="del">
          <ac:chgData name="安藤　元一" userId="aaacf712-7740-4f7a-86dc-21596742342f" providerId="ADAL" clId="{45D76D6F-0E31-4533-A998-240FC9FDBD73}" dt="2025-03-25T07:07:54.712" v="11" actId="478"/>
          <ac:cxnSpMkLst>
            <pc:docMk/>
            <pc:sldMk cId="3266835399" sldId="15096"/>
            <ac:cxnSpMk id="26" creationId="{37602B63-BFBF-3F57-F7B3-85D8AE0A2A6F}"/>
          </ac:cxnSpMkLst>
        </pc:cxnChg>
        <pc:cxnChg chg="del">
          <ac:chgData name="安藤　元一" userId="aaacf712-7740-4f7a-86dc-21596742342f" providerId="ADAL" clId="{45D76D6F-0E31-4533-A998-240FC9FDBD73}" dt="2025-03-25T07:08:10.195" v="13" actId="478"/>
          <ac:cxnSpMkLst>
            <pc:docMk/>
            <pc:sldMk cId="3266835399" sldId="15096"/>
            <ac:cxnSpMk id="27" creationId="{8A113F88-571A-F242-C265-AFDC88BE95F2}"/>
          </ac:cxnSpMkLst>
        </pc:cxnChg>
        <pc:cxnChg chg="del">
          <ac:chgData name="安藤　元一" userId="aaacf712-7740-4f7a-86dc-21596742342f" providerId="ADAL" clId="{45D76D6F-0E31-4533-A998-240FC9FDBD73}" dt="2025-03-25T07:08:11.112" v="14" actId="478"/>
          <ac:cxnSpMkLst>
            <pc:docMk/>
            <pc:sldMk cId="3266835399" sldId="15096"/>
            <ac:cxnSpMk id="44" creationId="{C3143BBF-D715-3413-694B-31E40688D384}"/>
          </ac:cxnSpMkLst>
        </pc:cxnChg>
        <pc:cxnChg chg="add mod">
          <ac:chgData name="安藤　元一" userId="aaacf712-7740-4f7a-86dc-21596742342f" providerId="ADAL" clId="{45D76D6F-0E31-4533-A998-240FC9FDBD73}" dt="2025-03-25T07:08:25.015" v="17" actId="571"/>
          <ac:cxnSpMkLst>
            <pc:docMk/>
            <pc:sldMk cId="3266835399" sldId="15096"/>
            <ac:cxnSpMk id="51" creationId="{1E5D40AB-C1BC-ED3B-7BA7-F6699D34EC2E}"/>
          </ac:cxnSpMkLst>
        </pc:cxnChg>
        <pc:cxnChg chg="add mod">
          <ac:chgData name="安藤　元一" userId="aaacf712-7740-4f7a-86dc-21596742342f" providerId="ADAL" clId="{45D76D6F-0E31-4533-A998-240FC9FDBD73}" dt="2025-03-25T07:37:09.232" v="465" actId="1076"/>
          <ac:cxnSpMkLst>
            <pc:docMk/>
            <pc:sldMk cId="3266835399" sldId="15096"/>
            <ac:cxnSpMk id="52" creationId="{BD8AC393-06D8-2E0F-E148-5B91911049B8}"/>
          </ac:cxnSpMkLst>
        </pc:cxnChg>
        <pc:cxnChg chg="add del mod">
          <ac:chgData name="安藤　元一" userId="aaacf712-7740-4f7a-86dc-21596742342f" providerId="ADAL" clId="{45D76D6F-0E31-4533-A998-240FC9FDBD73}" dt="2025-03-25T07:05:01.360" v="6" actId="692"/>
          <ac:cxnSpMkLst>
            <pc:docMk/>
            <pc:sldMk cId="3266835399" sldId="15096"/>
            <ac:cxnSpMk id="53" creationId="{5CA54053-9365-BBEB-C2AA-ED574FF56F22}"/>
          </ac:cxnSpMkLst>
        </pc:cxnChg>
        <pc:cxnChg chg="add mod">
          <ac:chgData name="安藤　元一" userId="aaacf712-7740-4f7a-86dc-21596742342f" providerId="ADAL" clId="{45D76D6F-0E31-4533-A998-240FC9FDBD73}" dt="2025-03-25T07:43:01.568" v="691" actId="14100"/>
          <ac:cxnSpMkLst>
            <pc:docMk/>
            <pc:sldMk cId="3266835399" sldId="15096"/>
            <ac:cxnSpMk id="99" creationId="{7FCF15A9-0121-0F0F-1EAB-61FDA8B3EC5C}"/>
          </ac:cxnSpMkLst>
        </pc:cxnChg>
        <pc:cxnChg chg="add mod">
          <ac:chgData name="安藤　元一" userId="aaacf712-7740-4f7a-86dc-21596742342f" providerId="ADAL" clId="{45D76D6F-0E31-4533-A998-240FC9FDBD73}" dt="2025-03-25T07:17:22.383" v="333" actId="1035"/>
          <ac:cxnSpMkLst>
            <pc:docMk/>
            <pc:sldMk cId="3266835399" sldId="15096"/>
            <ac:cxnSpMk id="105" creationId="{9D4BCDAD-0C15-3473-EA68-1962604F07AD}"/>
          </ac:cxnSpMkLst>
        </pc:cxnChg>
        <pc:cxnChg chg="add mod">
          <ac:chgData name="安藤　元一" userId="aaacf712-7740-4f7a-86dc-21596742342f" providerId="ADAL" clId="{45D76D6F-0E31-4533-A998-240FC9FDBD73}" dt="2025-03-25T07:37:34.600" v="469" actId="14100"/>
          <ac:cxnSpMkLst>
            <pc:docMk/>
            <pc:sldMk cId="3266835399" sldId="15096"/>
            <ac:cxnSpMk id="116" creationId="{CA40742A-2604-5153-1AD6-2FB8C9B96369}"/>
          </ac:cxnSpMkLst>
        </pc:cxnChg>
        <pc:cxnChg chg="add mod">
          <ac:chgData name="安藤　元一" userId="aaacf712-7740-4f7a-86dc-21596742342f" providerId="ADAL" clId="{45D76D6F-0E31-4533-A998-240FC9FDBD73}" dt="2025-03-25T07:36:04.310" v="440" actId="692"/>
          <ac:cxnSpMkLst>
            <pc:docMk/>
            <pc:sldMk cId="3266835399" sldId="15096"/>
            <ac:cxnSpMk id="118" creationId="{0F77BF0B-2ED5-6D04-F81D-C135694D857D}"/>
          </ac:cxnSpMkLst>
        </pc:cxnChg>
        <pc:cxnChg chg="add mod">
          <ac:chgData name="安藤　元一" userId="aaacf712-7740-4f7a-86dc-21596742342f" providerId="ADAL" clId="{45D76D6F-0E31-4533-A998-240FC9FDBD73}" dt="2025-03-25T07:42:40.912" v="688" actId="1038"/>
          <ac:cxnSpMkLst>
            <pc:docMk/>
            <pc:sldMk cId="3266835399" sldId="15096"/>
            <ac:cxnSpMk id="120" creationId="{BA339644-E44E-6976-AA58-A493C406C353}"/>
          </ac:cxnSpMkLst>
        </pc:cxnChg>
        <pc:cxnChg chg="add mod">
          <ac:chgData name="安藤　元一" userId="aaacf712-7740-4f7a-86dc-21596742342f" providerId="ADAL" clId="{45D76D6F-0E31-4533-A998-240FC9FDBD73}" dt="2025-03-25T07:38:07.111" v="474" actId="1035"/>
          <ac:cxnSpMkLst>
            <pc:docMk/>
            <pc:sldMk cId="3266835399" sldId="15096"/>
            <ac:cxnSpMk id="134" creationId="{9B890DF1-8EF1-47C1-7C16-F7580F1388B9}"/>
          </ac:cxnSpMkLst>
        </pc:cxnChg>
        <pc:cxnChg chg="add mod">
          <ac:chgData name="安藤　元一" userId="aaacf712-7740-4f7a-86dc-21596742342f" providerId="ADAL" clId="{45D76D6F-0E31-4533-A998-240FC9FDBD73}" dt="2025-03-25T07:38:03.951" v="473" actId="14100"/>
          <ac:cxnSpMkLst>
            <pc:docMk/>
            <pc:sldMk cId="3266835399" sldId="15096"/>
            <ac:cxnSpMk id="135" creationId="{937C5DB6-7FF6-9115-E268-602AC1EC0C8B}"/>
          </ac:cxnSpMkLst>
        </pc:cxnChg>
        <pc:cxnChg chg="add mod">
          <ac:chgData name="安藤　元一" userId="aaacf712-7740-4f7a-86dc-21596742342f" providerId="ADAL" clId="{45D76D6F-0E31-4533-A998-240FC9FDBD73}" dt="2025-03-25T07:36:18.249" v="443" actId="1076"/>
          <ac:cxnSpMkLst>
            <pc:docMk/>
            <pc:sldMk cId="3266835399" sldId="15096"/>
            <ac:cxnSpMk id="136" creationId="{65574206-402C-FF78-8C78-6FB01444B7FF}"/>
          </ac:cxnSpMkLst>
        </pc:cxnChg>
        <pc:cxnChg chg="add mod">
          <ac:chgData name="安藤　元一" userId="aaacf712-7740-4f7a-86dc-21596742342f" providerId="ADAL" clId="{45D76D6F-0E31-4533-A998-240FC9FDBD73}" dt="2025-03-25T07:43:11.159" v="694" actId="14100"/>
          <ac:cxnSpMkLst>
            <pc:docMk/>
            <pc:sldMk cId="3266835399" sldId="15096"/>
            <ac:cxnSpMk id="150" creationId="{F4A6F60A-0727-2809-42BF-9109C490513C}"/>
          </ac:cxnSpMkLst>
        </pc:cxnChg>
      </pc:sldChg>
      <pc:sldChg chg="del">
        <pc:chgData name="安藤　元一" userId="aaacf712-7740-4f7a-86dc-21596742342f" providerId="ADAL" clId="{45D76D6F-0E31-4533-A998-240FC9FDBD73}" dt="2025-03-25T07:22:58.834" v="374" actId="2696"/>
        <pc:sldMkLst>
          <pc:docMk/>
          <pc:sldMk cId="2611574722" sldId="15097"/>
        </pc:sldMkLst>
      </pc:sldChg>
      <pc:sldChg chg="del">
        <pc:chgData name="安藤　元一" userId="aaacf712-7740-4f7a-86dc-21596742342f" providerId="ADAL" clId="{45D76D6F-0E31-4533-A998-240FC9FDBD73}" dt="2025-03-25T07:09:01.389" v="19" actId="2696"/>
        <pc:sldMkLst>
          <pc:docMk/>
          <pc:sldMk cId="4189117408" sldId="15097"/>
        </pc:sldMkLst>
      </pc:sldChg>
      <pc:sldChg chg="del">
        <pc:chgData name="安藤　元一" userId="aaacf712-7740-4f7a-86dc-21596742342f" providerId="ADAL" clId="{45D76D6F-0E31-4533-A998-240FC9FDBD73}" dt="2025-03-25T07:09:01.389" v="19" actId="2696"/>
        <pc:sldMkLst>
          <pc:docMk/>
          <pc:sldMk cId="1855749462" sldId="15098"/>
        </pc:sldMkLst>
      </pc:sldChg>
      <pc:sldChg chg="delSp modSp mod ord">
        <pc:chgData name="安藤　元一" userId="aaacf712-7740-4f7a-86dc-21596742342f" providerId="ADAL" clId="{45D76D6F-0E31-4533-A998-240FC9FDBD73}" dt="2025-03-25T07:27:30.438" v="430"/>
        <pc:sldMkLst>
          <pc:docMk/>
          <pc:sldMk cId="3389720346" sldId="15098"/>
        </pc:sldMkLst>
        <pc:spChg chg="mod">
          <ac:chgData name="安藤　元一" userId="aaacf712-7740-4f7a-86dc-21596742342f" providerId="ADAL" clId="{45D76D6F-0E31-4533-A998-240FC9FDBD73}" dt="2025-03-25T07:27:30.438" v="430"/>
          <ac:spMkLst>
            <pc:docMk/>
            <pc:sldMk cId="3389720346" sldId="15098"/>
            <ac:spMk id="2" creationId="{E611330C-9135-4AA0-EA71-8FDB61D3AFEE}"/>
          </ac:spMkLst>
        </pc:spChg>
        <pc:spChg chg="mod">
          <ac:chgData name="安藤　元一" userId="aaacf712-7740-4f7a-86dc-21596742342f" providerId="ADAL" clId="{45D76D6F-0E31-4533-A998-240FC9FDBD73}" dt="2025-03-25T07:13:47.352" v="210" actId="207"/>
          <ac:spMkLst>
            <pc:docMk/>
            <pc:sldMk cId="3389720346" sldId="15098"/>
            <ac:spMk id="61" creationId="{E13B41B4-B646-3CFA-7968-19D82D81C473}"/>
          </ac:spMkLst>
        </pc:spChg>
        <pc:spChg chg="mod">
          <ac:chgData name="安藤　元一" userId="aaacf712-7740-4f7a-86dc-21596742342f" providerId="ADAL" clId="{45D76D6F-0E31-4533-A998-240FC9FDBD73}" dt="2025-03-25T07:13:13.117" v="207"/>
          <ac:spMkLst>
            <pc:docMk/>
            <pc:sldMk cId="3389720346" sldId="15098"/>
            <ac:spMk id="76" creationId="{3954E3A3-8CD2-D31B-1379-DC1BC1EB2DC9}"/>
          </ac:spMkLst>
        </pc:spChg>
        <pc:spChg chg="mod">
          <ac:chgData name="安藤　元一" userId="aaacf712-7740-4f7a-86dc-21596742342f" providerId="ADAL" clId="{45D76D6F-0E31-4533-A998-240FC9FDBD73}" dt="2025-03-25T07:13:47.352" v="210" actId="207"/>
          <ac:spMkLst>
            <pc:docMk/>
            <pc:sldMk cId="3389720346" sldId="15098"/>
            <ac:spMk id="79" creationId="{25D1E0C3-0FD9-0BEB-A53C-848C58A293BD}"/>
          </ac:spMkLst>
        </pc:spChg>
        <pc:spChg chg="del">
          <ac:chgData name="安藤　元一" userId="aaacf712-7740-4f7a-86dc-21596742342f" providerId="ADAL" clId="{45D76D6F-0E31-4533-A998-240FC9FDBD73}" dt="2025-03-25T07:14:49.744" v="213" actId="478"/>
          <ac:spMkLst>
            <pc:docMk/>
            <pc:sldMk cId="3389720346" sldId="15098"/>
            <ac:spMk id="100" creationId="{DC798F7A-FAF3-8782-8D5E-F03B07A2C9D1}"/>
          </ac:spMkLst>
        </pc:spChg>
        <pc:spChg chg="del">
          <ac:chgData name="安藤　元一" userId="aaacf712-7740-4f7a-86dc-21596742342f" providerId="ADAL" clId="{45D76D6F-0E31-4533-A998-240FC9FDBD73}" dt="2025-03-25T07:14:49.744" v="213" actId="478"/>
          <ac:spMkLst>
            <pc:docMk/>
            <pc:sldMk cId="3389720346" sldId="15098"/>
            <ac:spMk id="101" creationId="{DAB8ADAA-1B0A-5D55-1C14-E741BA90E67B}"/>
          </ac:spMkLst>
        </pc:spChg>
        <pc:spChg chg="del">
          <ac:chgData name="安藤　元一" userId="aaacf712-7740-4f7a-86dc-21596742342f" providerId="ADAL" clId="{45D76D6F-0E31-4533-A998-240FC9FDBD73}" dt="2025-03-25T07:14:49.744" v="213" actId="478"/>
          <ac:spMkLst>
            <pc:docMk/>
            <pc:sldMk cId="3389720346" sldId="15098"/>
            <ac:spMk id="102" creationId="{CF89A549-435A-690F-804B-35482B6011C6}"/>
          </ac:spMkLst>
        </pc:spChg>
        <pc:spChg chg="mod">
          <ac:chgData name="安藤　元一" userId="aaacf712-7740-4f7a-86dc-21596742342f" providerId="ADAL" clId="{45D76D6F-0E31-4533-A998-240FC9FDBD73}" dt="2025-03-25T07:12:58.622" v="192" actId="20577"/>
          <ac:spMkLst>
            <pc:docMk/>
            <pc:sldMk cId="3389720346" sldId="15098"/>
            <ac:spMk id="104" creationId="{0A4B80E2-6465-29EC-6169-631F7FC47F96}"/>
          </ac:spMkLst>
        </pc:spChg>
        <pc:picChg chg="del">
          <ac:chgData name="安藤　元一" userId="aaacf712-7740-4f7a-86dc-21596742342f" providerId="ADAL" clId="{45D76D6F-0E31-4533-A998-240FC9FDBD73}" dt="2025-03-25T07:14:49.744" v="213" actId="478"/>
          <ac:picMkLst>
            <pc:docMk/>
            <pc:sldMk cId="3389720346" sldId="15098"/>
            <ac:picMk id="103" creationId="{1E445C84-678F-50BF-D712-22516234F452}"/>
          </ac:picMkLst>
        </pc:picChg>
        <pc:cxnChg chg="del">
          <ac:chgData name="安藤　元一" userId="aaacf712-7740-4f7a-86dc-21596742342f" providerId="ADAL" clId="{45D76D6F-0E31-4533-A998-240FC9FDBD73}" dt="2025-03-25T07:14:49.744" v="213" actId="478"/>
          <ac:cxnSpMkLst>
            <pc:docMk/>
            <pc:sldMk cId="3389720346" sldId="15098"/>
            <ac:cxnSpMk id="99" creationId="{C8E779AC-4D4E-736B-A61D-F7F763CFDFBB}"/>
          </ac:cxnSpMkLst>
        </pc:cxnChg>
      </pc:sldChg>
      <pc:sldChg chg="addSp delSp modSp mod ord">
        <pc:chgData name="安藤　元一" userId="aaacf712-7740-4f7a-86dc-21596742342f" providerId="ADAL" clId="{45D76D6F-0E31-4533-A998-240FC9FDBD73}" dt="2025-03-25T07:30:09.332" v="432"/>
        <pc:sldMkLst>
          <pc:docMk/>
          <pc:sldMk cId="2583251829" sldId="15099"/>
        </pc:sldMkLst>
        <pc:spChg chg="mod">
          <ac:chgData name="安藤　元一" userId="aaacf712-7740-4f7a-86dc-21596742342f" providerId="ADAL" clId="{45D76D6F-0E31-4533-A998-240FC9FDBD73}" dt="2025-03-25T07:27:12.323" v="417" actId="1076"/>
          <ac:spMkLst>
            <pc:docMk/>
            <pc:sldMk cId="2583251829" sldId="15099"/>
            <ac:spMk id="4" creationId="{6EF8D9C4-87F5-649A-3148-5B55A7660628}"/>
          </ac:spMkLst>
        </pc:spChg>
        <pc:spChg chg="mod">
          <ac:chgData name="安藤　元一" userId="aaacf712-7740-4f7a-86dc-21596742342f" providerId="ADAL" clId="{45D76D6F-0E31-4533-A998-240FC9FDBD73}" dt="2025-03-25T07:23:25.883" v="389" actId="6549"/>
          <ac:spMkLst>
            <pc:docMk/>
            <pc:sldMk cId="2583251829" sldId="15099"/>
            <ac:spMk id="6" creationId="{24DA7ECD-E256-341F-F68A-5280DB7C06D1}"/>
          </ac:spMkLst>
        </pc:spChg>
        <pc:spChg chg="del">
          <ac:chgData name="安藤　元一" userId="aaacf712-7740-4f7a-86dc-21596742342f" providerId="ADAL" clId="{45D76D6F-0E31-4533-A998-240FC9FDBD73}" dt="2025-03-25T07:23:45.584" v="390" actId="478"/>
          <ac:spMkLst>
            <pc:docMk/>
            <pc:sldMk cId="2583251829" sldId="15099"/>
            <ac:spMk id="7" creationId="{B12C7E50-C11F-80AF-A2DE-B759F038F95F}"/>
          </ac:spMkLst>
        </pc:spChg>
        <pc:spChg chg="mod">
          <ac:chgData name="安藤　元一" userId="aaacf712-7740-4f7a-86dc-21596742342f" providerId="ADAL" clId="{45D76D6F-0E31-4533-A998-240FC9FDBD73}" dt="2025-03-25T07:27:12.323" v="417" actId="1076"/>
          <ac:spMkLst>
            <pc:docMk/>
            <pc:sldMk cId="2583251829" sldId="15099"/>
            <ac:spMk id="8" creationId="{6D976983-DA02-7600-4C9D-FFA19C9FA504}"/>
          </ac:spMkLst>
        </pc:spChg>
        <pc:spChg chg="mod">
          <ac:chgData name="安藤　元一" userId="aaacf712-7740-4f7a-86dc-21596742342f" providerId="ADAL" clId="{45D76D6F-0E31-4533-A998-240FC9FDBD73}" dt="2025-03-25T07:27:12.323" v="417" actId="1076"/>
          <ac:spMkLst>
            <pc:docMk/>
            <pc:sldMk cId="2583251829" sldId="15099"/>
            <ac:spMk id="11" creationId="{864B7C56-311C-8ECA-098D-8E943D9C9C00}"/>
          </ac:spMkLst>
        </pc:spChg>
        <pc:spChg chg="mod">
          <ac:chgData name="安藤　元一" userId="aaacf712-7740-4f7a-86dc-21596742342f" providerId="ADAL" clId="{45D76D6F-0E31-4533-A998-240FC9FDBD73}" dt="2025-03-25T07:27:12.323" v="417" actId="1076"/>
          <ac:spMkLst>
            <pc:docMk/>
            <pc:sldMk cId="2583251829" sldId="15099"/>
            <ac:spMk id="15" creationId="{D59A2B9E-258F-3239-9A37-2395F5CD48BF}"/>
          </ac:spMkLst>
        </pc:spChg>
        <pc:spChg chg="mod">
          <ac:chgData name="安藤　元一" userId="aaacf712-7740-4f7a-86dc-21596742342f" providerId="ADAL" clId="{45D76D6F-0E31-4533-A998-240FC9FDBD73}" dt="2025-03-25T07:27:12.323" v="417" actId="1076"/>
          <ac:spMkLst>
            <pc:docMk/>
            <pc:sldMk cId="2583251829" sldId="15099"/>
            <ac:spMk id="17" creationId="{DFFE3C53-E3D8-59ED-C0D5-1E1CBBEFE8BE}"/>
          </ac:spMkLst>
        </pc:spChg>
        <pc:spChg chg="del">
          <ac:chgData name="安藤　元一" userId="aaacf712-7740-4f7a-86dc-21596742342f" providerId="ADAL" clId="{45D76D6F-0E31-4533-A998-240FC9FDBD73}" dt="2025-03-25T07:23:45.584" v="390" actId="478"/>
          <ac:spMkLst>
            <pc:docMk/>
            <pc:sldMk cId="2583251829" sldId="15099"/>
            <ac:spMk id="18" creationId="{538F461C-9B0A-7303-5783-581D968E2D17}"/>
          </ac:spMkLst>
        </pc:spChg>
        <pc:spChg chg="del">
          <ac:chgData name="安藤　元一" userId="aaacf712-7740-4f7a-86dc-21596742342f" providerId="ADAL" clId="{45D76D6F-0E31-4533-A998-240FC9FDBD73}" dt="2025-03-25T07:23:45.584" v="390" actId="478"/>
          <ac:spMkLst>
            <pc:docMk/>
            <pc:sldMk cId="2583251829" sldId="15099"/>
            <ac:spMk id="34" creationId="{74E2532D-30E7-5393-FC3E-7C479F97F243}"/>
          </ac:spMkLst>
        </pc:spChg>
        <pc:spChg chg="mod">
          <ac:chgData name="安藤　元一" userId="aaacf712-7740-4f7a-86dc-21596742342f" providerId="ADAL" clId="{45D76D6F-0E31-4533-A998-240FC9FDBD73}" dt="2025-03-25T07:27:12.323" v="417" actId="1076"/>
          <ac:spMkLst>
            <pc:docMk/>
            <pc:sldMk cId="2583251829" sldId="15099"/>
            <ac:spMk id="39" creationId="{1B0F961D-2F01-E55D-AB8B-01A282E6F839}"/>
          </ac:spMkLst>
        </pc:spChg>
        <pc:spChg chg="mod">
          <ac:chgData name="安藤　元一" userId="aaacf712-7740-4f7a-86dc-21596742342f" providerId="ADAL" clId="{45D76D6F-0E31-4533-A998-240FC9FDBD73}" dt="2025-03-25T07:27:12.323" v="417" actId="1076"/>
          <ac:spMkLst>
            <pc:docMk/>
            <pc:sldMk cId="2583251829" sldId="15099"/>
            <ac:spMk id="42" creationId="{9F4D8362-88CA-824E-1BDC-974065A826F8}"/>
          </ac:spMkLst>
        </pc:spChg>
        <pc:spChg chg="del">
          <ac:chgData name="安藤　元一" userId="aaacf712-7740-4f7a-86dc-21596742342f" providerId="ADAL" clId="{45D76D6F-0E31-4533-A998-240FC9FDBD73}" dt="2025-03-25T07:24:09.983" v="396" actId="478"/>
          <ac:spMkLst>
            <pc:docMk/>
            <pc:sldMk cId="2583251829" sldId="15099"/>
            <ac:spMk id="55" creationId="{35600C65-03E9-DF33-20B0-CDE533ADF591}"/>
          </ac:spMkLst>
        </pc:spChg>
        <pc:spChg chg="del">
          <ac:chgData name="安藤　元一" userId="aaacf712-7740-4f7a-86dc-21596742342f" providerId="ADAL" clId="{45D76D6F-0E31-4533-A998-240FC9FDBD73}" dt="2025-03-25T07:24:09.983" v="396" actId="478"/>
          <ac:spMkLst>
            <pc:docMk/>
            <pc:sldMk cId="2583251829" sldId="15099"/>
            <ac:spMk id="59" creationId="{E2DA5F55-AEC6-64C9-F14B-970DCF927860}"/>
          </ac:spMkLst>
        </pc:spChg>
        <pc:spChg chg="del">
          <ac:chgData name="安藤　元一" userId="aaacf712-7740-4f7a-86dc-21596742342f" providerId="ADAL" clId="{45D76D6F-0E31-4533-A998-240FC9FDBD73}" dt="2025-03-25T07:24:09.983" v="396" actId="478"/>
          <ac:spMkLst>
            <pc:docMk/>
            <pc:sldMk cId="2583251829" sldId="15099"/>
            <ac:spMk id="60" creationId="{863C97CF-609D-1565-A8CB-D0B8C11AFA75}"/>
          </ac:spMkLst>
        </pc:spChg>
        <pc:spChg chg="del">
          <ac:chgData name="安藤　元一" userId="aaacf712-7740-4f7a-86dc-21596742342f" providerId="ADAL" clId="{45D76D6F-0E31-4533-A998-240FC9FDBD73}" dt="2025-03-25T07:24:09.983" v="396" actId="478"/>
          <ac:spMkLst>
            <pc:docMk/>
            <pc:sldMk cId="2583251829" sldId="15099"/>
            <ac:spMk id="75" creationId="{2A66DB6B-8F09-5415-B987-55800A716E46}"/>
          </ac:spMkLst>
        </pc:spChg>
        <pc:spChg chg="del">
          <ac:chgData name="安藤　元一" userId="aaacf712-7740-4f7a-86dc-21596742342f" providerId="ADAL" clId="{45D76D6F-0E31-4533-A998-240FC9FDBD73}" dt="2025-03-25T07:24:09.983" v="396" actId="478"/>
          <ac:spMkLst>
            <pc:docMk/>
            <pc:sldMk cId="2583251829" sldId="15099"/>
            <ac:spMk id="76" creationId="{B780089A-80E7-90ED-78B5-C1F45860CC10}"/>
          </ac:spMkLst>
        </pc:spChg>
        <pc:spChg chg="del">
          <ac:chgData name="安藤　元一" userId="aaacf712-7740-4f7a-86dc-21596742342f" providerId="ADAL" clId="{45D76D6F-0E31-4533-A998-240FC9FDBD73}" dt="2025-03-25T07:24:09.983" v="396" actId="478"/>
          <ac:spMkLst>
            <pc:docMk/>
            <pc:sldMk cId="2583251829" sldId="15099"/>
            <ac:spMk id="81" creationId="{B1720B27-164C-764F-875F-539F033EF198}"/>
          </ac:spMkLst>
        </pc:spChg>
        <pc:spChg chg="del">
          <ac:chgData name="安藤　元一" userId="aaacf712-7740-4f7a-86dc-21596742342f" providerId="ADAL" clId="{45D76D6F-0E31-4533-A998-240FC9FDBD73}" dt="2025-03-25T07:24:09.983" v="396" actId="478"/>
          <ac:spMkLst>
            <pc:docMk/>
            <pc:sldMk cId="2583251829" sldId="15099"/>
            <ac:spMk id="83" creationId="{C53AEF81-2F4C-C205-73A3-DD579133345B}"/>
          </ac:spMkLst>
        </pc:spChg>
        <pc:spChg chg="del">
          <ac:chgData name="安藤　元一" userId="aaacf712-7740-4f7a-86dc-21596742342f" providerId="ADAL" clId="{45D76D6F-0E31-4533-A998-240FC9FDBD73}" dt="2025-03-25T07:24:09.983" v="396" actId="478"/>
          <ac:spMkLst>
            <pc:docMk/>
            <pc:sldMk cId="2583251829" sldId="15099"/>
            <ac:spMk id="86" creationId="{8BC3FD86-BC2F-7B0F-69AA-362446A75067}"/>
          </ac:spMkLst>
        </pc:spChg>
        <pc:spChg chg="del">
          <ac:chgData name="安藤　元一" userId="aaacf712-7740-4f7a-86dc-21596742342f" providerId="ADAL" clId="{45D76D6F-0E31-4533-A998-240FC9FDBD73}" dt="2025-03-25T07:24:09.983" v="396" actId="478"/>
          <ac:spMkLst>
            <pc:docMk/>
            <pc:sldMk cId="2583251829" sldId="15099"/>
            <ac:spMk id="101" creationId="{552BAC08-0264-E934-FB70-3AED1F7621A0}"/>
          </ac:spMkLst>
        </pc:spChg>
        <pc:spChg chg="del">
          <ac:chgData name="安藤　元一" userId="aaacf712-7740-4f7a-86dc-21596742342f" providerId="ADAL" clId="{45D76D6F-0E31-4533-A998-240FC9FDBD73}" dt="2025-03-25T07:24:09.983" v="396" actId="478"/>
          <ac:spMkLst>
            <pc:docMk/>
            <pc:sldMk cId="2583251829" sldId="15099"/>
            <ac:spMk id="102" creationId="{453233F7-89E4-441F-8169-1E093345EE8D}"/>
          </ac:spMkLst>
        </pc:spChg>
        <pc:spChg chg="mod">
          <ac:chgData name="安藤　元一" userId="aaacf712-7740-4f7a-86dc-21596742342f" providerId="ADAL" clId="{45D76D6F-0E31-4533-A998-240FC9FDBD73}" dt="2025-03-25T07:27:12.323" v="417" actId="1076"/>
          <ac:spMkLst>
            <pc:docMk/>
            <pc:sldMk cId="2583251829" sldId="15099"/>
            <ac:spMk id="106" creationId="{E1CC34DF-6C00-D552-E2B0-2A11D47BA01A}"/>
          </ac:spMkLst>
        </pc:spChg>
        <pc:spChg chg="mod">
          <ac:chgData name="安藤　元一" userId="aaacf712-7740-4f7a-86dc-21596742342f" providerId="ADAL" clId="{45D76D6F-0E31-4533-A998-240FC9FDBD73}" dt="2025-03-25T07:27:12.323" v="417" actId="1076"/>
          <ac:spMkLst>
            <pc:docMk/>
            <pc:sldMk cId="2583251829" sldId="15099"/>
            <ac:spMk id="107" creationId="{6BCDE688-AE79-08CF-EC85-60760308D5A6}"/>
          </ac:spMkLst>
        </pc:spChg>
        <pc:spChg chg="mod">
          <ac:chgData name="安藤　元一" userId="aaacf712-7740-4f7a-86dc-21596742342f" providerId="ADAL" clId="{45D76D6F-0E31-4533-A998-240FC9FDBD73}" dt="2025-03-25T07:27:12.323" v="417" actId="1076"/>
          <ac:spMkLst>
            <pc:docMk/>
            <pc:sldMk cId="2583251829" sldId="15099"/>
            <ac:spMk id="108" creationId="{1A4398B9-D030-85C2-9D78-2F2360BE010C}"/>
          </ac:spMkLst>
        </pc:spChg>
        <pc:picChg chg="del">
          <ac:chgData name="安藤　元一" userId="aaacf712-7740-4f7a-86dc-21596742342f" providerId="ADAL" clId="{45D76D6F-0E31-4533-A998-240FC9FDBD73}" dt="2025-03-25T07:23:45.584" v="390" actId="478"/>
          <ac:picMkLst>
            <pc:docMk/>
            <pc:sldMk cId="2583251829" sldId="15099"/>
            <ac:picMk id="35" creationId="{F2ADEA11-00F8-807D-D8E9-A05ECD4EBD8F}"/>
          </ac:picMkLst>
        </pc:picChg>
        <pc:picChg chg="mod">
          <ac:chgData name="安藤　元一" userId="aaacf712-7740-4f7a-86dc-21596742342f" providerId="ADAL" clId="{45D76D6F-0E31-4533-A998-240FC9FDBD73}" dt="2025-03-25T07:23:56.070" v="394" actId="1037"/>
          <ac:picMkLst>
            <pc:docMk/>
            <pc:sldMk cId="2583251829" sldId="15099"/>
            <ac:picMk id="114" creationId="{771BE2CE-7428-B862-0B62-E294A13BFE8D}"/>
          </ac:picMkLst>
        </pc:picChg>
        <pc:cxnChg chg="add mod">
          <ac:chgData name="安藤　元一" userId="aaacf712-7740-4f7a-86dc-21596742342f" providerId="ADAL" clId="{45D76D6F-0E31-4533-A998-240FC9FDBD73}" dt="2025-03-25T07:25:22.794" v="402" actId="571"/>
          <ac:cxnSpMkLst>
            <pc:docMk/>
            <pc:sldMk cId="2583251829" sldId="15099"/>
            <ac:cxnSpMk id="16" creationId="{A3B17CA4-8956-2C16-2788-85D59491F475}"/>
          </ac:cxnSpMkLst>
        </pc:cxnChg>
        <pc:cxnChg chg="add del mod">
          <ac:chgData name="安藤　元一" userId="aaacf712-7740-4f7a-86dc-21596742342f" providerId="ADAL" clId="{45D76D6F-0E31-4533-A998-240FC9FDBD73}" dt="2025-03-25T07:26:27.178" v="411" actId="478"/>
          <ac:cxnSpMkLst>
            <pc:docMk/>
            <pc:sldMk cId="2583251829" sldId="15099"/>
            <ac:cxnSpMk id="20" creationId="{36688EDF-977A-F53B-5CD9-131CA4455AFD}"/>
          </ac:cxnSpMkLst>
        </pc:cxnChg>
        <pc:cxnChg chg="add mod">
          <ac:chgData name="安藤　元一" userId="aaacf712-7740-4f7a-86dc-21596742342f" providerId="ADAL" clId="{45D76D6F-0E31-4533-A998-240FC9FDBD73}" dt="2025-03-25T07:26:52.421" v="415" actId="692"/>
          <ac:cxnSpMkLst>
            <pc:docMk/>
            <pc:sldMk cId="2583251829" sldId="15099"/>
            <ac:cxnSpMk id="24" creationId="{5DA183B6-48A0-79CB-5803-001A46BD0D67}"/>
          </ac:cxnSpMkLst>
        </pc:cxnChg>
        <pc:cxnChg chg="add mod">
          <ac:chgData name="安藤　元一" userId="aaacf712-7740-4f7a-86dc-21596742342f" providerId="ADAL" clId="{45D76D6F-0E31-4533-A998-240FC9FDBD73}" dt="2025-03-25T07:27:04.857" v="416" actId="571"/>
          <ac:cxnSpMkLst>
            <pc:docMk/>
            <pc:sldMk cId="2583251829" sldId="15099"/>
            <ac:cxnSpMk id="25" creationId="{04ED7C82-A4A1-3AF8-2C87-F8C3A6E1E116}"/>
          </ac:cxnSpMkLst>
        </pc:cxnChg>
        <pc:cxnChg chg="mod">
          <ac:chgData name="安藤　元一" userId="aaacf712-7740-4f7a-86dc-21596742342f" providerId="ADAL" clId="{45D76D6F-0E31-4533-A998-240FC9FDBD73}" dt="2025-03-25T07:27:18.570" v="418" actId="1076"/>
          <ac:cxnSpMkLst>
            <pc:docMk/>
            <pc:sldMk cId="2583251829" sldId="15099"/>
            <ac:cxnSpMk id="52" creationId="{5B5B55DD-886A-699C-5F89-8C2874FB1471}"/>
          </ac:cxnSpMkLst>
        </pc:cxnChg>
        <pc:cxnChg chg="mod">
          <ac:chgData name="安藤　元一" userId="aaacf712-7740-4f7a-86dc-21596742342f" providerId="ADAL" clId="{45D76D6F-0E31-4533-A998-240FC9FDBD73}" dt="2025-03-25T07:25:46.404" v="405" actId="692"/>
          <ac:cxnSpMkLst>
            <pc:docMk/>
            <pc:sldMk cId="2583251829" sldId="15099"/>
            <ac:cxnSpMk id="78" creationId="{AE3FACA6-99D9-8EA1-E77D-6929A5B5AC00}"/>
          </ac:cxnSpMkLst>
        </pc:cxnChg>
        <pc:cxnChg chg="del">
          <ac:chgData name="安藤　元一" userId="aaacf712-7740-4f7a-86dc-21596742342f" providerId="ADAL" clId="{45D76D6F-0E31-4533-A998-240FC9FDBD73}" dt="2025-03-25T07:24:36.028" v="399" actId="478"/>
          <ac:cxnSpMkLst>
            <pc:docMk/>
            <pc:sldMk cId="2583251829" sldId="15099"/>
            <ac:cxnSpMk id="105" creationId="{1B99F263-E4DB-54A1-0FFA-D206B345E9C3}"/>
          </ac:cxnSpMkLst>
        </pc:cxnChg>
        <pc:cxnChg chg="del mod">
          <ac:chgData name="安藤　元一" userId="aaacf712-7740-4f7a-86dc-21596742342f" providerId="ADAL" clId="{45D76D6F-0E31-4533-A998-240FC9FDBD73}" dt="2025-03-25T07:24:03.178" v="395" actId="478"/>
          <ac:cxnSpMkLst>
            <pc:docMk/>
            <pc:sldMk cId="2583251829" sldId="15099"/>
            <ac:cxnSpMk id="120" creationId="{F01227F7-1B88-3275-D2B3-1C5E2333FE23}"/>
          </ac:cxnSpMkLst>
        </pc:cxnChg>
      </pc:sldChg>
      <pc:sldChg chg="del">
        <pc:chgData name="安藤　元一" userId="aaacf712-7740-4f7a-86dc-21596742342f" providerId="ADAL" clId="{45D76D6F-0E31-4533-A998-240FC9FDBD73}" dt="2025-03-25T07:09:01.389" v="19" actId="2696"/>
        <pc:sldMkLst>
          <pc:docMk/>
          <pc:sldMk cId="2658250636" sldId="15099"/>
        </pc:sldMkLst>
      </pc:sldChg>
      <pc:sldChg chg="del">
        <pc:chgData name="安藤　元一" userId="aaacf712-7740-4f7a-86dc-21596742342f" providerId="ADAL" clId="{45D76D6F-0E31-4533-A998-240FC9FDBD73}" dt="2025-03-25T07:09:01.389" v="19" actId="2696"/>
        <pc:sldMkLst>
          <pc:docMk/>
          <pc:sldMk cId="731382173" sldId="15100"/>
        </pc:sldMkLst>
      </pc:sldChg>
      <pc:sldChg chg="del">
        <pc:chgData name="安藤　元一" userId="aaacf712-7740-4f7a-86dc-21596742342f" providerId="ADAL" clId="{45D76D6F-0E31-4533-A998-240FC9FDBD73}" dt="2025-03-25T07:09:01.389" v="19" actId="2696"/>
        <pc:sldMkLst>
          <pc:docMk/>
          <pc:sldMk cId="569024095" sldId="15101"/>
        </pc:sldMkLst>
      </pc:sldChg>
    </pc:docChg>
  </pc:docChgLst>
  <pc:docChgLst>
    <pc:chgData name="安藤　元一" userId="aaacf712-7740-4f7a-86dc-21596742342f" providerId="ADAL" clId="{B5A164C4-0E59-40E6-B48E-087D63C8B68B}"/>
    <pc:docChg chg="undo custSel delSld modSld">
      <pc:chgData name="安藤　元一" userId="aaacf712-7740-4f7a-86dc-21596742342f" providerId="ADAL" clId="{B5A164C4-0E59-40E6-B48E-087D63C8B68B}" dt="2025-02-12T00:00:58.631" v="346"/>
      <pc:docMkLst>
        <pc:docMk/>
      </pc:docMkLst>
      <pc:sldChg chg="addSp delSp modSp mod">
        <pc:chgData name="安藤　元一" userId="aaacf712-7740-4f7a-86dc-21596742342f" providerId="ADAL" clId="{B5A164C4-0E59-40E6-B48E-087D63C8B68B}" dt="2025-02-12T00:00:52.897" v="345" actId="1036"/>
        <pc:sldMkLst>
          <pc:docMk/>
          <pc:sldMk cId="2339069663" sldId="15095"/>
        </pc:sldMkLst>
      </pc:sldChg>
      <pc:sldChg chg="addSp delSp modSp mod">
        <pc:chgData name="安藤　元一" userId="aaacf712-7740-4f7a-86dc-21596742342f" providerId="ADAL" clId="{B5A164C4-0E59-40E6-B48E-087D63C8B68B}" dt="2025-02-12T00:00:58.631" v="346"/>
        <pc:sldMkLst>
          <pc:docMk/>
          <pc:sldMk cId="3266835399" sldId="15096"/>
        </pc:sldMkLst>
      </pc:sldChg>
      <pc:sldChg chg="del">
        <pc:chgData name="安藤　元一" userId="aaacf712-7740-4f7a-86dc-21596742342f" providerId="ADAL" clId="{B5A164C4-0E59-40E6-B48E-087D63C8B68B}" dt="2025-02-11T23:43:59.240" v="0" actId="2696"/>
        <pc:sldMkLst>
          <pc:docMk/>
          <pc:sldMk cId="3423289639" sldId="15098"/>
        </pc:sldMkLst>
      </pc:sldChg>
    </pc:docChg>
  </pc:docChgLst>
  <pc:docChgLst>
    <pc:chgData name="daisuke kawasaki" userId="ae3c6da3e2423119" providerId="LiveId" clId="{BBA6A802-0C0E-4E11-B2D1-67C384F5F406}"/>
    <pc:docChg chg="undo custSel addSld delSld modSld">
      <pc:chgData name="daisuke kawasaki" userId="ae3c6da3e2423119" providerId="LiveId" clId="{BBA6A802-0C0E-4E11-B2D1-67C384F5F406}" dt="2025-02-10T09:39:08.315" v="10889" actId="20577"/>
      <pc:docMkLst>
        <pc:docMk/>
      </pc:docMkLst>
      <pc:sldChg chg="del">
        <pc:chgData name="daisuke kawasaki" userId="ae3c6da3e2423119" providerId="LiveId" clId="{BBA6A802-0C0E-4E11-B2D1-67C384F5F406}" dt="2025-02-10T00:50:46.633" v="4" actId="47"/>
        <pc:sldMkLst>
          <pc:docMk/>
          <pc:sldMk cId="563884867" sldId="15083"/>
        </pc:sldMkLst>
      </pc:sldChg>
      <pc:sldChg chg="delSp del mod">
        <pc:chgData name="daisuke kawasaki" userId="ae3c6da3e2423119" providerId="LiveId" clId="{BBA6A802-0C0E-4E11-B2D1-67C384F5F406}" dt="2025-02-10T00:50:42.336" v="3" actId="47"/>
        <pc:sldMkLst>
          <pc:docMk/>
          <pc:sldMk cId="1303118186" sldId="15084"/>
        </pc:sldMkLst>
      </pc:sldChg>
      <pc:sldChg chg="addSp delSp modSp mod">
        <pc:chgData name="daisuke kawasaki" userId="ae3c6da3e2423119" providerId="LiveId" clId="{BBA6A802-0C0E-4E11-B2D1-67C384F5F406}" dt="2025-02-10T00:52:28.353" v="112" actId="255"/>
        <pc:sldMkLst>
          <pc:docMk/>
          <pc:sldMk cId="4002530346" sldId="15085"/>
        </pc:sldMkLst>
      </pc:sldChg>
      <pc:sldChg chg="del">
        <pc:chgData name="daisuke kawasaki" userId="ae3c6da3e2423119" providerId="LiveId" clId="{BBA6A802-0C0E-4E11-B2D1-67C384F5F406}" dt="2025-02-10T00:50:49.418" v="5" actId="47"/>
        <pc:sldMkLst>
          <pc:docMk/>
          <pc:sldMk cId="4263131018" sldId="15086"/>
        </pc:sldMkLst>
      </pc:sldChg>
      <pc:sldChg chg="addSp modSp mod">
        <pc:chgData name="daisuke kawasaki" userId="ae3c6da3e2423119" providerId="LiveId" clId="{BBA6A802-0C0E-4E11-B2D1-67C384F5F406}" dt="2025-02-10T01:13:59.693" v="1647" actId="20577"/>
        <pc:sldMkLst>
          <pc:docMk/>
          <pc:sldMk cId="4281836232" sldId="15086"/>
        </pc:sldMkLst>
      </pc:sldChg>
      <pc:sldChg chg="addSp delSp modSp mod">
        <pc:chgData name="daisuke kawasaki" userId="ae3c6da3e2423119" providerId="LiveId" clId="{BBA6A802-0C0E-4E11-B2D1-67C384F5F406}" dt="2025-02-10T01:35:39.954" v="2264" actId="1076"/>
        <pc:sldMkLst>
          <pc:docMk/>
          <pc:sldMk cId="663021607" sldId="15087"/>
        </pc:sldMkLst>
      </pc:sldChg>
      <pc:sldChg chg="new del">
        <pc:chgData name="daisuke kawasaki" userId="ae3c6da3e2423119" providerId="LiveId" clId="{BBA6A802-0C0E-4E11-B2D1-67C384F5F406}" dt="2025-02-10T00:50:34.213" v="2" actId="47"/>
        <pc:sldMkLst>
          <pc:docMk/>
          <pc:sldMk cId="685870792" sldId="15087"/>
        </pc:sldMkLst>
      </pc:sldChg>
      <pc:sldChg chg="addSp">
        <pc:chgData name="daisuke kawasaki" userId="ae3c6da3e2423119" providerId="LiveId" clId="{BBA6A802-0C0E-4E11-B2D1-67C384F5F406}" dt="2025-02-10T00:59:48.756" v="170"/>
        <pc:sldMkLst>
          <pc:docMk/>
          <pc:sldMk cId="3293613909" sldId="15088"/>
        </pc:sldMkLst>
      </pc:sldChg>
      <pc:sldChg chg="addSp delSp modSp mod">
        <pc:chgData name="daisuke kawasaki" userId="ae3c6da3e2423119" providerId="LiveId" clId="{BBA6A802-0C0E-4E11-B2D1-67C384F5F406}" dt="2025-02-10T02:06:53.247" v="2956" actId="1076"/>
        <pc:sldMkLst>
          <pc:docMk/>
          <pc:sldMk cId="2649776921" sldId="15089"/>
        </pc:sldMkLst>
      </pc:sldChg>
      <pc:sldChg chg="addSp delSp modSp mod">
        <pc:chgData name="daisuke kawasaki" userId="ae3c6da3e2423119" providerId="LiveId" clId="{BBA6A802-0C0E-4E11-B2D1-67C384F5F406}" dt="2025-02-10T02:24:12.272" v="3351" actId="1076"/>
        <pc:sldMkLst>
          <pc:docMk/>
          <pc:sldMk cId="1482260550" sldId="15090"/>
        </pc:sldMkLst>
      </pc:sldChg>
      <pc:sldChg chg="addSp delSp modSp mod">
        <pc:chgData name="daisuke kawasaki" userId="ae3c6da3e2423119" providerId="LiveId" clId="{BBA6A802-0C0E-4E11-B2D1-67C384F5F406}" dt="2025-02-10T04:01:39.254" v="6929" actId="20577"/>
        <pc:sldMkLst>
          <pc:docMk/>
          <pc:sldMk cId="1436984067" sldId="15091"/>
        </pc:sldMkLst>
      </pc:sldChg>
      <pc:sldChg chg="modSp mod">
        <pc:chgData name="daisuke kawasaki" userId="ae3c6da3e2423119" providerId="LiveId" clId="{BBA6A802-0C0E-4E11-B2D1-67C384F5F406}" dt="2025-02-10T03:56:29.199" v="6422" actId="6549"/>
        <pc:sldMkLst>
          <pc:docMk/>
          <pc:sldMk cId="371975113" sldId="15092"/>
        </pc:sldMkLst>
      </pc:sldChg>
      <pc:sldChg chg="modSp mod">
        <pc:chgData name="daisuke kawasaki" userId="ae3c6da3e2423119" providerId="LiveId" clId="{BBA6A802-0C0E-4E11-B2D1-67C384F5F406}" dt="2025-02-10T04:34:06.317" v="7480" actId="6549"/>
        <pc:sldMkLst>
          <pc:docMk/>
          <pc:sldMk cId="262626348" sldId="15093"/>
        </pc:sldMkLst>
      </pc:sldChg>
      <pc:sldChg chg="modSp mod">
        <pc:chgData name="daisuke kawasaki" userId="ae3c6da3e2423119" providerId="LiveId" clId="{BBA6A802-0C0E-4E11-B2D1-67C384F5F406}" dt="2025-02-10T04:34:40.005" v="7523" actId="20577"/>
        <pc:sldMkLst>
          <pc:docMk/>
          <pc:sldMk cId="3652229635" sldId="15094"/>
        </pc:sldMkLst>
      </pc:sldChg>
      <pc:sldChg chg="addSp modSp mod">
        <pc:chgData name="daisuke kawasaki" userId="ae3c6da3e2423119" providerId="LiveId" clId="{BBA6A802-0C0E-4E11-B2D1-67C384F5F406}" dt="2025-02-10T06:06:51.405" v="8307" actId="14100"/>
        <pc:sldMkLst>
          <pc:docMk/>
          <pc:sldMk cId="2839485582" sldId="15095"/>
        </pc:sldMkLst>
      </pc:sldChg>
      <pc:sldChg chg="addSp modSp mod">
        <pc:chgData name="daisuke kawasaki" userId="ae3c6da3e2423119" providerId="LiveId" clId="{BBA6A802-0C0E-4E11-B2D1-67C384F5F406}" dt="2025-02-10T09:39:08.315" v="10889" actId="20577"/>
        <pc:sldMkLst>
          <pc:docMk/>
          <pc:sldMk cId="807408278" sldId="15096"/>
        </pc:sldMkLst>
      </pc:sldChg>
      <pc:sldChg chg="modSp mod">
        <pc:chgData name="daisuke kawasaki" userId="ae3c6da3e2423119" providerId="LiveId" clId="{BBA6A802-0C0E-4E11-B2D1-67C384F5F406}" dt="2025-02-10T04:35:45.097" v="7587" actId="20577"/>
        <pc:sldMkLst>
          <pc:docMk/>
          <pc:sldMk cId="289273524" sldId="15097"/>
        </pc:sldMkLst>
      </pc:sldChg>
      <pc:sldChg chg="addSp delSp modSp mod">
        <pc:chgData name="daisuke kawasaki" userId="ae3c6da3e2423119" providerId="LiveId" clId="{BBA6A802-0C0E-4E11-B2D1-67C384F5F406}" dt="2025-02-10T05:51:53.883" v="7770" actId="478"/>
        <pc:sldMkLst>
          <pc:docMk/>
          <pc:sldMk cId="2719874757" sldId="15098"/>
        </pc:sldMkLst>
      </pc:sldChg>
      <pc:sldChg chg="del">
        <pc:chgData name="daisuke kawasaki" userId="ae3c6da3e2423119" providerId="LiveId" clId="{BBA6A802-0C0E-4E11-B2D1-67C384F5F406}" dt="2025-02-10T06:06:58.311" v="8308" actId="47"/>
        <pc:sldMkLst>
          <pc:docMk/>
          <pc:sldMk cId="24642388" sldId="15099"/>
        </pc:sldMkLst>
      </pc:sldChg>
      <pc:sldChg chg="delSp modSp mod">
        <pc:chgData name="daisuke kawasaki" userId="ae3c6da3e2423119" providerId="LiveId" clId="{BBA6A802-0C0E-4E11-B2D1-67C384F5F406}" dt="2025-02-10T06:29:09.608" v="10189" actId="20577"/>
        <pc:sldMkLst>
          <pc:docMk/>
          <pc:sldMk cId="4013434841" sldId="15099"/>
        </pc:sldMkLst>
      </pc:sldChg>
    </pc:docChg>
  </pc:docChgLst>
  <pc:docChgLst>
    <pc:chgData name="kawasaki-d@outlook.jp" userId="ae3c6da3e2423119" providerId="LiveId" clId="{231691C4-A9DB-4DD6-8F4B-EFCB95BA2A83}"/>
    <pc:docChg chg="undo custSel addSld modSld sldOrd">
      <pc:chgData name="kawasaki-d@outlook.jp" userId="ae3c6da3e2423119" providerId="LiveId" clId="{231691C4-A9DB-4DD6-8F4B-EFCB95BA2A83}" dt="2023-05-26T02:56:49.157" v="2665" actId="20577"/>
      <pc:docMkLst>
        <pc:docMk/>
      </pc:docMkLst>
      <pc:sldChg chg="delSp modSp mod">
        <pc:chgData name="kawasaki-d@outlook.jp" userId="ae3c6da3e2423119" providerId="LiveId" clId="{231691C4-A9DB-4DD6-8F4B-EFCB95BA2A83}" dt="2023-05-26T02:28:14.111" v="1249" actId="20577"/>
        <pc:sldMkLst>
          <pc:docMk/>
          <pc:sldMk cId="563884867" sldId="15083"/>
        </pc:sldMkLst>
      </pc:sldChg>
      <pc:sldChg chg="addSp delSp modSp new mod ord">
        <pc:chgData name="kawasaki-d@outlook.jp" userId="ae3c6da3e2423119" providerId="LiveId" clId="{231691C4-A9DB-4DD6-8F4B-EFCB95BA2A83}" dt="2023-05-26T02:56:49.157" v="2665" actId="20577"/>
        <pc:sldMkLst>
          <pc:docMk/>
          <pc:sldMk cId="1303118186" sldId="15084"/>
        </pc:sldMkLst>
      </pc:sldChg>
      <pc:sldChg chg="addSp delSp modSp new mod">
        <pc:chgData name="kawasaki-d@outlook.jp" userId="ae3c6da3e2423119" providerId="LiveId" clId="{231691C4-A9DB-4DD6-8F4B-EFCB95BA2A83}" dt="2023-05-26T02:43:05.866" v="1995" actId="1076"/>
        <pc:sldMkLst>
          <pc:docMk/>
          <pc:sldMk cId="4002530346" sldId="15085"/>
        </pc:sldMkLst>
      </pc:sldChg>
      <pc:sldChg chg="addSp delSp modSp new mod">
        <pc:chgData name="kawasaki-d@outlook.jp" userId="ae3c6da3e2423119" providerId="LiveId" clId="{231691C4-A9DB-4DD6-8F4B-EFCB95BA2A83}" dt="2023-05-26T02:53:27.198" v="2414" actId="1035"/>
        <pc:sldMkLst>
          <pc:docMk/>
          <pc:sldMk cId="4263131018" sldId="15086"/>
        </pc:sldMkLst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5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4" y="3"/>
            <a:ext cx="2950375" cy="497368"/>
          </a:xfrm>
          <a:prstGeom prst="rect">
            <a:avLst/>
          </a:prstGeom>
        </p:spPr>
        <p:txBody>
          <a:bodyPr vert="horz" lIns="92200" tIns="46102" rIns="92200" bIns="46102" rtlCol="0"/>
          <a:lstStyle>
            <a:lvl1pPr algn="l">
              <a:defRPr sz="1200"/>
            </a:lvl1pPr>
          </a:lstStyle>
          <a:p>
            <a:pPr>
              <a:defRPr/>
            </a:pPr>
            <a:endParaRPr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sz="quarter" idx="1"/>
          </p:nvPr>
        </p:nvSpPr>
        <p:spPr>
          <a:xfrm>
            <a:off x="3855221" y="3"/>
            <a:ext cx="2950374" cy="497368"/>
          </a:xfrm>
          <a:prstGeom prst="rect">
            <a:avLst/>
          </a:prstGeom>
        </p:spPr>
        <p:txBody>
          <a:bodyPr vert="horz" lIns="92200" tIns="46102" rIns="92200" bIns="46102" rtlCol="0"/>
          <a:lstStyle>
            <a:lvl1pPr algn="r">
              <a:defRPr sz="1200" smtClean="0"/>
            </a:lvl1pPr>
          </a:lstStyle>
          <a:p>
            <a:pPr>
              <a:defRPr/>
            </a:pPr>
            <a:fld id="{D502BE3A-0353-4F18-AE69-F50CD9BE86DB}" type="datetimeFigureOut">
              <a:rPr lang="ja-JP" altLang="en-US"/>
              <a:pPr>
                <a:defRPr/>
              </a:pPr>
              <a:t>2025/4/10</a:t>
            </a:fld>
            <a:endParaRPr lang="ja-JP" altLang="en-US"/>
          </a:p>
        </p:txBody>
      </p:sp>
      <p:sp>
        <p:nvSpPr>
          <p:cNvPr id="4" name="フッター プレースホルダー 3"/>
          <p:cNvSpPr>
            <a:spLocks noGrp="1"/>
          </p:cNvSpPr>
          <p:nvPr>
            <p:ph type="ftr" sz="quarter" idx="2"/>
          </p:nvPr>
        </p:nvSpPr>
        <p:spPr>
          <a:xfrm>
            <a:off x="4" y="9440372"/>
            <a:ext cx="2950375" cy="497367"/>
          </a:xfrm>
          <a:prstGeom prst="rect">
            <a:avLst/>
          </a:prstGeom>
        </p:spPr>
        <p:txBody>
          <a:bodyPr vert="horz" lIns="92200" tIns="46102" rIns="92200" bIns="46102" rtlCol="0" anchor="b"/>
          <a:lstStyle>
            <a:lvl1pPr algn="l">
              <a:defRPr sz="1200"/>
            </a:lvl1pPr>
          </a:lstStyle>
          <a:p>
            <a:pPr>
              <a:defRPr/>
            </a:pPr>
            <a:endParaRPr lang="ja-JP" altLang="en-US"/>
          </a:p>
        </p:txBody>
      </p:sp>
      <p:sp>
        <p:nvSpPr>
          <p:cNvPr id="5" name="スライド番号プレースホルダー 4"/>
          <p:cNvSpPr>
            <a:spLocks noGrp="1"/>
          </p:cNvSpPr>
          <p:nvPr>
            <p:ph type="sldNum" sz="quarter" idx="3"/>
          </p:nvPr>
        </p:nvSpPr>
        <p:spPr>
          <a:xfrm>
            <a:off x="3855221" y="9440372"/>
            <a:ext cx="2950374" cy="497367"/>
          </a:xfrm>
          <a:prstGeom prst="rect">
            <a:avLst/>
          </a:prstGeom>
        </p:spPr>
        <p:txBody>
          <a:bodyPr vert="horz" lIns="92200" tIns="46102" rIns="92200" bIns="46102" rtlCol="0" anchor="b"/>
          <a:lstStyle>
            <a:lvl1pPr algn="r">
              <a:defRPr sz="1200" smtClean="0"/>
            </a:lvl1pPr>
          </a:lstStyle>
          <a:p>
            <a:pPr>
              <a:defRPr/>
            </a:pPr>
            <a:fld id="{42BAA5A3-7783-4D5C-9E12-6E3BDD157CEA}" type="slidenum">
              <a:rPr lang="ja-JP" altLang="en-US"/>
              <a:pPr>
                <a:defRPr/>
              </a:pPr>
              <a:t>‹#›</a:t>
            </a:fld>
            <a:endParaRPr lang="ja-JP" altLang="en-US"/>
          </a:p>
        </p:txBody>
      </p:sp>
    </p:spTree>
    <p:extLst>
      <p:ext uri="{BB962C8B-B14F-4D97-AF65-F5344CB8AC3E}">
        <p14:creationId xmlns:p14="http://schemas.microsoft.com/office/powerpoint/2010/main" val="2360187486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082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4" y="3"/>
            <a:ext cx="2950375" cy="49736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2200" tIns="46102" rIns="92200" bIns="46102" numCol="1" anchor="t" anchorCtr="0" compatLnSpc="1">
            <a:prstTxWarp prst="textNoShape">
              <a:avLst/>
            </a:prstTxWarp>
          </a:bodyPr>
          <a:lstStyle>
            <a:lvl1pPr>
              <a:defRPr sz="1200">
                <a:latin typeface="Arial" charset="0"/>
              </a:defRPr>
            </a:lvl1pPr>
          </a:lstStyle>
          <a:p>
            <a:pPr>
              <a:defRPr/>
            </a:pPr>
            <a:endParaRPr lang="en-US" altLang="ja-JP"/>
          </a:p>
        </p:txBody>
      </p:sp>
      <p:sp>
        <p:nvSpPr>
          <p:cNvPr id="46083" name="Rectangle 3"/>
          <p:cNvSpPr>
            <a:spLocks noGrp="1" noChangeArrowheads="1"/>
          </p:cNvSpPr>
          <p:nvPr>
            <p:ph type="dt" idx="1"/>
          </p:nvPr>
        </p:nvSpPr>
        <p:spPr bwMode="auto">
          <a:xfrm>
            <a:off x="3855221" y="3"/>
            <a:ext cx="2950374" cy="49736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2200" tIns="46102" rIns="92200" bIns="46102" numCol="1" anchor="t" anchorCtr="0" compatLnSpc="1">
            <a:prstTxWarp prst="textNoShape">
              <a:avLst/>
            </a:prstTxWarp>
          </a:bodyPr>
          <a:lstStyle>
            <a:lvl1pPr algn="r">
              <a:defRPr sz="1200">
                <a:latin typeface="Arial" charset="0"/>
              </a:defRPr>
            </a:lvl1pPr>
          </a:lstStyle>
          <a:p>
            <a:pPr>
              <a:defRPr/>
            </a:pPr>
            <a:endParaRPr lang="en-US" altLang="ja-JP"/>
          </a:p>
        </p:txBody>
      </p:sp>
      <p:sp>
        <p:nvSpPr>
          <p:cNvPr id="29700" name="Rectangle 4"/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-150813" y="609600"/>
            <a:ext cx="7112001" cy="4002088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46085" name="Rectangle 5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680244" y="4720986"/>
            <a:ext cx="5446722" cy="447310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2200" tIns="46102" rIns="92200" bIns="46102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ja-JP" altLang="en-US" noProof="0"/>
              <a:t>マスタ テキストの書式設定</a:t>
            </a:r>
          </a:p>
          <a:p>
            <a:pPr lvl="1"/>
            <a:r>
              <a:rPr lang="ja-JP" altLang="en-US" noProof="0"/>
              <a:t>第 </a:t>
            </a:r>
            <a:r>
              <a:rPr lang="en-US" altLang="ja-JP" noProof="0"/>
              <a:t>2 </a:t>
            </a:r>
            <a:r>
              <a:rPr lang="ja-JP" altLang="en-US" noProof="0"/>
              <a:t>レベル</a:t>
            </a:r>
          </a:p>
          <a:p>
            <a:pPr lvl="2"/>
            <a:r>
              <a:rPr lang="ja-JP" altLang="en-US" noProof="0"/>
              <a:t>第 </a:t>
            </a:r>
            <a:r>
              <a:rPr lang="en-US" altLang="ja-JP" noProof="0"/>
              <a:t>3 </a:t>
            </a:r>
            <a:r>
              <a:rPr lang="ja-JP" altLang="en-US" noProof="0"/>
              <a:t>レベル</a:t>
            </a:r>
          </a:p>
          <a:p>
            <a:pPr lvl="3"/>
            <a:r>
              <a:rPr lang="ja-JP" altLang="en-US" noProof="0"/>
              <a:t>第 </a:t>
            </a:r>
            <a:r>
              <a:rPr lang="en-US" altLang="ja-JP" noProof="0"/>
              <a:t>4 </a:t>
            </a:r>
            <a:r>
              <a:rPr lang="ja-JP" altLang="en-US" noProof="0"/>
              <a:t>レベル</a:t>
            </a:r>
          </a:p>
          <a:p>
            <a:pPr lvl="4"/>
            <a:r>
              <a:rPr lang="ja-JP" altLang="en-US" noProof="0"/>
              <a:t>第 </a:t>
            </a:r>
            <a:r>
              <a:rPr lang="en-US" altLang="ja-JP" noProof="0"/>
              <a:t>5 </a:t>
            </a:r>
            <a:r>
              <a:rPr lang="ja-JP" altLang="en-US" noProof="0"/>
              <a:t>レベル</a:t>
            </a:r>
          </a:p>
        </p:txBody>
      </p:sp>
      <p:sp>
        <p:nvSpPr>
          <p:cNvPr id="46086" name="Rectangle 6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4" y="9440372"/>
            <a:ext cx="2950375" cy="49736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2200" tIns="46102" rIns="92200" bIns="46102" numCol="1" anchor="b" anchorCtr="0" compatLnSpc="1">
            <a:prstTxWarp prst="textNoShape">
              <a:avLst/>
            </a:prstTxWarp>
          </a:bodyPr>
          <a:lstStyle>
            <a:lvl1pPr>
              <a:defRPr sz="1200">
                <a:latin typeface="Arial" charset="0"/>
              </a:defRPr>
            </a:lvl1pPr>
          </a:lstStyle>
          <a:p>
            <a:pPr>
              <a:defRPr/>
            </a:pPr>
            <a:endParaRPr lang="en-US" altLang="ja-JP"/>
          </a:p>
        </p:txBody>
      </p:sp>
      <p:sp>
        <p:nvSpPr>
          <p:cNvPr id="46087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3855221" y="9440372"/>
            <a:ext cx="2950374" cy="49736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2200" tIns="46102" rIns="92200" bIns="46102" numCol="1" anchor="b" anchorCtr="0" compatLnSpc="1">
            <a:prstTxWarp prst="textNoShape">
              <a:avLst/>
            </a:prstTxWarp>
          </a:bodyPr>
          <a:lstStyle>
            <a:lvl1pPr algn="r">
              <a:defRPr sz="1200">
                <a:latin typeface="Arial" charset="0"/>
              </a:defRPr>
            </a:lvl1pPr>
          </a:lstStyle>
          <a:p>
            <a:pPr>
              <a:defRPr/>
            </a:pPr>
            <a:fld id="{23C30D30-6E87-4095-9B34-CED26FF332F8}" type="slidenum">
              <a:rPr lang="en-US" altLang="ja-JP"/>
              <a:pPr>
                <a:defRPr/>
              </a:pPr>
              <a:t>‹#›</a:t>
            </a:fld>
            <a:endParaRPr lang="en-US" altLang="ja-JP"/>
          </a:p>
        </p:txBody>
      </p:sp>
    </p:spTree>
    <p:extLst>
      <p:ext uri="{BB962C8B-B14F-4D97-AF65-F5344CB8AC3E}">
        <p14:creationId xmlns:p14="http://schemas.microsoft.com/office/powerpoint/2010/main" val="2173171671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rtl="0" eaLnBrk="0" fontAlgn="base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Arial" charset="0"/>
        <a:ea typeface="ＭＳ Ｐ明朝" charset="-128"/>
        <a:cs typeface="+mn-cs"/>
      </a:defRPr>
    </a:lvl1pPr>
    <a:lvl2pPr marL="457200" algn="l" rtl="0" eaLnBrk="0" fontAlgn="base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Arial" charset="0"/>
        <a:ea typeface="ＭＳ Ｐ明朝" charset="-128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Arial" charset="0"/>
        <a:ea typeface="ＭＳ Ｐ明朝" charset="-128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Arial" charset="0"/>
        <a:ea typeface="ＭＳ Ｐ明朝" charset="-128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Arial" charset="0"/>
        <a:ea typeface="ＭＳ Ｐ明朝" charset="-128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3" Type="http://schemas.openxmlformats.org/officeDocument/2006/relationships/image" Target="../media/image3.svg"/><Relationship Id="rId7" Type="http://schemas.openxmlformats.org/officeDocument/2006/relationships/image" Target="../media/image7.sv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6.png"/><Relationship Id="rId5" Type="http://schemas.openxmlformats.org/officeDocument/2006/relationships/image" Target="../media/image5.svg"/><Relationship Id="rId4" Type="http://schemas.openxmlformats.org/officeDocument/2006/relationships/image" Target="../media/image4.png"/><Relationship Id="rId9" Type="http://schemas.openxmlformats.org/officeDocument/2006/relationships/image" Target="../media/image9.svg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svg"/><Relationship Id="rId2" Type="http://schemas.openxmlformats.org/officeDocument/2006/relationships/image" Target="../media/image10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13.svg"/><Relationship Id="rId4" Type="http://schemas.openxmlformats.org/officeDocument/2006/relationships/image" Target="../media/image12.png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svg"/><Relationship Id="rId2" Type="http://schemas.openxmlformats.org/officeDocument/2006/relationships/image" Target="../media/image10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.bin"/><Relationship Id="rId2" Type="http://schemas.openxmlformats.org/officeDocument/2006/relationships/slideMaster" Target="../slideMasters/slideMaster2.xml"/><Relationship Id="rId1" Type="http://schemas.openxmlformats.org/officeDocument/2006/relationships/tags" Target="../tags/tag1.xml"/><Relationship Id="rId4" Type="http://schemas.openxmlformats.org/officeDocument/2006/relationships/image" Target="../media/image14.emf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.bin"/><Relationship Id="rId2" Type="http://schemas.openxmlformats.org/officeDocument/2006/relationships/slideMaster" Target="../slideMasters/slideMaster2.xml"/><Relationship Id="rId1" Type="http://schemas.openxmlformats.org/officeDocument/2006/relationships/tags" Target="../tags/tag2.xml"/><Relationship Id="rId4" Type="http://schemas.openxmlformats.org/officeDocument/2006/relationships/image" Target="../media/image14.emf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.bin"/><Relationship Id="rId2" Type="http://schemas.openxmlformats.org/officeDocument/2006/relationships/slideMaster" Target="../slideMasters/slideMaster2.xml"/><Relationship Id="rId1" Type="http://schemas.openxmlformats.org/officeDocument/2006/relationships/tags" Target="../tags/tag3.xml"/><Relationship Id="rId4" Type="http://schemas.openxmlformats.org/officeDocument/2006/relationships/image" Target="../media/image14.emf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.bin"/><Relationship Id="rId2" Type="http://schemas.openxmlformats.org/officeDocument/2006/relationships/slideMaster" Target="../slideMasters/slideMaster2.xml"/><Relationship Id="rId1" Type="http://schemas.openxmlformats.org/officeDocument/2006/relationships/tags" Target="../tags/tag4.xml"/><Relationship Id="rId4" Type="http://schemas.openxmlformats.org/officeDocument/2006/relationships/image" Target="../media/image14.emf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.bin"/><Relationship Id="rId2" Type="http://schemas.openxmlformats.org/officeDocument/2006/relationships/slideMaster" Target="../slideMasters/slideMaster2.xml"/><Relationship Id="rId1" Type="http://schemas.openxmlformats.org/officeDocument/2006/relationships/tags" Target="../tags/tag5.xml"/><Relationship Id="rId4" Type="http://schemas.openxmlformats.org/officeDocument/2006/relationships/image" Target="../media/image14.emf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8.jpg"/><Relationship Id="rId1" Type="http://schemas.openxmlformats.org/officeDocument/2006/relationships/slideMaster" Target="../slideMasters/slideMaster3.xml"/><Relationship Id="rId5" Type="http://schemas.openxmlformats.org/officeDocument/2006/relationships/image" Target="../media/image17.png"/><Relationship Id="rId4" Type="http://schemas.openxmlformats.org/officeDocument/2006/relationships/image" Target="../media/image19.png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20.jpg"/><Relationship Id="rId1" Type="http://schemas.openxmlformats.org/officeDocument/2006/relationships/slideMaster" Target="../slideMasters/slideMaster3.xml"/><Relationship Id="rId4" Type="http://schemas.openxmlformats.org/officeDocument/2006/relationships/image" Target="../media/image21.png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22.jpg"/><Relationship Id="rId1" Type="http://schemas.openxmlformats.org/officeDocument/2006/relationships/slideMaster" Target="../slideMasters/slideMaster3.xml"/><Relationship Id="rId4" Type="http://schemas.openxmlformats.org/officeDocument/2006/relationships/image" Target="../media/image19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>
          <a:xfrm>
            <a:off x="2677212" y="4406903"/>
            <a:ext cx="8649071" cy="1362075"/>
          </a:xfrm>
        </p:spPr>
        <p:txBody>
          <a:bodyPr anchor="t"/>
          <a:lstStyle>
            <a:lvl1pPr algn="l">
              <a:defRPr sz="3000" b="1" cap="all">
                <a:latin typeface="源ノ角ゴシック JP" panose="020B0500000000000000" pitchFamily="34" charset="-128"/>
                <a:ea typeface="源ノ角ゴシック JP" panose="020B0500000000000000" pitchFamily="34" charset="-128"/>
              </a:defRPr>
            </a:lvl1pPr>
          </a:lstStyle>
          <a:p>
            <a:r>
              <a:rPr lang="ja-JP" altLang="en-US" dirty="0"/>
              <a:t>マスター タイトルの書式設定</a:t>
            </a:r>
          </a:p>
        </p:txBody>
      </p:sp>
      <p:sp>
        <p:nvSpPr>
          <p:cNvPr id="3" name="テキスト プレースホルダ 2"/>
          <p:cNvSpPr>
            <a:spLocks noGrp="1"/>
          </p:cNvSpPr>
          <p:nvPr>
            <p:ph type="body" idx="1"/>
          </p:nvPr>
        </p:nvSpPr>
        <p:spPr>
          <a:xfrm>
            <a:off x="2677212" y="2906713"/>
            <a:ext cx="8649071" cy="1500187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/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ja-JP" altLang="en-US" dirty="0"/>
              <a:t>マスター テキストの書式設定</a:t>
            </a:r>
          </a:p>
        </p:txBody>
      </p:sp>
      <p:sp>
        <p:nvSpPr>
          <p:cNvPr id="5" name="スライド番号プレースホルダ 5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latin typeface="源ノ角ゴシック JP" panose="020B0500000000000000" pitchFamily="34" charset="-128"/>
                <a:ea typeface="源ノ角ゴシック JP" panose="020B0500000000000000" pitchFamily="34" charset="-128"/>
              </a:defRPr>
            </a:lvl1pPr>
          </a:lstStyle>
          <a:p>
            <a:pPr>
              <a:defRPr/>
            </a:pPr>
            <a:fld id="{53A81666-E530-49EF-906E-39D0DAC71AD5}" type="slidenum">
              <a:rPr lang="ja-JP" altLang="en-US" smtClean="0"/>
              <a:pPr>
                <a:defRPr/>
              </a:pPr>
              <a:t>‹#›</a:t>
            </a:fld>
            <a:endParaRPr lang="en-US" altLang="ja-JP"/>
          </a:p>
        </p:txBody>
      </p:sp>
      <p:sp>
        <p:nvSpPr>
          <p:cNvPr id="15" name="正方形/長方形 14">
            <a:extLst>
              <a:ext uri="{FF2B5EF4-FFF2-40B4-BE49-F238E27FC236}">
                <a16:creationId xmlns:a16="http://schemas.microsoft.com/office/drawing/2014/main" id="{17FEA90F-998A-0F08-7321-9145F81548DC}"/>
              </a:ext>
            </a:extLst>
          </p:cNvPr>
          <p:cNvSpPr/>
          <p:nvPr userDrawn="1"/>
        </p:nvSpPr>
        <p:spPr>
          <a:xfrm>
            <a:off x="59675" y="5542961"/>
            <a:ext cx="1915566" cy="540182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en-US" altLang="ja-JP" sz="1050" b="1" baseline="0" dirty="0">
                <a:solidFill>
                  <a:srgbClr val="F56D4D"/>
                </a:solidFill>
                <a:effectLst/>
                <a:latin typeface="Brooklyn Heavy" panose="00000A00000000000000" pitchFamily="50" charset="0"/>
                <a:ea typeface="ＭＳ Ｐゴシック" panose="020B0600070205080204" pitchFamily="50" charset="-128"/>
              </a:rPr>
              <a:t>USMH 2023</a:t>
            </a:r>
          </a:p>
          <a:p>
            <a:pPr algn="r"/>
            <a:r>
              <a:rPr kumimoji="1" lang="en-US" altLang="ja-JP" sz="2000" b="1" baseline="0" dirty="0">
                <a:solidFill>
                  <a:srgbClr val="F56D4D"/>
                </a:solidFill>
                <a:effectLst/>
                <a:latin typeface="Brooklyn Heavy" panose="00000A00000000000000" pitchFamily="50" charset="0"/>
                <a:ea typeface="ＭＳ Ｐゴシック" panose="020B0600070205080204" pitchFamily="50" charset="-128"/>
              </a:rPr>
              <a:t>POLYGON</a:t>
            </a:r>
          </a:p>
        </p:txBody>
      </p:sp>
      <p:pic>
        <p:nvPicPr>
          <p:cNvPr id="27" name="グラフィックス 26">
            <a:extLst>
              <a:ext uri="{FF2B5EF4-FFF2-40B4-BE49-F238E27FC236}">
                <a16:creationId xmlns:a16="http://schemas.microsoft.com/office/drawing/2014/main" id="{B072A31F-098A-46C0-4631-D85C75B71A0C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78625" y="3176835"/>
            <a:ext cx="2035117" cy="2328421"/>
          </a:xfrm>
          <a:prstGeom prst="rect">
            <a:avLst/>
          </a:prstGeom>
        </p:spPr>
      </p:pic>
      <p:pic>
        <p:nvPicPr>
          <p:cNvPr id="31" name="グラフィックス 30">
            <a:extLst>
              <a:ext uri="{FF2B5EF4-FFF2-40B4-BE49-F238E27FC236}">
                <a16:creationId xmlns:a16="http://schemas.microsoft.com/office/drawing/2014/main" id="{B0737C59-F66F-77A9-C173-6ABA717B22AA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931105" y="5524112"/>
            <a:ext cx="426460" cy="540182"/>
          </a:xfrm>
          <a:prstGeom prst="rect">
            <a:avLst/>
          </a:prstGeom>
        </p:spPr>
      </p:pic>
      <p:pic>
        <p:nvPicPr>
          <p:cNvPr id="29" name="グラフィックス 28">
            <a:extLst>
              <a:ext uri="{FF2B5EF4-FFF2-40B4-BE49-F238E27FC236}">
                <a16:creationId xmlns:a16="http://schemas.microsoft.com/office/drawing/2014/main" id="{677A0C48-9B36-FB40-0FD0-8965C6BC0CE1}"/>
              </a:ext>
            </a:extLst>
          </p:cNvPr>
          <p:cNvPicPr>
            <a:picLocks noChangeAspect="1"/>
          </p:cNvPicPr>
          <p:nvPr userDrawn="1"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1932067" y="5524111"/>
            <a:ext cx="426460" cy="540183"/>
          </a:xfrm>
          <a:prstGeom prst="rect">
            <a:avLst/>
          </a:prstGeom>
        </p:spPr>
      </p:pic>
      <p:pic>
        <p:nvPicPr>
          <p:cNvPr id="32" name="グラフィックス 31">
            <a:extLst>
              <a:ext uri="{FF2B5EF4-FFF2-40B4-BE49-F238E27FC236}">
                <a16:creationId xmlns:a16="http://schemas.microsoft.com/office/drawing/2014/main" id="{F4AE13D3-E1FA-F5DD-FBB9-B0978BB2EF8A}"/>
              </a:ext>
            </a:extLst>
          </p:cNvPr>
          <p:cNvPicPr>
            <a:picLocks noChangeAspect="1"/>
          </p:cNvPicPr>
          <p:nvPr userDrawn="1"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278625" y="3044858"/>
            <a:ext cx="482589" cy="4922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54093965"/>
      </p:ext>
    </p:extLst>
  </p:cSld>
  <p:clrMapOvr>
    <a:masterClrMapping/>
  </p:clrMapOvr>
  <p:hf hd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>
          <a:xfrm>
            <a:off x="1" y="0"/>
            <a:ext cx="10474364" cy="582612"/>
          </a:xfrm>
        </p:spPr>
        <p:txBody>
          <a:bodyPr/>
          <a:lstStyle>
            <a:lvl1pPr>
              <a:defRPr sz="2400">
                <a:latin typeface="源ノ角ゴシック JP" panose="020B0500000000000000" pitchFamily="34" charset="-128"/>
                <a:ea typeface="源ノ角ゴシック JP" panose="020B0500000000000000" pitchFamily="34" charset="-128"/>
              </a:defRPr>
            </a:lvl1pPr>
          </a:lstStyle>
          <a:p>
            <a:r>
              <a:rPr lang="ja-JP" altLang="en-US" dirty="0"/>
              <a:t>マスター タイトルの書式設定</a:t>
            </a:r>
          </a:p>
        </p:txBody>
      </p:sp>
      <p:sp>
        <p:nvSpPr>
          <p:cNvPr id="5" name="スライド番号プレースホルダ 5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53A81666-E530-49EF-906E-39D0DAC71AD5}" type="slidenum">
              <a:rPr lang="ja-JP" altLang="en-US" smtClean="0"/>
              <a:pPr>
                <a:defRPr/>
              </a:pPr>
              <a:t>‹#›</a:t>
            </a:fld>
            <a:endParaRPr lang="en-US" altLang="ja-JP"/>
          </a:p>
        </p:txBody>
      </p:sp>
      <p:sp>
        <p:nvSpPr>
          <p:cNvPr id="7" name="コンテンツ プレースホルダー 38">
            <a:extLst>
              <a:ext uri="{FF2B5EF4-FFF2-40B4-BE49-F238E27FC236}">
                <a16:creationId xmlns:a16="http://schemas.microsoft.com/office/drawing/2014/main" id="{510931C9-AFB9-4108-9E8F-A9AE55DA204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9943" y="655764"/>
            <a:ext cx="10972800" cy="624346"/>
          </a:xfrm>
        </p:spPr>
        <p:txBody>
          <a:bodyPr/>
          <a:lstStyle>
            <a:lvl1pPr marL="0" indent="0">
              <a:buNone/>
              <a:defRPr>
                <a:latin typeface="源ノ角ゴシック JP" panose="020B0500000000000000" pitchFamily="34" charset="-128"/>
                <a:ea typeface="源ノ角ゴシック JP" panose="020B0500000000000000" pitchFamily="34" charset="-128"/>
              </a:defRPr>
            </a:lvl1pPr>
          </a:lstStyle>
          <a:p>
            <a:pPr marL="0" indent="0">
              <a:buNone/>
            </a:pPr>
            <a:endParaRPr kumimoji="1" lang="ja-JP" altLang="en-US" sz="1800"/>
          </a:p>
        </p:txBody>
      </p:sp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D112AF2E-F9E2-73C1-4779-6F880CA7DA7E}"/>
              </a:ext>
            </a:extLst>
          </p:cNvPr>
          <p:cNvSpPr/>
          <p:nvPr userDrawn="1"/>
        </p:nvSpPr>
        <p:spPr>
          <a:xfrm>
            <a:off x="6829679" y="6616393"/>
            <a:ext cx="3610466" cy="248945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kumimoji="1" lang="en-US" altLang="ja-JP" sz="1400" b="0" baseline="0" dirty="0">
                <a:solidFill>
                  <a:schemeClr val="bg1"/>
                </a:solidFill>
                <a:effectLst/>
                <a:latin typeface="Brooklyn Normal" panose="00000500000000000000" pitchFamily="50" charset="0"/>
                <a:ea typeface="ＭＳ Ｐゴシック" panose="020B0600070205080204" pitchFamily="50" charset="-128"/>
              </a:rPr>
              <a:t>PROGRAM POLYGON</a:t>
            </a:r>
          </a:p>
        </p:txBody>
      </p:sp>
      <p:pic>
        <p:nvPicPr>
          <p:cNvPr id="8" name="グラフィックス 7">
            <a:extLst>
              <a:ext uri="{FF2B5EF4-FFF2-40B4-BE49-F238E27FC236}">
                <a16:creationId xmlns:a16="http://schemas.microsoft.com/office/drawing/2014/main" id="{FC9D32F5-3311-13EE-1E26-CC98CD202EC1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711970" y="6650865"/>
            <a:ext cx="157384" cy="180000"/>
          </a:xfrm>
          <a:prstGeom prst="rect">
            <a:avLst/>
          </a:prstGeom>
        </p:spPr>
      </p:pic>
      <p:pic>
        <p:nvPicPr>
          <p:cNvPr id="10" name="グラフィックス 9">
            <a:extLst>
              <a:ext uri="{FF2B5EF4-FFF2-40B4-BE49-F238E27FC236}">
                <a16:creationId xmlns:a16="http://schemas.microsoft.com/office/drawing/2014/main" id="{87863D1E-A9D5-348F-5070-FEE86BAD7931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7381400" y="6650865"/>
            <a:ext cx="176455" cy="18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12397433"/>
      </p:ext>
    </p:extLst>
  </p:cSld>
  <p:clrMapOvr>
    <a:masterClrMapping/>
  </p:clrMapOvr>
  <p:hf hd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latin typeface="源ノ角ゴシック JP" panose="020B0500000000000000" pitchFamily="34" charset="-128"/>
                <a:ea typeface="源ノ角ゴシック JP" panose="020B0500000000000000" pitchFamily="34" charset="-128"/>
              </a:defRPr>
            </a:lvl1pPr>
          </a:lstStyle>
          <a:p>
            <a:r>
              <a:rPr lang="ja-JP" altLang="en-US"/>
              <a:t>マスター タイトルの書式設定</a:t>
            </a:r>
          </a:p>
        </p:txBody>
      </p:sp>
      <p:sp>
        <p:nvSpPr>
          <p:cNvPr id="3" name="コンテンツ プレースホルダ 2"/>
          <p:cNvSpPr>
            <a:spLocks noGrp="1"/>
          </p:cNvSpPr>
          <p:nvPr>
            <p:ph sz="half" idx="1"/>
          </p:nvPr>
        </p:nvSpPr>
        <p:spPr>
          <a:xfrm>
            <a:off x="609600" y="1217144"/>
            <a:ext cx="5384800" cy="5196015"/>
          </a:xfrm>
        </p:spPr>
        <p:txBody>
          <a:bodyPr/>
          <a:lstStyle>
            <a:lvl1pPr>
              <a:defRPr sz="1500">
                <a:latin typeface="源ノ角ゴシック JP" panose="020B0500000000000000" pitchFamily="34" charset="-128"/>
                <a:ea typeface="源ノ角ゴシック JP" panose="020B0500000000000000" pitchFamily="34" charset="-128"/>
              </a:defRPr>
            </a:lvl1pPr>
            <a:lvl2pPr>
              <a:defRPr sz="1500">
                <a:latin typeface="源ノ角ゴシック JP" panose="020B0500000000000000" pitchFamily="34" charset="-128"/>
                <a:ea typeface="源ノ角ゴシック JP" panose="020B0500000000000000" pitchFamily="34" charset="-128"/>
              </a:defRPr>
            </a:lvl2pPr>
            <a:lvl3pPr>
              <a:defRPr sz="1500">
                <a:latin typeface="源ノ角ゴシック JP" panose="020B0500000000000000" pitchFamily="34" charset="-128"/>
                <a:ea typeface="源ノ角ゴシック JP" panose="020B0500000000000000" pitchFamily="34" charset="-128"/>
              </a:defRPr>
            </a:lvl3pPr>
            <a:lvl4pPr>
              <a:defRPr sz="1500">
                <a:latin typeface="源ノ角ゴシック JP" panose="020B0500000000000000" pitchFamily="34" charset="-128"/>
                <a:ea typeface="源ノ角ゴシック JP" panose="020B0500000000000000" pitchFamily="34" charset="-128"/>
              </a:defRPr>
            </a:lvl4pPr>
            <a:lvl5pPr>
              <a:defRPr sz="1500">
                <a:latin typeface="源ノ角ゴシック JP" panose="020B0500000000000000" pitchFamily="34" charset="-128"/>
                <a:ea typeface="源ノ角ゴシック JP" panose="020B0500000000000000" pitchFamily="34" charset="-128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</a:p>
        </p:txBody>
      </p:sp>
      <p:sp>
        <p:nvSpPr>
          <p:cNvPr id="4" name="コンテンツ プレースホルダ 3"/>
          <p:cNvSpPr>
            <a:spLocks noGrp="1"/>
          </p:cNvSpPr>
          <p:nvPr>
            <p:ph sz="half" idx="2"/>
          </p:nvPr>
        </p:nvSpPr>
        <p:spPr>
          <a:xfrm>
            <a:off x="6197600" y="1217144"/>
            <a:ext cx="5384800" cy="5196015"/>
          </a:xfrm>
        </p:spPr>
        <p:txBody>
          <a:bodyPr/>
          <a:lstStyle>
            <a:lvl1pPr>
              <a:defRPr sz="1500">
                <a:latin typeface="源ノ角ゴシック JP" panose="020B0500000000000000" pitchFamily="34" charset="-128"/>
                <a:ea typeface="源ノ角ゴシック JP" panose="020B0500000000000000" pitchFamily="34" charset="-128"/>
              </a:defRPr>
            </a:lvl1pPr>
            <a:lvl2pPr>
              <a:defRPr sz="1500">
                <a:latin typeface="源ノ角ゴシック JP" panose="020B0500000000000000" pitchFamily="34" charset="-128"/>
                <a:ea typeface="源ノ角ゴシック JP" panose="020B0500000000000000" pitchFamily="34" charset="-128"/>
              </a:defRPr>
            </a:lvl2pPr>
            <a:lvl3pPr>
              <a:defRPr sz="1500">
                <a:latin typeface="源ノ角ゴシック JP" panose="020B0500000000000000" pitchFamily="34" charset="-128"/>
                <a:ea typeface="源ノ角ゴシック JP" panose="020B0500000000000000" pitchFamily="34" charset="-128"/>
              </a:defRPr>
            </a:lvl3pPr>
            <a:lvl4pPr>
              <a:defRPr sz="1500">
                <a:latin typeface="源ノ角ゴシック JP" panose="020B0500000000000000" pitchFamily="34" charset="-128"/>
                <a:ea typeface="源ノ角ゴシック JP" panose="020B0500000000000000" pitchFamily="34" charset="-128"/>
              </a:defRPr>
            </a:lvl4pPr>
            <a:lvl5pPr>
              <a:defRPr sz="1500">
                <a:latin typeface="源ノ角ゴシック JP" panose="020B0500000000000000" pitchFamily="34" charset="-128"/>
                <a:ea typeface="源ノ角ゴシック JP" panose="020B0500000000000000" pitchFamily="34" charset="-128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</a:p>
        </p:txBody>
      </p:sp>
      <p:sp>
        <p:nvSpPr>
          <p:cNvPr id="5" name="日付プレースホルダ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 algn="l">
              <a:defRPr>
                <a:latin typeface="源ノ角ゴシック JP" panose="020B0500000000000000" pitchFamily="34" charset="-128"/>
                <a:ea typeface="源ノ角ゴシック JP" panose="020B0500000000000000" pitchFamily="34" charset="-128"/>
              </a:defRPr>
            </a:lvl1pPr>
          </a:lstStyle>
          <a:p>
            <a:pPr>
              <a:defRPr/>
            </a:pPr>
            <a:endParaRPr lang="ja-JP" altLang="en-US" dirty="0"/>
          </a:p>
        </p:txBody>
      </p:sp>
      <p:sp>
        <p:nvSpPr>
          <p:cNvPr id="6" name="スライド番号プレースホルダ 5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latin typeface="源ノ角ゴシック JP" panose="020B0500000000000000" pitchFamily="34" charset="-128"/>
                <a:ea typeface="源ノ角ゴシック JP" panose="020B0500000000000000" pitchFamily="34" charset="-128"/>
              </a:defRPr>
            </a:lvl1pPr>
          </a:lstStyle>
          <a:p>
            <a:pPr>
              <a:defRPr/>
            </a:pPr>
            <a:fld id="{53A81666-E530-49EF-906E-39D0DAC71AD5}" type="slidenum">
              <a:rPr lang="ja-JP" altLang="en-US" smtClean="0"/>
              <a:pPr>
                <a:defRPr/>
              </a:pPr>
              <a:t>‹#›</a:t>
            </a:fld>
            <a:endParaRPr lang="en-US" altLang="ja-JP"/>
          </a:p>
        </p:txBody>
      </p:sp>
      <p:sp>
        <p:nvSpPr>
          <p:cNvPr id="8" name="正方形/長方形 7">
            <a:extLst>
              <a:ext uri="{FF2B5EF4-FFF2-40B4-BE49-F238E27FC236}">
                <a16:creationId xmlns:a16="http://schemas.microsoft.com/office/drawing/2014/main" id="{649FCD72-6D1A-21CD-588A-D1D3B99AA279}"/>
              </a:ext>
            </a:extLst>
          </p:cNvPr>
          <p:cNvSpPr/>
          <p:nvPr userDrawn="1"/>
        </p:nvSpPr>
        <p:spPr>
          <a:xfrm>
            <a:off x="6835343" y="6616393"/>
            <a:ext cx="3610466" cy="248945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kumimoji="1" lang="en-US" altLang="ja-JP" sz="1400" b="0" baseline="0" dirty="0">
                <a:solidFill>
                  <a:schemeClr val="bg1"/>
                </a:solidFill>
                <a:effectLst/>
                <a:latin typeface="Brooklyn Normal" panose="00000500000000000000" pitchFamily="50" charset="0"/>
                <a:ea typeface="ＭＳ Ｐゴシック" panose="020B0600070205080204" pitchFamily="50" charset="-128"/>
              </a:rPr>
              <a:t>PROGRAM POLYGON</a:t>
            </a:r>
          </a:p>
        </p:txBody>
      </p:sp>
      <p:pic>
        <p:nvPicPr>
          <p:cNvPr id="9" name="グラフィックス 8">
            <a:extLst>
              <a:ext uri="{FF2B5EF4-FFF2-40B4-BE49-F238E27FC236}">
                <a16:creationId xmlns:a16="http://schemas.microsoft.com/office/drawing/2014/main" id="{F1208D1D-4492-7B3D-5BE0-B5768BF203D3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738679" y="6649985"/>
            <a:ext cx="158924" cy="181761"/>
          </a:xfrm>
          <a:prstGeom prst="rect">
            <a:avLst/>
          </a:prstGeom>
        </p:spPr>
      </p:pic>
      <p:pic>
        <p:nvPicPr>
          <p:cNvPr id="10" name="グラフィックス 9">
            <a:extLst>
              <a:ext uri="{FF2B5EF4-FFF2-40B4-BE49-F238E27FC236}">
                <a16:creationId xmlns:a16="http://schemas.microsoft.com/office/drawing/2014/main" id="{ED5007C3-39D3-F4D1-9F05-3865F6E423D5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383549" y="6649985"/>
            <a:ext cx="158924" cy="1817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48596259"/>
      </p:ext>
    </p:extLst>
  </p:cSld>
  <p:clrMapOvr>
    <a:masterClrMapping/>
  </p:clrMapOvr>
  <p:hf hd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>
          <a:xfrm>
            <a:off x="963084" y="4406903"/>
            <a:ext cx="10363200" cy="1362075"/>
          </a:xfrm>
        </p:spPr>
        <p:txBody>
          <a:bodyPr anchor="t"/>
          <a:lstStyle>
            <a:lvl1pPr algn="l">
              <a:defRPr sz="3000" b="1" cap="all">
                <a:latin typeface="源ノ角ゴシック JP" panose="020B0500000000000000" pitchFamily="34" charset="-128"/>
                <a:ea typeface="源ノ角ゴシック JP" panose="020B0500000000000000" pitchFamily="34" charset="-128"/>
              </a:defRPr>
            </a:lvl1pPr>
          </a:lstStyle>
          <a:p>
            <a:r>
              <a:rPr lang="ja-JP" altLang="en-US" dirty="0"/>
              <a:t>マスター タイトルの書式設定</a:t>
            </a:r>
          </a:p>
        </p:txBody>
      </p:sp>
      <p:sp>
        <p:nvSpPr>
          <p:cNvPr id="3" name="テキスト プレースホルダ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/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ja-JP" altLang="en-US" dirty="0"/>
              <a:t>マスター テキストの書式設定</a:t>
            </a:r>
          </a:p>
        </p:txBody>
      </p:sp>
      <p:sp>
        <p:nvSpPr>
          <p:cNvPr id="5" name="スライド番号プレースホルダ 5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latin typeface="源ノ角ゴシック JP" panose="020B0500000000000000" pitchFamily="34" charset="-128"/>
                <a:ea typeface="源ノ角ゴシック JP" panose="020B0500000000000000" pitchFamily="34" charset="-128"/>
              </a:defRPr>
            </a:lvl1pPr>
          </a:lstStyle>
          <a:p>
            <a:pPr>
              <a:defRPr/>
            </a:pPr>
            <a:fld id="{53A81666-E530-49EF-906E-39D0DAC71AD5}" type="slidenum">
              <a:rPr lang="ja-JP" altLang="en-US" smtClean="0"/>
              <a:pPr>
                <a:defRPr/>
              </a:pPr>
              <a:t>‹#›</a:t>
            </a:fld>
            <a:endParaRPr lang="en-US" altLang="ja-JP"/>
          </a:p>
        </p:txBody>
      </p:sp>
    </p:spTree>
    <p:extLst>
      <p:ext uri="{BB962C8B-B14F-4D97-AF65-F5344CB8AC3E}">
        <p14:creationId xmlns:p14="http://schemas.microsoft.com/office/powerpoint/2010/main" val="1861117135"/>
      </p:ext>
    </p:extLst>
  </p:cSld>
  <p:clrMapOvr>
    <a:masterClrMapping/>
  </p:clrMapOvr>
  <p:hf hd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>
          <a:xfrm>
            <a:off x="1" y="0"/>
            <a:ext cx="10474364" cy="582612"/>
          </a:xfrm>
        </p:spPr>
        <p:txBody>
          <a:bodyPr/>
          <a:lstStyle>
            <a:lvl1pPr>
              <a:defRPr sz="2000">
                <a:latin typeface="源ノ角ゴシック JP" panose="020B0500000000000000" pitchFamily="34" charset="-128"/>
                <a:ea typeface="源ノ角ゴシック JP" panose="020B0500000000000000" pitchFamily="34" charset="-128"/>
              </a:defRPr>
            </a:lvl1pPr>
          </a:lstStyle>
          <a:p>
            <a:r>
              <a:rPr lang="ja-JP" altLang="en-US" dirty="0"/>
              <a:t>マスター タイトルの書式設定</a:t>
            </a:r>
          </a:p>
        </p:txBody>
      </p:sp>
      <p:sp>
        <p:nvSpPr>
          <p:cNvPr id="5" name="スライド番号プレースホルダ 5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53A81666-E530-49EF-906E-39D0DAC71AD5}" type="slidenum">
              <a:rPr lang="ja-JP" altLang="en-US" smtClean="0"/>
              <a:pPr>
                <a:defRPr/>
              </a:pPr>
              <a:t>‹#›</a:t>
            </a:fld>
            <a:endParaRPr lang="en-US" altLang="ja-JP"/>
          </a:p>
        </p:txBody>
      </p:sp>
      <p:sp>
        <p:nvSpPr>
          <p:cNvPr id="7" name="コンテンツ プレースホルダー 38">
            <a:extLst>
              <a:ext uri="{FF2B5EF4-FFF2-40B4-BE49-F238E27FC236}">
                <a16:creationId xmlns:a16="http://schemas.microsoft.com/office/drawing/2014/main" id="{510931C9-AFB9-4108-9E8F-A9AE55DA204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9943" y="693472"/>
            <a:ext cx="10972800" cy="624346"/>
          </a:xfrm>
        </p:spPr>
        <p:txBody>
          <a:bodyPr/>
          <a:lstStyle>
            <a:lvl1pPr marL="0" indent="0">
              <a:buNone/>
              <a:defRPr sz="1600">
                <a:latin typeface="源ノ角ゴシック JP" panose="020B0500000000000000" pitchFamily="34" charset="-128"/>
                <a:ea typeface="源ノ角ゴシック JP" panose="020B0500000000000000" pitchFamily="34" charset="-128"/>
              </a:defRPr>
            </a:lvl1pPr>
          </a:lstStyle>
          <a:p>
            <a:pPr marL="0" indent="0">
              <a:buNone/>
            </a:pPr>
            <a:endParaRPr kumimoji="1" lang="ja-JP" altLang="en-US" sz="1800" dirty="0"/>
          </a:p>
        </p:txBody>
      </p:sp>
    </p:spTree>
    <p:extLst>
      <p:ext uri="{BB962C8B-B14F-4D97-AF65-F5344CB8AC3E}">
        <p14:creationId xmlns:p14="http://schemas.microsoft.com/office/powerpoint/2010/main" val="2736890977"/>
      </p:ext>
    </p:extLst>
  </p:cSld>
  <p:clrMapOvr>
    <a:masterClrMapping/>
  </p:clrMapOvr>
  <p:hf hd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オブジェクト 1" hidden="1"/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857270578"/>
              </p:ext>
            </p:extLst>
          </p:nvPr>
        </p:nvGraphicFramePr>
        <p:xfrm>
          <a:off x="2118" y="1588"/>
          <a:ext cx="2117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スライド" r:id="rId3" imgW="622" imgH="623" progId="TCLayout.ActiveDocument.1">
                  <p:embed/>
                </p:oleObj>
              </mc:Choice>
              <mc:Fallback>
                <p:oleObj name="think-cell スライド" r:id="rId3" imgW="622" imgH="623" progId="TCLayout.ActiveDocument.1">
                  <p:embed/>
                  <p:pic>
                    <p:nvPicPr>
                      <p:cNvPr id="2" name="オブジェクト 1" hidden="1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2118" y="1588"/>
                        <a:ext cx="2117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" name="日付プレースホルダ 3"/>
          <p:cNvSpPr>
            <a:spLocks noGrp="1"/>
          </p:cNvSpPr>
          <p:nvPr>
            <p:ph type="dt" sz="half" idx="10"/>
          </p:nvPr>
        </p:nvSpPr>
        <p:spPr>
          <a:xfrm>
            <a:off x="147673" y="6589001"/>
            <a:ext cx="1390651" cy="214313"/>
          </a:xfrm>
          <a:prstGeom prst="rect">
            <a:avLst/>
          </a:prstGeom>
        </p:spPr>
        <p:txBody>
          <a:bodyPr/>
          <a:lstStyle>
            <a:lvl1pPr>
              <a:defRPr/>
            </a:lvl1pPr>
          </a:lstStyle>
          <a:p>
            <a:fld id="{944254B9-00F1-4532-9BC4-64728AE076DD}" type="datetime1">
              <a:rPr kumimoji="1" lang="ja-JP" altLang="en-US" smtClean="0"/>
              <a:t>2025/4/10</a:t>
            </a:fld>
            <a:endParaRPr kumimoji="1" lang="ja-JP" altLang="en-US"/>
          </a:p>
        </p:txBody>
      </p:sp>
      <p:sp>
        <p:nvSpPr>
          <p:cNvPr id="5" name="スライド番号プレースホルダ 5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/>
            </a:lvl1pPr>
          </a:lstStyle>
          <a:p>
            <a:fld id="{D799226B-7008-42F4-872A-5C534B237AC0}" type="slidenum">
              <a:rPr lang="ja-JP" altLang="en-US" smtClean="0"/>
              <a:pPr/>
              <a:t>‹#›</a:t>
            </a:fld>
            <a:endParaRPr lang="ja-JP" altLang="en-US" dirty="0"/>
          </a:p>
        </p:txBody>
      </p:sp>
      <p:sp>
        <p:nvSpPr>
          <p:cNvPr id="39" name="AutoShape 4"/>
          <p:cNvSpPr>
            <a:spLocks noChangeArrowheads="1"/>
          </p:cNvSpPr>
          <p:nvPr/>
        </p:nvSpPr>
        <p:spPr bwMode="gray">
          <a:xfrm>
            <a:off x="6060021" y="0"/>
            <a:ext cx="71967" cy="44450"/>
          </a:xfrm>
          <a:prstGeom prst="triangle">
            <a:avLst>
              <a:gd name="adj" fmla="val 50000"/>
            </a:avLst>
          </a:prstGeom>
          <a:solidFill>
            <a:srgbClr val="C0C0C0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 algn="ctr">
                <a:solidFill>
                  <a:srgbClr val="595959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53882" dir="2700000" algn="ctr" rotWithShape="0">
                    <a:schemeClr val="bg2">
                      <a:alpha val="50000"/>
                    </a:schemeClr>
                  </a:outerShdw>
                </a:effectLst>
              </a14:hiddenEffects>
            </a:ext>
          </a:extLst>
        </p:spPr>
        <p:txBody>
          <a:bodyPr lIns="68571" tIns="34286" rIns="68571" bIns="34286" anchor="ctr"/>
          <a:lstStyle>
            <a:lvl1pPr algn="l" defTabSz="912813" fontAlgn="base">
              <a:defRPr kumimoji="1"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algn="l" defTabSz="912813" fontAlgn="base">
              <a:defRPr kumimoji="1"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912813" algn="l" defTabSz="912813" fontAlgn="base">
              <a:defRPr kumimoji="1"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algn="l" defTabSz="912813" fontAlgn="base">
              <a:defRPr kumimoji="1"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algn="l" defTabSz="912813" fontAlgn="base">
              <a:defRPr kumimoji="1"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defTabSz="912813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defTabSz="912813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defTabSz="912813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defTabSz="912813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algn="ctr" fontAlgn="ctr">
              <a:defRPr/>
            </a:pPr>
            <a:endParaRPr lang="en-GB" altLang="ja-JP" sz="750">
              <a:latin typeface="ＭＳ Ｐゴシック" charset="-128"/>
              <a:cs typeface="Arial" charset="0"/>
            </a:endParaRPr>
          </a:p>
        </p:txBody>
      </p:sp>
      <p:sp>
        <p:nvSpPr>
          <p:cNvPr id="7" name="タイトル 6">
            <a:extLst>
              <a:ext uri="{FF2B5EF4-FFF2-40B4-BE49-F238E27FC236}">
                <a16:creationId xmlns:a16="http://schemas.microsoft.com/office/drawing/2014/main" id="{F8607C86-C0E8-4953-B5B4-0A4A84F132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645" y="131007"/>
            <a:ext cx="8987539" cy="441267"/>
          </a:xfrm>
          <a:prstGeom prst="rect">
            <a:avLst/>
          </a:prstGeom>
        </p:spPr>
        <p:txBody>
          <a:bodyPr/>
          <a:lstStyle>
            <a:lvl1pPr>
              <a:defRPr>
                <a:latin typeface="HG丸ｺﾞｼｯｸM-PRO" panose="020F0600000000000000" pitchFamily="50" charset="-128"/>
                <a:ea typeface="HG丸ｺﾞｼｯｸM-PRO" panose="020F0600000000000000" pitchFamily="50" charset="-128"/>
              </a:defRPr>
            </a:lvl1pPr>
          </a:lstStyle>
          <a:p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97498915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オブジェクト 1" hidden="1"/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857270578"/>
              </p:ext>
            </p:extLst>
          </p:nvPr>
        </p:nvGraphicFramePr>
        <p:xfrm>
          <a:off x="2118" y="1588"/>
          <a:ext cx="2117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スライド" r:id="rId3" imgW="622" imgH="623" progId="TCLayout.ActiveDocument.1">
                  <p:embed/>
                </p:oleObj>
              </mc:Choice>
              <mc:Fallback>
                <p:oleObj name="think-cell スライド" r:id="rId3" imgW="622" imgH="623" progId="TCLayout.ActiveDocument.1">
                  <p:embed/>
                  <p:pic>
                    <p:nvPicPr>
                      <p:cNvPr id="2" name="オブジェクト 1" hidden="1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2118" y="1588"/>
                        <a:ext cx="2117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" name="日付プレースホルダ 3"/>
          <p:cNvSpPr>
            <a:spLocks noGrp="1"/>
          </p:cNvSpPr>
          <p:nvPr>
            <p:ph type="dt" sz="half" idx="10"/>
          </p:nvPr>
        </p:nvSpPr>
        <p:spPr>
          <a:xfrm>
            <a:off x="147673" y="6589001"/>
            <a:ext cx="1390651" cy="214313"/>
          </a:xfrm>
          <a:prstGeom prst="rect">
            <a:avLst/>
          </a:prstGeom>
        </p:spPr>
        <p:txBody>
          <a:bodyPr/>
          <a:lstStyle>
            <a:lvl1pPr>
              <a:defRPr/>
            </a:lvl1pPr>
          </a:lstStyle>
          <a:p>
            <a:fld id="{944254B9-00F1-4532-9BC4-64728AE076DD}" type="datetime1">
              <a:rPr kumimoji="1" lang="ja-JP" altLang="en-US" smtClean="0"/>
              <a:t>2025/4/10</a:t>
            </a:fld>
            <a:endParaRPr kumimoji="1" lang="ja-JP" altLang="en-US"/>
          </a:p>
        </p:txBody>
      </p:sp>
      <p:sp>
        <p:nvSpPr>
          <p:cNvPr id="5" name="スライド番号プレースホルダ 5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/>
            </a:lvl1pPr>
          </a:lstStyle>
          <a:p>
            <a:fld id="{D799226B-7008-42F4-872A-5C534B237AC0}" type="slidenum">
              <a:rPr lang="ja-JP" altLang="en-US" smtClean="0"/>
              <a:pPr/>
              <a:t>‹#›</a:t>
            </a:fld>
            <a:endParaRPr lang="ja-JP" altLang="en-US" dirty="0"/>
          </a:p>
        </p:txBody>
      </p:sp>
      <p:sp>
        <p:nvSpPr>
          <p:cNvPr id="39" name="AutoShape 4"/>
          <p:cNvSpPr>
            <a:spLocks noChangeArrowheads="1"/>
          </p:cNvSpPr>
          <p:nvPr/>
        </p:nvSpPr>
        <p:spPr bwMode="gray">
          <a:xfrm>
            <a:off x="6060021" y="0"/>
            <a:ext cx="71967" cy="44450"/>
          </a:xfrm>
          <a:prstGeom prst="triangle">
            <a:avLst>
              <a:gd name="adj" fmla="val 50000"/>
            </a:avLst>
          </a:prstGeom>
          <a:solidFill>
            <a:srgbClr val="C0C0C0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 algn="ctr">
                <a:solidFill>
                  <a:srgbClr val="595959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53882" dir="2700000" algn="ctr" rotWithShape="0">
                    <a:schemeClr val="bg2">
                      <a:alpha val="50000"/>
                    </a:schemeClr>
                  </a:outerShdw>
                </a:effectLst>
              </a14:hiddenEffects>
            </a:ext>
          </a:extLst>
        </p:spPr>
        <p:txBody>
          <a:bodyPr lIns="68571" tIns="34286" rIns="68571" bIns="34286" anchor="ctr"/>
          <a:lstStyle>
            <a:lvl1pPr algn="l" defTabSz="912813" fontAlgn="base">
              <a:defRPr kumimoji="1"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algn="l" defTabSz="912813" fontAlgn="base">
              <a:defRPr kumimoji="1"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912813" algn="l" defTabSz="912813" fontAlgn="base">
              <a:defRPr kumimoji="1"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algn="l" defTabSz="912813" fontAlgn="base">
              <a:defRPr kumimoji="1"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algn="l" defTabSz="912813" fontAlgn="base">
              <a:defRPr kumimoji="1"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defTabSz="912813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defTabSz="912813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defTabSz="912813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defTabSz="912813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algn="ctr" fontAlgn="ctr">
              <a:defRPr/>
            </a:pPr>
            <a:endParaRPr lang="en-GB" altLang="ja-JP" sz="750">
              <a:latin typeface="ＭＳ Ｐゴシック" charset="-128"/>
              <a:cs typeface="Arial" charset="0"/>
            </a:endParaRPr>
          </a:p>
        </p:txBody>
      </p:sp>
      <p:sp>
        <p:nvSpPr>
          <p:cNvPr id="7" name="タイトル 6">
            <a:extLst>
              <a:ext uri="{FF2B5EF4-FFF2-40B4-BE49-F238E27FC236}">
                <a16:creationId xmlns:a16="http://schemas.microsoft.com/office/drawing/2014/main" id="{F8607C86-C0E8-4953-B5B4-0A4A84F132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645" y="131007"/>
            <a:ext cx="8987539" cy="441267"/>
          </a:xfrm>
          <a:prstGeom prst="rect">
            <a:avLst/>
          </a:prstGeom>
        </p:spPr>
        <p:txBody>
          <a:bodyPr/>
          <a:lstStyle>
            <a:lvl1pPr>
              <a:defRPr>
                <a:latin typeface="HG丸ｺﾞｼｯｸM-PRO" panose="020F0600000000000000" pitchFamily="50" charset="-128"/>
                <a:ea typeface="HG丸ｺﾞｼｯｸM-PRO" panose="020F0600000000000000" pitchFamily="50" charset="-128"/>
              </a:defRPr>
            </a:lvl1pPr>
          </a:lstStyle>
          <a:p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78911629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3_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オブジェクト 1" hidden="1"/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857270578"/>
              </p:ext>
            </p:extLst>
          </p:nvPr>
        </p:nvGraphicFramePr>
        <p:xfrm>
          <a:off x="2118" y="1588"/>
          <a:ext cx="2117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スライド" r:id="rId3" imgW="622" imgH="623" progId="TCLayout.ActiveDocument.1">
                  <p:embed/>
                </p:oleObj>
              </mc:Choice>
              <mc:Fallback>
                <p:oleObj name="think-cell スライド" r:id="rId3" imgW="622" imgH="623" progId="TCLayout.ActiveDocument.1">
                  <p:embed/>
                  <p:pic>
                    <p:nvPicPr>
                      <p:cNvPr id="2" name="オブジェクト 1" hidden="1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2118" y="1588"/>
                        <a:ext cx="2117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" name="日付プレースホルダ 3"/>
          <p:cNvSpPr>
            <a:spLocks noGrp="1"/>
          </p:cNvSpPr>
          <p:nvPr>
            <p:ph type="dt" sz="half" idx="10"/>
          </p:nvPr>
        </p:nvSpPr>
        <p:spPr>
          <a:xfrm>
            <a:off x="147673" y="6589001"/>
            <a:ext cx="1390651" cy="214313"/>
          </a:xfrm>
          <a:prstGeom prst="rect">
            <a:avLst/>
          </a:prstGeom>
        </p:spPr>
        <p:txBody>
          <a:bodyPr/>
          <a:lstStyle>
            <a:lvl1pPr>
              <a:defRPr/>
            </a:lvl1pPr>
          </a:lstStyle>
          <a:p>
            <a:fld id="{944254B9-00F1-4532-9BC4-64728AE076DD}" type="datetime1">
              <a:rPr kumimoji="1" lang="ja-JP" altLang="en-US" smtClean="0"/>
              <a:t>2025/4/10</a:t>
            </a:fld>
            <a:endParaRPr kumimoji="1" lang="ja-JP" altLang="en-US"/>
          </a:p>
        </p:txBody>
      </p:sp>
      <p:sp>
        <p:nvSpPr>
          <p:cNvPr id="5" name="スライド番号プレースホルダ 5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/>
            </a:lvl1pPr>
          </a:lstStyle>
          <a:p>
            <a:fld id="{D799226B-7008-42F4-872A-5C534B237AC0}" type="slidenum">
              <a:rPr lang="ja-JP" altLang="en-US" smtClean="0"/>
              <a:pPr/>
              <a:t>‹#›</a:t>
            </a:fld>
            <a:endParaRPr lang="ja-JP" altLang="en-US" dirty="0"/>
          </a:p>
        </p:txBody>
      </p:sp>
      <p:sp>
        <p:nvSpPr>
          <p:cNvPr id="39" name="AutoShape 4"/>
          <p:cNvSpPr>
            <a:spLocks noChangeArrowheads="1"/>
          </p:cNvSpPr>
          <p:nvPr/>
        </p:nvSpPr>
        <p:spPr bwMode="gray">
          <a:xfrm>
            <a:off x="6060021" y="0"/>
            <a:ext cx="71967" cy="44450"/>
          </a:xfrm>
          <a:prstGeom prst="triangle">
            <a:avLst>
              <a:gd name="adj" fmla="val 50000"/>
            </a:avLst>
          </a:prstGeom>
          <a:solidFill>
            <a:srgbClr val="C0C0C0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 algn="ctr">
                <a:solidFill>
                  <a:srgbClr val="595959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53882" dir="2700000" algn="ctr" rotWithShape="0">
                    <a:schemeClr val="bg2">
                      <a:alpha val="50000"/>
                    </a:schemeClr>
                  </a:outerShdw>
                </a:effectLst>
              </a14:hiddenEffects>
            </a:ext>
          </a:extLst>
        </p:spPr>
        <p:txBody>
          <a:bodyPr lIns="68571" tIns="34286" rIns="68571" bIns="34286" anchor="ctr"/>
          <a:lstStyle>
            <a:lvl1pPr algn="l" defTabSz="912813" fontAlgn="base">
              <a:defRPr kumimoji="1"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algn="l" defTabSz="912813" fontAlgn="base">
              <a:defRPr kumimoji="1"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912813" algn="l" defTabSz="912813" fontAlgn="base">
              <a:defRPr kumimoji="1"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algn="l" defTabSz="912813" fontAlgn="base">
              <a:defRPr kumimoji="1"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algn="l" defTabSz="912813" fontAlgn="base">
              <a:defRPr kumimoji="1"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defTabSz="912813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defTabSz="912813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defTabSz="912813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defTabSz="912813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algn="ctr" fontAlgn="ctr">
              <a:defRPr/>
            </a:pPr>
            <a:endParaRPr lang="en-GB" altLang="ja-JP" sz="750">
              <a:latin typeface="ＭＳ Ｐゴシック" charset="-128"/>
              <a:cs typeface="Arial" charset="0"/>
            </a:endParaRPr>
          </a:p>
        </p:txBody>
      </p:sp>
      <p:sp>
        <p:nvSpPr>
          <p:cNvPr id="7" name="タイトル 6">
            <a:extLst>
              <a:ext uri="{FF2B5EF4-FFF2-40B4-BE49-F238E27FC236}">
                <a16:creationId xmlns:a16="http://schemas.microsoft.com/office/drawing/2014/main" id="{F8607C86-C0E8-4953-B5B4-0A4A84F132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645" y="131007"/>
            <a:ext cx="8987539" cy="441267"/>
          </a:xfrm>
          <a:prstGeom prst="rect">
            <a:avLst/>
          </a:prstGeom>
        </p:spPr>
        <p:txBody>
          <a:bodyPr/>
          <a:lstStyle>
            <a:lvl1pPr>
              <a:defRPr>
                <a:latin typeface="HG丸ｺﾞｼｯｸM-PRO" panose="020F0600000000000000" pitchFamily="50" charset="-128"/>
                <a:ea typeface="HG丸ｺﾞｼｯｸM-PRO" panose="020F0600000000000000" pitchFamily="50" charset="-128"/>
              </a:defRPr>
            </a:lvl1pPr>
          </a:lstStyle>
          <a:p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131884619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4_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オブジェクト 1" hidden="1"/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857270578"/>
              </p:ext>
            </p:extLst>
          </p:nvPr>
        </p:nvGraphicFramePr>
        <p:xfrm>
          <a:off x="2118" y="1588"/>
          <a:ext cx="2117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スライド" r:id="rId3" imgW="622" imgH="623" progId="TCLayout.ActiveDocument.1">
                  <p:embed/>
                </p:oleObj>
              </mc:Choice>
              <mc:Fallback>
                <p:oleObj name="think-cell スライド" r:id="rId3" imgW="622" imgH="623" progId="TCLayout.ActiveDocument.1">
                  <p:embed/>
                  <p:pic>
                    <p:nvPicPr>
                      <p:cNvPr id="2" name="オブジェクト 1" hidden="1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2118" y="1588"/>
                        <a:ext cx="2117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" name="日付プレースホルダ 3"/>
          <p:cNvSpPr>
            <a:spLocks noGrp="1"/>
          </p:cNvSpPr>
          <p:nvPr>
            <p:ph type="dt" sz="half" idx="10"/>
          </p:nvPr>
        </p:nvSpPr>
        <p:spPr>
          <a:xfrm>
            <a:off x="147673" y="6589001"/>
            <a:ext cx="1390651" cy="214313"/>
          </a:xfrm>
          <a:prstGeom prst="rect">
            <a:avLst/>
          </a:prstGeom>
        </p:spPr>
        <p:txBody>
          <a:bodyPr/>
          <a:lstStyle>
            <a:lvl1pPr>
              <a:defRPr/>
            </a:lvl1pPr>
          </a:lstStyle>
          <a:p>
            <a:fld id="{944254B9-00F1-4532-9BC4-64728AE076DD}" type="datetime1">
              <a:rPr kumimoji="1" lang="ja-JP" altLang="en-US" smtClean="0"/>
              <a:t>2025/4/10</a:t>
            </a:fld>
            <a:endParaRPr kumimoji="1" lang="ja-JP" altLang="en-US"/>
          </a:p>
        </p:txBody>
      </p:sp>
      <p:sp>
        <p:nvSpPr>
          <p:cNvPr id="5" name="スライド番号プレースホルダ 5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/>
            </a:lvl1pPr>
          </a:lstStyle>
          <a:p>
            <a:fld id="{D799226B-7008-42F4-872A-5C534B237AC0}" type="slidenum">
              <a:rPr lang="ja-JP" altLang="en-US" smtClean="0"/>
              <a:pPr/>
              <a:t>‹#›</a:t>
            </a:fld>
            <a:endParaRPr lang="ja-JP" altLang="en-US" dirty="0"/>
          </a:p>
        </p:txBody>
      </p:sp>
      <p:sp>
        <p:nvSpPr>
          <p:cNvPr id="39" name="AutoShape 4"/>
          <p:cNvSpPr>
            <a:spLocks noChangeArrowheads="1"/>
          </p:cNvSpPr>
          <p:nvPr/>
        </p:nvSpPr>
        <p:spPr bwMode="gray">
          <a:xfrm>
            <a:off x="6060021" y="0"/>
            <a:ext cx="71967" cy="44450"/>
          </a:xfrm>
          <a:prstGeom prst="triangle">
            <a:avLst>
              <a:gd name="adj" fmla="val 50000"/>
            </a:avLst>
          </a:prstGeom>
          <a:solidFill>
            <a:srgbClr val="C0C0C0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 algn="ctr">
                <a:solidFill>
                  <a:srgbClr val="595959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53882" dir="2700000" algn="ctr" rotWithShape="0">
                    <a:schemeClr val="bg2">
                      <a:alpha val="50000"/>
                    </a:schemeClr>
                  </a:outerShdw>
                </a:effectLst>
              </a14:hiddenEffects>
            </a:ext>
          </a:extLst>
        </p:spPr>
        <p:txBody>
          <a:bodyPr lIns="68571" tIns="34286" rIns="68571" bIns="34286" anchor="ctr"/>
          <a:lstStyle>
            <a:lvl1pPr algn="l" defTabSz="912813" fontAlgn="base">
              <a:defRPr kumimoji="1"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algn="l" defTabSz="912813" fontAlgn="base">
              <a:defRPr kumimoji="1"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912813" algn="l" defTabSz="912813" fontAlgn="base">
              <a:defRPr kumimoji="1"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algn="l" defTabSz="912813" fontAlgn="base">
              <a:defRPr kumimoji="1"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algn="l" defTabSz="912813" fontAlgn="base">
              <a:defRPr kumimoji="1"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defTabSz="912813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defTabSz="912813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defTabSz="912813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defTabSz="912813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algn="ctr" fontAlgn="ctr">
              <a:defRPr/>
            </a:pPr>
            <a:endParaRPr lang="en-GB" altLang="ja-JP" sz="750">
              <a:latin typeface="ＭＳ Ｐゴシック" charset="-128"/>
              <a:cs typeface="Arial" charset="0"/>
            </a:endParaRPr>
          </a:p>
        </p:txBody>
      </p:sp>
      <p:sp>
        <p:nvSpPr>
          <p:cNvPr id="7" name="タイトル 6">
            <a:extLst>
              <a:ext uri="{FF2B5EF4-FFF2-40B4-BE49-F238E27FC236}">
                <a16:creationId xmlns:a16="http://schemas.microsoft.com/office/drawing/2014/main" id="{F8607C86-C0E8-4953-B5B4-0A4A84F132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645" y="131007"/>
            <a:ext cx="8987539" cy="441267"/>
          </a:xfrm>
          <a:prstGeom prst="rect">
            <a:avLst/>
          </a:prstGeom>
        </p:spPr>
        <p:txBody>
          <a:bodyPr/>
          <a:lstStyle>
            <a:lvl1pPr>
              <a:defRPr>
                <a:latin typeface="HG丸ｺﾞｼｯｸM-PRO" panose="020F0600000000000000" pitchFamily="50" charset="-128"/>
                <a:ea typeface="HG丸ｺﾞｼｯｸM-PRO" panose="020F0600000000000000" pitchFamily="50" charset="-128"/>
              </a:defRPr>
            </a:lvl1pPr>
          </a:lstStyle>
          <a:p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259709070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5_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オブジェクト 1" hidden="1"/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857270578"/>
              </p:ext>
            </p:extLst>
          </p:nvPr>
        </p:nvGraphicFramePr>
        <p:xfrm>
          <a:off x="2118" y="1588"/>
          <a:ext cx="2117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スライド" r:id="rId3" imgW="622" imgH="623" progId="TCLayout.ActiveDocument.1">
                  <p:embed/>
                </p:oleObj>
              </mc:Choice>
              <mc:Fallback>
                <p:oleObj name="think-cell スライド" r:id="rId3" imgW="622" imgH="623" progId="TCLayout.ActiveDocument.1">
                  <p:embed/>
                  <p:pic>
                    <p:nvPicPr>
                      <p:cNvPr id="2" name="オブジェクト 1" hidden="1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2118" y="1588"/>
                        <a:ext cx="2117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" name="日付プレースホルダ 3"/>
          <p:cNvSpPr>
            <a:spLocks noGrp="1"/>
          </p:cNvSpPr>
          <p:nvPr>
            <p:ph type="dt" sz="half" idx="10"/>
          </p:nvPr>
        </p:nvSpPr>
        <p:spPr>
          <a:xfrm>
            <a:off x="147673" y="6589001"/>
            <a:ext cx="1390651" cy="214313"/>
          </a:xfrm>
          <a:prstGeom prst="rect">
            <a:avLst/>
          </a:prstGeom>
        </p:spPr>
        <p:txBody>
          <a:bodyPr/>
          <a:lstStyle>
            <a:lvl1pPr>
              <a:defRPr/>
            </a:lvl1pPr>
          </a:lstStyle>
          <a:p>
            <a:fld id="{944254B9-00F1-4532-9BC4-64728AE076DD}" type="datetime1">
              <a:rPr kumimoji="1" lang="ja-JP" altLang="en-US" smtClean="0"/>
              <a:t>2025/4/10</a:t>
            </a:fld>
            <a:endParaRPr kumimoji="1" lang="ja-JP" altLang="en-US"/>
          </a:p>
        </p:txBody>
      </p:sp>
      <p:sp>
        <p:nvSpPr>
          <p:cNvPr id="5" name="スライド番号プレースホルダ 5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/>
            </a:lvl1pPr>
          </a:lstStyle>
          <a:p>
            <a:fld id="{D799226B-7008-42F4-872A-5C534B237AC0}" type="slidenum">
              <a:rPr lang="ja-JP" altLang="en-US" smtClean="0"/>
              <a:pPr/>
              <a:t>‹#›</a:t>
            </a:fld>
            <a:endParaRPr lang="ja-JP" altLang="en-US" dirty="0"/>
          </a:p>
        </p:txBody>
      </p:sp>
      <p:sp>
        <p:nvSpPr>
          <p:cNvPr id="39" name="AutoShape 4"/>
          <p:cNvSpPr>
            <a:spLocks noChangeArrowheads="1"/>
          </p:cNvSpPr>
          <p:nvPr/>
        </p:nvSpPr>
        <p:spPr bwMode="gray">
          <a:xfrm>
            <a:off x="6060021" y="0"/>
            <a:ext cx="71967" cy="44450"/>
          </a:xfrm>
          <a:prstGeom prst="triangle">
            <a:avLst>
              <a:gd name="adj" fmla="val 50000"/>
            </a:avLst>
          </a:prstGeom>
          <a:solidFill>
            <a:srgbClr val="C0C0C0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 algn="ctr">
                <a:solidFill>
                  <a:srgbClr val="595959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53882" dir="2700000" algn="ctr" rotWithShape="0">
                    <a:schemeClr val="bg2">
                      <a:alpha val="50000"/>
                    </a:schemeClr>
                  </a:outerShdw>
                </a:effectLst>
              </a14:hiddenEffects>
            </a:ext>
          </a:extLst>
        </p:spPr>
        <p:txBody>
          <a:bodyPr lIns="68571" tIns="34286" rIns="68571" bIns="34286" anchor="ctr"/>
          <a:lstStyle>
            <a:lvl1pPr algn="l" defTabSz="912813" fontAlgn="base">
              <a:defRPr kumimoji="1"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algn="l" defTabSz="912813" fontAlgn="base">
              <a:defRPr kumimoji="1"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912813" algn="l" defTabSz="912813" fontAlgn="base">
              <a:defRPr kumimoji="1"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algn="l" defTabSz="912813" fontAlgn="base">
              <a:defRPr kumimoji="1"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algn="l" defTabSz="912813" fontAlgn="base">
              <a:defRPr kumimoji="1"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defTabSz="912813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defTabSz="912813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defTabSz="912813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defTabSz="912813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algn="ctr" fontAlgn="ctr">
              <a:defRPr/>
            </a:pPr>
            <a:endParaRPr lang="en-GB" altLang="ja-JP" sz="750">
              <a:latin typeface="ＭＳ Ｐゴシック" charset="-128"/>
              <a:cs typeface="Arial" charset="0"/>
            </a:endParaRPr>
          </a:p>
        </p:txBody>
      </p:sp>
      <p:sp>
        <p:nvSpPr>
          <p:cNvPr id="7" name="タイトル 6">
            <a:extLst>
              <a:ext uri="{FF2B5EF4-FFF2-40B4-BE49-F238E27FC236}">
                <a16:creationId xmlns:a16="http://schemas.microsoft.com/office/drawing/2014/main" id="{F8607C86-C0E8-4953-B5B4-0A4A84F132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645" y="131007"/>
            <a:ext cx="8987539" cy="441267"/>
          </a:xfrm>
          <a:prstGeom prst="rect">
            <a:avLst/>
          </a:prstGeom>
        </p:spPr>
        <p:txBody>
          <a:bodyPr/>
          <a:lstStyle>
            <a:lvl1pPr>
              <a:defRPr>
                <a:latin typeface="HG丸ｺﾞｼｯｸM-PRO" panose="020F0600000000000000" pitchFamily="50" charset="-128"/>
                <a:ea typeface="HG丸ｺﾞｼｯｸM-PRO" panose="020F0600000000000000" pitchFamily="50" charset="-128"/>
              </a:defRPr>
            </a:lvl1pPr>
          </a:lstStyle>
          <a:p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306228817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図 6">
            <a:extLst>
              <a:ext uri="{FF2B5EF4-FFF2-40B4-BE49-F238E27FC236}">
                <a16:creationId xmlns:a16="http://schemas.microsoft.com/office/drawing/2014/main" id="{19D25779-D7C4-4143-A45C-C33C6C23A7F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8801303" y="0"/>
            <a:ext cx="3388372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311999" y="1488000"/>
            <a:ext cx="7200000" cy="1920000"/>
          </a:xfrm>
        </p:spPr>
        <p:txBody>
          <a:bodyPr anchor="b">
            <a:noAutofit/>
          </a:bodyPr>
          <a:lstStyle>
            <a:lvl1pPr algn="l">
              <a:defRPr sz="4267">
                <a:solidFill>
                  <a:schemeClr val="tx1"/>
                </a:solidFill>
              </a:defRPr>
            </a:lvl1pPr>
          </a:lstStyle>
          <a:p>
            <a:r>
              <a:rPr lang="ja-JP" altLang="en-US" dirty="0"/>
              <a:t>タイトルを入力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 hasCustomPrompt="1"/>
          </p:nvPr>
        </p:nvSpPr>
        <p:spPr>
          <a:xfrm>
            <a:off x="312000" y="4089600"/>
            <a:ext cx="6331200" cy="1680000"/>
          </a:xfrm>
        </p:spPr>
        <p:txBody>
          <a:bodyPr anchor="t" anchorCtr="0">
            <a:noAutofit/>
          </a:bodyPr>
          <a:lstStyle>
            <a:lvl1pPr marL="0" indent="0" algn="l">
              <a:buNone/>
              <a:defRPr sz="2400">
                <a:solidFill>
                  <a:schemeClr val="tx1"/>
                </a:solidFill>
              </a:defRPr>
            </a:lvl1pPr>
            <a:lvl2pPr marL="457189" indent="0" algn="ctr">
              <a:buNone/>
              <a:defRPr sz="2000"/>
            </a:lvl2pPr>
            <a:lvl3pPr marL="914377" indent="0" algn="ctr">
              <a:buNone/>
              <a:defRPr sz="1800"/>
            </a:lvl3pPr>
            <a:lvl4pPr marL="1371566" indent="0" algn="ctr">
              <a:buNone/>
              <a:defRPr sz="1600"/>
            </a:lvl4pPr>
            <a:lvl5pPr marL="1828754" indent="0" algn="ctr">
              <a:buNone/>
              <a:defRPr sz="1600"/>
            </a:lvl5pPr>
            <a:lvl6pPr marL="2285943" indent="0" algn="ctr">
              <a:buNone/>
              <a:defRPr sz="1600"/>
            </a:lvl6pPr>
            <a:lvl7pPr marL="2743131" indent="0" algn="ctr">
              <a:buNone/>
              <a:defRPr sz="1600"/>
            </a:lvl7pPr>
            <a:lvl8pPr marL="3200320" indent="0" algn="ctr">
              <a:buNone/>
              <a:defRPr sz="1600"/>
            </a:lvl8pPr>
            <a:lvl9pPr marL="3657509" indent="0" algn="ctr">
              <a:buNone/>
              <a:defRPr sz="1600"/>
            </a:lvl9pPr>
          </a:lstStyle>
          <a:p>
            <a:r>
              <a:rPr lang="ja-JP" altLang="en-US" dirty="0"/>
              <a:t>サブタイトルを入力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kumimoji="1" lang="en-US" altLang="ja-JP"/>
              <a:t>© 2023 Fujitsu Limited</a:t>
            </a:r>
            <a:endParaRPr kumimoji="1" lang="ja-JP" altLang="en-US"/>
          </a:p>
        </p:txBody>
      </p:sp>
      <p:sp>
        <p:nvSpPr>
          <p:cNvPr id="17" name="Slide Number Placeholder 5">
            <a:extLst>
              <a:ext uri="{FF2B5EF4-FFF2-40B4-BE49-F238E27FC236}">
                <a16:creationId xmlns:a16="http://schemas.microsoft.com/office/drawing/2014/main" id="{9CEB1D94-ADFB-4280-B2F5-5620C741047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 bwMode="gray">
          <a:xfrm>
            <a:off x="5736000" y="6504000"/>
            <a:ext cx="720000" cy="163200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ctr">
              <a:defRPr sz="1067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4D029D89-7B63-4C94-AD4D-2E4D6BB83637}" type="slidenum">
              <a:rPr kumimoji="1" lang="ja-JP" altLang="en-US" smtClean="0"/>
              <a:pPr/>
              <a:t>‹#›</a:t>
            </a:fld>
            <a:endParaRPr kumimoji="1" lang="ja-JP" altLang="en-US"/>
          </a:p>
        </p:txBody>
      </p:sp>
      <p:pic>
        <p:nvPicPr>
          <p:cNvPr id="18" name="Picture 56" descr="Fujitsu">
            <a:extLst>
              <a:ext uri="{FF2B5EF4-FFF2-40B4-BE49-F238E27FC236}">
                <a16:creationId xmlns:a16="http://schemas.microsoft.com/office/drawing/2014/main" id="{FF210DAF-58ED-45C8-BFCA-219D6DD5F37F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485667" y="6348"/>
            <a:ext cx="1501477" cy="914400"/>
          </a:xfrm>
          <a:prstGeom prst="rect">
            <a:avLst/>
          </a:prstGeom>
        </p:spPr>
      </p:pic>
      <p:pic>
        <p:nvPicPr>
          <p:cNvPr id="19" name="Picture 28">
            <a:extLst>
              <a:ext uri="{FF2B5EF4-FFF2-40B4-BE49-F238E27FC236}">
                <a16:creationId xmlns:a16="http://schemas.microsoft.com/office/drawing/2014/main" id="{35197805-CD3F-4477-AD03-41B0E801DC6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5747169" y="1088812"/>
            <a:ext cx="6057627" cy="4680377"/>
          </a:xfrm>
          <a:prstGeom prst="rect">
            <a:avLst/>
          </a:prstGeom>
        </p:spPr>
      </p:pic>
      <p:pic>
        <p:nvPicPr>
          <p:cNvPr id="8" name="SD_FUJITSU-CONFIDENTIAL">
            <a:extLst>
              <a:ext uri="{FF2B5EF4-FFF2-40B4-BE49-F238E27FC236}">
                <a16:creationId xmlns:a16="http://schemas.microsoft.com/office/drawing/2014/main" id="{F11B68A9-B9AF-52E6-9B0E-DF49C08C9D71}"/>
              </a:ext>
            </a:extLst>
          </p:cNvPr>
          <p:cNvPicPr>
            <a:picLocks noChangeAspect="1"/>
          </p:cNvPicPr>
          <p:nvPr userDrawn="1"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7200" y="6485166"/>
            <a:ext cx="1928645" cy="2216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09719448"/>
      </p:ext>
    </p:extLst>
  </p:cSld>
  <p:clrMapOvr>
    <a:masterClrMapping/>
  </p:clrMapOvr>
  <p:hf hdr="0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Section divider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" name="図 16">
            <a:extLst>
              <a:ext uri="{FF2B5EF4-FFF2-40B4-BE49-F238E27FC236}">
                <a16:creationId xmlns:a16="http://schemas.microsoft.com/office/drawing/2014/main" id="{B6BEA493-F0D5-40FB-A9DB-1AAB035EDFD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12192000" cy="6860032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312000" y="1488000"/>
            <a:ext cx="11040000" cy="1920000"/>
          </a:xfrm>
        </p:spPr>
        <p:txBody>
          <a:bodyPr anchor="b">
            <a:noAutofit/>
          </a:bodyPr>
          <a:lstStyle>
            <a:lvl1pPr algn="l">
              <a:defRPr sz="4267">
                <a:solidFill>
                  <a:schemeClr val="bg1"/>
                </a:solidFill>
              </a:defRPr>
            </a:lvl1pPr>
          </a:lstStyle>
          <a:p>
            <a:r>
              <a:rPr lang="ja-JP" altLang="en-US" dirty="0"/>
              <a:t>タイトルを入力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 hasCustomPrompt="1"/>
          </p:nvPr>
        </p:nvSpPr>
        <p:spPr>
          <a:xfrm>
            <a:off x="312000" y="3614400"/>
            <a:ext cx="11040000" cy="1929600"/>
          </a:xfrm>
        </p:spPr>
        <p:txBody>
          <a:bodyPr>
            <a:noAutofit/>
          </a:bodyPr>
          <a:lstStyle>
            <a:lvl1pPr marL="0" indent="0" algn="l">
              <a:buNone/>
              <a:defRPr sz="2667">
                <a:solidFill>
                  <a:schemeClr val="bg1"/>
                </a:solidFill>
              </a:defRPr>
            </a:lvl1pPr>
            <a:lvl2pPr marL="457189" indent="0" algn="ctr">
              <a:buNone/>
              <a:defRPr sz="2000"/>
            </a:lvl2pPr>
            <a:lvl3pPr marL="914377" indent="0" algn="ctr">
              <a:buNone/>
              <a:defRPr sz="1800"/>
            </a:lvl3pPr>
            <a:lvl4pPr marL="1371566" indent="0" algn="ctr">
              <a:buNone/>
              <a:defRPr sz="1600"/>
            </a:lvl4pPr>
            <a:lvl5pPr marL="1828754" indent="0" algn="ctr">
              <a:buNone/>
              <a:defRPr sz="1600"/>
            </a:lvl5pPr>
            <a:lvl6pPr marL="2285943" indent="0" algn="ctr">
              <a:buNone/>
              <a:defRPr sz="1600"/>
            </a:lvl6pPr>
            <a:lvl7pPr marL="2743131" indent="0" algn="ctr">
              <a:buNone/>
              <a:defRPr sz="1600"/>
            </a:lvl7pPr>
            <a:lvl8pPr marL="3200320" indent="0" algn="ctr">
              <a:buNone/>
              <a:defRPr sz="1600"/>
            </a:lvl8pPr>
            <a:lvl9pPr marL="3657509" indent="0" algn="ctr">
              <a:buNone/>
              <a:defRPr sz="1600"/>
            </a:lvl9pPr>
          </a:lstStyle>
          <a:p>
            <a:r>
              <a:rPr lang="ja-JP" altLang="en-US" dirty="0"/>
              <a:t>サブタイトルを入力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kumimoji="1" lang="en-US" altLang="ja-JP"/>
              <a:t>© 2023 Fujitsu Limited</a:t>
            </a:r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736000" y="6504000"/>
            <a:ext cx="720000" cy="1632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4D029D89-7B63-4C94-AD4D-2E4D6BB83637}" type="slidenum">
              <a:rPr kumimoji="1" lang="ja-JP" altLang="en-US" smtClean="0"/>
              <a:pPr/>
              <a:t>‹#›</a:t>
            </a:fld>
            <a:endParaRPr kumimoji="1" lang="ja-JP" altLang="en-US"/>
          </a:p>
        </p:txBody>
      </p:sp>
      <p:pic>
        <p:nvPicPr>
          <p:cNvPr id="23" name="Picture 56" descr="Fujitsu">
            <a:extLst>
              <a:ext uri="{FF2B5EF4-FFF2-40B4-BE49-F238E27FC236}">
                <a16:creationId xmlns:a16="http://schemas.microsoft.com/office/drawing/2014/main" id="{66189DD1-C42C-4DA0-B3B6-F020A1EEF96D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485667" y="6348"/>
            <a:ext cx="1501477" cy="914400"/>
          </a:xfrm>
          <a:prstGeom prst="rect">
            <a:avLst/>
          </a:prstGeom>
        </p:spPr>
      </p:pic>
      <p:pic>
        <p:nvPicPr>
          <p:cNvPr id="10" name="SD_FUJITSU-CONFIDENTIAL">
            <a:extLst>
              <a:ext uri="{FF2B5EF4-FFF2-40B4-BE49-F238E27FC236}">
                <a16:creationId xmlns:a16="http://schemas.microsoft.com/office/drawing/2014/main" id="{8CBB9AD8-FEFC-B96B-0C4B-8DE39B4D76FF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7200" y="6485166"/>
            <a:ext cx="1928645" cy="2216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73446780"/>
      </p:ext>
    </p:extLst>
  </p:cSld>
  <p:clrMapOvr>
    <a:masterClrMapping/>
  </p:clrMapOvr>
  <p:hf hdr="0"/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ext 1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 dirty="0"/>
              <a:t>マスター タイトルの書式設定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ja-JP" altLang="en-US" dirty="0"/>
              <a:t>マスター テキストの書式設定</a:t>
            </a:r>
          </a:p>
          <a:p>
            <a:pPr lvl="1"/>
            <a:r>
              <a:rPr lang="ja-JP" altLang="en-US" dirty="0"/>
              <a:t>第</a:t>
            </a:r>
            <a:r>
              <a:rPr lang="en-US" altLang="ja-JP" dirty="0"/>
              <a:t>2 </a:t>
            </a:r>
            <a:r>
              <a:rPr lang="ja-JP" altLang="en-US" dirty="0"/>
              <a:t>レベル</a:t>
            </a:r>
          </a:p>
          <a:p>
            <a:pPr lvl="2"/>
            <a:r>
              <a:rPr lang="ja-JP" altLang="en-US" dirty="0"/>
              <a:t>第</a:t>
            </a:r>
            <a:r>
              <a:rPr lang="en-US" altLang="ja-JP" dirty="0"/>
              <a:t>3 </a:t>
            </a:r>
            <a:r>
              <a:rPr lang="ja-JP" altLang="en-US" dirty="0"/>
              <a:t>レベル</a:t>
            </a:r>
          </a:p>
          <a:p>
            <a:pPr lvl="3"/>
            <a:r>
              <a:rPr lang="ja-JP" altLang="en-US" dirty="0"/>
              <a:t>第</a:t>
            </a:r>
            <a:r>
              <a:rPr lang="en-US" altLang="ja-JP" dirty="0"/>
              <a:t>4 </a:t>
            </a:r>
            <a:r>
              <a:rPr lang="ja-JP" altLang="en-US" dirty="0"/>
              <a:t>レベル</a:t>
            </a:r>
          </a:p>
          <a:p>
            <a:pPr lvl="4"/>
            <a:r>
              <a:rPr lang="ja-JP" altLang="en-US" dirty="0"/>
              <a:t>第</a:t>
            </a:r>
            <a:r>
              <a:rPr lang="en-US" altLang="ja-JP" dirty="0"/>
              <a:t>5 </a:t>
            </a:r>
            <a:r>
              <a:rPr lang="ja-JP" altLang="en-US" dirty="0"/>
              <a:t>レベル</a:t>
            </a:r>
            <a:endParaRPr lang="en-US" altLang="ja-JP" dirty="0"/>
          </a:p>
          <a:p>
            <a:pPr lvl="5"/>
            <a:r>
              <a:rPr lang="ja-JP" altLang="en-US" dirty="0"/>
              <a:t>テキスト</a:t>
            </a:r>
            <a:endParaRPr lang="en-US" altLang="ja-JP" dirty="0"/>
          </a:p>
          <a:p>
            <a:pPr lvl="6"/>
            <a:r>
              <a:rPr lang="ja-JP" altLang="en-US" dirty="0"/>
              <a:t>テキスト</a:t>
            </a:r>
            <a:endParaRPr lang="en-US" altLang="ja-JP" dirty="0"/>
          </a:p>
          <a:p>
            <a:pPr lvl="7"/>
            <a:r>
              <a:rPr lang="ja-JP" altLang="en-US" dirty="0"/>
              <a:t>テキスト</a:t>
            </a:r>
            <a:endParaRPr lang="en-US" altLang="ja-JP" dirty="0"/>
          </a:p>
          <a:p>
            <a:pPr lvl="8"/>
            <a:r>
              <a:rPr lang="ja-JP" altLang="en-US" dirty="0"/>
              <a:t>テキスト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kumimoji="1" lang="en-US" altLang="ja-JP"/>
              <a:t>© 2023 Fujitsu Limited</a:t>
            </a:r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736000" y="6504000"/>
            <a:ext cx="720000" cy="163200"/>
          </a:xfrm>
          <a:prstGeom prst="rect">
            <a:avLst/>
          </a:prstGeom>
        </p:spPr>
        <p:txBody>
          <a:bodyPr/>
          <a:lstStyle/>
          <a:p>
            <a:fld id="{4D029D89-7B63-4C94-AD4D-2E4D6BB8363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563319740"/>
      </p:ext>
    </p:extLst>
  </p:cSld>
  <p:clrMapOvr>
    <a:masterClrMapping/>
  </p:clrMapOvr>
  <p:hf hdr="0"/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ext 2 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 dirty="0"/>
              <a:t>マスター タイトルの書式設定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07200" y="1267200"/>
            <a:ext cx="5707200" cy="5049600"/>
          </a:xfrm>
        </p:spPr>
        <p:txBody>
          <a:bodyPr/>
          <a:lstStyle>
            <a:lvl4pPr>
              <a:defRPr sz="1867"/>
            </a:lvl4pPr>
            <a:lvl5pPr>
              <a:defRPr sz="1867"/>
            </a:lvl5pPr>
            <a:lvl6pPr>
              <a:defRPr sz="1867"/>
            </a:lvl6pPr>
            <a:lvl7pPr>
              <a:defRPr sz="1867"/>
            </a:lvl7pPr>
            <a:lvl8pPr>
              <a:defRPr sz="1867"/>
            </a:lvl8pPr>
            <a:lvl9pPr>
              <a:defRPr sz="1867"/>
            </a:lvl9pPr>
          </a:lstStyle>
          <a:p>
            <a:pPr lvl="0"/>
            <a:r>
              <a:rPr lang="ja-JP" altLang="en-US" dirty="0"/>
              <a:t>マスター テキストの書式設定</a:t>
            </a:r>
          </a:p>
          <a:p>
            <a:pPr lvl="1"/>
            <a:r>
              <a:rPr lang="ja-JP" altLang="en-US" dirty="0"/>
              <a:t>第</a:t>
            </a:r>
            <a:r>
              <a:rPr lang="en-US" altLang="ja-JP" dirty="0"/>
              <a:t>2 </a:t>
            </a:r>
            <a:r>
              <a:rPr lang="ja-JP" altLang="en-US" dirty="0"/>
              <a:t>レベル</a:t>
            </a:r>
          </a:p>
          <a:p>
            <a:pPr lvl="2"/>
            <a:r>
              <a:rPr lang="ja-JP" altLang="en-US" dirty="0"/>
              <a:t>第</a:t>
            </a:r>
            <a:r>
              <a:rPr lang="en-US" altLang="ja-JP" dirty="0"/>
              <a:t>3 </a:t>
            </a:r>
            <a:r>
              <a:rPr lang="ja-JP" altLang="en-US" dirty="0"/>
              <a:t>レベル</a:t>
            </a:r>
          </a:p>
          <a:p>
            <a:pPr lvl="3"/>
            <a:r>
              <a:rPr lang="ja-JP" altLang="en-US" dirty="0"/>
              <a:t>第</a:t>
            </a:r>
            <a:r>
              <a:rPr lang="en-US" altLang="ja-JP" dirty="0"/>
              <a:t>4 </a:t>
            </a:r>
            <a:r>
              <a:rPr lang="ja-JP" altLang="en-US" dirty="0"/>
              <a:t>レベル</a:t>
            </a:r>
          </a:p>
          <a:p>
            <a:pPr lvl="4"/>
            <a:r>
              <a:rPr lang="ja-JP" altLang="en-US" dirty="0"/>
              <a:t>第</a:t>
            </a:r>
            <a:r>
              <a:rPr lang="en-US" altLang="ja-JP" dirty="0"/>
              <a:t>5 </a:t>
            </a:r>
            <a:r>
              <a:rPr lang="ja-JP" altLang="en-US" dirty="0"/>
              <a:t>レベル</a:t>
            </a:r>
            <a:endParaRPr lang="en-US" altLang="ja-JP" dirty="0"/>
          </a:p>
          <a:p>
            <a:pPr lvl="5"/>
            <a:r>
              <a:rPr lang="ja-JP" altLang="en-US" dirty="0"/>
              <a:t>テキスト</a:t>
            </a:r>
            <a:endParaRPr lang="en-US" altLang="ja-JP" dirty="0"/>
          </a:p>
          <a:p>
            <a:pPr lvl="6"/>
            <a:r>
              <a:rPr lang="ja-JP" altLang="en-US" dirty="0"/>
              <a:t>テキスト</a:t>
            </a:r>
            <a:endParaRPr lang="en-US" altLang="ja-JP" dirty="0"/>
          </a:p>
          <a:p>
            <a:pPr lvl="7"/>
            <a:r>
              <a:rPr lang="ja-JP" altLang="en-US" dirty="0"/>
              <a:t>テキスト</a:t>
            </a:r>
            <a:endParaRPr lang="en-US" altLang="ja-JP" dirty="0"/>
          </a:p>
          <a:p>
            <a:pPr lvl="8"/>
            <a:r>
              <a:rPr lang="ja-JP" altLang="en-US" dirty="0"/>
              <a:t>テキスト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800" y="1267200"/>
            <a:ext cx="5707200" cy="5049600"/>
          </a:xfrm>
        </p:spPr>
        <p:txBody>
          <a:bodyPr/>
          <a:lstStyle>
            <a:lvl4pPr>
              <a:defRPr sz="1867"/>
            </a:lvl4pPr>
            <a:lvl5pPr>
              <a:defRPr sz="1867"/>
            </a:lvl5pPr>
            <a:lvl6pPr>
              <a:defRPr sz="1867"/>
            </a:lvl6pPr>
            <a:lvl7pPr>
              <a:defRPr sz="1867"/>
            </a:lvl7pPr>
            <a:lvl8pPr>
              <a:defRPr sz="1867"/>
            </a:lvl8pPr>
            <a:lvl9pPr>
              <a:defRPr sz="1867"/>
            </a:lvl9pPr>
          </a:lstStyle>
          <a:p>
            <a:pPr lvl="0"/>
            <a:r>
              <a:rPr lang="ja-JP" altLang="en-US" dirty="0"/>
              <a:t>マスター テキストの書式設定</a:t>
            </a:r>
          </a:p>
          <a:p>
            <a:pPr lvl="1"/>
            <a:r>
              <a:rPr lang="ja-JP" altLang="en-US" dirty="0"/>
              <a:t>第</a:t>
            </a:r>
            <a:r>
              <a:rPr lang="en-US" altLang="ja-JP" dirty="0"/>
              <a:t>2 </a:t>
            </a:r>
            <a:r>
              <a:rPr lang="ja-JP" altLang="en-US" dirty="0"/>
              <a:t>レベル</a:t>
            </a:r>
          </a:p>
          <a:p>
            <a:pPr lvl="2"/>
            <a:r>
              <a:rPr lang="ja-JP" altLang="en-US" dirty="0"/>
              <a:t>第</a:t>
            </a:r>
            <a:r>
              <a:rPr lang="en-US" altLang="ja-JP" dirty="0"/>
              <a:t>3 </a:t>
            </a:r>
            <a:r>
              <a:rPr lang="ja-JP" altLang="en-US" dirty="0"/>
              <a:t>レベル</a:t>
            </a:r>
          </a:p>
          <a:p>
            <a:pPr lvl="3"/>
            <a:r>
              <a:rPr lang="ja-JP" altLang="en-US" dirty="0"/>
              <a:t>第</a:t>
            </a:r>
            <a:r>
              <a:rPr lang="en-US" altLang="ja-JP" dirty="0"/>
              <a:t>4 </a:t>
            </a:r>
            <a:r>
              <a:rPr lang="ja-JP" altLang="en-US" dirty="0"/>
              <a:t>レベル</a:t>
            </a:r>
          </a:p>
          <a:p>
            <a:pPr lvl="4"/>
            <a:r>
              <a:rPr lang="ja-JP" altLang="en-US" dirty="0"/>
              <a:t>第</a:t>
            </a:r>
            <a:r>
              <a:rPr lang="en-US" altLang="ja-JP" dirty="0"/>
              <a:t>5 </a:t>
            </a:r>
            <a:r>
              <a:rPr lang="ja-JP" altLang="en-US" dirty="0"/>
              <a:t>レベル</a:t>
            </a:r>
            <a:endParaRPr lang="en-US" altLang="ja-JP" dirty="0"/>
          </a:p>
          <a:p>
            <a:pPr lvl="5"/>
            <a:r>
              <a:rPr lang="ja-JP" altLang="en-US" dirty="0"/>
              <a:t>テキスト</a:t>
            </a:r>
            <a:endParaRPr lang="en-US" altLang="ja-JP" dirty="0"/>
          </a:p>
          <a:p>
            <a:pPr lvl="6"/>
            <a:r>
              <a:rPr lang="ja-JP" altLang="en-US" dirty="0"/>
              <a:t>テキスト</a:t>
            </a:r>
            <a:endParaRPr lang="en-US" altLang="ja-JP" dirty="0"/>
          </a:p>
          <a:p>
            <a:pPr lvl="7"/>
            <a:r>
              <a:rPr lang="ja-JP" altLang="en-US" dirty="0"/>
              <a:t>テキスト</a:t>
            </a:r>
            <a:endParaRPr lang="en-US" altLang="ja-JP" dirty="0"/>
          </a:p>
          <a:p>
            <a:pPr lvl="8"/>
            <a:r>
              <a:rPr lang="ja-JP" altLang="en-US" dirty="0"/>
              <a:t>テキスト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kumimoji="1" lang="en-US" altLang="ja-JP"/>
              <a:t>© 2023 Fujitsu Limited</a:t>
            </a:r>
            <a:endParaRPr kumimoji="1" lang="ja-JP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5736000" y="6504000"/>
            <a:ext cx="720000" cy="163200"/>
          </a:xfrm>
          <a:prstGeom prst="rect">
            <a:avLst/>
          </a:prstGeom>
        </p:spPr>
        <p:txBody>
          <a:bodyPr/>
          <a:lstStyle/>
          <a:p>
            <a:fld id="{4D029D89-7B63-4C94-AD4D-2E4D6BB8363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234679294"/>
      </p:ext>
    </p:extLst>
  </p:cSld>
  <p:clrMapOvr>
    <a:masterClrMapping/>
  </p:clrMapOvr>
  <p:hf hdr="0"/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 dirty="0"/>
              <a:t>マスター タイトルの書式設定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kumimoji="1" lang="en-US" altLang="ja-JP"/>
              <a:t>© 2023 Fujitsu Limited</a:t>
            </a:r>
            <a:endParaRPr kumimoji="1" lang="ja-JP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5736000" y="6504000"/>
            <a:ext cx="720000" cy="163200"/>
          </a:xfrm>
          <a:prstGeom prst="rect">
            <a:avLst/>
          </a:prstGeom>
        </p:spPr>
        <p:txBody>
          <a:bodyPr/>
          <a:lstStyle/>
          <a:p>
            <a:fld id="{4D029D89-7B63-4C94-AD4D-2E4D6BB8363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984764"/>
      </p:ext>
    </p:extLst>
  </p:cSld>
  <p:clrMapOvr>
    <a:masterClrMapping/>
  </p:clrMapOvr>
  <p:hf hdr="0"/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losing p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20F7A85D-E715-40B8-B6D0-2647D95A1EF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7170386" y="1"/>
            <a:ext cx="5021615" cy="6857999"/>
          </a:xfrm>
          <a:prstGeom prst="rect">
            <a:avLst/>
          </a:prstGeom>
        </p:spPr>
      </p:pic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kumimoji="1" lang="en-US" altLang="ja-JP"/>
              <a:t>© 2023 Fujitsu Limited</a:t>
            </a:r>
            <a:endParaRPr kumimoji="1" lang="ja-JP" altLang="en-US"/>
          </a:p>
        </p:txBody>
      </p:sp>
      <p:sp>
        <p:nvSpPr>
          <p:cNvPr id="15" name="Slide Number Placeholder 5">
            <a:extLst>
              <a:ext uri="{FF2B5EF4-FFF2-40B4-BE49-F238E27FC236}">
                <a16:creationId xmlns:a16="http://schemas.microsoft.com/office/drawing/2014/main" id="{5B00353B-7D46-40D9-8913-630C98CFC9B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 bwMode="gray">
          <a:xfrm>
            <a:off x="5736000" y="6504000"/>
            <a:ext cx="720000" cy="163200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ctr">
              <a:defRPr sz="1067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4D029D89-7B63-4C94-AD4D-2E4D6BB83637}" type="slidenum">
              <a:rPr kumimoji="1" lang="ja-JP" altLang="en-US" smtClean="0"/>
              <a:pPr/>
              <a:t>‹#›</a:t>
            </a:fld>
            <a:endParaRPr kumimoji="1" lang="ja-JP" altLang="en-US"/>
          </a:p>
        </p:txBody>
      </p:sp>
      <p:pic>
        <p:nvPicPr>
          <p:cNvPr id="16" name="Picture 56" descr="Fujitsu">
            <a:extLst>
              <a:ext uri="{FF2B5EF4-FFF2-40B4-BE49-F238E27FC236}">
                <a16:creationId xmlns:a16="http://schemas.microsoft.com/office/drawing/2014/main" id="{9FEFD5D6-714F-4118-AF52-E2417F34A7DB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485667" y="6348"/>
            <a:ext cx="1501477" cy="914400"/>
          </a:xfrm>
          <a:prstGeom prst="rect">
            <a:avLst/>
          </a:prstGeom>
        </p:spPr>
      </p:pic>
      <p:pic>
        <p:nvPicPr>
          <p:cNvPr id="17" name="Picture 6">
            <a:extLst>
              <a:ext uri="{FF2B5EF4-FFF2-40B4-BE49-F238E27FC236}">
                <a16:creationId xmlns:a16="http://schemas.microsoft.com/office/drawing/2014/main" id="{A54813E5-185C-472F-9F62-43989AC6851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165056" y="1088812"/>
            <a:ext cx="6057627" cy="46803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65637383"/>
      </p:ext>
    </p:extLst>
  </p:cSld>
  <p:clrMapOvr>
    <a:masterClrMapping/>
  </p:clrMapOvr>
  <p:hf hdr="0"/>
  <p:extLst>
    <p:ext uri="{DCECCB84-F9BA-43D5-87BE-67443E8EF086}">
      <p15:sldGuideLst xmlns:p15="http://schemas.microsoft.com/office/powerpoint/2012/main">
        <p15:guide id="1" orient="horz" pos="1597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.png"/><Relationship Id="rId4" Type="http://schemas.openxmlformats.org/officeDocument/2006/relationships/theme" Target="../theme/theme1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theme" Target="../theme/theme2.xml"/><Relationship Id="rId3" Type="http://schemas.openxmlformats.org/officeDocument/2006/relationships/slideLayout" Target="../slideLayouts/slideLayout6.xml"/><Relationship Id="rId7" Type="http://schemas.openxmlformats.org/officeDocument/2006/relationships/slideLayout" Target="../slideLayouts/slideLayout10.xml"/><Relationship Id="rId2" Type="http://schemas.openxmlformats.org/officeDocument/2006/relationships/slideLayout" Target="../slideLayouts/slideLayout5.xml"/><Relationship Id="rId1" Type="http://schemas.openxmlformats.org/officeDocument/2006/relationships/slideLayout" Target="../slideLayouts/slideLayout4.xml"/><Relationship Id="rId6" Type="http://schemas.openxmlformats.org/officeDocument/2006/relationships/slideLayout" Target="../slideLayouts/slideLayout9.xml"/><Relationship Id="rId5" Type="http://schemas.openxmlformats.org/officeDocument/2006/relationships/slideLayout" Target="../slideLayouts/slideLayout8.xml"/><Relationship Id="rId4" Type="http://schemas.openxmlformats.org/officeDocument/2006/relationships/slideLayout" Target="../slideLayouts/slideLayout7.xml"/><Relationship Id="rId9" Type="http://schemas.openxmlformats.org/officeDocument/2006/relationships/image" Target="../media/image1.png"/></Relationships>
</file>

<file path=ppt/slideMasters/_rels/slideMaster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.png"/><Relationship Id="rId3" Type="http://schemas.openxmlformats.org/officeDocument/2006/relationships/slideLayout" Target="../slideLayouts/slideLayout13.xml"/><Relationship Id="rId7" Type="http://schemas.openxmlformats.org/officeDocument/2006/relationships/theme" Target="../theme/theme3.xml"/><Relationship Id="rId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1.xml"/><Relationship Id="rId6" Type="http://schemas.openxmlformats.org/officeDocument/2006/relationships/slideLayout" Target="../slideLayouts/slideLayout16.xml"/><Relationship Id="rId5" Type="http://schemas.openxmlformats.org/officeDocument/2006/relationships/slideLayout" Target="../slideLayouts/slideLayout15.xml"/><Relationship Id="rId10" Type="http://schemas.openxmlformats.org/officeDocument/2006/relationships/image" Target="../media/image17.png"/><Relationship Id="rId4" Type="http://schemas.openxmlformats.org/officeDocument/2006/relationships/slideLayout" Target="../slideLayouts/slideLayout14.xml"/><Relationship Id="rId9" Type="http://schemas.openxmlformats.org/officeDocument/2006/relationships/image" Target="../media/image16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正方形/長方形 12">
            <a:extLst>
              <a:ext uri="{FF2B5EF4-FFF2-40B4-BE49-F238E27FC236}">
                <a16:creationId xmlns:a16="http://schemas.microsoft.com/office/drawing/2014/main" id="{D4CF4B21-AE22-480A-A95B-6967D6C55E35}"/>
              </a:ext>
            </a:extLst>
          </p:cNvPr>
          <p:cNvSpPr/>
          <p:nvPr userDrawn="1"/>
        </p:nvSpPr>
        <p:spPr>
          <a:xfrm>
            <a:off x="4621875" y="6614397"/>
            <a:ext cx="7570124" cy="249382"/>
          </a:xfrm>
          <a:prstGeom prst="rect">
            <a:avLst/>
          </a:prstGeom>
          <a:gradFill flip="none" rotWithShape="1">
            <a:gsLst>
              <a:gs pos="0">
                <a:schemeClr val="bg1"/>
              </a:gs>
              <a:gs pos="56000">
                <a:schemeClr val="accent6">
                  <a:lumMod val="75000"/>
                </a:schemeClr>
              </a:gs>
              <a:gs pos="100000">
                <a:srgbClr val="C00000"/>
              </a:gs>
            </a:gsLst>
            <a:lin ang="0" scaled="1"/>
            <a:tileRect/>
          </a:gradFill>
          <a:ln>
            <a:noFill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anchor="ctr"/>
          <a:lstStyle/>
          <a:p>
            <a:pPr algn="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ja-JP" altLang="en-US" sz="900" b="0" i="1" dirty="0">
              <a:solidFill>
                <a:schemeClr val="bg1"/>
              </a:solidFill>
              <a:effectLst/>
              <a:latin typeface="源ノ角ゴシック JP" panose="020B0500000000000000" pitchFamily="34" charset="-128"/>
              <a:ea typeface="源ノ角ゴシック JP" panose="020B0500000000000000" pitchFamily="34" charset="-128"/>
              <a:cs typeface="Arial" panose="020B0604020202020204" pitchFamily="34" charset="0"/>
            </a:endParaRPr>
          </a:p>
        </p:txBody>
      </p:sp>
      <p:sp>
        <p:nvSpPr>
          <p:cNvPr id="14" name="テキスト ボックス 11">
            <a:extLst>
              <a:ext uri="{FF2B5EF4-FFF2-40B4-BE49-F238E27FC236}">
                <a16:creationId xmlns:a16="http://schemas.microsoft.com/office/drawing/2014/main" id="{8247F3C4-F3CC-4FC2-9464-AE8C329D8173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754596" y="6631817"/>
            <a:ext cx="4368504" cy="215444"/>
          </a:xfrm>
          <a:prstGeom prst="rect">
            <a:avLst/>
          </a:prstGeom>
          <a:noFill/>
          <a:ln>
            <a:noFill/>
          </a:ln>
        </p:spPr>
        <p:txBody>
          <a:bodyPr wrap="none">
            <a:spAutoFit/>
          </a:bodyPr>
          <a:lstStyle>
            <a:lvl1pPr>
              <a:defRPr kumimoji="1">
                <a:solidFill>
                  <a:schemeClr val="tx1"/>
                </a:solidFill>
                <a:latin typeface="Arial" panose="020B0604020202020204" pitchFamily="34" charset="0"/>
                <a:ea typeface="HGPｺﾞｼｯｸE" panose="020B0900000000000000" pitchFamily="34" charset="-128"/>
              </a:defRPr>
            </a:lvl1pPr>
            <a:lvl2pPr marL="742950" indent="-285750">
              <a:defRPr kumimoji="1">
                <a:solidFill>
                  <a:schemeClr val="tx1"/>
                </a:solidFill>
                <a:latin typeface="Arial" panose="020B0604020202020204" pitchFamily="34" charset="0"/>
                <a:ea typeface="HGPｺﾞｼｯｸE" panose="020B0900000000000000" pitchFamily="34" charset="-128"/>
              </a:defRPr>
            </a:lvl2pPr>
            <a:lvl3pPr marL="1143000" indent="-228600">
              <a:defRPr kumimoji="1">
                <a:solidFill>
                  <a:schemeClr val="tx1"/>
                </a:solidFill>
                <a:latin typeface="Arial" panose="020B0604020202020204" pitchFamily="34" charset="0"/>
                <a:ea typeface="HGPｺﾞｼｯｸE" panose="020B0900000000000000" pitchFamily="34" charset="-128"/>
              </a:defRPr>
            </a:lvl3pPr>
            <a:lvl4pPr marL="1600200" indent="-228600">
              <a:defRPr kumimoji="1">
                <a:solidFill>
                  <a:schemeClr val="tx1"/>
                </a:solidFill>
                <a:latin typeface="Arial" panose="020B0604020202020204" pitchFamily="34" charset="0"/>
                <a:ea typeface="HGPｺﾞｼｯｸE" panose="020B0900000000000000" pitchFamily="34" charset="-128"/>
              </a:defRPr>
            </a:lvl4pPr>
            <a:lvl5pPr marL="2057400" indent="-228600">
              <a:defRPr kumimoji="1">
                <a:solidFill>
                  <a:schemeClr val="tx1"/>
                </a:solidFill>
                <a:latin typeface="Arial" panose="020B0604020202020204" pitchFamily="34" charset="0"/>
                <a:ea typeface="HGPｺﾞｼｯｸE" panose="020B0900000000000000" pitchFamily="34" charset="-128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panose="020B0604020202020204" pitchFamily="34" charset="0"/>
                <a:ea typeface="HGPｺﾞｼｯｸE" panose="020B0900000000000000" pitchFamily="34" charset="-128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panose="020B0604020202020204" pitchFamily="34" charset="0"/>
                <a:ea typeface="HGPｺﾞｼｯｸE" panose="020B0900000000000000" pitchFamily="34" charset="-128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panose="020B0604020202020204" pitchFamily="34" charset="0"/>
                <a:ea typeface="HGPｺﾞｼｯｸE" panose="020B0900000000000000" pitchFamily="34" charset="-128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panose="020B0604020202020204" pitchFamily="34" charset="0"/>
                <a:ea typeface="HGPｺﾞｼｯｸE" panose="020B0900000000000000" pitchFamily="34" charset="-128"/>
              </a:defRPr>
            </a:lvl9pPr>
          </a:lstStyle>
          <a:p>
            <a:pPr>
              <a:defRPr/>
            </a:pPr>
            <a:r>
              <a:rPr lang="en-US" altLang="ja-JP" sz="800" dirty="0">
                <a:solidFill>
                  <a:schemeClr val="tx1"/>
                </a:solidFill>
                <a:effectLst/>
                <a:latin typeface="源ノ角ゴシック JP" panose="020B0500000000000000" pitchFamily="34" charset="-128"/>
                <a:ea typeface="源ノ角ゴシック JP" panose="020B0500000000000000" pitchFamily="34" charset="-128"/>
                <a:cs typeface="Microsoft Sans Serif" panose="020B0604020202020204" pitchFamily="34" charset="0"/>
              </a:rPr>
              <a:t>CONFIDENTIAL.</a:t>
            </a:r>
            <a:r>
              <a:rPr lang="ja-JP" altLang="en-US" sz="800" dirty="0">
                <a:solidFill>
                  <a:schemeClr val="tx1"/>
                </a:solidFill>
                <a:effectLst/>
                <a:latin typeface="源ノ角ゴシック JP" panose="020B0500000000000000" pitchFamily="34" charset="-128"/>
                <a:ea typeface="源ノ角ゴシック JP" panose="020B0500000000000000" pitchFamily="34" charset="-128"/>
                <a:cs typeface="Microsoft Sans Serif" panose="020B0604020202020204" pitchFamily="34" charset="0"/>
              </a:rPr>
              <a:t> </a:t>
            </a:r>
            <a:r>
              <a:rPr lang="en-US" altLang="ja-JP" sz="800" dirty="0">
                <a:solidFill>
                  <a:schemeClr val="tx1"/>
                </a:solidFill>
                <a:effectLst/>
                <a:latin typeface="源ノ角ゴシック JP" panose="020B0500000000000000" pitchFamily="34" charset="-128"/>
                <a:ea typeface="源ノ角ゴシック JP" panose="020B0500000000000000" pitchFamily="34" charset="-128"/>
                <a:cs typeface="Microsoft Sans Serif" panose="020B0604020202020204" pitchFamily="34" charset="0"/>
              </a:rPr>
              <a:t> </a:t>
            </a:r>
            <a:r>
              <a:rPr lang="ja-JP" altLang="en-US" sz="800" dirty="0">
                <a:solidFill>
                  <a:schemeClr val="tx1"/>
                </a:solidFill>
                <a:effectLst/>
                <a:latin typeface="源ノ角ゴシック JP" panose="020B0500000000000000" pitchFamily="34" charset="-128"/>
                <a:ea typeface="源ノ角ゴシック JP" panose="020B0500000000000000" pitchFamily="34" charset="-128"/>
                <a:cs typeface="Microsoft Sans Serif" panose="020B0604020202020204" pitchFamily="34" charset="0"/>
              </a:rPr>
              <a:t>　</a:t>
            </a:r>
            <a:r>
              <a:rPr lang="en-US" altLang="ja-JP" sz="800" dirty="0">
                <a:solidFill>
                  <a:schemeClr val="tx1"/>
                </a:solidFill>
                <a:effectLst/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Copyright © United Super Market Holdings Inc. All Rights Reserved.</a:t>
            </a:r>
          </a:p>
        </p:txBody>
      </p:sp>
      <p:sp>
        <p:nvSpPr>
          <p:cNvPr id="16" name="正方形/長方形 15">
            <a:extLst>
              <a:ext uri="{FF2B5EF4-FFF2-40B4-BE49-F238E27FC236}">
                <a16:creationId xmlns:a16="http://schemas.microsoft.com/office/drawing/2014/main" id="{2719E7A4-F951-4865-9294-396B6A7AC2B9}"/>
              </a:ext>
            </a:extLst>
          </p:cNvPr>
          <p:cNvSpPr/>
          <p:nvPr userDrawn="1"/>
        </p:nvSpPr>
        <p:spPr>
          <a:xfrm>
            <a:off x="10550966" y="249216"/>
            <a:ext cx="1593706" cy="184666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r>
              <a:rPr lang="en-US" altLang="ja-JP" sz="600" b="0" i="1" baseline="0" dirty="0">
                <a:solidFill>
                  <a:srgbClr val="EE391B"/>
                </a:solidFill>
                <a:effectLst/>
                <a:latin typeface="源ノ角ゴシック JP" panose="020B0500000000000000" pitchFamily="34" charset="-128"/>
                <a:ea typeface="源ノ角ゴシック JP" panose="020B0500000000000000" pitchFamily="34" charset="-128"/>
                <a:cs typeface="Gisha" panose="020B0604020202020204" pitchFamily="34" charset="-79"/>
              </a:rPr>
              <a:t>Art, Science, Craft, New Business Model</a:t>
            </a:r>
            <a:endParaRPr lang="ja-JP" altLang="en-US" sz="600" b="0" i="1" dirty="0">
              <a:solidFill>
                <a:srgbClr val="EE391B"/>
              </a:solidFill>
              <a:effectLst/>
              <a:latin typeface="源ノ角ゴシック JP" panose="020B0500000000000000" pitchFamily="34" charset="-128"/>
              <a:ea typeface="源ノ角ゴシック JP" panose="020B0500000000000000" pitchFamily="34" charset="-128"/>
              <a:cs typeface="Gisha" panose="020B0604020202020204" pitchFamily="34" charset="-79"/>
            </a:endParaRPr>
          </a:p>
        </p:txBody>
      </p:sp>
      <p:sp>
        <p:nvSpPr>
          <p:cNvPr id="32" name="正方形/長方形 31"/>
          <p:cNvSpPr/>
          <p:nvPr/>
        </p:nvSpPr>
        <p:spPr>
          <a:xfrm>
            <a:off x="0" y="6625818"/>
            <a:ext cx="12192000" cy="24050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/>
          <a:lstStyle/>
          <a:p>
            <a:pPr algn="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ja-JP" altLang="en-US" sz="750">
              <a:solidFill>
                <a:schemeClr val="tx1"/>
              </a:solidFill>
              <a:effectLst/>
              <a:latin typeface="源ノ角ゴシック JP" panose="020B0500000000000000" pitchFamily="34" charset="-128"/>
              <a:ea typeface="源ノ角ゴシック JP" panose="020B0500000000000000" pitchFamily="34" charset="-128"/>
            </a:endParaRPr>
          </a:p>
        </p:txBody>
      </p:sp>
      <p:sp>
        <p:nvSpPr>
          <p:cNvPr id="2" name="タイトル プレースホルダ 1"/>
          <p:cNvSpPr>
            <a:spLocks noGrp="1"/>
          </p:cNvSpPr>
          <p:nvPr>
            <p:ph type="title"/>
          </p:nvPr>
        </p:nvSpPr>
        <p:spPr>
          <a:xfrm>
            <a:off x="341843" y="131004"/>
            <a:ext cx="10474364" cy="582612"/>
          </a:xfrm>
          <a:prstGeom prst="rect">
            <a:avLst/>
          </a:prstGeom>
          <a:noFill/>
          <a:effectLst>
            <a:softEdge rad="31750"/>
          </a:effectLst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ja-JP" altLang="en-US" dirty="0"/>
              <a:t>マスタ タイトルの書式設定</a:t>
            </a:r>
          </a:p>
        </p:txBody>
      </p:sp>
      <p:sp>
        <p:nvSpPr>
          <p:cNvPr id="1029" name="テキスト プレースホルダ 2"/>
          <p:cNvSpPr>
            <a:spLocks noGrp="1"/>
          </p:cNvSpPr>
          <p:nvPr>
            <p:ph type="body" idx="1"/>
          </p:nvPr>
        </p:nvSpPr>
        <p:spPr bwMode="auto">
          <a:xfrm>
            <a:off x="609600" y="1071565"/>
            <a:ext cx="10972800" cy="54219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ja-JP" altLang="en-US"/>
              <a:t>マスタ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</a:p>
        </p:txBody>
      </p:sp>
      <p:sp>
        <p:nvSpPr>
          <p:cNvPr id="6" name="スライド番号プレースホルダ 5"/>
          <p:cNvSpPr>
            <a:spLocks noGrp="1"/>
          </p:cNvSpPr>
          <p:nvPr>
            <p:ph type="sldNum" sz="quarter" idx="4"/>
          </p:nvPr>
        </p:nvSpPr>
        <p:spPr>
          <a:xfrm>
            <a:off x="10657420" y="6625821"/>
            <a:ext cx="1390649" cy="22066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 eaLnBrk="1" fontAlgn="auto" hangingPunct="1">
              <a:spcBef>
                <a:spcPts val="0"/>
              </a:spcBef>
              <a:spcAft>
                <a:spcPts val="0"/>
              </a:spcAft>
              <a:defRPr sz="1200" b="0" baseline="0" smtClean="0">
                <a:solidFill>
                  <a:schemeClr val="bg1"/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  <a:cs typeface="Arial" panose="020B0604020202020204" pitchFamily="34" charset="0"/>
              </a:defRPr>
            </a:lvl1pPr>
          </a:lstStyle>
          <a:p>
            <a:pPr>
              <a:defRPr/>
            </a:pPr>
            <a:fld id="{53A81666-E530-49EF-906E-39D0DAC71AD5}" type="slidenum">
              <a:rPr lang="ja-JP" altLang="en-US" smtClean="0"/>
              <a:pPr>
                <a:defRPr/>
              </a:pPr>
              <a:t>‹#›</a:t>
            </a:fld>
            <a:endParaRPr lang="en-US" altLang="ja-JP"/>
          </a:p>
        </p:txBody>
      </p:sp>
      <p:sp>
        <p:nvSpPr>
          <p:cNvPr id="12" name="AutoShape 6"/>
          <p:cNvSpPr>
            <a:spLocks noChangeArrowheads="1"/>
          </p:cNvSpPr>
          <p:nvPr/>
        </p:nvSpPr>
        <p:spPr bwMode="gray">
          <a:xfrm>
            <a:off x="6060019" y="0"/>
            <a:ext cx="71967" cy="44450"/>
          </a:xfrm>
          <a:prstGeom prst="triangle">
            <a:avLst>
              <a:gd name="adj" fmla="val 50000"/>
            </a:avLst>
          </a:prstGeom>
          <a:solidFill>
            <a:srgbClr val="C0C0C0"/>
          </a:solidFill>
          <a:ln w="9525" algn="ctr">
            <a:noFill/>
            <a:miter lim="800000"/>
            <a:headEnd/>
            <a:tailEnd/>
          </a:ln>
          <a:effectLst/>
        </p:spPr>
        <p:txBody>
          <a:bodyPr lIns="68571" tIns="34286" rIns="68571" bIns="34286" anchor="ctr"/>
          <a:lstStyle>
            <a:lvl1pPr algn="l" defTabSz="912813" eaLnBrk="0" hangingPunct="0">
              <a:defRPr kumimoji="1">
                <a:solidFill>
                  <a:schemeClr val="tx1"/>
                </a:solidFill>
                <a:latin typeface="Arial" pitchFamily="34" charset="0"/>
                <a:ea typeface="ＭＳ Ｐゴシック" pitchFamily="50" charset="-128"/>
              </a:defRPr>
            </a:lvl1pPr>
            <a:lvl2pPr marL="742950" indent="-285750" algn="l" defTabSz="912813" eaLnBrk="0" hangingPunct="0">
              <a:defRPr kumimoji="1">
                <a:solidFill>
                  <a:schemeClr val="tx1"/>
                </a:solidFill>
                <a:latin typeface="Arial" pitchFamily="34" charset="0"/>
                <a:ea typeface="ＭＳ Ｐゴシック" pitchFamily="50" charset="-128"/>
              </a:defRPr>
            </a:lvl2pPr>
            <a:lvl3pPr marL="1143000" indent="-228600" algn="l" defTabSz="912813" eaLnBrk="0" hangingPunct="0">
              <a:defRPr kumimoji="1">
                <a:solidFill>
                  <a:schemeClr val="tx1"/>
                </a:solidFill>
                <a:latin typeface="Arial" pitchFamily="34" charset="0"/>
                <a:ea typeface="ＭＳ Ｐゴシック" pitchFamily="50" charset="-128"/>
              </a:defRPr>
            </a:lvl3pPr>
            <a:lvl4pPr marL="1600200" indent="-228600" algn="l" defTabSz="912813" eaLnBrk="0" hangingPunct="0">
              <a:defRPr kumimoji="1">
                <a:solidFill>
                  <a:schemeClr val="tx1"/>
                </a:solidFill>
                <a:latin typeface="Arial" pitchFamily="34" charset="0"/>
                <a:ea typeface="ＭＳ Ｐゴシック" pitchFamily="50" charset="-128"/>
              </a:defRPr>
            </a:lvl4pPr>
            <a:lvl5pPr marL="2057400" indent="-228600" algn="l" defTabSz="912813" eaLnBrk="0" hangingPunct="0">
              <a:defRPr kumimoji="1">
                <a:solidFill>
                  <a:schemeClr val="tx1"/>
                </a:solidFill>
                <a:latin typeface="Arial" pitchFamily="34" charset="0"/>
                <a:ea typeface="ＭＳ Ｐゴシック" pitchFamily="50" charset="-128"/>
              </a:defRPr>
            </a:lvl5pPr>
            <a:lvl6pPr marL="2514600" indent="-228600" defTabSz="91281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pitchFamily="34" charset="0"/>
                <a:ea typeface="ＭＳ Ｐゴシック" pitchFamily="50" charset="-128"/>
              </a:defRPr>
            </a:lvl6pPr>
            <a:lvl7pPr marL="2971800" indent="-228600" defTabSz="91281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pitchFamily="34" charset="0"/>
                <a:ea typeface="ＭＳ Ｐゴシック" pitchFamily="50" charset="-128"/>
              </a:defRPr>
            </a:lvl7pPr>
            <a:lvl8pPr marL="3429000" indent="-228600" defTabSz="91281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pitchFamily="34" charset="0"/>
                <a:ea typeface="ＭＳ Ｐゴシック" pitchFamily="50" charset="-128"/>
              </a:defRPr>
            </a:lvl8pPr>
            <a:lvl9pPr marL="3886200" indent="-228600" defTabSz="91281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pitchFamily="34" charset="0"/>
                <a:ea typeface="ＭＳ Ｐゴシック" pitchFamily="50" charset="-128"/>
              </a:defRPr>
            </a:lvl9pPr>
          </a:lstStyle>
          <a:p>
            <a:pPr algn="ctr" eaLnBrk="1" fontAlgn="ctr" hangingPunct="1">
              <a:defRPr/>
            </a:pPr>
            <a:endParaRPr lang="en-GB" altLang="ja-JP" sz="750">
              <a:effectLst/>
              <a:latin typeface="Meiryo UI" panose="020B0604030504040204" pitchFamily="50" charset="-128"/>
              <a:ea typeface="Meiryo UI" panose="020B0604030504040204" pitchFamily="50" charset="-128"/>
              <a:cs typeface="Meiryo UI" panose="020B0604030504040204" pitchFamily="50" charset="-128"/>
            </a:endParaRPr>
          </a:p>
        </p:txBody>
      </p:sp>
      <p:pic>
        <p:nvPicPr>
          <p:cNvPr id="4" name="図 3" descr="ロゴ&#10;&#10;自動的に生成された説明">
            <a:extLst>
              <a:ext uri="{FF2B5EF4-FFF2-40B4-BE49-F238E27FC236}">
                <a16:creationId xmlns:a16="http://schemas.microsoft.com/office/drawing/2014/main" id="{2BD97B02-BEDC-4AA9-B798-97678B0A6243}"/>
              </a:ext>
            </a:extLst>
          </p:cNvPr>
          <p:cNvPicPr>
            <a:picLocks noChangeAspect="1"/>
          </p:cNvPicPr>
          <p:nvPr userDrawn="1"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79246" y="68094"/>
            <a:ext cx="1534811" cy="2079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373938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11" r:id="rId1"/>
    <p:sldLayoutId id="2147483812" r:id="rId2"/>
    <p:sldLayoutId id="2147483908" r:id="rId3"/>
  </p:sldLayoutIdLst>
  <p:transition>
    <p:zoom/>
  </p:transition>
  <p:hf hdr="0" dt="0"/>
  <p:txStyles>
    <p:titleStyle>
      <a:lvl1pPr algn="l" rtl="0" eaLnBrk="1" fontAlgn="base" hangingPunct="1">
        <a:spcBef>
          <a:spcPct val="0"/>
        </a:spcBef>
        <a:spcAft>
          <a:spcPct val="0"/>
        </a:spcAft>
        <a:defRPr kumimoji="1" sz="2100" kern="1200">
          <a:solidFill>
            <a:schemeClr val="tx1"/>
          </a:solidFill>
          <a:latin typeface="源ノ角ゴシック JP" panose="020B0500000000000000" pitchFamily="34" charset="-128"/>
          <a:ea typeface="源ノ角ゴシック JP" panose="020B0500000000000000" pitchFamily="34" charset="-128"/>
          <a:cs typeface="+mj-cs"/>
        </a:defRPr>
      </a:lvl1pPr>
      <a:lvl2pPr algn="l" rtl="0" eaLnBrk="1" fontAlgn="base" hangingPunct="1">
        <a:spcBef>
          <a:spcPct val="0"/>
        </a:spcBef>
        <a:spcAft>
          <a:spcPct val="0"/>
        </a:spcAft>
        <a:defRPr kumimoji="1" sz="2400">
          <a:solidFill>
            <a:schemeClr val="tx1"/>
          </a:solidFill>
          <a:latin typeface="Arial" panose="020B0604020202020204" pitchFamily="34" charset="0"/>
          <a:ea typeface="HGPｺﾞｼｯｸE" panose="020B0900000000000000" pitchFamily="34" charset="-128"/>
        </a:defRPr>
      </a:lvl2pPr>
      <a:lvl3pPr algn="l" rtl="0" eaLnBrk="1" fontAlgn="base" hangingPunct="1">
        <a:spcBef>
          <a:spcPct val="0"/>
        </a:spcBef>
        <a:spcAft>
          <a:spcPct val="0"/>
        </a:spcAft>
        <a:defRPr kumimoji="1" sz="2400">
          <a:solidFill>
            <a:schemeClr val="tx1"/>
          </a:solidFill>
          <a:latin typeface="Arial" panose="020B0604020202020204" pitchFamily="34" charset="0"/>
          <a:ea typeface="HGPｺﾞｼｯｸE" panose="020B0900000000000000" pitchFamily="34" charset="-128"/>
        </a:defRPr>
      </a:lvl3pPr>
      <a:lvl4pPr algn="l" rtl="0" eaLnBrk="1" fontAlgn="base" hangingPunct="1">
        <a:spcBef>
          <a:spcPct val="0"/>
        </a:spcBef>
        <a:spcAft>
          <a:spcPct val="0"/>
        </a:spcAft>
        <a:defRPr kumimoji="1" sz="2400">
          <a:solidFill>
            <a:schemeClr val="tx1"/>
          </a:solidFill>
          <a:latin typeface="Arial" panose="020B0604020202020204" pitchFamily="34" charset="0"/>
          <a:ea typeface="HGPｺﾞｼｯｸE" panose="020B0900000000000000" pitchFamily="34" charset="-128"/>
        </a:defRPr>
      </a:lvl4pPr>
      <a:lvl5pPr algn="l" rtl="0" eaLnBrk="1" fontAlgn="base" hangingPunct="1">
        <a:spcBef>
          <a:spcPct val="0"/>
        </a:spcBef>
        <a:spcAft>
          <a:spcPct val="0"/>
        </a:spcAft>
        <a:defRPr kumimoji="1" sz="2400">
          <a:solidFill>
            <a:schemeClr val="tx1"/>
          </a:solidFill>
          <a:latin typeface="Arial" panose="020B0604020202020204" pitchFamily="34" charset="0"/>
          <a:ea typeface="HGPｺﾞｼｯｸE" panose="020B0900000000000000" pitchFamily="34" charset="-128"/>
        </a:defRPr>
      </a:lvl5pPr>
      <a:lvl6pPr marL="342900" algn="l" rtl="0" eaLnBrk="1" fontAlgn="base" hangingPunct="1">
        <a:spcBef>
          <a:spcPct val="0"/>
        </a:spcBef>
        <a:spcAft>
          <a:spcPct val="0"/>
        </a:spcAft>
        <a:defRPr kumimoji="1" sz="2400">
          <a:solidFill>
            <a:schemeClr val="tx1"/>
          </a:solidFill>
          <a:latin typeface="Arial" panose="020B0604020202020204" pitchFamily="34" charset="0"/>
          <a:ea typeface="HGPｺﾞｼｯｸE" panose="020B0900000000000000" pitchFamily="34" charset="-128"/>
        </a:defRPr>
      </a:lvl6pPr>
      <a:lvl7pPr marL="685800" algn="l" rtl="0" eaLnBrk="1" fontAlgn="base" hangingPunct="1">
        <a:spcBef>
          <a:spcPct val="0"/>
        </a:spcBef>
        <a:spcAft>
          <a:spcPct val="0"/>
        </a:spcAft>
        <a:defRPr kumimoji="1" sz="2400">
          <a:solidFill>
            <a:schemeClr val="tx1"/>
          </a:solidFill>
          <a:latin typeface="Arial" panose="020B0604020202020204" pitchFamily="34" charset="0"/>
          <a:ea typeface="HGPｺﾞｼｯｸE" panose="020B0900000000000000" pitchFamily="34" charset="-128"/>
        </a:defRPr>
      </a:lvl7pPr>
      <a:lvl8pPr marL="1028700" algn="l" rtl="0" eaLnBrk="1" fontAlgn="base" hangingPunct="1">
        <a:spcBef>
          <a:spcPct val="0"/>
        </a:spcBef>
        <a:spcAft>
          <a:spcPct val="0"/>
        </a:spcAft>
        <a:defRPr kumimoji="1" sz="2400">
          <a:solidFill>
            <a:schemeClr val="tx1"/>
          </a:solidFill>
          <a:latin typeface="Arial" panose="020B0604020202020204" pitchFamily="34" charset="0"/>
          <a:ea typeface="HGPｺﾞｼｯｸE" panose="020B0900000000000000" pitchFamily="34" charset="-128"/>
        </a:defRPr>
      </a:lvl8pPr>
      <a:lvl9pPr marL="1371600" algn="l" rtl="0" eaLnBrk="1" fontAlgn="base" hangingPunct="1">
        <a:spcBef>
          <a:spcPct val="0"/>
        </a:spcBef>
        <a:spcAft>
          <a:spcPct val="0"/>
        </a:spcAft>
        <a:defRPr kumimoji="1" sz="2400">
          <a:solidFill>
            <a:schemeClr val="tx1"/>
          </a:solidFill>
          <a:latin typeface="Arial" panose="020B0604020202020204" pitchFamily="34" charset="0"/>
          <a:ea typeface="HGPｺﾞｼｯｸE" panose="020B0900000000000000" pitchFamily="34" charset="-128"/>
        </a:defRPr>
      </a:lvl9pPr>
    </p:titleStyle>
    <p:bodyStyle>
      <a:lvl1pPr marL="257175" indent="-257175" algn="l" rtl="0" eaLnBrk="1" fontAlgn="base" hangingPunct="1">
        <a:spcBef>
          <a:spcPct val="20000"/>
        </a:spcBef>
        <a:spcAft>
          <a:spcPct val="0"/>
        </a:spcAft>
        <a:buFont typeface="Arial" panose="020B0604020202020204" pitchFamily="34" charset="0"/>
        <a:buChar char="•"/>
        <a:defRPr kumimoji="1" sz="1500" kern="1200">
          <a:solidFill>
            <a:schemeClr val="tx1"/>
          </a:solidFill>
          <a:latin typeface="源ノ角ゴシック JP" panose="020B0500000000000000" pitchFamily="34" charset="-128"/>
          <a:ea typeface="源ノ角ゴシック JP" panose="020B0500000000000000" pitchFamily="34" charset="-128"/>
          <a:cs typeface="+mn-cs"/>
        </a:defRPr>
      </a:lvl1pPr>
      <a:lvl2pPr marL="557213" indent="-214313" algn="l" rtl="0" eaLnBrk="1" fontAlgn="base" hangingPunct="1">
        <a:spcBef>
          <a:spcPct val="20000"/>
        </a:spcBef>
        <a:spcAft>
          <a:spcPct val="0"/>
        </a:spcAft>
        <a:buFont typeface="Arial" panose="020B0604020202020204" pitchFamily="34" charset="0"/>
        <a:buChar char="–"/>
        <a:defRPr kumimoji="1" sz="1500" kern="1200">
          <a:solidFill>
            <a:schemeClr val="tx1"/>
          </a:solidFill>
          <a:latin typeface="源ノ角ゴシック JP" panose="020B0500000000000000" pitchFamily="34" charset="-128"/>
          <a:ea typeface="源ノ角ゴシック JP" panose="020B0500000000000000" pitchFamily="34" charset="-128"/>
          <a:cs typeface="+mn-cs"/>
        </a:defRPr>
      </a:lvl2pPr>
      <a:lvl3pPr marL="857250" indent="-171450" algn="l" rtl="0" eaLnBrk="1" fontAlgn="base" hangingPunct="1">
        <a:spcBef>
          <a:spcPct val="20000"/>
        </a:spcBef>
        <a:spcAft>
          <a:spcPct val="0"/>
        </a:spcAft>
        <a:buFont typeface="Arial" panose="020B0604020202020204" pitchFamily="34" charset="0"/>
        <a:buChar char="•"/>
        <a:defRPr kumimoji="1" sz="1500" kern="1200">
          <a:solidFill>
            <a:schemeClr val="tx1"/>
          </a:solidFill>
          <a:latin typeface="源ノ角ゴシック JP" panose="020B0500000000000000" pitchFamily="34" charset="-128"/>
          <a:ea typeface="源ノ角ゴシック JP" panose="020B0500000000000000" pitchFamily="34" charset="-128"/>
          <a:cs typeface="+mn-cs"/>
        </a:defRPr>
      </a:lvl3pPr>
      <a:lvl4pPr marL="1200150" indent="-171450" algn="l" rtl="0" eaLnBrk="1" fontAlgn="base" hangingPunct="1">
        <a:spcBef>
          <a:spcPct val="20000"/>
        </a:spcBef>
        <a:spcAft>
          <a:spcPct val="0"/>
        </a:spcAft>
        <a:buFont typeface="Arial" panose="020B0604020202020204" pitchFamily="34" charset="0"/>
        <a:buChar char="–"/>
        <a:defRPr kumimoji="1" sz="1500" kern="1200">
          <a:solidFill>
            <a:schemeClr val="tx1"/>
          </a:solidFill>
          <a:latin typeface="源ノ角ゴシック JP" panose="020B0500000000000000" pitchFamily="34" charset="-128"/>
          <a:ea typeface="源ノ角ゴシック JP" panose="020B0500000000000000" pitchFamily="34" charset="-128"/>
          <a:cs typeface="+mn-cs"/>
        </a:defRPr>
      </a:lvl4pPr>
      <a:lvl5pPr marL="1543050" indent="-171450" algn="l" rtl="0" eaLnBrk="1" fontAlgn="base" hangingPunct="1">
        <a:spcBef>
          <a:spcPct val="20000"/>
        </a:spcBef>
        <a:spcAft>
          <a:spcPct val="0"/>
        </a:spcAft>
        <a:buFont typeface="Arial" panose="020B0604020202020204" pitchFamily="34" charset="0"/>
        <a:buChar char="»"/>
        <a:defRPr kumimoji="1" sz="1500" kern="1200">
          <a:solidFill>
            <a:schemeClr val="tx1"/>
          </a:solidFill>
          <a:latin typeface="源ノ角ゴシック JP" panose="020B0500000000000000" pitchFamily="34" charset="-128"/>
          <a:ea typeface="源ノ角ゴシック JP" panose="020B0500000000000000" pitchFamily="34" charset="-128"/>
          <a:cs typeface="+mn-cs"/>
        </a:defRPr>
      </a:lvl5pPr>
      <a:lvl6pPr marL="1885950" indent="-171450" algn="l" defTabSz="685800" rtl="0" eaLnBrk="1" latinLnBrk="0" hangingPunct="1">
        <a:spcBef>
          <a:spcPct val="20000"/>
        </a:spcBef>
        <a:buFont typeface="Arial" pitchFamily="34" charset="0"/>
        <a:buChar char="•"/>
        <a:defRPr kumimoji="1" sz="150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spcBef>
          <a:spcPct val="20000"/>
        </a:spcBef>
        <a:buFont typeface="Arial" pitchFamily="34" charset="0"/>
        <a:buChar char="•"/>
        <a:defRPr kumimoji="1" sz="150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spcBef>
          <a:spcPct val="20000"/>
        </a:spcBef>
        <a:buFont typeface="Arial" pitchFamily="34" charset="0"/>
        <a:buChar char="•"/>
        <a:defRPr kumimoji="1" sz="150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spcBef>
          <a:spcPct val="20000"/>
        </a:spcBef>
        <a:buFont typeface="Arial" pitchFamily="34" charset="0"/>
        <a:buChar char="•"/>
        <a:defRPr kumimoji="1" sz="15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正方形/長方形 12">
            <a:extLst>
              <a:ext uri="{FF2B5EF4-FFF2-40B4-BE49-F238E27FC236}">
                <a16:creationId xmlns:a16="http://schemas.microsoft.com/office/drawing/2014/main" id="{D4CF4B21-AE22-480A-A95B-6967D6C55E35}"/>
              </a:ext>
            </a:extLst>
          </p:cNvPr>
          <p:cNvSpPr/>
          <p:nvPr userDrawn="1"/>
        </p:nvSpPr>
        <p:spPr>
          <a:xfrm>
            <a:off x="4621875" y="6614397"/>
            <a:ext cx="7570124" cy="249382"/>
          </a:xfrm>
          <a:prstGeom prst="rect">
            <a:avLst/>
          </a:prstGeom>
          <a:gradFill flip="none" rotWithShape="1">
            <a:gsLst>
              <a:gs pos="0">
                <a:schemeClr val="bg1"/>
              </a:gs>
              <a:gs pos="56000">
                <a:schemeClr val="accent6">
                  <a:lumMod val="75000"/>
                </a:schemeClr>
              </a:gs>
              <a:gs pos="100000">
                <a:srgbClr val="C00000"/>
              </a:gs>
            </a:gsLst>
            <a:lin ang="0" scaled="1"/>
            <a:tileRect/>
          </a:gradFill>
          <a:ln>
            <a:noFill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anchor="ctr"/>
          <a:lstStyle/>
          <a:p>
            <a:pPr algn="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ja-JP" altLang="en-US" sz="900" b="0" i="1" dirty="0">
              <a:solidFill>
                <a:schemeClr val="bg1"/>
              </a:solidFill>
              <a:effectLst/>
              <a:latin typeface="源ノ角ゴシック JP" panose="020B0500000000000000" pitchFamily="34" charset="-128"/>
              <a:ea typeface="源ノ角ゴシック JP" panose="020B0500000000000000" pitchFamily="34" charset="-128"/>
              <a:cs typeface="Arial" panose="020B0604020202020204" pitchFamily="34" charset="0"/>
            </a:endParaRPr>
          </a:p>
        </p:txBody>
      </p:sp>
      <p:sp>
        <p:nvSpPr>
          <p:cNvPr id="14" name="テキスト ボックス 11">
            <a:extLst>
              <a:ext uri="{FF2B5EF4-FFF2-40B4-BE49-F238E27FC236}">
                <a16:creationId xmlns:a16="http://schemas.microsoft.com/office/drawing/2014/main" id="{8247F3C4-F3CC-4FC2-9464-AE8C329D8173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754596" y="6631817"/>
            <a:ext cx="4368504" cy="215444"/>
          </a:xfrm>
          <a:prstGeom prst="rect">
            <a:avLst/>
          </a:prstGeom>
          <a:noFill/>
          <a:ln>
            <a:noFill/>
          </a:ln>
        </p:spPr>
        <p:txBody>
          <a:bodyPr wrap="none">
            <a:spAutoFit/>
          </a:bodyPr>
          <a:lstStyle>
            <a:lvl1pPr>
              <a:defRPr kumimoji="1">
                <a:solidFill>
                  <a:schemeClr val="tx1"/>
                </a:solidFill>
                <a:latin typeface="Arial" panose="020B0604020202020204" pitchFamily="34" charset="0"/>
                <a:ea typeface="HGPｺﾞｼｯｸE" panose="020B0900000000000000" pitchFamily="34" charset="-128"/>
              </a:defRPr>
            </a:lvl1pPr>
            <a:lvl2pPr marL="742950" indent="-285750">
              <a:defRPr kumimoji="1">
                <a:solidFill>
                  <a:schemeClr val="tx1"/>
                </a:solidFill>
                <a:latin typeface="Arial" panose="020B0604020202020204" pitchFamily="34" charset="0"/>
                <a:ea typeface="HGPｺﾞｼｯｸE" panose="020B0900000000000000" pitchFamily="34" charset="-128"/>
              </a:defRPr>
            </a:lvl2pPr>
            <a:lvl3pPr marL="1143000" indent="-228600">
              <a:defRPr kumimoji="1">
                <a:solidFill>
                  <a:schemeClr val="tx1"/>
                </a:solidFill>
                <a:latin typeface="Arial" panose="020B0604020202020204" pitchFamily="34" charset="0"/>
                <a:ea typeface="HGPｺﾞｼｯｸE" panose="020B0900000000000000" pitchFamily="34" charset="-128"/>
              </a:defRPr>
            </a:lvl3pPr>
            <a:lvl4pPr marL="1600200" indent="-228600">
              <a:defRPr kumimoji="1">
                <a:solidFill>
                  <a:schemeClr val="tx1"/>
                </a:solidFill>
                <a:latin typeface="Arial" panose="020B0604020202020204" pitchFamily="34" charset="0"/>
                <a:ea typeface="HGPｺﾞｼｯｸE" panose="020B0900000000000000" pitchFamily="34" charset="-128"/>
              </a:defRPr>
            </a:lvl4pPr>
            <a:lvl5pPr marL="2057400" indent="-228600">
              <a:defRPr kumimoji="1">
                <a:solidFill>
                  <a:schemeClr val="tx1"/>
                </a:solidFill>
                <a:latin typeface="Arial" panose="020B0604020202020204" pitchFamily="34" charset="0"/>
                <a:ea typeface="HGPｺﾞｼｯｸE" panose="020B0900000000000000" pitchFamily="34" charset="-128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panose="020B0604020202020204" pitchFamily="34" charset="0"/>
                <a:ea typeface="HGPｺﾞｼｯｸE" panose="020B0900000000000000" pitchFamily="34" charset="-128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panose="020B0604020202020204" pitchFamily="34" charset="0"/>
                <a:ea typeface="HGPｺﾞｼｯｸE" panose="020B0900000000000000" pitchFamily="34" charset="-128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panose="020B0604020202020204" pitchFamily="34" charset="0"/>
                <a:ea typeface="HGPｺﾞｼｯｸE" panose="020B0900000000000000" pitchFamily="34" charset="-128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panose="020B0604020202020204" pitchFamily="34" charset="0"/>
                <a:ea typeface="HGPｺﾞｼｯｸE" panose="020B0900000000000000" pitchFamily="34" charset="-128"/>
              </a:defRPr>
            </a:lvl9pPr>
          </a:lstStyle>
          <a:p>
            <a:pPr>
              <a:defRPr/>
            </a:pPr>
            <a:r>
              <a:rPr lang="en-US" altLang="ja-JP" sz="800" dirty="0">
                <a:solidFill>
                  <a:schemeClr val="tx1"/>
                </a:solidFill>
                <a:effectLst/>
                <a:latin typeface="源ノ角ゴシック JP" panose="020B0500000000000000" pitchFamily="34" charset="-128"/>
                <a:ea typeface="源ノ角ゴシック JP" panose="020B0500000000000000" pitchFamily="34" charset="-128"/>
                <a:cs typeface="Microsoft Sans Serif" panose="020B0604020202020204" pitchFamily="34" charset="0"/>
              </a:rPr>
              <a:t>CONFIDENTIAL.</a:t>
            </a:r>
            <a:r>
              <a:rPr lang="ja-JP" altLang="en-US" sz="800" dirty="0">
                <a:solidFill>
                  <a:schemeClr val="tx1"/>
                </a:solidFill>
                <a:effectLst/>
                <a:latin typeface="源ノ角ゴシック JP" panose="020B0500000000000000" pitchFamily="34" charset="-128"/>
                <a:ea typeface="源ノ角ゴシック JP" panose="020B0500000000000000" pitchFamily="34" charset="-128"/>
                <a:cs typeface="Microsoft Sans Serif" panose="020B0604020202020204" pitchFamily="34" charset="0"/>
              </a:rPr>
              <a:t> </a:t>
            </a:r>
            <a:r>
              <a:rPr lang="en-US" altLang="ja-JP" sz="800" dirty="0">
                <a:solidFill>
                  <a:schemeClr val="tx1"/>
                </a:solidFill>
                <a:effectLst/>
                <a:latin typeface="源ノ角ゴシック JP" panose="020B0500000000000000" pitchFamily="34" charset="-128"/>
                <a:ea typeface="源ノ角ゴシック JP" panose="020B0500000000000000" pitchFamily="34" charset="-128"/>
                <a:cs typeface="Microsoft Sans Serif" panose="020B0604020202020204" pitchFamily="34" charset="0"/>
              </a:rPr>
              <a:t> </a:t>
            </a:r>
            <a:r>
              <a:rPr lang="ja-JP" altLang="en-US" sz="800" dirty="0">
                <a:solidFill>
                  <a:schemeClr val="tx1"/>
                </a:solidFill>
                <a:effectLst/>
                <a:latin typeface="源ノ角ゴシック JP" panose="020B0500000000000000" pitchFamily="34" charset="-128"/>
                <a:ea typeface="源ノ角ゴシック JP" panose="020B0500000000000000" pitchFamily="34" charset="-128"/>
                <a:cs typeface="Microsoft Sans Serif" panose="020B0604020202020204" pitchFamily="34" charset="0"/>
              </a:rPr>
              <a:t>　</a:t>
            </a:r>
            <a:r>
              <a:rPr lang="en-US" altLang="ja-JP" sz="800" dirty="0">
                <a:solidFill>
                  <a:schemeClr val="tx1"/>
                </a:solidFill>
                <a:effectLst/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Copyright © United Super Market Holdings Inc. All Rights Reserved.</a:t>
            </a:r>
          </a:p>
        </p:txBody>
      </p:sp>
      <p:sp>
        <p:nvSpPr>
          <p:cNvPr id="16" name="正方形/長方形 15">
            <a:extLst>
              <a:ext uri="{FF2B5EF4-FFF2-40B4-BE49-F238E27FC236}">
                <a16:creationId xmlns:a16="http://schemas.microsoft.com/office/drawing/2014/main" id="{2719E7A4-F951-4865-9294-396B6A7AC2B9}"/>
              </a:ext>
            </a:extLst>
          </p:cNvPr>
          <p:cNvSpPr/>
          <p:nvPr userDrawn="1"/>
        </p:nvSpPr>
        <p:spPr>
          <a:xfrm>
            <a:off x="10550966" y="249216"/>
            <a:ext cx="1593706" cy="184666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r>
              <a:rPr lang="en-US" altLang="ja-JP" sz="600" b="0" i="1" baseline="0" dirty="0">
                <a:solidFill>
                  <a:srgbClr val="EE391B"/>
                </a:solidFill>
                <a:effectLst/>
                <a:latin typeface="源ノ角ゴシック JP" panose="020B0500000000000000" pitchFamily="34" charset="-128"/>
                <a:ea typeface="源ノ角ゴシック JP" panose="020B0500000000000000" pitchFamily="34" charset="-128"/>
                <a:cs typeface="Gisha" panose="020B0604020202020204" pitchFamily="34" charset="-79"/>
              </a:rPr>
              <a:t>Art, Science, Craft, New Business Model</a:t>
            </a:r>
            <a:endParaRPr lang="ja-JP" altLang="en-US" sz="600" b="0" i="1" dirty="0">
              <a:solidFill>
                <a:srgbClr val="EE391B"/>
              </a:solidFill>
              <a:effectLst/>
              <a:latin typeface="源ノ角ゴシック JP" panose="020B0500000000000000" pitchFamily="34" charset="-128"/>
              <a:ea typeface="源ノ角ゴシック JP" panose="020B0500000000000000" pitchFamily="34" charset="-128"/>
              <a:cs typeface="Gisha" panose="020B0604020202020204" pitchFamily="34" charset="-79"/>
            </a:endParaRPr>
          </a:p>
        </p:txBody>
      </p:sp>
      <p:sp>
        <p:nvSpPr>
          <p:cNvPr id="32" name="正方形/長方形 31"/>
          <p:cNvSpPr/>
          <p:nvPr/>
        </p:nvSpPr>
        <p:spPr>
          <a:xfrm>
            <a:off x="0" y="6625818"/>
            <a:ext cx="12192000" cy="24050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/>
          <a:lstStyle/>
          <a:p>
            <a:pPr algn="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ja-JP" altLang="en-US" sz="750">
              <a:solidFill>
                <a:schemeClr val="tx1"/>
              </a:solidFill>
              <a:effectLst/>
              <a:latin typeface="源ノ角ゴシック JP" panose="020B0500000000000000" pitchFamily="34" charset="-128"/>
              <a:ea typeface="源ノ角ゴシック JP" panose="020B0500000000000000" pitchFamily="34" charset="-128"/>
            </a:endParaRPr>
          </a:p>
        </p:txBody>
      </p:sp>
      <p:sp>
        <p:nvSpPr>
          <p:cNvPr id="2" name="タイトル プレースホルダ 1"/>
          <p:cNvSpPr>
            <a:spLocks noGrp="1"/>
          </p:cNvSpPr>
          <p:nvPr>
            <p:ph type="title"/>
          </p:nvPr>
        </p:nvSpPr>
        <p:spPr>
          <a:xfrm>
            <a:off x="341843" y="131004"/>
            <a:ext cx="10474364" cy="582612"/>
          </a:xfrm>
          <a:prstGeom prst="rect">
            <a:avLst/>
          </a:prstGeom>
          <a:noFill/>
          <a:effectLst>
            <a:softEdge rad="31750"/>
          </a:effectLst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ja-JP" altLang="en-US"/>
              <a:t>マスタ タイトルの書式設定</a:t>
            </a:r>
          </a:p>
        </p:txBody>
      </p:sp>
      <p:sp>
        <p:nvSpPr>
          <p:cNvPr id="1029" name="テキスト プレースホルダ 2"/>
          <p:cNvSpPr>
            <a:spLocks noGrp="1"/>
          </p:cNvSpPr>
          <p:nvPr>
            <p:ph type="body" idx="1"/>
          </p:nvPr>
        </p:nvSpPr>
        <p:spPr bwMode="auto">
          <a:xfrm>
            <a:off x="609600" y="1071565"/>
            <a:ext cx="10972800" cy="54219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ja-JP" altLang="en-US"/>
              <a:t>マスタ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</a:p>
        </p:txBody>
      </p:sp>
      <p:sp>
        <p:nvSpPr>
          <p:cNvPr id="6" name="スライド番号プレースホルダ 5"/>
          <p:cNvSpPr>
            <a:spLocks noGrp="1"/>
          </p:cNvSpPr>
          <p:nvPr>
            <p:ph type="sldNum" sz="quarter" idx="4"/>
          </p:nvPr>
        </p:nvSpPr>
        <p:spPr>
          <a:xfrm>
            <a:off x="10657420" y="6625821"/>
            <a:ext cx="1390649" cy="22066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 eaLnBrk="1" fontAlgn="auto" hangingPunct="1">
              <a:spcBef>
                <a:spcPts val="0"/>
              </a:spcBef>
              <a:spcAft>
                <a:spcPts val="0"/>
              </a:spcAft>
              <a:defRPr sz="1200" b="0" baseline="0" smtClean="0">
                <a:solidFill>
                  <a:schemeClr val="bg1"/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  <a:cs typeface="Arial" panose="020B0604020202020204" pitchFamily="34" charset="0"/>
              </a:defRPr>
            </a:lvl1pPr>
          </a:lstStyle>
          <a:p>
            <a:pPr>
              <a:defRPr/>
            </a:pPr>
            <a:fld id="{53A81666-E530-49EF-906E-39D0DAC71AD5}" type="slidenum">
              <a:rPr lang="ja-JP" altLang="en-US" smtClean="0"/>
              <a:pPr>
                <a:defRPr/>
              </a:pPr>
              <a:t>‹#›</a:t>
            </a:fld>
            <a:endParaRPr lang="en-US" altLang="ja-JP"/>
          </a:p>
        </p:txBody>
      </p:sp>
      <p:sp>
        <p:nvSpPr>
          <p:cNvPr id="12" name="AutoShape 6"/>
          <p:cNvSpPr>
            <a:spLocks noChangeArrowheads="1"/>
          </p:cNvSpPr>
          <p:nvPr/>
        </p:nvSpPr>
        <p:spPr bwMode="gray">
          <a:xfrm>
            <a:off x="6060019" y="0"/>
            <a:ext cx="71967" cy="44450"/>
          </a:xfrm>
          <a:prstGeom prst="triangle">
            <a:avLst>
              <a:gd name="adj" fmla="val 50000"/>
            </a:avLst>
          </a:prstGeom>
          <a:solidFill>
            <a:srgbClr val="C0C0C0"/>
          </a:solidFill>
          <a:ln w="9525" algn="ctr">
            <a:noFill/>
            <a:miter lim="800000"/>
            <a:headEnd/>
            <a:tailEnd/>
          </a:ln>
          <a:effectLst/>
        </p:spPr>
        <p:txBody>
          <a:bodyPr lIns="68571" tIns="34286" rIns="68571" bIns="34286" anchor="ctr"/>
          <a:lstStyle>
            <a:lvl1pPr algn="l" defTabSz="912813" eaLnBrk="0" hangingPunct="0">
              <a:defRPr kumimoji="1">
                <a:solidFill>
                  <a:schemeClr val="tx1"/>
                </a:solidFill>
                <a:latin typeface="Arial" pitchFamily="34" charset="0"/>
                <a:ea typeface="ＭＳ Ｐゴシック" pitchFamily="50" charset="-128"/>
              </a:defRPr>
            </a:lvl1pPr>
            <a:lvl2pPr marL="742950" indent="-285750" algn="l" defTabSz="912813" eaLnBrk="0" hangingPunct="0">
              <a:defRPr kumimoji="1">
                <a:solidFill>
                  <a:schemeClr val="tx1"/>
                </a:solidFill>
                <a:latin typeface="Arial" pitchFamily="34" charset="0"/>
                <a:ea typeface="ＭＳ Ｐゴシック" pitchFamily="50" charset="-128"/>
              </a:defRPr>
            </a:lvl2pPr>
            <a:lvl3pPr marL="1143000" indent="-228600" algn="l" defTabSz="912813" eaLnBrk="0" hangingPunct="0">
              <a:defRPr kumimoji="1">
                <a:solidFill>
                  <a:schemeClr val="tx1"/>
                </a:solidFill>
                <a:latin typeface="Arial" pitchFamily="34" charset="0"/>
                <a:ea typeface="ＭＳ Ｐゴシック" pitchFamily="50" charset="-128"/>
              </a:defRPr>
            </a:lvl3pPr>
            <a:lvl4pPr marL="1600200" indent="-228600" algn="l" defTabSz="912813" eaLnBrk="0" hangingPunct="0">
              <a:defRPr kumimoji="1">
                <a:solidFill>
                  <a:schemeClr val="tx1"/>
                </a:solidFill>
                <a:latin typeface="Arial" pitchFamily="34" charset="0"/>
                <a:ea typeface="ＭＳ Ｐゴシック" pitchFamily="50" charset="-128"/>
              </a:defRPr>
            </a:lvl4pPr>
            <a:lvl5pPr marL="2057400" indent="-228600" algn="l" defTabSz="912813" eaLnBrk="0" hangingPunct="0">
              <a:defRPr kumimoji="1">
                <a:solidFill>
                  <a:schemeClr val="tx1"/>
                </a:solidFill>
                <a:latin typeface="Arial" pitchFamily="34" charset="0"/>
                <a:ea typeface="ＭＳ Ｐゴシック" pitchFamily="50" charset="-128"/>
              </a:defRPr>
            </a:lvl5pPr>
            <a:lvl6pPr marL="2514600" indent="-228600" defTabSz="91281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pitchFamily="34" charset="0"/>
                <a:ea typeface="ＭＳ Ｐゴシック" pitchFamily="50" charset="-128"/>
              </a:defRPr>
            </a:lvl6pPr>
            <a:lvl7pPr marL="2971800" indent="-228600" defTabSz="91281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pitchFamily="34" charset="0"/>
                <a:ea typeface="ＭＳ Ｐゴシック" pitchFamily="50" charset="-128"/>
              </a:defRPr>
            </a:lvl7pPr>
            <a:lvl8pPr marL="3429000" indent="-228600" defTabSz="91281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pitchFamily="34" charset="0"/>
                <a:ea typeface="ＭＳ Ｐゴシック" pitchFamily="50" charset="-128"/>
              </a:defRPr>
            </a:lvl8pPr>
            <a:lvl9pPr marL="3886200" indent="-228600" defTabSz="91281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pitchFamily="34" charset="0"/>
                <a:ea typeface="ＭＳ Ｐゴシック" pitchFamily="50" charset="-128"/>
              </a:defRPr>
            </a:lvl9pPr>
          </a:lstStyle>
          <a:p>
            <a:pPr algn="ctr" eaLnBrk="1" fontAlgn="ctr" hangingPunct="1">
              <a:defRPr/>
            </a:pPr>
            <a:endParaRPr lang="en-GB" altLang="ja-JP" sz="750">
              <a:effectLst/>
              <a:latin typeface="Meiryo UI" panose="020B0604030504040204" pitchFamily="50" charset="-128"/>
              <a:ea typeface="Meiryo UI" panose="020B0604030504040204" pitchFamily="50" charset="-128"/>
              <a:cs typeface="Meiryo UI" panose="020B0604030504040204" pitchFamily="50" charset="-128"/>
            </a:endParaRPr>
          </a:p>
        </p:txBody>
      </p:sp>
      <p:pic>
        <p:nvPicPr>
          <p:cNvPr id="4" name="図 3" descr="ロゴ&#10;&#10;自動的に生成された説明">
            <a:extLst>
              <a:ext uri="{FF2B5EF4-FFF2-40B4-BE49-F238E27FC236}">
                <a16:creationId xmlns:a16="http://schemas.microsoft.com/office/drawing/2014/main" id="{2BD97B02-BEDC-4AA9-B798-97678B0A6243}"/>
              </a:ext>
            </a:extLst>
          </p:cNvPr>
          <p:cNvPicPr>
            <a:picLocks noChangeAspect="1"/>
          </p:cNvPicPr>
          <p:nvPr userDrawn="1"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79246" y="68094"/>
            <a:ext cx="1534811" cy="2079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1425952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922" r:id="rId1"/>
    <p:sldLayoutId id="2147483923" r:id="rId2"/>
    <p:sldLayoutId id="2147483924" r:id="rId3"/>
    <p:sldLayoutId id="2147483925" r:id="rId4"/>
    <p:sldLayoutId id="2147483926" r:id="rId5"/>
    <p:sldLayoutId id="2147483927" r:id="rId6"/>
    <p:sldLayoutId id="2147483928" r:id="rId7"/>
  </p:sldLayoutIdLst>
  <p:transition>
    <p:zoom/>
  </p:transition>
  <p:hf hdr="0" dt="0"/>
  <p:txStyles>
    <p:titleStyle>
      <a:lvl1pPr algn="l" rtl="0" eaLnBrk="1" fontAlgn="base" hangingPunct="1">
        <a:spcBef>
          <a:spcPct val="0"/>
        </a:spcBef>
        <a:spcAft>
          <a:spcPct val="0"/>
        </a:spcAft>
        <a:defRPr kumimoji="1" sz="2100" kern="1200">
          <a:solidFill>
            <a:schemeClr val="tx1"/>
          </a:solidFill>
          <a:latin typeface="源ノ角ゴシック JP" panose="020B0500000000000000" pitchFamily="34" charset="-128"/>
          <a:ea typeface="源ノ角ゴシック JP" panose="020B0500000000000000" pitchFamily="34" charset="-128"/>
          <a:cs typeface="+mj-cs"/>
        </a:defRPr>
      </a:lvl1pPr>
      <a:lvl2pPr algn="l" rtl="0" eaLnBrk="1" fontAlgn="base" hangingPunct="1">
        <a:spcBef>
          <a:spcPct val="0"/>
        </a:spcBef>
        <a:spcAft>
          <a:spcPct val="0"/>
        </a:spcAft>
        <a:defRPr kumimoji="1" sz="2400">
          <a:solidFill>
            <a:schemeClr val="tx1"/>
          </a:solidFill>
          <a:latin typeface="Arial" panose="020B0604020202020204" pitchFamily="34" charset="0"/>
          <a:ea typeface="HGPｺﾞｼｯｸE" panose="020B0900000000000000" pitchFamily="34" charset="-128"/>
        </a:defRPr>
      </a:lvl2pPr>
      <a:lvl3pPr algn="l" rtl="0" eaLnBrk="1" fontAlgn="base" hangingPunct="1">
        <a:spcBef>
          <a:spcPct val="0"/>
        </a:spcBef>
        <a:spcAft>
          <a:spcPct val="0"/>
        </a:spcAft>
        <a:defRPr kumimoji="1" sz="2400">
          <a:solidFill>
            <a:schemeClr val="tx1"/>
          </a:solidFill>
          <a:latin typeface="Arial" panose="020B0604020202020204" pitchFamily="34" charset="0"/>
          <a:ea typeface="HGPｺﾞｼｯｸE" panose="020B0900000000000000" pitchFamily="34" charset="-128"/>
        </a:defRPr>
      </a:lvl3pPr>
      <a:lvl4pPr algn="l" rtl="0" eaLnBrk="1" fontAlgn="base" hangingPunct="1">
        <a:spcBef>
          <a:spcPct val="0"/>
        </a:spcBef>
        <a:spcAft>
          <a:spcPct val="0"/>
        </a:spcAft>
        <a:defRPr kumimoji="1" sz="2400">
          <a:solidFill>
            <a:schemeClr val="tx1"/>
          </a:solidFill>
          <a:latin typeface="Arial" panose="020B0604020202020204" pitchFamily="34" charset="0"/>
          <a:ea typeface="HGPｺﾞｼｯｸE" panose="020B0900000000000000" pitchFamily="34" charset="-128"/>
        </a:defRPr>
      </a:lvl4pPr>
      <a:lvl5pPr algn="l" rtl="0" eaLnBrk="1" fontAlgn="base" hangingPunct="1">
        <a:spcBef>
          <a:spcPct val="0"/>
        </a:spcBef>
        <a:spcAft>
          <a:spcPct val="0"/>
        </a:spcAft>
        <a:defRPr kumimoji="1" sz="2400">
          <a:solidFill>
            <a:schemeClr val="tx1"/>
          </a:solidFill>
          <a:latin typeface="Arial" panose="020B0604020202020204" pitchFamily="34" charset="0"/>
          <a:ea typeface="HGPｺﾞｼｯｸE" panose="020B0900000000000000" pitchFamily="34" charset="-128"/>
        </a:defRPr>
      </a:lvl5pPr>
      <a:lvl6pPr marL="342900" algn="l" rtl="0" eaLnBrk="1" fontAlgn="base" hangingPunct="1">
        <a:spcBef>
          <a:spcPct val="0"/>
        </a:spcBef>
        <a:spcAft>
          <a:spcPct val="0"/>
        </a:spcAft>
        <a:defRPr kumimoji="1" sz="2400">
          <a:solidFill>
            <a:schemeClr val="tx1"/>
          </a:solidFill>
          <a:latin typeface="Arial" panose="020B0604020202020204" pitchFamily="34" charset="0"/>
          <a:ea typeface="HGPｺﾞｼｯｸE" panose="020B0900000000000000" pitchFamily="34" charset="-128"/>
        </a:defRPr>
      </a:lvl6pPr>
      <a:lvl7pPr marL="685800" algn="l" rtl="0" eaLnBrk="1" fontAlgn="base" hangingPunct="1">
        <a:spcBef>
          <a:spcPct val="0"/>
        </a:spcBef>
        <a:spcAft>
          <a:spcPct val="0"/>
        </a:spcAft>
        <a:defRPr kumimoji="1" sz="2400">
          <a:solidFill>
            <a:schemeClr val="tx1"/>
          </a:solidFill>
          <a:latin typeface="Arial" panose="020B0604020202020204" pitchFamily="34" charset="0"/>
          <a:ea typeface="HGPｺﾞｼｯｸE" panose="020B0900000000000000" pitchFamily="34" charset="-128"/>
        </a:defRPr>
      </a:lvl7pPr>
      <a:lvl8pPr marL="1028700" algn="l" rtl="0" eaLnBrk="1" fontAlgn="base" hangingPunct="1">
        <a:spcBef>
          <a:spcPct val="0"/>
        </a:spcBef>
        <a:spcAft>
          <a:spcPct val="0"/>
        </a:spcAft>
        <a:defRPr kumimoji="1" sz="2400">
          <a:solidFill>
            <a:schemeClr val="tx1"/>
          </a:solidFill>
          <a:latin typeface="Arial" panose="020B0604020202020204" pitchFamily="34" charset="0"/>
          <a:ea typeface="HGPｺﾞｼｯｸE" panose="020B0900000000000000" pitchFamily="34" charset="-128"/>
        </a:defRPr>
      </a:lvl8pPr>
      <a:lvl9pPr marL="1371600" algn="l" rtl="0" eaLnBrk="1" fontAlgn="base" hangingPunct="1">
        <a:spcBef>
          <a:spcPct val="0"/>
        </a:spcBef>
        <a:spcAft>
          <a:spcPct val="0"/>
        </a:spcAft>
        <a:defRPr kumimoji="1" sz="2400">
          <a:solidFill>
            <a:schemeClr val="tx1"/>
          </a:solidFill>
          <a:latin typeface="Arial" panose="020B0604020202020204" pitchFamily="34" charset="0"/>
          <a:ea typeface="HGPｺﾞｼｯｸE" panose="020B0900000000000000" pitchFamily="34" charset="-128"/>
        </a:defRPr>
      </a:lvl9pPr>
    </p:titleStyle>
    <p:bodyStyle>
      <a:lvl1pPr marL="257175" indent="-257175" algn="l" rtl="0" eaLnBrk="1" fontAlgn="base" hangingPunct="1">
        <a:spcBef>
          <a:spcPct val="20000"/>
        </a:spcBef>
        <a:spcAft>
          <a:spcPct val="0"/>
        </a:spcAft>
        <a:buFont typeface="Arial" panose="020B0604020202020204" pitchFamily="34" charset="0"/>
        <a:buChar char="•"/>
        <a:defRPr kumimoji="1" sz="1500" kern="1200">
          <a:solidFill>
            <a:schemeClr val="tx1"/>
          </a:solidFill>
          <a:latin typeface="源ノ角ゴシック JP" panose="020B0500000000000000" pitchFamily="34" charset="-128"/>
          <a:ea typeface="源ノ角ゴシック JP" panose="020B0500000000000000" pitchFamily="34" charset="-128"/>
          <a:cs typeface="+mn-cs"/>
        </a:defRPr>
      </a:lvl1pPr>
      <a:lvl2pPr marL="557213" indent="-214313" algn="l" rtl="0" eaLnBrk="1" fontAlgn="base" hangingPunct="1">
        <a:spcBef>
          <a:spcPct val="20000"/>
        </a:spcBef>
        <a:spcAft>
          <a:spcPct val="0"/>
        </a:spcAft>
        <a:buFont typeface="Arial" panose="020B0604020202020204" pitchFamily="34" charset="0"/>
        <a:buChar char="–"/>
        <a:defRPr kumimoji="1" sz="1500" kern="1200">
          <a:solidFill>
            <a:schemeClr val="tx1"/>
          </a:solidFill>
          <a:latin typeface="源ノ角ゴシック JP" panose="020B0500000000000000" pitchFamily="34" charset="-128"/>
          <a:ea typeface="源ノ角ゴシック JP" panose="020B0500000000000000" pitchFamily="34" charset="-128"/>
          <a:cs typeface="+mn-cs"/>
        </a:defRPr>
      </a:lvl2pPr>
      <a:lvl3pPr marL="857250" indent="-171450" algn="l" rtl="0" eaLnBrk="1" fontAlgn="base" hangingPunct="1">
        <a:spcBef>
          <a:spcPct val="20000"/>
        </a:spcBef>
        <a:spcAft>
          <a:spcPct val="0"/>
        </a:spcAft>
        <a:buFont typeface="Arial" panose="020B0604020202020204" pitchFamily="34" charset="0"/>
        <a:buChar char="•"/>
        <a:defRPr kumimoji="1" sz="1500" kern="1200">
          <a:solidFill>
            <a:schemeClr val="tx1"/>
          </a:solidFill>
          <a:latin typeface="源ノ角ゴシック JP" panose="020B0500000000000000" pitchFamily="34" charset="-128"/>
          <a:ea typeface="源ノ角ゴシック JP" panose="020B0500000000000000" pitchFamily="34" charset="-128"/>
          <a:cs typeface="+mn-cs"/>
        </a:defRPr>
      </a:lvl3pPr>
      <a:lvl4pPr marL="1200150" indent="-171450" algn="l" rtl="0" eaLnBrk="1" fontAlgn="base" hangingPunct="1">
        <a:spcBef>
          <a:spcPct val="20000"/>
        </a:spcBef>
        <a:spcAft>
          <a:spcPct val="0"/>
        </a:spcAft>
        <a:buFont typeface="Arial" panose="020B0604020202020204" pitchFamily="34" charset="0"/>
        <a:buChar char="–"/>
        <a:defRPr kumimoji="1" sz="1500" kern="1200">
          <a:solidFill>
            <a:schemeClr val="tx1"/>
          </a:solidFill>
          <a:latin typeface="源ノ角ゴシック JP" panose="020B0500000000000000" pitchFamily="34" charset="-128"/>
          <a:ea typeface="源ノ角ゴシック JP" panose="020B0500000000000000" pitchFamily="34" charset="-128"/>
          <a:cs typeface="+mn-cs"/>
        </a:defRPr>
      </a:lvl4pPr>
      <a:lvl5pPr marL="1543050" indent="-171450" algn="l" rtl="0" eaLnBrk="1" fontAlgn="base" hangingPunct="1">
        <a:spcBef>
          <a:spcPct val="20000"/>
        </a:spcBef>
        <a:spcAft>
          <a:spcPct val="0"/>
        </a:spcAft>
        <a:buFont typeface="Arial" panose="020B0604020202020204" pitchFamily="34" charset="0"/>
        <a:buChar char="»"/>
        <a:defRPr kumimoji="1" sz="1500" kern="1200">
          <a:solidFill>
            <a:schemeClr val="tx1"/>
          </a:solidFill>
          <a:latin typeface="源ノ角ゴシック JP" panose="020B0500000000000000" pitchFamily="34" charset="-128"/>
          <a:ea typeface="源ノ角ゴシック JP" panose="020B0500000000000000" pitchFamily="34" charset="-128"/>
          <a:cs typeface="+mn-cs"/>
        </a:defRPr>
      </a:lvl5pPr>
      <a:lvl6pPr marL="1885950" indent="-171450" algn="l" defTabSz="685800" rtl="0" eaLnBrk="1" latinLnBrk="0" hangingPunct="1">
        <a:spcBef>
          <a:spcPct val="20000"/>
        </a:spcBef>
        <a:buFont typeface="Arial" pitchFamily="34" charset="0"/>
        <a:buChar char="•"/>
        <a:defRPr kumimoji="1" sz="150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spcBef>
          <a:spcPct val="20000"/>
        </a:spcBef>
        <a:buFont typeface="Arial" pitchFamily="34" charset="0"/>
        <a:buChar char="•"/>
        <a:defRPr kumimoji="1" sz="150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spcBef>
          <a:spcPct val="20000"/>
        </a:spcBef>
        <a:buFont typeface="Arial" pitchFamily="34" charset="0"/>
        <a:buChar char="•"/>
        <a:defRPr kumimoji="1" sz="150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spcBef>
          <a:spcPct val="20000"/>
        </a:spcBef>
        <a:buFont typeface="Arial" pitchFamily="34" charset="0"/>
        <a:buChar char="•"/>
        <a:defRPr kumimoji="1" sz="15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図 15">
            <a:extLst>
              <a:ext uri="{FF2B5EF4-FFF2-40B4-BE49-F238E27FC236}">
                <a16:creationId xmlns:a16="http://schemas.microsoft.com/office/drawing/2014/main" id="{40ECD1A6-1A6B-424D-8080-308AC80A053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8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r="295"/>
          <a:stretch/>
        </p:blipFill>
        <p:spPr bwMode="gray">
          <a:xfrm>
            <a:off x="1525" y="-5231"/>
            <a:ext cx="12190476" cy="955200"/>
          </a:xfrm>
          <a:prstGeom prst="rect">
            <a:avLst/>
          </a:prstGeom>
        </p:spPr>
      </p:pic>
      <p:sp>
        <p:nvSpPr>
          <p:cNvPr id="17" name="正方形/長方形 3">
            <a:extLst>
              <a:ext uri="{FF2B5EF4-FFF2-40B4-BE49-F238E27FC236}">
                <a16:creationId xmlns:a16="http://schemas.microsoft.com/office/drawing/2014/main" id="{1818A7E9-356B-4706-BDB8-EF72749A6FC0}"/>
              </a:ext>
            </a:extLst>
          </p:cNvPr>
          <p:cNvSpPr/>
          <p:nvPr userDrawn="1"/>
        </p:nvSpPr>
        <p:spPr bwMode="gray">
          <a:xfrm>
            <a:off x="9694922" y="-2740"/>
            <a:ext cx="2497077" cy="952709"/>
          </a:xfrm>
          <a:prstGeom prst="rect">
            <a:avLst/>
          </a:prstGeom>
          <a:gradFill flip="none" rotWithShape="1">
            <a:gsLst>
              <a:gs pos="0">
                <a:schemeClr val="accent6">
                  <a:alpha val="60000"/>
                </a:schemeClr>
              </a:gs>
              <a:gs pos="100000">
                <a:schemeClr val="accent6">
                  <a:alpha val="0"/>
                </a:schemeClr>
              </a:gs>
            </a:gsLst>
            <a:lin ang="108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en-US" altLang="ja-JP" sz="1333" dirty="0">
              <a:solidFill>
                <a:schemeClr val="tx1"/>
              </a:solidFill>
            </a:endParaRPr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gray">
          <a:xfrm>
            <a:off x="312000" y="43200"/>
            <a:ext cx="10080000" cy="873600"/>
          </a:xfrm>
          <a:prstGeom prst="rect">
            <a:avLst/>
          </a:prstGeom>
        </p:spPr>
        <p:txBody>
          <a:bodyPr vert="horz" lIns="0" tIns="108000" rIns="0" bIns="0" rtlCol="0" anchor="ctr">
            <a:normAutofit/>
          </a:bodyPr>
          <a:lstStyle/>
          <a:p>
            <a:r>
              <a:rPr lang="ja-JP" altLang="en-US" dirty="0"/>
              <a:t>マスター タイトルの書式設定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 bwMode="gray">
          <a:xfrm>
            <a:off x="307200" y="1267200"/>
            <a:ext cx="11572800" cy="5049600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ja-JP" altLang="en-US" dirty="0"/>
              <a:t>マスター テキストの書式設定</a:t>
            </a:r>
          </a:p>
          <a:p>
            <a:pPr lvl="1"/>
            <a:r>
              <a:rPr lang="ja-JP" altLang="en-US" dirty="0"/>
              <a:t>第</a:t>
            </a:r>
            <a:r>
              <a:rPr lang="en-US" altLang="ja-JP" dirty="0"/>
              <a:t>2</a:t>
            </a:r>
            <a:r>
              <a:rPr lang="ja-JP" altLang="en-US" dirty="0"/>
              <a:t> レベル</a:t>
            </a:r>
          </a:p>
          <a:p>
            <a:pPr lvl="2"/>
            <a:r>
              <a:rPr lang="ja-JP" altLang="en-US" dirty="0"/>
              <a:t>第</a:t>
            </a:r>
            <a:r>
              <a:rPr lang="en-US" altLang="ja-JP" dirty="0"/>
              <a:t>3</a:t>
            </a:r>
            <a:r>
              <a:rPr lang="ja-JP" altLang="en-US" dirty="0"/>
              <a:t> レベル</a:t>
            </a:r>
          </a:p>
          <a:p>
            <a:pPr lvl="3"/>
            <a:r>
              <a:rPr lang="ja-JP" altLang="en-US" dirty="0"/>
              <a:t>第</a:t>
            </a:r>
            <a:r>
              <a:rPr lang="en-US" altLang="ja-JP" dirty="0"/>
              <a:t>4</a:t>
            </a:r>
            <a:r>
              <a:rPr lang="ja-JP" altLang="en-US" dirty="0"/>
              <a:t> レベル</a:t>
            </a:r>
          </a:p>
          <a:p>
            <a:pPr lvl="4"/>
            <a:r>
              <a:rPr lang="ja-JP" altLang="en-US" dirty="0"/>
              <a:t>第</a:t>
            </a:r>
            <a:r>
              <a:rPr lang="en-US" altLang="ja-JP" dirty="0"/>
              <a:t>5</a:t>
            </a:r>
            <a:r>
              <a:rPr lang="ja-JP" altLang="en-US" dirty="0"/>
              <a:t> レベル</a:t>
            </a:r>
            <a:endParaRPr lang="en-US" altLang="ja-JP" dirty="0"/>
          </a:p>
          <a:p>
            <a:pPr lvl="5"/>
            <a:r>
              <a:rPr lang="ja-JP" altLang="en-US" dirty="0"/>
              <a:t>テキスト</a:t>
            </a:r>
            <a:endParaRPr lang="en-US" altLang="ja-JP" dirty="0"/>
          </a:p>
          <a:p>
            <a:pPr lvl="6"/>
            <a:r>
              <a:rPr lang="ja-JP" altLang="en-US" dirty="0"/>
              <a:t>テキスト</a:t>
            </a:r>
            <a:endParaRPr lang="en-US" altLang="ja-JP" dirty="0"/>
          </a:p>
          <a:p>
            <a:pPr lvl="7"/>
            <a:r>
              <a:rPr lang="ja-JP" altLang="en-US" dirty="0"/>
              <a:t>テキスト</a:t>
            </a:r>
            <a:endParaRPr lang="en-US" altLang="ja-JP" dirty="0"/>
          </a:p>
          <a:p>
            <a:pPr lvl="8"/>
            <a:r>
              <a:rPr lang="ja-JP" altLang="en-US" dirty="0"/>
              <a:t>テキスト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 bwMode="gray">
          <a:xfrm>
            <a:off x="10344000" y="6518400"/>
            <a:ext cx="1540800" cy="144000"/>
          </a:xfrm>
          <a:prstGeom prst="rect">
            <a:avLst/>
          </a:prstGeom>
        </p:spPr>
        <p:txBody>
          <a:bodyPr vert="horz" wrap="none" lIns="0" tIns="0" rIns="0" bIns="0" rtlCol="0" anchor="ctr"/>
          <a:lstStyle>
            <a:lvl1pPr algn="r">
              <a:defRPr sz="933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altLang="ja-JP"/>
              <a:t>© 2023 Fujitsu Limited</a:t>
            </a:r>
            <a:endParaRPr lang="de-DE" altLang="ja-JP" dirty="0"/>
          </a:p>
        </p:txBody>
      </p:sp>
      <p:sp>
        <p:nvSpPr>
          <p:cNvPr id="18" name="Slide Number Placeholder 5">
            <a:extLst>
              <a:ext uri="{FF2B5EF4-FFF2-40B4-BE49-F238E27FC236}">
                <a16:creationId xmlns:a16="http://schemas.microsoft.com/office/drawing/2014/main" id="{46C4A7D1-266B-46A5-B76C-633DB74BB13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 bwMode="gray">
          <a:xfrm>
            <a:off x="5736000" y="6504000"/>
            <a:ext cx="720000" cy="163200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ctr">
              <a:defRPr sz="1067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4D029D89-7B63-4C94-AD4D-2E4D6BB83637}" type="slidenum">
              <a:rPr kumimoji="1" lang="ja-JP" altLang="en-US" smtClean="0"/>
              <a:pPr/>
              <a:t>‹#›</a:t>
            </a:fld>
            <a:endParaRPr kumimoji="1" lang="ja-JP" altLang="en-US"/>
          </a:p>
        </p:txBody>
      </p:sp>
      <p:pic>
        <p:nvPicPr>
          <p:cNvPr id="21" name="Picture 56" descr="Fujitsu">
            <a:extLst>
              <a:ext uri="{FF2B5EF4-FFF2-40B4-BE49-F238E27FC236}">
                <a16:creationId xmlns:a16="http://schemas.microsoft.com/office/drawing/2014/main" id="{3377C2EC-18A1-44B7-9EE8-5456C655653E}"/>
              </a:ext>
            </a:extLst>
          </p:cNvPr>
          <p:cNvPicPr>
            <a:picLocks noChangeAspect="1"/>
          </p:cNvPicPr>
          <p:nvPr userDrawn="1"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485667" y="6348"/>
            <a:ext cx="1501477" cy="914400"/>
          </a:xfrm>
          <a:prstGeom prst="rect">
            <a:avLst/>
          </a:prstGeom>
        </p:spPr>
      </p:pic>
      <p:pic>
        <p:nvPicPr>
          <p:cNvPr id="7" name="SD_FUJITSU-CONFIDENTIAL">
            <a:extLst>
              <a:ext uri="{FF2B5EF4-FFF2-40B4-BE49-F238E27FC236}">
                <a16:creationId xmlns:a16="http://schemas.microsoft.com/office/drawing/2014/main" id="{697207AC-5E53-1691-F9AE-E29CD435E5C8}"/>
              </a:ext>
            </a:extLst>
          </p:cNvPr>
          <p:cNvPicPr>
            <a:picLocks noChangeAspect="1"/>
          </p:cNvPicPr>
          <p:nvPr userDrawn="1"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7200" y="6485166"/>
            <a:ext cx="1928645" cy="2216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1935276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930" r:id="rId1"/>
    <p:sldLayoutId id="2147483931" r:id="rId2"/>
    <p:sldLayoutId id="2147483932" r:id="rId3"/>
    <p:sldLayoutId id="2147483933" r:id="rId4"/>
    <p:sldLayoutId id="2147483934" r:id="rId5"/>
    <p:sldLayoutId id="2147483935" r:id="rId6"/>
  </p:sldLayoutIdLst>
  <p:hf sldNum="0" hdr="0"/>
  <p:txStyles>
    <p:titleStyle>
      <a:lvl1pPr algn="l" defTabSz="914377" rtl="0" eaLnBrk="1" latinLnBrk="0" hangingPunct="1">
        <a:lnSpc>
          <a:spcPct val="90000"/>
        </a:lnSpc>
        <a:spcBef>
          <a:spcPct val="0"/>
        </a:spcBef>
        <a:buNone/>
        <a:defRPr kumimoji="1" sz="3733" b="1" kern="1200">
          <a:solidFill>
            <a:schemeClr val="bg1"/>
          </a:solidFill>
          <a:latin typeface="+mj-lt"/>
          <a:ea typeface="+mj-ea"/>
          <a:cs typeface="+mj-cs"/>
        </a:defRPr>
      </a:lvl1pPr>
    </p:titleStyle>
    <p:bodyStyle>
      <a:lvl1pPr marL="287993" indent="-287993" algn="l" defTabSz="914377" rtl="0" eaLnBrk="1" latinLnBrk="0" hangingPunct="1">
        <a:lnSpc>
          <a:spcPct val="100000"/>
        </a:lnSpc>
        <a:spcBef>
          <a:spcPts val="1000"/>
        </a:spcBef>
        <a:buClr>
          <a:schemeClr val="accent6"/>
        </a:buClr>
        <a:buSzPct val="90000"/>
        <a:buFont typeface="Wingdings" panose="05000000000000000000" pitchFamily="2" charset="2"/>
        <a:buChar char="l"/>
        <a:defRPr kumimoji="1" sz="2933" kern="1200">
          <a:solidFill>
            <a:schemeClr val="tx1"/>
          </a:solidFill>
          <a:latin typeface="+mn-lt"/>
          <a:ea typeface="+mn-ea"/>
          <a:cs typeface="+mn-cs"/>
        </a:defRPr>
      </a:lvl1pPr>
      <a:lvl2pPr marL="685783" indent="-228594" algn="l" defTabSz="914377" rtl="0" eaLnBrk="1" latinLnBrk="0" hangingPunct="1">
        <a:lnSpc>
          <a:spcPct val="100000"/>
        </a:lnSpc>
        <a:spcBef>
          <a:spcPts val="500"/>
        </a:spcBef>
        <a:buClr>
          <a:srgbClr val="6D6E70"/>
        </a:buClr>
        <a:buSzPct val="90000"/>
        <a:buFont typeface="Wingdings" panose="05000000000000000000" pitchFamily="2" charset="2"/>
        <a:buChar char="l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2971" indent="-228594" algn="l" defTabSz="914377" rtl="0" eaLnBrk="1" latinLnBrk="0" hangingPunct="1">
        <a:lnSpc>
          <a:spcPct val="100000"/>
        </a:lnSpc>
        <a:spcBef>
          <a:spcPts val="500"/>
        </a:spcBef>
        <a:buClr>
          <a:srgbClr val="6D6E70"/>
        </a:buClr>
        <a:buSzPct val="90000"/>
        <a:buFont typeface="Wingdings" panose="05000000000000000000" pitchFamily="2" charset="2"/>
        <a:buChar char="l"/>
        <a:defRPr kumimoji="1" sz="2133" kern="1200">
          <a:solidFill>
            <a:schemeClr val="tx1"/>
          </a:solidFill>
          <a:latin typeface="+mn-lt"/>
          <a:ea typeface="+mn-ea"/>
          <a:cs typeface="+mn-cs"/>
        </a:defRPr>
      </a:lvl3pPr>
      <a:lvl4pPr marL="1600160" indent="-228594" algn="l" defTabSz="914377" rtl="0" eaLnBrk="1" latinLnBrk="0" hangingPunct="1">
        <a:lnSpc>
          <a:spcPct val="100000"/>
        </a:lnSpc>
        <a:spcBef>
          <a:spcPts val="500"/>
        </a:spcBef>
        <a:buClr>
          <a:srgbClr val="6D6E70"/>
        </a:buClr>
        <a:buSzPct val="90000"/>
        <a:buFont typeface="Wingdings" panose="05000000000000000000" pitchFamily="2" charset="2"/>
        <a:buChar char="l"/>
        <a:defRPr kumimoji="1" sz="1867" kern="1200">
          <a:solidFill>
            <a:schemeClr val="tx1"/>
          </a:solidFill>
          <a:latin typeface="+mn-lt"/>
          <a:ea typeface="+mn-ea"/>
          <a:cs typeface="+mn-cs"/>
        </a:defRPr>
      </a:lvl4pPr>
      <a:lvl5pPr marL="2057349" indent="-228594" algn="l" defTabSz="914377" rtl="0" eaLnBrk="1" latinLnBrk="0" hangingPunct="1">
        <a:lnSpc>
          <a:spcPct val="100000"/>
        </a:lnSpc>
        <a:spcBef>
          <a:spcPts val="500"/>
        </a:spcBef>
        <a:buClr>
          <a:srgbClr val="6D6E70"/>
        </a:buClr>
        <a:buSzPct val="90000"/>
        <a:buFont typeface="Wingdings" panose="05000000000000000000" pitchFamily="2" charset="2"/>
        <a:buChar char="l"/>
        <a:defRPr kumimoji="1" sz="1867" kern="1200">
          <a:solidFill>
            <a:schemeClr val="tx1"/>
          </a:solidFill>
          <a:latin typeface="+mn-lt"/>
          <a:ea typeface="+mn-ea"/>
          <a:cs typeface="+mn-cs"/>
        </a:defRPr>
      </a:lvl5pPr>
      <a:lvl6pPr marL="2514537" indent="-228594" algn="l" defTabSz="914377" rtl="0" eaLnBrk="1" latinLnBrk="0" hangingPunct="1">
        <a:lnSpc>
          <a:spcPct val="100000"/>
        </a:lnSpc>
        <a:spcBef>
          <a:spcPts val="500"/>
        </a:spcBef>
        <a:buClr>
          <a:srgbClr val="6D6E70"/>
        </a:buClr>
        <a:buSzPct val="90000"/>
        <a:buFont typeface="Wingdings" panose="05000000000000000000" pitchFamily="2" charset="2"/>
        <a:buChar char="l"/>
        <a:defRPr kumimoji="1" sz="1867" kern="1200">
          <a:solidFill>
            <a:schemeClr val="tx1"/>
          </a:solidFill>
          <a:latin typeface="+mn-lt"/>
          <a:ea typeface="+mn-ea"/>
          <a:cs typeface="+mn-cs"/>
        </a:defRPr>
      </a:lvl6pPr>
      <a:lvl7pPr marL="2971726" indent="-228594" algn="l" defTabSz="914377" rtl="0" eaLnBrk="1" latinLnBrk="0" hangingPunct="1">
        <a:lnSpc>
          <a:spcPct val="100000"/>
        </a:lnSpc>
        <a:spcBef>
          <a:spcPts val="500"/>
        </a:spcBef>
        <a:buClr>
          <a:srgbClr val="6D6E70"/>
        </a:buClr>
        <a:buSzPct val="90000"/>
        <a:buFont typeface="Wingdings" panose="05000000000000000000" pitchFamily="2" charset="2"/>
        <a:buChar char="l"/>
        <a:defRPr kumimoji="1" sz="1867" kern="1200">
          <a:solidFill>
            <a:schemeClr val="tx1"/>
          </a:solidFill>
          <a:latin typeface="+mn-lt"/>
          <a:ea typeface="+mn-ea"/>
          <a:cs typeface="+mn-cs"/>
        </a:defRPr>
      </a:lvl7pPr>
      <a:lvl8pPr marL="3428914" indent="-228594" algn="l" defTabSz="914377" rtl="0" eaLnBrk="1" latinLnBrk="0" hangingPunct="1">
        <a:lnSpc>
          <a:spcPct val="100000"/>
        </a:lnSpc>
        <a:spcBef>
          <a:spcPts val="500"/>
        </a:spcBef>
        <a:buClr>
          <a:srgbClr val="6D6E70"/>
        </a:buClr>
        <a:buSzPct val="90000"/>
        <a:buFont typeface="Wingdings" panose="05000000000000000000" pitchFamily="2" charset="2"/>
        <a:buChar char="l"/>
        <a:defRPr kumimoji="1" sz="1867" kern="1200">
          <a:solidFill>
            <a:schemeClr val="tx1"/>
          </a:solidFill>
          <a:latin typeface="+mn-lt"/>
          <a:ea typeface="+mn-ea"/>
          <a:cs typeface="+mn-cs"/>
        </a:defRPr>
      </a:lvl8pPr>
      <a:lvl9pPr marL="3886103" indent="-228594" algn="l" defTabSz="914377" rtl="0" eaLnBrk="1" latinLnBrk="0" hangingPunct="1">
        <a:lnSpc>
          <a:spcPct val="100000"/>
        </a:lnSpc>
        <a:spcBef>
          <a:spcPts val="500"/>
        </a:spcBef>
        <a:buClr>
          <a:srgbClr val="6D6E70"/>
        </a:buClr>
        <a:buSzPct val="90000"/>
        <a:buFont typeface="Wingdings" panose="05000000000000000000" pitchFamily="2" charset="2"/>
        <a:buChar char="l"/>
        <a:defRPr kumimoji="1" sz="1867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377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189" algn="l" defTabSz="914377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377" algn="l" defTabSz="914377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566" algn="l" defTabSz="914377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754" algn="l" defTabSz="914377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943" algn="l" defTabSz="914377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131" algn="l" defTabSz="914377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320" algn="l" defTabSz="914377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509" algn="l" defTabSz="914377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emf"/><Relationship Id="rId2" Type="http://schemas.openxmlformats.org/officeDocument/2006/relationships/image" Target="../media/image23.jpe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7.png"/><Relationship Id="rId5" Type="http://schemas.openxmlformats.org/officeDocument/2006/relationships/image" Target="../media/image26.png"/><Relationship Id="rId4" Type="http://schemas.openxmlformats.org/officeDocument/2006/relationships/image" Target="../media/image25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emf"/><Relationship Id="rId2" Type="http://schemas.openxmlformats.org/officeDocument/2006/relationships/image" Target="../media/image23.jpe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7.png"/><Relationship Id="rId5" Type="http://schemas.openxmlformats.org/officeDocument/2006/relationships/image" Target="../media/image26.png"/><Relationship Id="rId4" Type="http://schemas.openxmlformats.org/officeDocument/2006/relationships/image" Target="../media/image25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3C266D-F061-2106-8767-1C73831EB4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スライド番号プレースホルダー 2">
            <a:extLst>
              <a:ext uri="{FF2B5EF4-FFF2-40B4-BE49-F238E27FC236}">
                <a16:creationId xmlns:a16="http://schemas.microsoft.com/office/drawing/2014/main" id="{074C1BE3-F440-F64E-5D24-D56CE5E2EC29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53A81666-E530-49EF-906E-39D0DAC71AD5}" type="slidenum">
              <a:rPr lang="ja-JP" altLang="en-US" smtClean="0"/>
              <a:pPr>
                <a:defRPr/>
              </a:pPr>
              <a:t>1</a:t>
            </a:fld>
            <a:endParaRPr lang="en-US" altLang="ja-JP"/>
          </a:p>
        </p:txBody>
      </p:sp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33C77C74-59A5-C9EE-C9EC-8A3E147FEAF1}"/>
              </a:ext>
            </a:extLst>
          </p:cNvPr>
          <p:cNvSpPr txBox="1"/>
          <p:nvPr/>
        </p:nvSpPr>
        <p:spPr>
          <a:xfrm>
            <a:off x="3467" y="18596"/>
            <a:ext cx="614449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ja-JP" altLang="en-US" sz="2000" b="1" dirty="0">
                <a:solidFill>
                  <a:schemeClr val="accent2"/>
                </a:solidFill>
                <a:effectLst/>
                <a:latin typeface="Meiryo UI" panose="020B0604030504040204" pitchFamily="50" charset="-128"/>
                <a:ea typeface="Meiryo UI" panose="020B0604030504040204" pitchFamily="50" charset="-128"/>
              </a:rPr>
              <a:t>カスミへの電子棚札導入に関して</a:t>
            </a:r>
            <a:endParaRPr lang="en-US" altLang="ja-JP" sz="2000" b="1" dirty="0">
              <a:solidFill>
                <a:schemeClr val="accent2"/>
              </a:solidFill>
              <a:effectLst/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cxnSp>
        <p:nvCxnSpPr>
          <p:cNvPr id="5" name="直線コネクタ 4">
            <a:extLst>
              <a:ext uri="{FF2B5EF4-FFF2-40B4-BE49-F238E27FC236}">
                <a16:creationId xmlns:a16="http://schemas.microsoft.com/office/drawing/2014/main" id="{93637962-1CF9-8228-ACBB-3524FC57D2C4}"/>
              </a:ext>
            </a:extLst>
          </p:cNvPr>
          <p:cNvCxnSpPr/>
          <p:nvPr/>
        </p:nvCxnSpPr>
        <p:spPr>
          <a:xfrm flipH="1">
            <a:off x="0" y="533620"/>
            <a:ext cx="12192000" cy="0"/>
          </a:xfrm>
          <a:prstGeom prst="line">
            <a:avLst/>
          </a:prstGeom>
          <a:ln/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842D3913-1E44-F21C-BE84-C1C6024D864E}"/>
              </a:ext>
            </a:extLst>
          </p:cNvPr>
          <p:cNvSpPr txBox="1"/>
          <p:nvPr/>
        </p:nvSpPr>
        <p:spPr>
          <a:xfrm>
            <a:off x="103804" y="619966"/>
            <a:ext cx="99682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ja-JP" altLang="en-US" sz="1600" dirty="0">
                <a:effectLst/>
                <a:latin typeface="Meiryo UI" panose="020B0604030504040204" pitchFamily="50" charset="-128"/>
                <a:ea typeface="Meiryo UI" panose="020B0604030504040204" pitchFamily="50" charset="-128"/>
              </a:rPr>
              <a:t>本来なら</a:t>
            </a:r>
            <a:endParaRPr lang="en-US" altLang="ja-JP" sz="1600" dirty="0">
              <a:effectLst/>
              <a:latin typeface="Meiryo UI" panose="020B0604030504040204" pitchFamily="50" charset="-128"/>
              <a:ea typeface="Meiryo UI" panose="020B0604030504040204" pitchFamily="50" charset="-128"/>
            </a:endParaRPr>
          </a:p>
          <a:p>
            <a:pPr algn="l"/>
            <a:r>
              <a:rPr lang="ja-JP" altLang="en-US" sz="1600" dirty="0">
                <a:effectLst/>
                <a:latin typeface="Meiryo UI" panose="020B0604030504040204" pitchFamily="50" charset="-128"/>
                <a:ea typeface="Meiryo UI" panose="020B0604030504040204" pitchFamily="50" charset="-128"/>
              </a:rPr>
              <a:t>（案１）</a:t>
            </a:r>
          </a:p>
        </p:txBody>
      </p:sp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BD9A5E9F-E4D4-2647-7219-B854FE6A50B0}"/>
              </a:ext>
            </a:extLst>
          </p:cNvPr>
          <p:cNvSpPr/>
          <p:nvPr/>
        </p:nvSpPr>
        <p:spPr>
          <a:xfrm flipH="1">
            <a:off x="4251621" y="2445975"/>
            <a:ext cx="4784195" cy="1065375"/>
          </a:xfrm>
          <a:prstGeom prst="rect">
            <a:avLst/>
          </a:prstGeom>
          <a:gradFill>
            <a:gsLst>
              <a:gs pos="0">
                <a:schemeClr val="accent3">
                  <a:tint val="50000"/>
                  <a:satMod val="300000"/>
                </a:schemeClr>
              </a:gs>
              <a:gs pos="35000">
                <a:schemeClr val="accent3">
                  <a:tint val="37000"/>
                  <a:satMod val="300000"/>
                </a:schemeClr>
              </a:gs>
              <a:gs pos="100000">
                <a:schemeClr val="accent3">
                  <a:tint val="15000"/>
                  <a:satMod val="350000"/>
                </a:schemeClr>
              </a:gs>
            </a:gsLst>
            <a:lin ang="16200000" scaled="1"/>
          </a:gradFill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anchor="ctr"/>
          <a:lstStyle/>
          <a:p>
            <a:pPr>
              <a:defRPr/>
            </a:pPr>
            <a:endParaRPr lang="en-US" altLang="ja-JP">
              <a:latin typeface="メイリオ" pitchFamily="50" charset="-128"/>
              <a:ea typeface="メイリオ" pitchFamily="50" charset="-128"/>
              <a:cs typeface="メイリオ" pitchFamily="50" charset="-128"/>
            </a:endParaRPr>
          </a:p>
          <a:p>
            <a:pPr>
              <a:defRPr/>
            </a:pPr>
            <a:endParaRPr lang="en-US" altLang="ja-JP">
              <a:latin typeface="メイリオ" pitchFamily="50" charset="-128"/>
              <a:ea typeface="メイリオ" pitchFamily="50" charset="-128"/>
              <a:cs typeface="メイリオ" pitchFamily="50" charset="-128"/>
            </a:endParaRPr>
          </a:p>
          <a:p>
            <a:pPr>
              <a:defRPr/>
            </a:pPr>
            <a:endParaRPr lang="en-US" altLang="ja-JP">
              <a:latin typeface="メイリオ" pitchFamily="50" charset="-128"/>
              <a:ea typeface="メイリオ" pitchFamily="50" charset="-128"/>
              <a:cs typeface="メイリオ" pitchFamily="50" charset="-128"/>
            </a:endParaRPr>
          </a:p>
          <a:p>
            <a:pPr>
              <a:defRPr/>
            </a:pPr>
            <a:endParaRPr lang="en-US" altLang="ja-JP">
              <a:latin typeface="メイリオ" pitchFamily="50" charset="-128"/>
              <a:ea typeface="メイリオ" pitchFamily="50" charset="-128"/>
              <a:cs typeface="メイリオ" pitchFamily="50" charset="-128"/>
            </a:endParaRPr>
          </a:p>
          <a:p>
            <a:pPr>
              <a:defRPr/>
            </a:pPr>
            <a:endParaRPr lang="en-US" altLang="ja-JP">
              <a:latin typeface="メイリオ" pitchFamily="50" charset="-128"/>
              <a:ea typeface="メイリオ" pitchFamily="50" charset="-128"/>
              <a:cs typeface="メイリオ" pitchFamily="50" charset="-128"/>
            </a:endParaRPr>
          </a:p>
          <a:p>
            <a:pPr>
              <a:defRPr/>
            </a:pPr>
            <a:endParaRPr lang="en-US" altLang="ja-JP">
              <a:latin typeface="メイリオ" pitchFamily="50" charset="-128"/>
              <a:ea typeface="メイリオ" pitchFamily="50" charset="-128"/>
              <a:cs typeface="メイリオ" pitchFamily="50" charset="-128"/>
            </a:endParaRPr>
          </a:p>
          <a:p>
            <a:pPr>
              <a:defRPr/>
            </a:pPr>
            <a:endParaRPr lang="en-US" altLang="ja-JP">
              <a:latin typeface="メイリオ" pitchFamily="50" charset="-128"/>
              <a:ea typeface="メイリオ" pitchFamily="50" charset="-128"/>
              <a:cs typeface="メイリオ" pitchFamily="50" charset="-128"/>
            </a:endParaRPr>
          </a:p>
          <a:p>
            <a:pPr>
              <a:defRPr/>
            </a:pPr>
            <a:endParaRPr lang="en-US" altLang="ja-JP">
              <a:latin typeface="メイリオ" pitchFamily="50" charset="-128"/>
              <a:ea typeface="メイリオ" pitchFamily="50" charset="-128"/>
              <a:cs typeface="メイリオ" pitchFamily="50" charset="-128"/>
            </a:endParaRPr>
          </a:p>
          <a:p>
            <a:pPr>
              <a:defRPr/>
            </a:pPr>
            <a:endParaRPr lang="en-US" altLang="ja-JP">
              <a:latin typeface="メイリオ" pitchFamily="50" charset="-128"/>
              <a:ea typeface="メイリオ" pitchFamily="50" charset="-128"/>
              <a:cs typeface="メイリオ" pitchFamily="50" charset="-128"/>
            </a:endParaRPr>
          </a:p>
          <a:p>
            <a:pPr>
              <a:defRPr/>
            </a:pPr>
            <a:endParaRPr lang="en-US" altLang="ja-JP">
              <a:latin typeface="メイリオ" pitchFamily="50" charset="-128"/>
              <a:ea typeface="メイリオ" pitchFamily="50" charset="-128"/>
              <a:cs typeface="メイリオ" pitchFamily="50" charset="-128"/>
            </a:endParaRPr>
          </a:p>
          <a:p>
            <a:pPr>
              <a:defRPr/>
            </a:pPr>
            <a:endParaRPr lang="en-US" altLang="ja-JP">
              <a:latin typeface="メイリオ" pitchFamily="50" charset="-128"/>
              <a:ea typeface="メイリオ" pitchFamily="50" charset="-128"/>
              <a:cs typeface="メイリオ" pitchFamily="50" charset="-128"/>
            </a:endParaRPr>
          </a:p>
          <a:p>
            <a:pPr>
              <a:defRPr/>
            </a:pPr>
            <a:endParaRPr lang="en-US" altLang="ja-JP">
              <a:latin typeface="メイリオ" pitchFamily="50" charset="-128"/>
              <a:ea typeface="メイリオ" pitchFamily="50" charset="-128"/>
              <a:cs typeface="メイリオ" pitchFamily="50" charset="-128"/>
            </a:endParaRPr>
          </a:p>
          <a:p>
            <a:pPr>
              <a:defRPr/>
            </a:pPr>
            <a:endParaRPr lang="en-US" altLang="ja-JP">
              <a:latin typeface="メイリオ" pitchFamily="50" charset="-128"/>
              <a:ea typeface="メイリオ" pitchFamily="50" charset="-128"/>
              <a:cs typeface="メイリオ" pitchFamily="50" charset="-128"/>
            </a:endParaRPr>
          </a:p>
          <a:p>
            <a:pPr>
              <a:defRPr/>
            </a:pPr>
            <a:endParaRPr lang="en-US" altLang="ja-JP">
              <a:latin typeface="メイリオ" pitchFamily="50" charset="-128"/>
              <a:ea typeface="メイリオ" pitchFamily="50" charset="-128"/>
              <a:cs typeface="メイリオ" pitchFamily="50" charset="-128"/>
            </a:endParaRPr>
          </a:p>
          <a:p>
            <a:pPr>
              <a:defRPr/>
            </a:pPr>
            <a:endParaRPr lang="en-US" altLang="ja-JP">
              <a:latin typeface="メイリオ" pitchFamily="50" charset="-128"/>
              <a:ea typeface="メイリオ" pitchFamily="50" charset="-128"/>
              <a:cs typeface="メイリオ" pitchFamily="50" charset="-128"/>
            </a:endParaRPr>
          </a:p>
          <a:p>
            <a:pPr>
              <a:defRPr/>
            </a:pPr>
            <a:endParaRPr lang="en-US" altLang="ja-JP">
              <a:latin typeface="メイリオ" pitchFamily="50" charset="-128"/>
              <a:ea typeface="メイリオ" pitchFamily="50" charset="-128"/>
              <a:cs typeface="メイリオ" pitchFamily="50" charset="-128"/>
            </a:endParaRPr>
          </a:p>
          <a:p>
            <a:pPr>
              <a:defRPr/>
            </a:pPr>
            <a:endParaRPr lang="ja-JP" altLang="en-US" dirty="0">
              <a:latin typeface="メイリオ" pitchFamily="50" charset="-128"/>
              <a:ea typeface="メイリオ" pitchFamily="50" charset="-128"/>
              <a:cs typeface="メイリオ" pitchFamily="50" charset="-128"/>
            </a:endParaRPr>
          </a:p>
        </p:txBody>
      </p:sp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DAD74F19-EA09-9B66-7C71-B6AC238AC5D3}"/>
              </a:ext>
            </a:extLst>
          </p:cNvPr>
          <p:cNvSpPr/>
          <p:nvPr/>
        </p:nvSpPr>
        <p:spPr>
          <a:xfrm>
            <a:off x="4247110" y="634120"/>
            <a:ext cx="1975512" cy="1251936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anchor="ctr"/>
          <a:lstStyle/>
          <a:p>
            <a:pPr algn="ctr">
              <a:defRPr/>
            </a:pPr>
            <a:endParaRPr lang="en-US" altLang="ja-JP" dirty="0">
              <a:latin typeface="メイリオ" pitchFamily="50" charset="-128"/>
              <a:ea typeface="メイリオ" pitchFamily="50" charset="-128"/>
              <a:cs typeface="メイリオ" pitchFamily="50" charset="-128"/>
            </a:endParaRPr>
          </a:p>
          <a:p>
            <a:pPr algn="ctr">
              <a:defRPr/>
            </a:pPr>
            <a:endParaRPr lang="en-US" altLang="ja-JP" dirty="0">
              <a:latin typeface="メイリオ" pitchFamily="50" charset="-128"/>
              <a:ea typeface="メイリオ" pitchFamily="50" charset="-128"/>
              <a:cs typeface="メイリオ" pitchFamily="50" charset="-128"/>
            </a:endParaRPr>
          </a:p>
          <a:p>
            <a:pPr algn="ctr">
              <a:defRPr/>
            </a:pPr>
            <a:endParaRPr lang="en-US" altLang="ja-JP" dirty="0">
              <a:latin typeface="メイリオ" pitchFamily="50" charset="-128"/>
              <a:ea typeface="メイリオ" pitchFamily="50" charset="-128"/>
              <a:cs typeface="メイリオ" pitchFamily="50" charset="-128"/>
            </a:endParaRPr>
          </a:p>
          <a:p>
            <a:pPr algn="ctr">
              <a:defRPr/>
            </a:pPr>
            <a:endParaRPr lang="en-US" altLang="ja-JP" dirty="0">
              <a:latin typeface="メイリオ" pitchFamily="50" charset="-128"/>
              <a:ea typeface="メイリオ" pitchFamily="50" charset="-128"/>
              <a:cs typeface="メイリオ" pitchFamily="50" charset="-128"/>
            </a:endParaRPr>
          </a:p>
          <a:p>
            <a:pPr algn="ctr">
              <a:defRPr/>
            </a:pPr>
            <a:endParaRPr lang="en-US" altLang="ja-JP" dirty="0">
              <a:latin typeface="メイリオ" pitchFamily="50" charset="-128"/>
              <a:ea typeface="メイリオ" pitchFamily="50" charset="-128"/>
              <a:cs typeface="メイリオ" pitchFamily="50" charset="-128"/>
            </a:endParaRPr>
          </a:p>
          <a:p>
            <a:pPr algn="ctr">
              <a:defRPr/>
            </a:pPr>
            <a:endParaRPr lang="en-US" altLang="ja-JP" dirty="0">
              <a:latin typeface="メイリオ" pitchFamily="50" charset="-128"/>
              <a:ea typeface="メイリオ" pitchFamily="50" charset="-128"/>
              <a:cs typeface="メイリオ" pitchFamily="50" charset="-128"/>
            </a:endParaRPr>
          </a:p>
          <a:p>
            <a:pPr algn="ctr">
              <a:defRPr/>
            </a:pPr>
            <a:endParaRPr lang="en-US" altLang="ja-JP" dirty="0">
              <a:latin typeface="メイリオ" pitchFamily="50" charset="-128"/>
              <a:ea typeface="メイリオ" pitchFamily="50" charset="-128"/>
              <a:cs typeface="メイリオ" pitchFamily="50" charset="-128"/>
            </a:endParaRPr>
          </a:p>
          <a:p>
            <a:pPr algn="ctr">
              <a:defRPr/>
            </a:pPr>
            <a:endParaRPr lang="en-US" altLang="ja-JP" dirty="0">
              <a:latin typeface="メイリオ" pitchFamily="50" charset="-128"/>
              <a:ea typeface="メイリオ" pitchFamily="50" charset="-128"/>
              <a:cs typeface="メイリオ" pitchFamily="50" charset="-128"/>
            </a:endParaRPr>
          </a:p>
          <a:p>
            <a:pPr algn="ctr">
              <a:defRPr/>
            </a:pPr>
            <a:endParaRPr lang="en-US" altLang="ja-JP" dirty="0">
              <a:latin typeface="メイリオ" pitchFamily="50" charset="-128"/>
              <a:ea typeface="メイリオ" pitchFamily="50" charset="-128"/>
              <a:cs typeface="メイリオ" pitchFamily="50" charset="-128"/>
            </a:endParaRPr>
          </a:p>
          <a:p>
            <a:pPr algn="ctr">
              <a:defRPr/>
            </a:pPr>
            <a:endParaRPr lang="en-US" altLang="ja-JP" dirty="0">
              <a:latin typeface="メイリオ" pitchFamily="50" charset="-128"/>
              <a:ea typeface="メイリオ" pitchFamily="50" charset="-128"/>
              <a:cs typeface="メイリオ" pitchFamily="50" charset="-128"/>
            </a:endParaRPr>
          </a:p>
          <a:p>
            <a:pPr algn="ctr">
              <a:defRPr/>
            </a:pPr>
            <a:endParaRPr lang="en-US" altLang="ja-JP" dirty="0">
              <a:latin typeface="メイリオ" pitchFamily="50" charset="-128"/>
              <a:ea typeface="メイリオ" pitchFamily="50" charset="-128"/>
              <a:cs typeface="メイリオ" pitchFamily="50" charset="-128"/>
            </a:endParaRPr>
          </a:p>
          <a:p>
            <a:pPr algn="ctr">
              <a:defRPr/>
            </a:pPr>
            <a:endParaRPr lang="en-US" altLang="ja-JP" dirty="0">
              <a:latin typeface="メイリオ" pitchFamily="50" charset="-128"/>
              <a:ea typeface="メイリオ" pitchFamily="50" charset="-128"/>
              <a:cs typeface="メイリオ" pitchFamily="50" charset="-128"/>
            </a:endParaRPr>
          </a:p>
          <a:p>
            <a:pPr algn="ctr">
              <a:defRPr/>
            </a:pPr>
            <a:endParaRPr lang="en-US" altLang="ja-JP" dirty="0">
              <a:latin typeface="メイリオ" pitchFamily="50" charset="-128"/>
              <a:ea typeface="メイリオ" pitchFamily="50" charset="-128"/>
              <a:cs typeface="メイリオ" pitchFamily="50" charset="-128"/>
            </a:endParaRPr>
          </a:p>
          <a:p>
            <a:pPr algn="ctr">
              <a:defRPr/>
            </a:pPr>
            <a:endParaRPr lang="ja-JP" altLang="en-US" dirty="0">
              <a:latin typeface="メイリオ" pitchFamily="50" charset="-128"/>
              <a:ea typeface="メイリオ" pitchFamily="50" charset="-128"/>
              <a:cs typeface="メイリオ" pitchFamily="50" charset="-128"/>
            </a:endParaRPr>
          </a:p>
        </p:txBody>
      </p:sp>
      <p:sp>
        <p:nvSpPr>
          <p:cNvPr id="8" name="正方形/長方形 7">
            <a:extLst>
              <a:ext uri="{FF2B5EF4-FFF2-40B4-BE49-F238E27FC236}">
                <a16:creationId xmlns:a16="http://schemas.microsoft.com/office/drawing/2014/main" id="{64AD6EC2-F06B-7615-F0A8-C0241881622F}"/>
              </a:ext>
            </a:extLst>
          </p:cNvPr>
          <p:cNvSpPr/>
          <p:nvPr/>
        </p:nvSpPr>
        <p:spPr>
          <a:xfrm>
            <a:off x="1446936" y="634121"/>
            <a:ext cx="1937525" cy="1194673"/>
          </a:xfrm>
          <a:prstGeom prst="rect">
            <a:avLst/>
          </a:prstGeom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anchor="ctr"/>
          <a:lstStyle/>
          <a:p>
            <a:pPr algn="ctr">
              <a:defRPr/>
            </a:pPr>
            <a:endParaRPr lang="en-US" altLang="ja-JP" dirty="0">
              <a:latin typeface="メイリオ" pitchFamily="50" charset="-128"/>
              <a:ea typeface="メイリオ" pitchFamily="50" charset="-128"/>
              <a:cs typeface="メイリオ" pitchFamily="50" charset="-128"/>
            </a:endParaRPr>
          </a:p>
          <a:p>
            <a:pPr algn="ctr">
              <a:defRPr/>
            </a:pPr>
            <a:endParaRPr lang="en-US" altLang="ja-JP" dirty="0">
              <a:latin typeface="メイリオ" pitchFamily="50" charset="-128"/>
              <a:ea typeface="メイリオ" pitchFamily="50" charset="-128"/>
              <a:cs typeface="メイリオ" pitchFamily="50" charset="-128"/>
            </a:endParaRPr>
          </a:p>
          <a:p>
            <a:pPr algn="ctr">
              <a:defRPr/>
            </a:pPr>
            <a:endParaRPr lang="en-US" altLang="ja-JP" dirty="0">
              <a:latin typeface="メイリオ" pitchFamily="50" charset="-128"/>
              <a:ea typeface="メイリオ" pitchFamily="50" charset="-128"/>
              <a:cs typeface="メイリオ" pitchFamily="50" charset="-128"/>
            </a:endParaRPr>
          </a:p>
          <a:p>
            <a:pPr algn="ctr">
              <a:defRPr/>
            </a:pPr>
            <a:endParaRPr lang="en-US" altLang="ja-JP" dirty="0">
              <a:latin typeface="メイリオ" pitchFamily="50" charset="-128"/>
              <a:ea typeface="メイリオ" pitchFamily="50" charset="-128"/>
              <a:cs typeface="メイリオ" pitchFamily="50" charset="-128"/>
            </a:endParaRPr>
          </a:p>
          <a:p>
            <a:pPr algn="ctr">
              <a:defRPr/>
            </a:pPr>
            <a:endParaRPr lang="en-US" altLang="ja-JP" dirty="0">
              <a:latin typeface="メイリオ" pitchFamily="50" charset="-128"/>
              <a:ea typeface="メイリオ" pitchFamily="50" charset="-128"/>
              <a:cs typeface="メイリオ" pitchFamily="50" charset="-128"/>
            </a:endParaRPr>
          </a:p>
          <a:p>
            <a:pPr algn="ctr">
              <a:defRPr/>
            </a:pPr>
            <a:endParaRPr lang="en-US" altLang="ja-JP" dirty="0">
              <a:latin typeface="メイリオ" pitchFamily="50" charset="-128"/>
              <a:ea typeface="メイリオ" pitchFamily="50" charset="-128"/>
              <a:cs typeface="メイリオ" pitchFamily="50" charset="-128"/>
            </a:endParaRPr>
          </a:p>
          <a:p>
            <a:pPr algn="ctr">
              <a:defRPr/>
            </a:pPr>
            <a:endParaRPr lang="en-US" altLang="ja-JP" dirty="0">
              <a:latin typeface="メイリオ" pitchFamily="50" charset="-128"/>
              <a:ea typeface="メイリオ" pitchFamily="50" charset="-128"/>
              <a:cs typeface="メイリオ" pitchFamily="50" charset="-128"/>
            </a:endParaRPr>
          </a:p>
          <a:p>
            <a:pPr algn="ctr">
              <a:defRPr/>
            </a:pPr>
            <a:endParaRPr lang="en-US" altLang="ja-JP" dirty="0">
              <a:latin typeface="メイリオ" pitchFamily="50" charset="-128"/>
              <a:ea typeface="メイリオ" pitchFamily="50" charset="-128"/>
              <a:cs typeface="メイリオ" pitchFamily="50" charset="-128"/>
            </a:endParaRPr>
          </a:p>
          <a:p>
            <a:pPr algn="ctr">
              <a:defRPr/>
            </a:pPr>
            <a:endParaRPr lang="en-US" altLang="ja-JP" dirty="0">
              <a:latin typeface="メイリオ" pitchFamily="50" charset="-128"/>
              <a:ea typeface="メイリオ" pitchFamily="50" charset="-128"/>
              <a:cs typeface="メイリオ" pitchFamily="50" charset="-128"/>
            </a:endParaRPr>
          </a:p>
          <a:p>
            <a:pPr algn="ctr">
              <a:defRPr/>
            </a:pPr>
            <a:endParaRPr lang="en-US" altLang="ja-JP" dirty="0">
              <a:latin typeface="メイリオ" pitchFamily="50" charset="-128"/>
              <a:ea typeface="メイリオ" pitchFamily="50" charset="-128"/>
              <a:cs typeface="メイリオ" pitchFamily="50" charset="-128"/>
            </a:endParaRPr>
          </a:p>
          <a:p>
            <a:pPr algn="ctr">
              <a:defRPr/>
            </a:pPr>
            <a:endParaRPr lang="en-US" altLang="ja-JP" dirty="0">
              <a:latin typeface="メイリオ" pitchFamily="50" charset="-128"/>
              <a:ea typeface="メイリオ" pitchFamily="50" charset="-128"/>
              <a:cs typeface="メイリオ" pitchFamily="50" charset="-128"/>
            </a:endParaRPr>
          </a:p>
          <a:p>
            <a:pPr algn="ctr">
              <a:defRPr/>
            </a:pPr>
            <a:endParaRPr lang="en-US" altLang="ja-JP" dirty="0">
              <a:latin typeface="メイリオ" pitchFamily="50" charset="-128"/>
              <a:ea typeface="メイリオ" pitchFamily="50" charset="-128"/>
              <a:cs typeface="メイリオ" pitchFamily="50" charset="-128"/>
            </a:endParaRPr>
          </a:p>
          <a:p>
            <a:pPr algn="ctr">
              <a:defRPr/>
            </a:pPr>
            <a:endParaRPr lang="en-US" altLang="ja-JP" dirty="0">
              <a:latin typeface="メイリオ" pitchFamily="50" charset="-128"/>
              <a:ea typeface="メイリオ" pitchFamily="50" charset="-128"/>
              <a:cs typeface="メイリオ" pitchFamily="50" charset="-128"/>
            </a:endParaRPr>
          </a:p>
          <a:p>
            <a:pPr algn="ctr">
              <a:defRPr/>
            </a:pPr>
            <a:endParaRPr lang="ja-JP" altLang="en-US" dirty="0">
              <a:latin typeface="メイリオ" pitchFamily="50" charset="-128"/>
              <a:ea typeface="メイリオ" pitchFamily="50" charset="-128"/>
              <a:cs typeface="メイリオ" pitchFamily="50" charset="-128"/>
            </a:endParaRPr>
          </a:p>
        </p:txBody>
      </p:sp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727C6D16-0FA7-4702-AC45-A2D56B6300B2}"/>
              </a:ext>
            </a:extLst>
          </p:cNvPr>
          <p:cNvSpPr/>
          <p:nvPr/>
        </p:nvSpPr>
        <p:spPr>
          <a:xfrm>
            <a:off x="4423565" y="2734670"/>
            <a:ext cx="1575274" cy="642938"/>
          </a:xfrm>
          <a:prstGeom prst="rect">
            <a:avLst/>
          </a:prstGeom>
          <a:solidFill>
            <a:srgbClr val="92D050"/>
          </a:solidFill>
          <a:ln w="9525">
            <a:solidFill>
              <a:schemeClr val="tx1"/>
            </a:solidFill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anchor="ctr"/>
          <a:lstStyle/>
          <a:p>
            <a:pPr algn="l"/>
            <a:r>
              <a:rPr lang="en-US" altLang="ja-JP" sz="1100" dirty="0">
                <a:solidFill>
                  <a:schemeClr val="tx1"/>
                </a:solidFill>
                <a:effectLst/>
                <a:latin typeface="メイリオ" pitchFamily="50" charset="-128"/>
                <a:ea typeface="メイリオ" pitchFamily="50" charset="-128"/>
              </a:rPr>
              <a:t>Windows1.0</a:t>
            </a:r>
          </a:p>
          <a:p>
            <a:pPr algn="l"/>
            <a:r>
              <a:rPr lang="en-US" altLang="ja-JP" sz="1100" dirty="0" err="1">
                <a:solidFill>
                  <a:schemeClr val="tx1"/>
                </a:solidFill>
                <a:effectLst/>
                <a:latin typeface="メイリオ" pitchFamily="50" charset="-128"/>
                <a:ea typeface="メイリオ" pitchFamily="50" charset="-128"/>
              </a:rPr>
              <a:t>ignica</a:t>
            </a:r>
            <a:r>
              <a:rPr lang="ja-JP" altLang="en-US" sz="1100" dirty="0">
                <a:solidFill>
                  <a:schemeClr val="tx1"/>
                </a:solidFill>
                <a:effectLst/>
                <a:latin typeface="メイリオ" pitchFamily="50" charset="-128"/>
                <a:ea typeface="メイリオ" pitchFamily="50" charset="-128"/>
              </a:rPr>
              <a:t>レジ</a:t>
            </a:r>
            <a:endParaRPr lang="en-US" altLang="ja-JP" sz="1100" dirty="0">
              <a:solidFill>
                <a:schemeClr val="tx1"/>
              </a:solidFill>
              <a:effectLst/>
              <a:latin typeface="メイリオ" pitchFamily="50" charset="-128"/>
              <a:ea typeface="メイリオ" pitchFamily="50" charset="-128"/>
            </a:endParaRPr>
          </a:p>
        </p:txBody>
      </p:sp>
      <p:pic>
        <p:nvPicPr>
          <p:cNvPr id="10" name="図 30">
            <a:extLst>
              <a:ext uri="{FF2B5EF4-FFF2-40B4-BE49-F238E27FC236}">
                <a16:creationId xmlns:a16="http://schemas.microsoft.com/office/drawing/2014/main" id="{E1EB6EC2-5DCE-2D18-C89A-CB17654B4F78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5484982" y="2865456"/>
            <a:ext cx="379413" cy="4397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11" name="正方形/長方形 10">
            <a:extLst>
              <a:ext uri="{FF2B5EF4-FFF2-40B4-BE49-F238E27FC236}">
                <a16:creationId xmlns:a16="http://schemas.microsoft.com/office/drawing/2014/main" id="{058177C0-F63C-680A-68F8-CADA4C774F32}"/>
              </a:ext>
            </a:extLst>
          </p:cNvPr>
          <p:cNvSpPr/>
          <p:nvPr/>
        </p:nvSpPr>
        <p:spPr>
          <a:xfrm>
            <a:off x="1602583" y="1157242"/>
            <a:ext cx="1639476" cy="531989"/>
          </a:xfrm>
          <a:prstGeom prst="rect">
            <a:avLst/>
          </a:prstGeom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anchor="ctr"/>
          <a:lstStyle/>
          <a:p>
            <a:pPr algn="l">
              <a:defRPr/>
            </a:pPr>
            <a:r>
              <a:rPr lang="ja-JP" altLang="en-US" sz="1100" dirty="0">
                <a:effectLst/>
                <a:latin typeface="メイリオ" pitchFamily="50" charset="-128"/>
                <a:ea typeface="メイリオ" pitchFamily="50" charset="-128"/>
                <a:cs typeface="メイリオ" pitchFamily="50" charset="-128"/>
              </a:rPr>
              <a:t>基幹システム</a:t>
            </a:r>
            <a:endParaRPr lang="en-US" altLang="ja-JP" sz="1100" dirty="0">
              <a:effectLst/>
              <a:latin typeface="メイリオ" pitchFamily="50" charset="-128"/>
              <a:ea typeface="メイリオ" pitchFamily="50" charset="-128"/>
              <a:cs typeface="メイリオ" pitchFamily="50" charset="-128"/>
            </a:endParaRPr>
          </a:p>
          <a:p>
            <a:pPr algn="l">
              <a:defRPr/>
            </a:pPr>
            <a:r>
              <a:rPr lang="en-US" altLang="ja-JP" sz="1100" dirty="0">
                <a:effectLst/>
                <a:latin typeface="メイリオ" pitchFamily="50" charset="-128"/>
                <a:ea typeface="メイリオ" pitchFamily="50" charset="-128"/>
                <a:cs typeface="メイリオ" pitchFamily="50" charset="-128"/>
              </a:rPr>
              <a:t>Open central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EEC6BC80-F742-80C1-CB33-319A23F4762A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 bwMode="auto">
          <a:xfrm>
            <a:off x="2698302" y="1187238"/>
            <a:ext cx="496568" cy="50420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cxnSp>
        <p:nvCxnSpPr>
          <p:cNvPr id="14" name="直線矢印コネクタ 13">
            <a:extLst>
              <a:ext uri="{FF2B5EF4-FFF2-40B4-BE49-F238E27FC236}">
                <a16:creationId xmlns:a16="http://schemas.microsoft.com/office/drawing/2014/main" id="{CF61D23D-8C98-D13C-B11A-B225C9405840}"/>
              </a:ext>
            </a:extLst>
          </p:cNvPr>
          <p:cNvCxnSpPr>
            <a:cxnSpLocks/>
          </p:cNvCxnSpPr>
          <p:nvPr/>
        </p:nvCxnSpPr>
        <p:spPr>
          <a:xfrm>
            <a:off x="3428705" y="1444182"/>
            <a:ext cx="783434" cy="0"/>
          </a:xfrm>
          <a:prstGeom prst="straightConnector1">
            <a:avLst/>
          </a:prstGeom>
          <a:ln w="25400"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正方形/長方形 14">
            <a:extLst>
              <a:ext uri="{FF2B5EF4-FFF2-40B4-BE49-F238E27FC236}">
                <a16:creationId xmlns:a16="http://schemas.microsoft.com/office/drawing/2014/main" id="{6CAE8279-2771-3A4C-119A-B00280C82524}"/>
              </a:ext>
            </a:extLst>
          </p:cNvPr>
          <p:cNvSpPr/>
          <p:nvPr/>
        </p:nvSpPr>
        <p:spPr>
          <a:xfrm>
            <a:off x="4320909" y="2391111"/>
            <a:ext cx="856316" cy="428625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anchor="ctr"/>
          <a:lstStyle/>
          <a:p>
            <a:pPr algn="ctr">
              <a:defRPr/>
            </a:pPr>
            <a:r>
              <a:rPr lang="ja-JP" altLang="en-US" sz="1200" dirty="0">
                <a:effectLst/>
                <a:latin typeface="メイリオ" pitchFamily="50" charset="-128"/>
                <a:ea typeface="メイリオ" pitchFamily="50" charset="-128"/>
                <a:cs typeface="メイリオ" pitchFamily="50" charset="-128"/>
              </a:rPr>
              <a:t>店舗環境</a:t>
            </a:r>
            <a:endParaRPr lang="en-US" altLang="ja-JP" sz="1200" dirty="0">
              <a:effectLst/>
              <a:latin typeface="メイリオ" pitchFamily="50" charset="-128"/>
              <a:ea typeface="メイリオ" pitchFamily="50" charset="-128"/>
              <a:cs typeface="メイリオ" pitchFamily="50" charset="-128"/>
            </a:endParaRPr>
          </a:p>
        </p:txBody>
      </p:sp>
      <p:sp>
        <p:nvSpPr>
          <p:cNvPr id="18" name="正方形/長方形 17">
            <a:extLst>
              <a:ext uri="{FF2B5EF4-FFF2-40B4-BE49-F238E27FC236}">
                <a16:creationId xmlns:a16="http://schemas.microsoft.com/office/drawing/2014/main" id="{419CBCAD-1845-7A63-7DCD-904954D8F000}"/>
              </a:ext>
            </a:extLst>
          </p:cNvPr>
          <p:cNvSpPr/>
          <p:nvPr/>
        </p:nvSpPr>
        <p:spPr>
          <a:xfrm>
            <a:off x="4247109" y="630657"/>
            <a:ext cx="974948" cy="428625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ja-JP" sz="1200" dirty="0">
                <a:effectLst/>
                <a:latin typeface="メイリオ" pitchFamily="50" charset="-128"/>
                <a:ea typeface="メイリオ" pitchFamily="50" charset="-128"/>
                <a:cs typeface="メイリオ" pitchFamily="50" charset="-128"/>
              </a:rPr>
              <a:t>Azure</a:t>
            </a:r>
          </a:p>
          <a:p>
            <a:pPr algn="ctr">
              <a:defRPr/>
            </a:pPr>
            <a:r>
              <a:rPr lang="en-US" altLang="ja-JP" sz="1200" dirty="0">
                <a:effectLst/>
                <a:latin typeface="メイリオ" pitchFamily="50" charset="-128"/>
                <a:ea typeface="メイリオ" pitchFamily="50" charset="-128"/>
                <a:cs typeface="メイリオ" pitchFamily="50" charset="-128"/>
              </a:rPr>
              <a:t>(VINX)</a:t>
            </a:r>
          </a:p>
        </p:txBody>
      </p:sp>
      <p:sp>
        <p:nvSpPr>
          <p:cNvPr id="34" name="正方形/長方形 33">
            <a:extLst>
              <a:ext uri="{FF2B5EF4-FFF2-40B4-BE49-F238E27FC236}">
                <a16:creationId xmlns:a16="http://schemas.microsoft.com/office/drawing/2014/main" id="{524AE289-9CC5-D398-4333-567CEDC0A1D1}"/>
              </a:ext>
            </a:extLst>
          </p:cNvPr>
          <p:cNvSpPr/>
          <p:nvPr/>
        </p:nvSpPr>
        <p:spPr>
          <a:xfrm>
            <a:off x="4406325" y="1134633"/>
            <a:ext cx="1592514" cy="527844"/>
          </a:xfrm>
          <a:prstGeom prst="rect">
            <a:avLst/>
          </a:prstGeom>
          <a:solidFill>
            <a:srgbClr val="92D050"/>
          </a:solidFill>
          <a:ln w="9525">
            <a:solidFill>
              <a:schemeClr val="accent2"/>
            </a:solidFill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anchor="ctr"/>
          <a:lstStyle/>
          <a:p>
            <a:pPr algn="l"/>
            <a:r>
              <a:rPr lang="en-US" altLang="ja-JP" sz="1100" dirty="0">
                <a:solidFill>
                  <a:schemeClr val="tx1"/>
                </a:solidFill>
                <a:effectLst/>
                <a:latin typeface="メイリオ" pitchFamily="50" charset="-128"/>
                <a:ea typeface="メイリオ" pitchFamily="50" charset="-128"/>
              </a:rPr>
              <a:t>POSserver1.0</a:t>
            </a:r>
          </a:p>
        </p:txBody>
      </p:sp>
      <p:pic>
        <p:nvPicPr>
          <p:cNvPr id="35" name="Picture 11">
            <a:extLst>
              <a:ext uri="{FF2B5EF4-FFF2-40B4-BE49-F238E27FC236}">
                <a16:creationId xmlns:a16="http://schemas.microsoft.com/office/drawing/2014/main" id="{5DC80FB5-C36E-CC83-43B6-FDA317ADA160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 bwMode="auto">
          <a:xfrm>
            <a:off x="5485031" y="1151596"/>
            <a:ext cx="496568" cy="50420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17" name="正方形/長方形 16">
            <a:extLst>
              <a:ext uri="{FF2B5EF4-FFF2-40B4-BE49-F238E27FC236}">
                <a16:creationId xmlns:a16="http://schemas.microsoft.com/office/drawing/2014/main" id="{5FC3C29F-A160-AC88-7AAC-B6AA394D084F}"/>
              </a:ext>
            </a:extLst>
          </p:cNvPr>
          <p:cNvSpPr/>
          <p:nvPr/>
        </p:nvSpPr>
        <p:spPr>
          <a:xfrm>
            <a:off x="7060305" y="634120"/>
            <a:ext cx="1975512" cy="1251933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anchor="ctr"/>
          <a:lstStyle/>
          <a:p>
            <a:pPr algn="ctr">
              <a:defRPr/>
            </a:pPr>
            <a:endParaRPr lang="en-US" altLang="ja-JP" dirty="0">
              <a:latin typeface="メイリオ" pitchFamily="50" charset="-128"/>
              <a:ea typeface="メイリオ" pitchFamily="50" charset="-128"/>
              <a:cs typeface="メイリオ" pitchFamily="50" charset="-128"/>
            </a:endParaRPr>
          </a:p>
          <a:p>
            <a:pPr algn="ctr">
              <a:defRPr/>
            </a:pPr>
            <a:endParaRPr lang="en-US" altLang="ja-JP" dirty="0">
              <a:latin typeface="メイリオ" pitchFamily="50" charset="-128"/>
              <a:ea typeface="メイリオ" pitchFamily="50" charset="-128"/>
              <a:cs typeface="メイリオ" pitchFamily="50" charset="-128"/>
            </a:endParaRPr>
          </a:p>
          <a:p>
            <a:pPr algn="ctr">
              <a:defRPr/>
            </a:pPr>
            <a:endParaRPr lang="en-US" altLang="ja-JP" dirty="0">
              <a:latin typeface="メイリオ" pitchFamily="50" charset="-128"/>
              <a:ea typeface="メイリオ" pitchFamily="50" charset="-128"/>
              <a:cs typeface="メイリオ" pitchFamily="50" charset="-128"/>
            </a:endParaRPr>
          </a:p>
          <a:p>
            <a:pPr algn="ctr">
              <a:defRPr/>
            </a:pPr>
            <a:endParaRPr lang="en-US" altLang="ja-JP" dirty="0">
              <a:latin typeface="メイリオ" pitchFamily="50" charset="-128"/>
              <a:ea typeface="メイリオ" pitchFamily="50" charset="-128"/>
              <a:cs typeface="メイリオ" pitchFamily="50" charset="-128"/>
            </a:endParaRPr>
          </a:p>
          <a:p>
            <a:pPr algn="ctr">
              <a:defRPr/>
            </a:pPr>
            <a:endParaRPr lang="en-US" altLang="ja-JP" dirty="0">
              <a:latin typeface="メイリオ" pitchFamily="50" charset="-128"/>
              <a:ea typeface="メイリオ" pitchFamily="50" charset="-128"/>
              <a:cs typeface="メイリオ" pitchFamily="50" charset="-128"/>
            </a:endParaRPr>
          </a:p>
          <a:p>
            <a:pPr algn="ctr">
              <a:defRPr/>
            </a:pPr>
            <a:endParaRPr lang="en-US" altLang="ja-JP" dirty="0">
              <a:latin typeface="メイリオ" pitchFamily="50" charset="-128"/>
              <a:ea typeface="メイリオ" pitchFamily="50" charset="-128"/>
              <a:cs typeface="メイリオ" pitchFamily="50" charset="-128"/>
            </a:endParaRPr>
          </a:p>
          <a:p>
            <a:pPr algn="ctr">
              <a:defRPr/>
            </a:pPr>
            <a:endParaRPr lang="en-US" altLang="ja-JP" dirty="0">
              <a:latin typeface="メイリオ" pitchFamily="50" charset="-128"/>
              <a:ea typeface="メイリオ" pitchFamily="50" charset="-128"/>
              <a:cs typeface="メイリオ" pitchFamily="50" charset="-128"/>
            </a:endParaRPr>
          </a:p>
          <a:p>
            <a:pPr algn="ctr">
              <a:defRPr/>
            </a:pPr>
            <a:endParaRPr lang="en-US" altLang="ja-JP" dirty="0">
              <a:latin typeface="メイリオ" pitchFamily="50" charset="-128"/>
              <a:ea typeface="メイリオ" pitchFamily="50" charset="-128"/>
              <a:cs typeface="メイリオ" pitchFamily="50" charset="-128"/>
            </a:endParaRPr>
          </a:p>
          <a:p>
            <a:pPr algn="ctr">
              <a:defRPr/>
            </a:pPr>
            <a:endParaRPr lang="en-US" altLang="ja-JP" dirty="0">
              <a:latin typeface="メイリオ" pitchFamily="50" charset="-128"/>
              <a:ea typeface="メイリオ" pitchFamily="50" charset="-128"/>
              <a:cs typeface="メイリオ" pitchFamily="50" charset="-128"/>
            </a:endParaRPr>
          </a:p>
          <a:p>
            <a:pPr algn="ctr">
              <a:defRPr/>
            </a:pPr>
            <a:endParaRPr lang="en-US" altLang="ja-JP" dirty="0">
              <a:latin typeface="メイリオ" pitchFamily="50" charset="-128"/>
              <a:ea typeface="メイリオ" pitchFamily="50" charset="-128"/>
              <a:cs typeface="メイリオ" pitchFamily="50" charset="-128"/>
            </a:endParaRPr>
          </a:p>
          <a:p>
            <a:pPr algn="ctr">
              <a:defRPr/>
            </a:pPr>
            <a:endParaRPr lang="en-US" altLang="ja-JP" dirty="0">
              <a:latin typeface="メイリオ" pitchFamily="50" charset="-128"/>
              <a:ea typeface="メイリオ" pitchFamily="50" charset="-128"/>
              <a:cs typeface="メイリオ" pitchFamily="50" charset="-128"/>
            </a:endParaRPr>
          </a:p>
          <a:p>
            <a:pPr algn="ctr">
              <a:defRPr/>
            </a:pPr>
            <a:endParaRPr lang="en-US" altLang="ja-JP" dirty="0">
              <a:latin typeface="メイリオ" pitchFamily="50" charset="-128"/>
              <a:ea typeface="メイリオ" pitchFamily="50" charset="-128"/>
              <a:cs typeface="メイリオ" pitchFamily="50" charset="-128"/>
            </a:endParaRPr>
          </a:p>
          <a:p>
            <a:pPr algn="ctr">
              <a:defRPr/>
            </a:pPr>
            <a:endParaRPr lang="en-US" altLang="ja-JP" dirty="0">
              <a:latin typeface="メイリオ" pitchFamily="50" charset="-128"/>
              <a:ea typeface="メイリオ" pitchFamily="50" charset="-128"/>
              <a:cs typeface="メイリオ" pitchFamily="50" charset="-128"/>
            </a:endParaRPr>
          </a:p>
          <a:p>
            <a:pPr algn="ctr">
              <a:defRPr/>
            </a:pPr>
            <a:endParaRPr lang="ja-JP" altLang="en-US" dirty="0">
              <a:latin typeface="メイリオ" pitchFamily="50" charset="-128"/>
              <a:ea typeface="メイリオ" pitchFamily="50" charset="-128"/>
              <a:cs typeface="メイリオ" pitchFamily="50" charset="-128"/>
            </a:endParaRPr>
          </a:p>
        </p:txBody>
      </p:sp>
      <p:sp>
        <p:nvSpPr>
          <p:cNvPr id="38" name="正方形/長方形 37">
            <a:extLst>
              <a:ext uri="{FF2B5EF4-FFF2-40B4-BE49-F238E27FC236}">
                <a16:creationId xmlns:a16="http://schemas.microsoft.com/office/drawing/2014/main" id="{BD453528-FCA6-8CC4-9B13-4C6367EBF8CA}"/>
              </a:ext>
            </a:extLst>
          </p:cNvPr>
          <p:cNvSpPr/>
          <p:nvPr/>
        </p:nvSpPr>
        <p:spPr>
          <a:xfrm>
            <a:off x="7072784" y="620845"/>
            <a:ext cx="856316" cy="428625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anchor="ctr"/>
          <a:lstStyle/>
          <a:p>
            <a:pPr>
              <a:defRPr/>
            </a:pPr>
            <a:r>
              <a:rPr lang="en-US" altLang="ja-JP" sz="1200" dirty="0">
                <a:effectLst/>
                <a:latin typeface="メイリオ" pitchFamily="50" charset="-128"/>
                <a:ea typeface="メイリオ" pitchFamily="50" charset="-128"/>
                <a:cs typeface="メイリオ" pitchFamily="50" charset="-128"/>
              </a:rPr>
              <a:t>AWS</a:t>
            </a:r>
          </a:p>
        </p:txBody>
      </p:sp>
      <p:sp>
        <p:nvSpPr>
          <p:cNvPr id="39" name="正方形/長方形 38">
            <a:extLst>
              <a:ext uri="{FF2B5EF4-FFF2-40B4-BE49-F238E27FC236}">
                <a16:creationId xmlns:a16="http://schemas.microsoft.com/office/drawing/2014/main" id="{3A66902B-07B4-476A-6D92-661E3C908FD6}"/>
              </a:ext>
            </a:extLst>
          </p:cNvPr>
          <p:cNvSpPr/>
          <p:nvPr/>
        </p:nvSpPr>
        <p:spPr>
          <a:xfrm>
            <a:off x="7310615" y="1134633"/>
            <a:ext cx="1592514" cy="527844"/>
          </a:xfrm>
          <a:prstGeom prst="rect">
            <a:avLst/>
          </a:prstGeom>
          <a:solidFill>
            <a:srgbClr val="FFFF00"/>
          </a:solidFill>
          <a:ln w="9525">
            <a:solidFill>
              <a:schemeClr val="accent2"/>
            </a:solidFill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anchor="ctr"/>
          <a:lstStyle/>
          <a:p>
            <a:pPr algn="l"/>
            <a:r>
              <a:rPr lang="en-US" altLang="ja-JP" sz="1100" dirty="0" err="1">
                <a:solidFill>
                  <a:schemeClr val="tx1"/>
                </a:solidFill>
                <a:effectLst/>
                <a:latin typeface="メイリオ" pitchFamily="50" charset="-128"/>
                <a:ea typeface="メイリオ" pitchFamily="50" charset="-128"/>
              </a:rPr>
              <a:t>Scan&amp;Go</a:t>
            </a:r>
            <a:endParaRPr lang="en-US" altLang="ja-JP" sz="1100" dirty="0">
              <a:solidFill>
                <a:schemeClr val="tx1"/>
              </a:solidFill>
              <a:effectLst/>
              <a:latin typeface="メイリオ" pitchFamily="50" charset="-128"/>
              <a:ea typeface="メイリオ" pitchFamily="50" charset="-128"/>
            </a:endParaRPr>
          </a:p>
          <a:p>
            <a:pPr algn="l"/>
            <a:r>
              <a:rPr lang="ja-JP" altLang="en-US" sz="1100" dirty="0">
                <a:solidFill>
                  <a:schemeClr val="tx1"/>
                </a:solidFill>
                <a:effectLst/>
                <a:latin typeface="メイリオ" pitchFamily="50" charset="-128"/>
                <a:ea typeface="メイリオ" pitchFamily="50" charset="-128"/>
              </a:rPr>
              <a:t>サーバ</a:t>
            </a:r>
            <a:endParaRPr lang="en-US" altLang="ja-JP" sz="1100" dirty="0">
              <a:solidFill>
                <a:schemeClr val="tx1"/>
              </a:solidFill>
              <a:effectLst/>
              <a:latin typeface="メイリオ" pitchFamily="50" charset="-128"/>
              <a:ea typeface="メイリオ" pitchFamily="50" charset="-128"/>
            </a:endParaRPr>
          </a:p>
        </p:txBody>
      </p:sp>
      <p:pic>
        <p:nvPicPr>
          <p:cNvPr id="40" name="Picture 11">
            <a:extLst>
              <a:ext uri="{FF2B5EF4-FFF2-40B4-BE49-F238E27FC236}">
                <a16:creationId xmlns:a16="http://schemas.microsoft.com/office/drawing/2014/main" id="{93BF23B4-7545-1F3E-FA9C-8022B80D2CF0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 bwMode="auto">
          <a:xfrm>
            <a:off x="8389321" y="1151596"/>
            <a:ext cx="496568" cy="50420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42" name="正方形/長方形 41">
            <a:extLst>
              <a:ext uri="{FF2B5EF4-FFF2-40B4-BE49-F238E27FC236}">
                <a16:creationId xmlns:a16="http://schemas.microsoft.com/office/drawing/2014/main" id="{D1D47AA4-142F-C886-8F76-99F8235800CD}"/>
              </a:ext>
            </a:extLst>
          </p:cNvPr>
          <p:cNvSpPr/>
          <p:nvPr/>
        </p:nvSpPr>
        <p:spPr>
          <a:xfrm>
            <a:off x="7199206" y="2734670"/>
            <a:ext cx="1575274" cy="642938"/>
          </a:xfrm>
          <a:prstGeom prst="rect">
            <a:avLst/>
          </a:prstGeom>
          <a:solidFill>
            <a:srgbClr val="FFFF00"/>
          </a:solidFill>
          <a:ln w="9525">
            <a:solidFill>
              <a:schemeClr val="accent2"/>
            </a:solidFill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anchor="ctr"/>
          <a:lstStyle/>
          <a:p>
            <a:pPr algn="l"/>
            <a:r>
              <a:rPr lang="en-US" altLang="ja-JP" sz="1100" dirty="0" err="1">
                <a:solidFill>
                  <a:schemeClr val="tx1"/>
                </a:solidFill>
                <a:effectLst/>
                <a:latin typeface="メイリオ" pitchFamily="50" charset="-128"/>
                <a:ea typeface="メイリオ" pitchFamily="50" charset="-128"/>
              </a:rPr>
              <a:t>Scan&amp;Go</a:t>
            </a:r>
            <a:endParaRPr lang="en-US" altLang="ja-JP" sz="1100" dirty="0">
              <a:solidFill>
                <a:schemeClr val="tx1"/>
              </a:solidFill>
              <a:effectLst/>
              <a:latin typeface="メイリオ" pitchFamily="50" charset="-128"/>
              <a:ea typeface="メイリオ" pitchFamily="50" charset="-128"/>
            </a:endParaRPr>
          </a:p>
        </p:txBody>
      </p:sp>
      <p:cxnSp>
        <p:nvCxnSpPr>
          <p:cNvPr id="78" name="直線矢印コネクタ 77">
            <a:extLst>
              <a:ext uri="{FF2B5EF4-FFF2-40B4-BE49-F238E27FC236}">
                <a16:creationId xmlns:a16="http://schemas.microsoft.com/office/drawing/2014/main" id="{311AAB3A-E60C-5AAD-984F-4BCDC032C3A3}"/>
              </a:ext>
            </a:extLst>
          </p:cNvPr>
          <p:cNvCxnSpPr>
            <a:cxnSpLocks/>
          </p:cNvCxnSpPr>
          <p:nvPr/>
        </p:nvCxnSpPr>
        <p:spPr>
          <a:xfrm>
            <a:off x="5213026" y="330216"/>
            <a:ext cx="5642933" cy="0"/>
          </a:xfrm>
          <a:prstGeom prst="straightConnector1">
            <a:avLst/>
          </a:prstGeom>
          <a:ln w="25400"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88" name="図 87">
            <a:extLst>
              <a:ext uri="{FF2B5EF4-FFF2-40B4-BE49-F238E27FC236}">
                <a16:creationId xmlns:a16="http://schemas.microsoft.com/office/drawing/2014/main" id="{AA6D3A18-0B52-CEAA-B129-3FA54C0A038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22798" y="2797893"/>
            <a:ext cx="345350" cy="549976"/>
          </a:xfrm>
          <a:prstGeom prst="rect">
            <a:avLst/>
          </a:prstGeom>
        </p:spPr>
      </p:pic>
      <p:cxnSp>
        <p:nvCxnSpPr>
          <p:cNvPr id="53" name="直線矢印コネクタ 52">
            <a:extLst>
              <a:ext uri="{FF2B5EF4-FFF2-40B4-BE49-F238E27FC236}">
                <a16:creationId xmlns:a16="http://schemas.microsoft.com/office/drawing/2014/main" id="{2E6A5C26-D54F-4F88-A22F-2888FDC48612}"/>
              </a:ext>
            </a:extLst>
          </p:cNvPr>
          <p:cNvCxnSpPr>
            <a:cxnSpLocks/>
          </p:cNvCxnSpPr>
          <p:nvPr/>
        </p:nvCxnSpPr>
        <p:spPr>
          <a:xfrm>
            <a:off x="5214156" y="294968"/>
            <a:ext cx="0" cy="335689"/>
          </a:xfrm>
          <a:prstGeom prst="straightConnector1">
            <a:avLst/>
          </a:prstGeom>
          <a:ln w="25400"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直線矢印コネクタ 50">
            <a:extLst>
              <a:ext uri="{FF2B5EF4-FFF2-40B4-BE49-F238E27FC236}">
                <a16:creationId xmlns:a16="http://schemas.microsoft.com/office/drawing/2014/main" id="{8E5D5801-CA8B-F1F9-5AB8-AC82702918F2}"/>
              </a:ext>
            </a:extLst>
          </p:cNvPr>
          <p:cNvCxnSpPr>
            <a:cxnSpLocks/>
          </p:cNvCxnSpPr>
          <p:nvPr/>
        </p:nvCxnSpPr>
        <p:spPr>
          <a:xfrm>
            <a:off x="8014938" y="1901257"/>
            <a:ext cx="0" cy="544718"/>
          </a:xfrm>
          <a:prstGeom prst="straightConnector1">
            <a:avLst/>
          </a:prstGeom>
          <a:ln w="25400"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直線コネクタ 51">
            <a:extLst>
              <a:ext uri="{FF2B5EF4-FFF2-40B4-BE49-F238E27FC236}">
                <a16:creationId xmlns:a16="http://schemas.microsoft.com/office/drawing/2014/main" id="{E507AAD4-556B-E518-E05A-1086038B1AB0}"/>
              </a:ext>
            </a:extLst>
          </p:cNvPr>
          <p:cNvCxnSpPr/>
          <p:nvPr/>
        </p:nvCxnSpPr>
        <p:spPr>
          <a:xfrm>
            <a:off x="0" y="3590741"/>
            <a:ext cx="12048069" cy="0"/>
          </a:xfrm>
          <a:prstGeom prst="line">
            <a:avLst/>
          </a:prstGeom>
          <a:ln>
            <a:solidFill>
              <a:srgbClr val="00206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5" name="正方形/長方形 54">
            <a:extLst>
              <a:ext uri="{FF2B5EF4-FFF2-40B4-BE49-F238E27FC236}">
                <a16:creationId xmlns:a16="http://schemas.microsoft.com/office/drawing/2014/main" id="{29A53514-AE2B-06CF-FAEA-00265503A7BB}"/>
              </a:ext>
            </a:extLst>
          </p:cNvPr>
          <p:cNvSpPr/>
          <p:nvPr/>
        </p:nvSpPr>
        <p:spPr>
          <a:xfrm flipH="1">
            <a:off x="4251621" y="5489611"/>
            <a:ext cx="4784195" cy="1065375"/>
          </a:xfrm>
          <a:prstGeom prst="rect">
            <a:avLst/>
          </a:prstGeom>
          <a:gradFill>
            <a:gsLst>
              <a:gs pos="0">
                <a:schemeClr val="accent3">
                  <a:tint val="50000"/>
                  <a:satMod val="300000"/>
                </a:schemeClr>
              </a:gs>
              <a:gs pos="35000">
                <a:schemeClr val="accent3">
                  <a:tint val="37000"/>
                  <a:satMod val="300000"/>
                </a:schemeClr>
              </a:gs>
              <a:gs pos="100000">
                <a:schemeClr val="accent3">
                  <a:tint val="15000"/>
                  <a:satMod val="350000"/>
                </a:schemeClr>
              </a:gs>
            </a:gsLst>
            <a:lin ang="16200000" scaled="1"/>
          </a:gradFill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anchor="ctr"/>
          <a:lstStyle/>
          <a:p>
            <a:pPr>
              <a:defRPr/>
            </a:pPr>
            <a:endParaRPr lang="en-US" altLang="ja-JP">
              <a:latin typeface="メイリオ" pitchFamily="50" charset="-128"/>
              <a:ea typeface="メイリオ" pitchFamily="50" charset="-128"/>
              <a:cs typeface="メイリオ" pitchFamily="50" charset="-128"/>
            </a:endParaRPr>
          </a:p>
          <a:p>
            <a:pPr>
              <a:defRPr/>
            </a:pPr>
            <a:endParaRPr lang="en-US" altLang="ja-JP">
              <a:latin typeface="メイリオ" pitchFamily="50" charset="-128"/>
              <a:ea typeface="メイリオ" pitchFamily="50" charset="-128"/>
              <a:cs typeface="メイリオ" pitchFamily="50" charset="-128"/>
            </a:endParaRPr>
          </a:p>
          <a:p>
            <a:pPr>
              <a:defRPr/>
            </a:pPr>
            <a:endParaRPr lang="en-US" altLang="ja-JP">
              <a:latin typeface="メイリオ" pitchFamily="50" charset="-128"/>
              <a:ea typeface="メイリオ" pitchFamily="50" charset="-128"/>
              <a:cs typeface="メイリオ" pitchFamily="50" charset="-128"/>
            </a:endParaRPr>
          </a:p>
          <a:p>
            <a:pPr>
              <a:defRPr/>
            </a:pPr>
            <a:endParaRPr lang="en-US" altLang="ja-JP">
              <a:latin typeface="メイリオ" pitchFamily="50" charset="-128"/>
              <a:ea typeface="メイリオ" pitchFamily="50" charset="-128"/>
              <a:cs typeface="メイリオ" pitchFamily="50" charset="-128"/>
            </a:endParaRPr>
          </a:p>
          <a:p>
            <a:pPr>
              <a:defRPr/>
            </a:pPr>
            <a:endParaRPr lang="en-US" altLang="ja-JP">
              <a:latin typeface="メイリオ" pitchFamily="50" charset="-128"/>
              <a:ea typeface="メイリオ" pitchFamily="50" charset="-128"/>
              <a:cs typeface="メイリオ" pitchFamily="50" charset="-128"/>
            </a:endParaRPr>
          </a:p>
          <a:p>
            <a:pPr>
              <a:defRPr/>
            </a:pPr>
            <a:endParaRPr lang="en-US" altLang="ja-JP">
              <a:latin typeface="メイリオ" pitchFamily="50" charset="-128"/>
              <a:ea typeface="メイリオ" pitchFamily="50" charset="-128"/>
              <a:cs typeface="メイリオ" pitchFamily="50" charset="-128"/>
            </a:endParaRPr>
          </a:p>
          <a:p>
            <a:pPr>
              <a:defRPr/>
            </a:pPr>
            <a:endParaRPr lang="en-US" altLang="ja-JP">
              <a:latin typeface="メイリオ" pitchFamily="50" charset="-128"/>
              <a:ea typeface="メイリオ" pitchFamily="50" charset="-128"/>
              <a:cs typeface="メイリオ" pitchFamily="50" charset="-128"/>
            </a:endParaRPr>
          </a:p>
          <a:p>
            <a:pPr>
              <a:defRPr/>
            </a:pPr>
            <a:endParaRPr lang="en-US" altLang="ja-JP">
              <a:latin typeface="メイリオ" pitchFamily="50" charset="-128"/>
              <a:ea typeface="メイリオ" pitchFamily="50" charset="-128"/>
              <a:cs typeface="メイリオ" pitchFamily="50" charset="-128"/>
            </a:endParaRPr>
          </a:p>
          <a:p>
            <a:pPr>
              <a:defRPr/>
            </a:pPr>
            <a:endParaRPr lang="en-US" altLang="ja-JP">
              <a:latin typeface="メイリオ" pitchFamily="50" charset="-128"/>
              <a:ea typeface="メイリオ" pitchFamily="50" charset="-128"/>
              <a:cs typeface="メイリオ" pitchFamily="50" charset="-128"/>
            </a:endParaRPr>
          </a:p>
          <a:p>
            <a:pPr>
              <a:defRPr/>
            </a:pPr>
            <a:endParaRPr lang="en-US" altLang="ja-JP">
              <a:latin typeface="メイリオ" pitchFamily="50" charset="-128"/>
              <a:ea typeface="メイリオ" pitchFamily="50" charset="-128"/>
              <a:cs typeface="メイリオ" pitchFamily="50" charset="-128"/>
            </a:endParaRPr>
          </a:p>
          <a:p>
            <a:pPr>
              <a:defRPr/>
            </a:pPr>
            <a:endParaRPr lang="en-US" altLang="ja-JP">
              <a:latin typeface="メイリオ" pitchFamily="50" charset="-128"/>
              <a:ea typeface="メイリオ" pitchFamily="50" charset="-128"/>
              <a:cs typeface="メイリオ" pitchFamily="50" charset="-128"/>
            </a:endParaRPr>
          </a:p>
          <a:p>
            <a:pPr>
              <a:defRPr/>
            </a:pPr>
            <a:endParaRPr lang="en-US" altLang="ja-JP">
              <a:latin typeface="メイリオ" pitchFamily="50" charset="-128"/>
              <a:ea typeface="メイリオ" pitchFamily="50" charset="-128"/>
              <a:cs typeface="メイリオ" pitchFamily="50" charset="-128"/>
            </a:endParaRPr>
          </a:p>
          <a:p>
            <a:pPr>
              <a:defRPr/>
            </a:pPr>
            <a:endParaRPr lang="en-US" altLang="ja-JP">
              <a:latin typeface="メイリオ" pitchFamily="50" charset="-128"/>
              <a:ea typeface="メイリオ" pitchFamily="50" charset="-128"/>
              <a:cs typeface="メイリオ" pitchFamily="50" charset="-128"/>
            </a:endParaRPr>
          </a:p>
          <a:p>
            <a:pPr>
              <a:defRPr/>
            </a:pPr>
            <a:endParaRPr lang="en-US" altLang="ja-JP">
              <a:latin typeface="メイリオ" pitchFamily="50" charset="-128"/>
              <a:ea typeface="メイリオ" pitchFamily="50" charset="-128"/>
              <a:cs typeface="メイリオ" pitchFamily="50" charset="-128"/>
            </a:endParaRPr>
          </a:p>
          <a:p>
            <a:pPr>
              <a:defRPr/>
            </a:pPr>
            <a:endParaRPr lang="en-US" altLang="ja-JP">
              <a:latin typeface="メイリオ" pitchFamily="50" charset="-128"/>
              <a:ea typeface="メイリオ" pitchFamily="50" charset="-128"/>
              <a:cs typeface="メイリオ" pitchFamily="50" charset="-128"/>
            </a:endParaRPr>
          </a:p>
          <a:p>
            <a:pPr>
              <a:defRPr/>
            </a:pPr>
            <a:endParaRPr lang="en-US" altLang="ja-JP">
              <a:latin typeface="メイリオ" pitchFamily="50" charset="-128"/>
              <a:ea typeface="メイリオ" pitchFamily="50" charset="-128"/>
              <a:cs typeface="メイリオ" pitchFamily="50" charset="-128"/>
            </a:endParaRPr>
          </a:p>
          <a:p>
            <a:pPr>
              <a:defRPr/>
            </a:pPr>
            <a:endParaRPr lang="ja-JP" altLang="en-US" dirty="0">
              <a:latin typeface="メイリオ" pitchFamily="50" charset="-128"/>
              <a:ea typeface="メイリオ" pitchFamily="50" charset="-128"/>
              <a:cs typeface="メイリオ" pitchFamily="50" charset="-128"/>
            </a:endParaRPr>
          </a:p>
        </p:txBody>
      </p:sp>
      <p:sp>
        <p:nvSpPr>
          <p:cNvPr id="59" name="正方形/長方形 58">
            <a:extLst>
              <a:ext uri="{FF2B5EF4-FFF2-40B4-BE49-F238E27FC236}">
                <a16:creationId xmlns:a16="http://schemas.microsoft.com/office/drawing/2014/main" id="{46C2DE94-BB80-5234-F5C7-40A7E918F438}"/>
              </a:ext>
            </a:extLst>
          </p:cNvPr>
          <p:cNvSpPr/>
          <p:nvPr/>
        </p:nvSpPr>
        <p:spPr>
          <a:xfrm>
            <a:off x="4247110" y="3677756"/>
            <a:ext cx="1975512" cy="1251936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anchor="ctr"/>
          <a:lstStyle/>
          <a:p>
            <a:pPr algn="ctr">
              <a:defRPr/>
            </a:pPr>
            <a:endParaRPr lang="en-US" altLang="ja-JP" dirty="0">
              <a:latin typeface="メイリオ" pitchFamily="50" charset="-128"/>
              <a:ea typeface="メイリオ" pitchFamily="50" charset="-128"/>
              <a:cs typeface="メイリオ" pitchFamily="50" charset="-128"/>
            </a:endParaRPr>
          </a:p>
          <a:p>
            <a:pPr algn="ctr">
              <a:defRPr/>
            </a:pPr>
            <a:endParaRPr lang="en-US" altLang="ja-JP" dirty="0">
              <a:latin typeface="メイリオ" pitchFamily="50" charset="-128"/>
              <a:ea typeface="メイリオ" pitchFamily="50" charset="-128"/>
              <a:cs typeface="メイリオ" pitchFamily="50" charset="-128"/>
            </a:endParaRPr>
          </a:p>
          <a:p>
            <a:pPr algn="ctr">
              <a:defRPr/>
            </a:pPr>
            <a:endParaRPr lang="en-US" altLang="ja-JP" dirty="0">
              <a:latin typeface="メイリオ" pitchFamily="50" charset="-128"/>
              <a:ea typeface="メイリオ" pitchFamily="50" charset="-128"/>
              <a:cs typeface="メイリオ" pitchFamily="50" charset="-128"/>
            </a:endParaRPr>
          </a:p>
          <a:p>
            <a:pPr algn="ctr">
              <a:defRPr/>
            </a:pPr>
            <a:endParaRPr lang="en-US" altLang="ja-JP" dirty="0">
              <a:latin typeface="メイリオ" pitchFamily="50" charset="-128"/>
              <a:ea typeface="メイリオ" pitchFamily="50" charset="-128"/>
              <a:cs typeface="メイリオ" pitchFamily="50" charset="-128"/>
            </a:endParaRPr>
          </a:p>
          <a:p>
            <a:pPr algn="ctr">
              <a:defRPr/>
            </a:pPr>
            <a:endParaRPr lang="en-US" altLang="ja-JP" dirty="0">
              <a:latin typeface="メイリオ" pitchFamily="50" charset="-128"/>
              <a:ea typeface="メイリオ" pitchFamily="50" charset="-128"/>
              <a:cs typeface="メイリオ" pitchFamily="50" charset="-128"/>
            </a:endParaRPr>
          </a:p>
          <a:p>
            <a:pPr algn="ctr">
              <a:defRPr/>
            </a:pPr>
            <a:endParaRPr lang="en-US" altLang="ja-JP" dirty="0">
              <a:latin typeface="メイリオ" pitchFamily="50" charset="-128"/>
              <a:ea typeface="メイリオ" pitchFamily="50" charset="-128"/>
              <a:cs typeface="メイリオ" pitchFamily="50" charset="-128"/>
            </a:endParaRPr>
          </a:p>
          <a:p>
            <a:pPr algn="ctr">
              <a:defRPr/>
            </a:pPr>
            <a:endParaRPr lang="en-US" altLang="ja-JP" dirty="0">
              <a:latin typeface="メイリオ" pitchFamily="50" charset="-128"/>
              <a:ea typeface="メイリオ" pitchFamily="50" charset="-128"/>
              <a:cs typeface="メイリオ" pitchFamily="50" charset="-128"/>
            </a:endParaRPr>
          </a:p>
          <a:p>
            <a:pPr algn="ctr">
              <a:defRPr/>
            </a:pPr>
            <a:endParaRPr lang="en-US" altLang="ja-JP" dirty="0">
              <a:latin typeface="メイリオ" pitchFamily="50" charset="-128"/>
              <a:ea typeface="メイリオ" pitchFamily="50" charset="-128"/>
              <a:cs typeface="メイリオ" pitchFamily="50" charset="-128"/>
            </a:endParaRPr>
          </a:p>
          <a:p>
            <a:pPr algn="ctr">
              <a:defRPr/>
            </a:pPr>
            <a:endParaRPr lang="en-US" altLang="ja-JP" dirty="0">
              <a:latin typeface="メイリオ" pitchFamily="50" charset="-128"/>
              <a:ea typeface="メイリオ" pitchFamily="50" charset="-128"/>
              <a:cs typeface="メイリオ" pitchFamily="50" charset="-128"/>
            </a:endParaRPr>
          </a:p>
          <a:p>
            <a:pPr algn="ctr">
              <a:defRPr/>
            </a:pPr>
            <a:endParaRPr lang="en-US" altLang="ja-JP" dirty="0">
              <a:latin typeface="メイリオ" pitchFamily="50" charset="-128"/>
              <a:ea typeface="メイリオ" pitchFamily="50" charset="-128"/>
              <a:cs typeface="メイリオ" pitchFamily="50" charset="-128"/>
            </a:endParaRPr>
          </a:p>
          <a:p>
            <a:pPr algn="ctr">
              <a:defRPr/>
            </a:pPr>
            <a:endParaRPr lang="en-US" altLang="ja-JP" dirty="0">
              <a:latin typeface="メイリオ" pitchFamily="50" charset="-128"/>
              <a:ea typeface="メイリオ" pitchFamily="50" charset="-128"/>
              <a:cs typeface="メイリオ" pitchFamily="50" charset="-128"/>
            </a:endParaRPr>
          </a:p>
          <a:p>
            <a:pPr algn="ctr">
              <a:defRPr/>
            </a:pPr>
            <a:endParaRPr lang="en-US" altLang="ja-JP" dirty="0">
              <a:latin typeface="メイリオ" pitchFamily="50" charset="-128"/>
              <a:ea typeface="メイリオ" pitchFamily="50" charset="-128"/>
              <a:cs typeface="メイリオ" pitchFamily="50" charset="-128"/>
            </a:endParaRPr>
          </a:p>
          <a:p>
            <a:pPr algn="ctr">
              <a:defRPr/>
            </a:pPr>
            <a:endParaRPr lang="en-US" altLang="ja-JP" dirty="0">
              <a:latin typeface="メイリオ" pitchFamily="50" charset="-128"/>
              <a:ea typeface="メイリオ" pitchFamily="50" charset="-128"/>
              <a:cs typeface="メイリオ" pitchFamily="50" charset="-128"/>
            </a:endParaRPr>
          </a:p>
          <a:p>
            <a:pPr algn="ctr">
              <a:defRPr/>
            </a:pPr>
            <a:endParaRPr lang="ja-JP" altLang="en-US" dirty="0">
              <a:latin typeface="メイリオ" pitchFamily="50" charset="-128"/>
              <a:ea typeface="メイリオ" pitchFamily="50" charset="-128"/>
              <a:cs typeface="メイリオ" pitchFamily="50" charset="-128"/>
            </a:endParaRPr>
          </a:p>
        </p:txBody>
      </p:sp>
      <p:sp>
        <p:nvSpPr>
          <p:cNvPr id="60" name="正方形/長方形 59">
            <a:extLst>
              <a:ext uri="{FF2B5EF4-FFF2-40B4-BE49-F238E27FC236}">
                <a16:creationId xmlns:a16="http://schemas.microsoft.com/office/drawing/2014/main" id="{948E45B2-0F55-2D7C-FA6E-0C6B837A76C2}"/>
              </a:ext>
            </a:extLst>
          </p:cNvPr>
          <p:cNvSpPr/>
          <p:nvPr/>
        </p:nvSpPr>
        <p:spPr>
          <a:xfrm>
            <a:off x="1446936" y="3677757"/>
            <a:ext cx="1937525" cy="1993004"/>
          </a:xfrm>
          <a:prstGeom prst="rect">
            <a:avLst/>
          </a:prstGeom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anchor="ctr"/>
          <a:lstStyle/>
          <a:p>
            <a:pPr algn="ctr">
              <a:defRPr/>
            </a:pPr>
            <a:endParaRPr lang="en-US" altLang="ja-JP" dirty="0">
              <a:latin typeface="メイリオ" pitchFamily="50" charset="-128"/>
              <a:ea typeface="メイリオ" pitchFamily="50" charset="-128"/>
              <a:cs typeface="メイリオ" pitchFamily="50" charset="-128"/>
            </a:endParaRPr>
          </a:p>
          <a:p>
            <a:pPr algn="ctr">
              <a:defRPr/>
            </a:pPr>
            <a:endParaRPr lang="en-US" altLang="ja-JP" dirty="0">
              <a:latin typeface="メイリオ" pitchFamily="50" charset="-128"/>
              <a:ea typeface="メイリオ" pitchFamily="50" charset="-128"/>
              <a:cs typeface="メイリオ" pitchFamily="50" charset="-128"/>
            </a:endParaRPr>
          </a:p>
          <a:p>
            <a:pPr algn="ctr">
              <a:defRPr/>
            </a:pPr>
            <a:endParaRPr lang="en-US" altLang="ja-JP" dirty="0">
              <a:latin typeface="メイリオ" pitchFamily="50" charset="-128"/>
              <a:ea typeface="メイリオ" pitchFamily="50" charset="-128"/>
              <a:cs typeface="メイリオ" pitchFamily="50" charset="-128"/>
            </a:endParaRPr>
          </a:p>
          <a:p>
            <a:pPr algn="ctr">
              <a:defRPr/>
            </a:pPr>
            <a:endParaRPr lang="en-US" altLang="ja-JP" dirty="0">
              <a:latin typeface="メイリオ" pitchFamily="50" charset="-128"/>
              <a:ea typeface="メイリオ" pitchFamily="50" charset="-128"/>
              <a:cs typeface="メイリオ" pitchFamily="50" charset="-128"/>
            </a:endParaRPr>
          </a:p>
          <a:p>
            <a:pPr algn="ctr">
              <a:defRPr/>
            </a:pPr>
            <a:endParaRPr lang="en-US" altLang="ja-JP" dirty="0">
              <a:latin typeface="メイリオ" pitchFamily="50" charset="-128"/>
              <a:ea typeface="メイリオ" pitchFamily="50" charset="-128"/>
              <a:cs typeface="メイリオ" pitchFamily="50" charset="-128"/>
            </a:endParaRPr>
          </a:p>
          <a:p>
            <a:pPr algn="ctr">
              <a:defRPr/>
            </a:pPr>
            <a:endParaRPr lang="en-US" altLang="ja-JP" dirty="0">
              <a:latin typeface="メイリオ" pitchFamily="50" charset="-128"/>
              <a:ea typeface="メイリオ" pitchFamily="50" charset="-128"/>
              <a:cs typeface="メイリオ" pitchFamily="50" charset="-128"/>
            </a:endParaRPr>
          </a:p>
          <a:p>
            <a:pPr algn="ctr">
              <a:defRPr/>
            </a:pPr>
            <a:endParaRPr lang="en-US" altLang="ja-JP" dirty="0">
              <a:latin typeface="メイリオ" pitchFamily="50" charset="-128"/>
              <a:ea typeface="メイリオ" pitchFamily="50" charset="-128"/>
              <a:cs typeface="メイリオ" pitchFamily="50" charset="-128"/>
            </a:endParaRPr>
          </a:p>
          <a:p>
            <a:pPr algn="ctr">
              <a:defRPr/>
            </a:pPr>
            <a:endParaRPr lang="en-US" altLang="ja-JP" dirty="0">
              <a:latin typeface="メイリオ" pitchFamily="50" charset="-128"/>
              <a:ea typeface="メイリオ" pitchFamily="50" charset="-128"/>
              <a:cs typeface="メイリオ" pitchFamily="50" charset="-128"/>
            </a:endParaRPr>
          </a:p>
          <a:p>
            <a:pPr algn="ctr">
              <a:defRPr/>
            </a:pPr>
            <a:endParaRPr lang="en-US" altLang="ja-JP" dirty="0">
              <a:latin typeface="メイリオ" pitchFamily="50" charset="-128"/>
              <a:ea typeface="メイリオ" pitchFamily="50" charset="-128"/>
              <a:cs typeface="メイリオ" pitchFamily="50" charset="-128"/>
            </a:endParaRPr>
          </a:p>
          <a:p>
            <a:pPr algn="ctr">
              <a:defRPr/>
            </a:pPr>
            <a:endParaRPr lang="en-US" altLang="ja-JP" dirty="0">
              <a:latin typeface="メイリオ" pitchFamily="50" charset="-128"/>
              <a:ea typeface="メイリオ" pitchFamily="50" charset="-128"/>
              <a:cs typeface="メイリオ" pitchFamily="50" charset="-128"/>
            </a:endParaRPr>
          </a:p>
          <a:p>
            <a:pPr algn="ctr">
              <a:defRPr/>
            </a:pPr>
            <a:endParaRPr lang="en-US" altLang="ja-JP" dirty="0">
              <a:latin typeface="メイリオ" pitchFamily="50" charset="-128"/>
              <a:ea typeface="メイリオ" pitchFamily="50" charset="-128"/>
              <a:cs typeface="メイリオ" pitchFamily="50" charset="-128"/>
            </a:endParaRPr>
          </a:p>
          <a:p>
            <a:pPr algn="ctr">
              <a:defRPr/>
            </a:pPr>
            <a:endParaRPr lang="en-US" altLang="ja-JP" dirty="0">
              <a:latin typeface="メイリオ" pitchFamily="50" charset="-128"/>
              <a:ea typeface="メイリオ" pitchFamily="50" charset="-128"/>
              <a:cs typeface="メイリオ" pitchFamily="50" charset="-128"/>
            </a:endParaRPr>
          </a:p>
          <a:p>
            <a:pPr algn="ctr">
              <a:defRPr/>
            </a:pPr>
            <a:endParaRPr lang="en-US" altLang="ja-JP" dirty="0">
              <a:latin typeface="メイリオ" pitchFamily="50" charset="-128"/>
              <a:ea typeface="メイリオ" pitchFamily="50" charset="-128"/>
              <a:cs typeface="メイリオ" pitchFamily="50" charset="-128"/>
            </a:endParaRPr>
          </a:p>
          <a:p>
            <a:pPr algn="ctr">
              <a:defRPr/>
            </a:pPr>
            <a:endParaRPr lang="ja-JP" altLang="en-US" dirty="0">
              <a:latin typeface="メイリオ" pitchFamily="50" charset="-128"/>
              <a:ea typeface="メイリオ" pitchFamily="50" charset="-128"/>
              <a:cs typeface="メイリオ" pitchFamily="50" charset="-128"/>
            </a:endParaRPr>
          </a:p>
        </p:txBody>
      </p:sp>
      <p:sp>
        <p:nvSpPr>
          <p:cNvPr id="61" name="正方形/長方形 60">
            <a:extLst>
              <a:ext uri="{FF2B5EF4-FFF2-40B4-BE49-F238E27FC236}">
                <a16:creationId xmlns:a16="http://schemas.microsoft.com/office/drawing/2014/main" id="{764C472E-D9ED-4B38-D887-EA608E5880F0}"/>
              </a:ext>
            </a:extLst>
          </p:cNvPr>
          <p:cNvSpPr/>
          <p:nvPr/>
        </p:nvSpPr>
        <p:spPr>
          <a:xfrm>
            <a:off x="4423565" y="5778306"/>
            <a:ext cx="1575274" cy="642938"/>
          </a:xfrm>
          <a:prstGeom prst="rect">
            <a:avLst/>
          </a:prstGeom>
          <a:solidFill>
            <a:srgbClr val="92D050"/>
          </a:solidFill>
          <a:ln w="9525">
            <a:solidFill>
              <a:schemeClr val="tx1"/>
            </a:solidFill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anchor="ctr"/>
          <a:lstStyle/>
          <a:p>
            <a:pPr algn="l"/>
            <a:r>
              <a:rPr lang="en-US" altLang="ja-JP" sz="1100" dirty="0">
                <a:solidFill>
                  <a:schemeClr val="tx1"/>
                </a:solidFill>
                <a:effectLst/>
                <a:latin typeface="メイリオ" pitchFamily="50" charset="-128"/>
                <a:ea typeface="メイリオ" pitchFamily="50" charset="-128"/>
              </a:rPr>
              <a:t>Windows1.0</a:t>
            </a:r>
          </a:p>
          <a:p>
            <a:pPr algn="l"/>
            <a:r>
              <a:rPr lang="en-US" altLang="ja-JP" sz="1100" dirty="0" err="1">
                <a:solidFill>
                  <a:schemeClr val="tx1"/>
                </a:solidFill>
                <a:effectLst/>
                <a:latin typeface="メイリオ" pitchFamily="50" charset="-128"/>
                <a:ea typeface="メイリオ" pitchFamily="50" charset="-128"/>
              </a:rPr>
              <a:t>ignica</a:t>
            </a:r>
            <a:r>
              <a:rPr lang="ja-JP" altLang="en-US" sz="1100" dirty="0">
                <a:solidFill>
                  <a:schemeClr val="tx1"/>
                </a:solidFill>
                <a:effectLst/>
                <a:latin typeface="メイリオ" pitchFamily="50" charset="-128"/>
                <a:ea typeface="メイリオ" pitchFamily="50" charset="-128"/>
              </a:rPr>
              <a:t>レジ</a:t>
            </a:r>
            <a:endParaRPr lang="en-US" altLang="ja-JP" sz="1100" dirty="0">
              <a:solidFill>
                <a:schemeClr val="tx1"/>
              </a:solidFill>
              <a:effectLst/>
              <a:latin typeface="メイリオ" pitchFamily="50" charset="-128"/>
              <a:ea typeface="メイリオ" pitchFamily="50" charset="-128"/>
            </a:endParaRPr>
          </a:p>
        </p:txBody>
      </p:sp>
      <p:pic>
        <p:nvPicPr>
          <p:cNvPr id="63" name="図 30">
            <a:extLst>
              <a:ext uri="{FF2B5EF4-FFF2-40B4-BE49-F238E27FC236}">
                <a16:creationId xmlns:a16="http://schemas.microsoft.com/office/drawing/2014/main" id="{8BD8C9B2-AB85-9623-2659-DB82A885B81A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5484982" y="5909092"/>
            <a:ext cx="379413" cy="4397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70" name="正方形/長方形 69">
            <a:extLst>
              <a:ext uri="{FF2B5EF4-FFF2-40B4-BE49-F238E27FC236}">
                <a16:creationId xmlns:a16="http://schemas.microsoft.com/office/drawing/2014/main" id="{D6E0AD7E-8A0D-1C6E-BBBC-D6005E4B7EBF}"/>
              </a:ext>
            </a:extLst>
          </p:cNvPr>
          <p:cNvSpPr/>
          <p:nvPr/>
        </p:nvSpPr>
        <p:spPr>
          <a:xfrm>
            <a:off x="1602583" y="4200878"/>
            <a:ext cx="1639476" cy="531989"/>
          </a:xfrm>
          <a:prstGeom prst="rect">
            <a:avLst/>
          </a:prstGeom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anchor="ctr"/>
          <a:lstStyle/>
          <a:p>
            <a:pPr algn="l">
              <a:defRPr/>
            </a:pPr>
            <a:r>
              <a:rPr lang="ja-JP" altLang="en-US" sz="1100" dirty="0">
                <a:effectLst/>
                <a:latin typeface="メイリオ" pitchFamily="50" charset="-128"/>
                <a:ea typeface="メイリオ" pitchFamily="50" charset="-128"/>
                <a:cs typeface="メイリオ" pitchFamily="50" charset="-128"/>
              </a:rPr>
              <a:t>基幹システム</a:t>
            </a:r>
            <a:endParaRPr lang="en-US" altLang="ja-JP" sz="1100" dirty="0">
              <a:effectLst/>
              <a:latin typeface="メイリオ" pitchFamily="50" charset="-128"/>
              <a:ea typeface="メイリオ" pitchFamily="50" charset="-128"/>
              <a:cs typeface="メイリオ" pitchFamily="50" charset="-128"/>
            </a:endParaRPr>
          </a:p>
          <a:p>
            <a:pPr algn="l">
              <a:defRPr/>
            </a:pPr>
            <a:r>
              <a:rPr lang="en-US" altLang="ja-JP" sz="1100" dirty="0">
                <a:effectLst/>
                <a:latin typeface="メイリオ" pitchFamily="50" charset="-128"/>
                <a:ea typeface="メイリオ" pitchFamily="50" charset="-128"/>
                <a:cs typeface="メイリオ" pitchFamily="50" charset="-128"/>
              </a:rPr>
              <a:t>Open central</a:t>
            </a:r>
          </a:p>
        </p:txBody>
      </p:sp>
      <p:pic>
        <p:nvPicPr>
          <p:cNvPr id="71" name="Picture 11">
            <a:extLst>
              <a:ext uri="{FF2B5EF4-FFF2-40B4-BE49-F238E27FC236}">
                <a16:creationId xmlns:a16="http://schemas.microsoft.com/office/drawing/2014/main" id="{B70E1014-8BB3-D560-9EB6-7EEB67AC6289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 bwMode="auto">
          <a:xfrm>
            <a:off x="2698302" y="4230874"/>
            <a:ext cx="496568" cy="50420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cxnSp>
        <p:nvCxnSpPr>
          <p:cNvPr id="74" name="直線矢印コネクタ 73">
            <a:extLst>
              <a:ext uri="{FF2B5EF4-FFF2-40B4-BE49-F238E27FC236}">
                <a16:creationId xmlns:a16="http://schemas.microsoft.com/office/drawing/2014/main" id="{AD2D86F0-1010-C128-1518-1505A89AAC9B}"/>
              </a:ext>
            </a:extLst>
          </p:cNvPr>
          <p:cNvCxnSpPr>
            <a:cxnSpLocks/>
          </p:cNvCxnSpPr>
          <p:nvPr/>
        </p:nvCxnSpPr>
        <p:spPr>
          <a:xfrm>
            <a:off x="3428705" y="4487818"/>
            <a:ext cx="783434" cy="0"/>
          </a:xfrm>
          <a:prstGeom prst="straightConnector1">
            <a:avLst/>
          </a:prstGeom>
          <a:ln w="25400"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5" name="正方形/長方形 74">
            <a:extLst>
              <a:ext uri="{FF2B5EF4-FFF2-40B4-BE49-F238E27FC236}">
                <a16:creationId xmlns:a16="http://schemas.microsoft.com/office/drawing/2014/main" id="{D34B3A07-21D4-BB8B-86F0-57830F130201}"/>
              </a:ext>
            </a:extLst>
          </p:cNvPr>
          <p:cNvSpPr/>
          <p:nvPr/>
        </p:nvSpPr>
        <p:spPr>
          <a:xfrm>
            <a:off x="4320909" y="5434747"/>
            <a:ext cx="856316" cy="428625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anchor="ctr"/>
          <a:lstStyle/>
          <a:p>
            <a:pPr algn="ctr">
              <a:defRPr/>
            </a:pPr>
            <a:r>
              <a:rPr lang="ja-JP" altLang="en-US" sz="1200" dirty="0">
                <a:effectLst/>
                <a:latin typeface="メイリオ" pitchFamily="50" charset="-128"/>
                <a:ea typeface="メイリオ" pitchFamily="50" charset="-128"/>
                <a:cs typeface="メイリオ" pitchFamily="50" charset="-128"/>
              </a:rPr>
              <a:t>店舗環境</a:t>
            </a:r>
            <a:endParaRPr lang="en-US" altLang="ja-JP" sz="1200" dirty="0">
              <a:effectLst/>
              <a:latin typeface="メイリオ" pitchFamily="50" charset="-128"/>
              <a:ea typeface="メイリオ" pitchFamily="50" charset="-128"/>
              <a:cs typeface="メイリオ" pitchFamily="50" charset="-128"/>
            </a:endParaRPr>
          </a:p>
        </p:txBody>
      </p:sp>
      <p:sp>
        <p:nvSpPr>
          <p:cNvPr id="76" name="正方形/長方形 75">
            <a:extLst>
              <a:ext uri="{FF2B5EF4-FFF2-40B4-BE49-F238E27FC236}">
                <a16:creationId xmlns:a16="http://schemas.microsoft.com/office/drawing/2014/main" id="{02A91B6C-1B07-1CC2-1624-A607C9F8FE5C}"/>
              </a:ext>
            </a:extLst>
          </p:cNvPr>
          <p:cNvSpPr/>
          <p:nvPr/>
        </p:nvSpPr>
        <p:spPr>
          <a:xfrm>
            <a:off x="4247109" y="3674293"/>
            <a:ext cx="974948" cy="428625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ja-JP" sz="1200" dirty="0">
                <a:effectLst/>
                <a:latin typeface="メイリオ" pitchFamily="50" charset="-128"/>
                <a:ea typeface="メイリオ" pitchFamily="50" charset="-128"/>
                <a:cs typeface="メイリオ" pitchFamily="50" charset="-128"/>
              </a:rPr>
              <a:t>Azure</a:t>
            </a:r>
          </a:p>
          <a:p>
            <a:pPr algn="ctr">
              <a:defRPr/>
            </a:pPr>
            <a:r>
              <a:rPr lang="en-US" altLang="ja-JP" sz="1200" dirty="0">
                <a:effectLst/>
                <a:latin typeface="メイリオ" pitchFamily="50" charset="-128"/>
                <a:ea typeface="メイリオ" pitchFamily="50" charset="-128"/>
                <a:cs typeface="メイリオ" pitchFamily="50" charset="-128"/>
              </a:rPr>
              <a:t>(VINX)</a:t>
            </a:r>
          </a:p>
        </p:txBody>
      </p:sp>
      <p:sp>
        <p:nvSpPr>
          <p:cNvPr id="79" name="正方形/長方形 78">
            <a:extLst>
              <a:ext uri="{FF2B5EF4-FFF2-40B4-BE49-F238E27FC236}">
                <a16:creationId xmlns:a16="http://schemas.microsoft.com/office/drawing/2014/main" id="{8BAE7820-ADAA-4A13-20E2-D6316CAD798D}"/>
              </a:ext>
            </a:extLst>
          </p:cNvPr>
          <p:cNvSpPr/>
          <p:nvPr/>
        </p:nvSpPr>
        <p:spPr>
          <a:xfrm>
            <a:off x="4406325" y="4178269"/>
            <a:ext cx="1592514" cy="527844"/>
          </a:xfrm>
          <a:prstGeom prst="rect">
            <a:avLst/>
          </a:prstGeom>
          <a:solidFill>
            <a:srgbClr val="92D050"/>
          </a:solidFill>
          <a:ln w="9525">
            <a:solidFill>
              <a:schemeClr val="accent2"/>
            </a:solidFill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anchor="ctr"/>
          <a:lstStyle/>
          <a:p>
            <a:pPr algn="l"/>
            <a:r>
              <a:rPr lang="en-US" altLang="ja-JP" sz="1100" dirty="0">
                <a:solidFill>
                  <a:schemeClr val="tx1"/>
                </a:solidFill>
                <a:effectLst/>
                <a:latin typeface="メイリオ" pitchFamily="50" charset="-128"/>
                <a:ea typeface="メイリオ" pitchFamily="50" charset="-128"/>
              </a:rPr>
              <a:t>POSserver1.0</a:t>
            </a:r>
          </a:p>
        </p:txBody>
      </p:sp>
      <p:pic>
        <p:nvPicPr>
          <p:cNvPr id="80" name="Picture 11">
            <a:extLst>
              <a:ext uri="{FF2B5EF4-FFF2-40B4-BE49-F238E27FC236}">
                <a16:creationId xmlns:a16="http://schemas.microsoft.com/office/drawing/2014/main" id="{8BBF2D7F-BE1C-27F3-870B-F861C4CA3E30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 bwMode="auto">
          <a:xfrm>
            <a:off x="5485031" y="4195232"/>
            <a:ext cx="496568" cy="50420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81" name="正方形/長方形 80">
            <a:extLst>
              <a:ext uri="{FF2B5EF4-FFF2-40B4-BE49-F238E27FC236}">
                <a16:creationId xmlns:a16="http://schemas.microsoft.com/office/drawing/2014/main" id="{D1B729B0-CB7A-C58F-5C5F-4BD0856EB80C}"/>
              </a:ext>
            </a:extLst>
          </p:cNvPr>
          <p:cNvSpPr/>
          <p:nvPr/>
        </p:nvSpPr>
        <p:spPr>
          <a:xfrm>
            <a:off x="7060305" y="3677756"/>
            <a:ext cx="1975512" cy="1251933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anchor="ctr"/>
          <a:lstStyle/>
          <a:p>
            <a:pPr algn="ctr">
              <a:defRPr/>
            </a:pPr>
            <a:endParaRPr lang="en-US" altLang="ja-JP" dirty="0">
              <a:latin typeface="メイリオ" pitchFamily="50" charset="-128"/>
              <a:ea typeface="メイリオ" pitchFamily="50" charset="-128"/>
              <a:cs typeface="メイリオ" pitchFamily="50" charset="-128"/>
            </a:endParaRPr>
          </a:p>
          <a:p>
            <a:pPr algn="ctr">
              <a:defRPr/>
            </a:pPr>
            <a:endParaRPr lang="en-US" altLang="ja-JP" dirty="0">
              <a:latin typeface="メイリオ" pitchFamily="50" charset="-128"/>
              <a:ea typeface="メイリオ" pitchFamily="50" charset="-128"/>
              <a:cs typeface="メイリオ" pitchFamily="50" charset="-128"/>
            </a:endParaRPr>
          </a:p>
          <a:p>
            <a:pPr algn="ctr">
              <a:defRPr/>
            </a:pPr>
            <a:endParaRPr lang="en-US" altLang="ja-JP" dirty="0">
              <a:latin typeface="メイリオ" pitchFamily="50" charset="-128"/>
              <a:ea typeface="メイリオ" pitchFamily="50" charset="-128"/>
              <a:cs typeface="メイリオ" pitchFamily="50" charset="-128"/>
            </a:endParaRPr>
          </a:p>
          <a:p>
            <a:pPr algn="ctr">
              <a:defRPr/>
            </a:pPr>
            <a:endParaRPr lang="en-US" altLang="ja-JP" dirty="0">
              <a:latin typeface="メイリオ" pitchFamily="50" charset="-128"/>
              <a:ea typeface="メイリオ" pitchFamily="50" charset="-128"/>
              <a:cs typeface="メイリオ" pitchFamily="50" charset="-128"/>
            </a:endParaRPr>
          </a:p>
          <a:p>
            <a:pPr algn="ctr">
              <a:defRPr/>
            </a:pPr>
            <a:endParaRPr lang="en-US" altLang="ja-JP" dirty="0">
              <a:latin typeface="メイリオ" pitchFamily="50" charset="-128"/>
              <a:ea typeface="メイリオ" pitchFamily="50" charset="-128"/>
              <a:cs typeface="メイリオ" pitchFamily="50" charset="-128"/>
            </a:endParaRPr>
          </a:p>
          <a:p>
            <a:pPr algn="ctr">
              <a:defRPr/>
            </a:pPr>
            <a:endParaRPr lang="en-US" altLang="ja-JP" dirty="0">
              <a:latin typeface="メイリオ" pitchFamily="50" charset="-128"/>
              <a:ea typeface="メイリオ" pitchFamily="50" charset="-128"/>
              <a:cs typeface="メイリオ" pitchFamily="50" charset="-128"/>
            </a:endParaRPr>
          </a:p>
          <a:p>
            <a:pPr algn="ctr">
              <a:defRPr/>
            </a:pPr>
            <a:endParaRPr lang="en-US" altLang="ja-JP" dirty="0">
              <a:latin typeface="メイリオ" pitchFamily="50" charset="-128"/>
              <a:ea typeface="メイリオ" pitchFamily="50" charset="-128"/>
              <a:cs typeface="メイリオ" pitchFamily="50" charset="-128"/>
            </a:endParaRPr>
          </a:p>
          <a:p>
            <a:pPr algn="ctr">
              <a:defRPr/>
            </a:pPr>
            <a:endParaRPr lang="en-US" altLang="ja-JP" dirty="0">
              <a:latin typeface="メイリオ" pitchFamily="50" charset="-128"/>
              <a:ea typeface="メイリオ" pitchFamily="50" charset="-128"/>
              <a:cs typeface="メイリオ" pitchFamily="50" charset="-128"/>
            </a:endParaRPr>
          </a:p>
          <a:p>
            <a:pPr algn="ctr">
              <a:defRPr/>
            </a:pPr>
            <a:endParaRPr lang="en-US" altLang="ja-JP" dirty="0">
              <a:latin typeface="メイリオ" pitchFamily="50" charset="-128"/>
              <a:ea typeface="メイリオ" pitchFamily="50" charset="-128"/>
              <a:cs typeface="メイリオ" pitchFamily="50" charset="-128"/>
            </a:endParaRPr>
          </a:p>
          <a:p>
            <a:pPr algn="ctr">
              <a:defRPr/>
            </a:pPr>
            <a:endParaRPr lang="en-US" altLang="ja-JP" dirty="0">
              <a:latin typeface="メイリオ" pitchFamily="50" charset="-128"/>
              <a:ea typeface="メイリオ" pitchFamily="50" charset="-128"/>
              <a:cs typeface="メイリオ" pitchFamily="50" charset="-128"/>
            </a:endParaRPr>
          </a:p>
          <a:p>
            <a:pPr algn="ctr">
              <a:defRPr/>
            </a:pPr>
            <a:endParaRPr lang="en-US" altLang="ja-JP" dirty="0">
              <a:latin typeface="メイリオ" pitchFamily="50" charset="-128"/>
              <a:ea typeface="メイリオ" pitchFamily="50" charset="-128"/>
              <a:cs typeface="メイリオ" pitchFamily="50" charset="-128"/>
            </a:endParaRPr>
          </a:p>
          <a:p>
            <a:pPr algn="ctr">
              <a:defRPr/>
            </a:pPr>
            <a:endParaRPr lang="en-US" altLang="ja-JP" dirty="0">
              <a:latin typeface="メイリオ" pitchFamily="50" charset="-128"/>
              <a:ea typeface="メイリオ" pitchFamily="50" charset="-128"/>
              <a:cs typeface="メイリオ" pitchFamily="50" charset="-128"/>
            </a:endParaRPr>
          </a:p>
          <a:p>
            <a:pPr algn="ctr">
              <a:defRPr/>
            </a:pPr>
            <a:endParaRPr lang="en-US" altLang="ja-JP" dirty="0">
              <a:latin typeface="メイリオ" pitchFamily="50" charset="-128"/>
              <a:ea typeface="メイリオ" pitchFamily="50" charset="-128"/>
              <a:cs typeface="メイリオ" pitchFamily="50" charset="-128"/>
            </a:endParaRPr>
          </a:p>
          <a:p>
            <a:pPr algn="ctr">
              <a:defRPr/>
            </a:pPr>
            <a:endParaRPr lang="ja-JP" altLang="en-US" dirty="0">
              <a:latin typeface="メイリオ" pitchFamily="50" charset="-128"/>
              <a:ea typeface="メイリオ" pitchFamily="50" charset="-128"/>
              <a:cs typeface="メイリオ" pitchFamily="50" charset="-128"/>
            </a:endParaRPr>
          </a:p>
        </p:txBody>
      </p:sp>
      <p:sp>
        <p:nvSpPr>
          <p:cNvPr id="82" name="正方形/長方形 81">
            <a:extLst>
              <a:ext uri="{FF2B5EF4-FFF2-40B4-BE49-F238E27FC236}">
                <a16:creationId xmlns:a16="http://schemas.microsoft.com/office/drawing/2014/main" id="{EE9ACA06-3AFC-3630-910B-0AFD1753A423}"/>
              </a:ext>
            </a:extLst>
          </p:cNvPr>
          <p:cNvSpPr/>
          <p:nvPr/>
        </p:nvSpPr>
        <p:spPr>
          <a:xfrm>
            <a:off x="7072784" y="3664481"/>
            <a:ext cx="856316" cy="428625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anchor="ctr"/>
          <a:lstStyle/>
          <a:p>
            <a:pPr>
              <a:defRPr/>
            </a:pPr>
            <a:r>
              <a:rPr lang="en-US" altLang="ja-JP" sz="1200" dirty="0">
                <a:effectLst/>
                <a:latin typeface="メイリオ" pitchFamily="50" charset="-128"/>
                <a:ea typeface="メイリオ" pitchFamily="50" charset="-128"/>
                <a:cs typeface="メイリオ" pitchFamily="50" charset="-128"/>
              </a:rPr>
              <a:t>AWS</a:t>
            </a:r>
          </a:p>
        </p:txBody>
      </p:sp>
      <p:sp>
        <p:nvSpPr>
          <p:cNvPr id="83" name="正方形/長方形 82">
            <a:extLst>
              <a:ext uri="{FF2B5EF4-FFF2-40B4-BE49-F238E27FC236}">
                <a16:creationId xmlns:a16="http://schemas.microsoft.com/office/drawing/2014/main" id="{94EB05B5-C0A8-BC75-97F7-7671F84B7A95}"/>
              </a:ext>
            </a:extLst>
          </p:cNvPr>
          <p:cNvSpPr/>
          <p:nvPr/>
        </p:nvSpPr>
        <p:spPr>
          <a:xfrm>
            <a:off x="7310615" y="4178269"/>
            <a:ext cx="1592514" cy="527844"/>
          </a:xfrm>
          <a:prstGeom prst="rect">
            <a:avLst/>
          </a:prstGeom>
          <a:solidFill>
            <a:srgbClr val="FFFF00"/>
          </a:solidFill>
          <a:ln w="9525">
            <a:solidFill>
              <a:schemeClr val="accent2"/>
            </a:solidFill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anchor="ctr"/>
          <a:lstStyle/>
          <a:p>
            <a:pPr algn="l"/>
            <a:r>
              <a:rPr lang="en-US" altLang="ja-JP" sz="1100" dirty="0" err="1">
                <a:solidFill>
                  <a:schemeClr val="tx1"/>
                </a:solidFill>
                <a:effectLst/>
                <a:latin typeface="メイリオ" pitchFamily="50" charset="-128"/>
                <a:ea typeface="メイリオ" pitchFamily="50" charset="-128"/>
              </a:rPr>
              <a:t>Scan&amp;Go</a:t>
            </a:r>
            <a:endParaRPr lang="en-US" altLang="ja-JP" sz="1100" dirty="0">
              <a:solidFill>
                <a:schemeClr val="tx1"/>
              </a:solidFill>
              <a:effectLst/>
              <a:latin typeface="メイリオ" pitchFamily="50" charset="-128"/>
              <a:ea typeface="メイリオ" pitchFamily="50" charset="-128"/>
            </a:endParaRPr>
          </a:p>
          <a:p>
            <a:pPr algn="l"/>
            <a:r>
              <a:rPr lang="ja-JP" altLang="en-US" sz="1100" dirty="0">
                <a:solidFill>
                  <a:schemeClr val="tx1"/>
                </a:solidFill>
                <a:effectLst/>
                <a:latin typeface="メイリオ" pitchFamily="50" charset="-128"/>
                <a:ea typeface="メイリオ" pitchFamily="50" charset="-128"/>
              </a:rPr>
              <a:t>サーバ</a:t>
            </a:r>
            <a:endParaRPr lang="en-US" altLang="ja-JP" sz="1100" dirty="0">
              <a:solidFill>
                <a:schemeClr val="tx1"/>
              </a:solidFill>
              <a:effectLst/>
              <a:latin typeface="メイリオ" pitchFamily="50" charset="-128"/>
              <a:ea typeface="メイリオ" pitchFamily="50" charset="-128"/>
            </a:endParaRPr>
          </a:p>
        </p:txBody>
      </p:sp>
      <p:pic>
        <p:nvPicPr>
          <p:cNvPr id="84" name="Picture 11">
            <a:extLst>
              <a:ext uri="{FF2B5EF4-FFF2-40B4-BE49-F238E27FC236}">
                <a16:creationId xmlns:a16="http://schemas.microsoft.com/office/drawing/2014/main" id="{E7CC4ADD-C441-9A72-C810-8064EFFB79C4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 bwMode="auto">
          <a:xfrm>
            <a:off x="8389321" y="4195232"/>
            <a:ext cx="496568" cy="50420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86" name="正方形/長方形 85">
            <a:extLst>
              <a:ext uri="{FF2B5EF4-FFF2-40B4-BE49-F238E27FC236}">
                <a16:creationId xmlns:a16="http://schemas.microsoft.com/office/drawing/2014/main" id="{06BA1869-C49B-EBED-71DD-1B3BD66AC83C}"/>
              </a:ext>
            </a:extLst>
          </p:cNvPr>
          <p:cNvSpPr/>
          <p:nvPr/>
        </p:nvSpPr>
        <p:spPr>
          <a:xfrm>
            <a:off x="7199206" y="5778306"/>
            <a:ext cx="1575274" cy="642938"/>
          </a:xfrm>
          <a:prstGeom prst="rect">
            <a:avLst/>
          </a:prstGeom>
          <a:solidFill>
            <a:srgbClr val="FFFF00"/>
          </a:solidFill>
          <a:ln w="9525">
            <a:solidFill>
              <a:schemeClr val="accent2"/>
            </a:solidFill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anchor="ctr"/>
          <a:lstStyle/>
          <a:p>
            <a:pPr algn="l"/>
            <a:r>
              <a:rPr lang="en-US" altLang="ja-JP" sz="1100" dirty="0" err="1">
                <a:solidFill>
                  <a:schemeClr val="tx1"/>
                </a:solidFill>
                <a:effectLst/>
                <a:latin typeface="メイリオ" pitchFamily="50" charset="-128"/>
                <a:ea typeface="メイリオ" pitchFamily="50" charset="-128"/>
              </a:rPr>
              <a:t>Scan&amp;Go</a:t>
            </a:r>
            <a:endParaRPr lang="en-US" altLang="ja-JP" sz="1100" dirty="0">
              <a:solidFill>
                <a:schemeClr val="tx1"/>
              </a:solidFill>
              <a:effectLst/>
              <a:latin typeface="メイリオ" pitchFamily="50" charset="-128"/>
              <a:ea typeface="メイリオ" pitchFamily="50" charset="-128"/>
            </a:endParaRPr>
          </a:p>
        </p:txBody>
      </p:sp>
      <p:cxnSp>
        <p:nvCxnSpPr>
          <p:cNvPr id="89" name="直線矢印コネクタ 88">
            <a:extLst>
              <a:ext uri="{FF2B5EF4-FFF2-40B4-BE49-F238E27FC236}">
                <a16:creationId xmlns:a16="http://schemas.microsoft.com/office/drawing/2014/main" id="{636D1093-90B0-B8E3-BD22-B362BE718CAA}"/>
              </a:ext>
            </a:extLst>
          </p:cNvPr>
          <p:cNvCxnSpPr>
            <a:cxnSpLocks/>
          </p:cNvCxnSpPr>
          <p:nvPr/>
        </p:nvCxnSpPr>
        <p:spPr>
          <a:xfrm>
            <a:off x="6244599" y="4487818"/>
            <a:ext cx="783434" cy="0"/>
          </a:xfrm>
          <a:prstGeom prst="straightConnector1">
            <a:avLst/>
          </a:prstGeom>
          <a:ln w="25400"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96" name="図 95">
            <a:extLst>
              <a:ext uri="{FF2B5EF4-FFF2-40B4-BE49-F238E27FC236}">
                <a16:creationId xmlns:a16="http://schemas.microsoft.com/office/drawing/2014/main" id="{DD0AF0DB-FFD3-510C-485A-6E4F56D4F22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22798" y="5841529"/>
            <a:ext cx="345350" cy="549976"/>
          </a:xfrm>
          <a:prstGeom prst="rect">
            <a:avLst/>
          </a:prstGeom>
        </p:spPr>
      </p:pic>
      <p:cxnSp>
        <p:nvCxnSpPr>
          <p:cNvPr id="97" name="直線矢印コネクタ 96">
            <a:extLst>
              <a:ext uri="{FF2B5EF4-FFF2-40B4-BE49-F238E27FC236}">
                <a16:creationId xmlns:a16="http://schemas.microsoft.com/office/drawing/2014/main" id="{A80697D3-53F2-F861-4F19-F76373D72712}"/>
              </a:ext>
            </a:extLst>
          </p:cNvPr>
          <p:cNvCxnSpPr>
            <a:cxnSpLocks/>
          </p:cNvCxnSpPr>
          <p:nvPr/>
        </p:nvCxnSpPr>
        <p:spPr>
          <a:xfrm>
            <a:off x="5198278" y="4944893"/>
            <a:ext cx="0" cy="544718"/>
          </a:xfrm>
          <a:prstGeom prst="straightConnector1">
            <a:avLst/>
          </a:prstGeom>
          <a:ln w="25400"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8" name="直線矢印コネクタ 97">
            <a:extLst>
              <a:ext uri="{FF2B5EF4-FFF2-40B4-BE49-F238E27FC236}">
                <a16:creationId xmlns:a16="http://schemas.microsoft.com/office/drawing/2014/main" id="{33C5C2E1-C383-19F7-0ECC-58984BDA3E55}"/>
              </a:ext>
            </a:extLst>
          </p:cNvPr>
          <p:cNvCxnSpPr>
            <a:cxnSpLocks/>
          </p:cNvCxnSpPr>
          <p:nvPr/>
        </p:nvCxnSpPr>
        <p:spPr>
          <a:xfrm>
            <a:off x="8014938" y="4944893"/>
            <a:ext cx="0" cy="544718"/>
          </a:xfrm>
          <a:prstGeom prst="straightConnector1">
            <a:avLst/>
          </a:prstGeom>
          <a:ln w="25400"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9" name="直線矢印コネクタ 98">
            <a:extLst>
              <a:ext uri="{FF2B5EF4-FFF2-40B4-BE49-F238E27FC236}">
                <a16:creationId xmlns:a16="http://schemas.microsoft.com/office/drawing/2014/main" id="{BD954953-6107-B055-CAC6-E541DF79B613}"/>
              </a:ext>
            </a:extLst>
          </p:cNvPr>
          <p:cNvCxnSpPr>
            <a:cxnSpLocks/>
          </p:cNvCxnSpPr>
          <p:nvPr/>
        </p:nvCxnSpPr>
        <p:spPr>
          <a:xfrm>
            <a:off x="2279176" y="5315269"/>
            <a:ext cx="7148357" cy="0"/>
          </a:xfrm>
          <a:prstGeom prst="straightConnector1">
            <a:avLst/>
          </a:prstGeom>
          <a:ln w="25400">
            <a:solidFill>
              <a:srgbClr val="FF0000"/>
            </a:solidFill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0" name="正方形/長方形 99">
            <a:extLst>
              <a:ext uri="{FF2B5EF4-FFF2-40B4-BE49-F238E27FC236}">
                <a16:creationId xmlns:a16="http://schemas.microsoft.com/office/drawing/2014/main" id="{9F46AC03-4AFB-27B8-4DC5-35F71A58F1CD}"/>
              </a:ext>
            </a:extLst>
          </p:cNvPr>
          <p:cNvSpPr/>
          <p:nvPr/>
        </p:nvSpPr>
        <p:spPr>
          <a:xfrm>
            <a:off x="9853455" y="3692957"/>
            <a:ext cx="1975512" cy="1251936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anchor="ctr"/>
          <a:lstStyle/>
          <a:p>
            <a:pPr algn="ctr">
              <a:defRPr/>
            </a:pPr>
            <a:endParaRPr lang="en-US" altLang="ja-JP" dirty="0">
              <a:latin typeface="メイリオ" pitchFamily="50" charset="-128"/>
              <a:ea typeface="メイリオ" pitchFamily="50" charset="-128"/>
              <a:cs typeface="メイリオ" pitchFamily="50" charset="-128"/>
            </a:endParaRPr>
          </a:p>
          <a:p>
            <a:pPr algn="ctr">
              <a:defRPr/>
            </a:pPr>
            <a:endParaRPr lang="en-US" altLang="ja-JP" dirty="0">
              <a:latin typeface="メイリオ" pitchFamily="50" charset="-128"/>
              <a:ea typeface="メイリオ" pitchFamily="50" charset="-128"/>
              <a:cs typeface="メイリオ" pitchFamily="50" charset="-128"/>
            </a:endParaRPr>
          </a:p>
          <a:p>
            <a:pPr algn="ctr">
              <a:defRPr/>
            </a:pPr>
            <a:endParaRPr lang="en-US" altLang="ja-JP" dirty="0">
              <a:latin typeface="メイリオ" pitchFamily="50" charset="-128"/>
              <a:ea typeface="メイリオ" pitchFamily="50" charset="-128"/>
              <a:cs typeface="メイリオ" pitchFamily="50" charset="-128"/>
            </a:endParaRPr>
          </a:p>
          <a:p>
            <a:pPr algn="ctr">
              <a:defRPr/>
            </a:pPr>
            <a:endParaRPr lang="en-US" altLang="ja-JP" dirty="0">
              <a:latin typeface="メイリオ" pitchFamily="50" charset="-128"/>
              <a:ea typeface="メイリオ" pitchFamily="50" charset="-128"/>
              <a:cs typeface="メイリオ" pitchFamily="50" charset="-128"/>
            </a:endParaRPr>
          </a:p>
          <a:p>
            <a:pPr algn="ctr">
              <a:defRPr/>
            </a:pPr>
            <a:endParaRPr lang="en-US" altLang="ja-JP" dirty="0">
              <a:latin typeface="メイリオ" pitchFamily="50" charset="-128"/>
              <a:ea typeface="メイリオ" pitchFamily="50" charset="-128"/>
              <a:cs typeface="メイリオ" pitchFamily="50" charset="-128"/>
            </a:endParaRPr>
          </a:p>
          <a:p>
            <a:pPr algn="ctr">
              <a:defRPr/>
            </a:pPr>
            <a:endParaRPr lang="en-US" altLang="ja-JP" dirty="0">
              <a:latin typeface="メイリオ" pitchFamily="50" charset="-128"/>
              <a:ea typeface="メイリオ" pitchFamily="50" charset="-128"/>
              <a:cs typeface="メイリオ" pitchFamily="50" charset="-128"/>
            </a:endParaRPr>
          </a:p>
          <a:p>
            <a:pPr algn="ctr">
              <a:defRPr/>
            </a:pPr>
            <a:endParaRPr lang="en-US" altLang="ja-JP" dirty="0">
              <a:latin typeface="メイリオ" pitchFamily="50" charset="-128"/>
              <a:ea typeface="メイリオ" pitchFamily="50" charset="-128"/>
              <a:cs typeface="メイリオ" pitchFamily="50" charset="-128"/>
            </a:endParaRPr>
          </a:p>
          <a:p>
            <a:pPr algn="ctr">
              <a:defRPr/>
            </a:pPr>
            <a:endParaRPr lang="en-US" altLang="ja-JP" dirty="0">
              <a:latin typeface="メイリオ" pitchFamily="50" charset="-128"/>
              <a:ea typeface="メイリオ" pitchFamily="50" charset="-128"/>
              <a:cs typeface="メイリオ" pitchFamily="50" charset="-128"/>
            </a:endParaRPr>
          </a:p>
          <a:p>
            <a:pPr algn="ctr">
              <a:defRPr/>
            </a:pPr>
            <a:endParaRPr lang="en-US" altLang="ja-JP" dirty="0">
              <a:latin typeface="メイリオ" pitchFamily="50" charset="-128"/>
              <a:ea typeface="メイリオ" pitchFamily="50" charset="-128"/>
              <a:cs typeface="メイリオ" pitchFamily="50" charset="-128"/>
            </a:endParaRPr>
          </a:p>
          <a:p>
            <a:pPr algn="ctr">
              <a:defRPr/>
            </a:pPr>
            <a:endParaRPr lang="en-US" altLang="ja-JP" dirty="0">
              <a:latin typeface="メイリオ" pitchFamily="50" charset="-128"/>
              <a:ea typeface="メイリオ" pitchFamily="50" charset="-128"/>
              <a:cs typeface="メイリオ" pitchFamily="50" charset="-128"/>
            </a:endParaRPr>
          </a:p>
          <a:p>
            <a:pPr algn="ctr">
              <a:defRPr/>
            </a:pPr>
            <a:endParaRPr lang="en-US" altLang="ja-JP" dirty="0">
              <a:latin typeface="メイリオ" pitchFamily="50" charset="-128"/>
              <a:ea typeface="メイリオ" pitchFamily="50" charset="-128"/>
              <a:cs typeface="メイリオ" pitchFamily="50" charset="-128"/>
            </a:endParaRPr>
          </a:p>
          <a:p>
            <a:pPr algn="ctr">
              <a:defRPr/>
            </a:pPr>
            <a:endParaRPr lang="en-US" altLang="ja-JP" dirty="0">
              <a:latin typeface="メイリオ" pitchFamily="50" charset="-128"/>
              <a:ea typeface="メイリオ" pitchFamily="50" charset="-128"/>
              <a:cs typeface="メイリオ" pitchFamily="50" charset="-128"/>
            </a:endParaRPr>
          </a:p>
          <a:p>
            <a:pPr algn="ctr">
              <a:defRPr/>
            </a:pPr>
            <a:endParaRPr lang="en-US" altLang="ja-JP" dirty="0">
              <a:latin typeface="メイリオ" pitchFamily="50" charset="-128"/>
              <a:ea typeface="メイリオ" pitchFamily="50" charset="-128"/>
              <a:cs typeface="メイリオ" pitchFamily="50" charset="-128"/>
            </a:endParaRPr>
          </a:p>
          <a:p>
            <a:pPr algn="ctr">
              <a:defRPr/>
            </a:pPr>
            <a:endParaRPr lang="ja-JP" altLang="en-US" dirty="0">
              <a:latin typeface="メイリオ" pitchFamily="50" charset="-128"/>
              <a:ea typeface="メイリオ" pitchFamily="50" charset="-128"/>
              <a:cs typeface="メイリオ" pitchFamily="50" charset="-128"/>
            </a:endParaRPr>
          </a:p>
        </p:txBody>
      </p:sp>
      <p:sp>
        <p:nvSpPr>
          <p:cNvPr id="101" name="正方形/長方形 100">
            <a:extLst>
              <a:ext uri="{FF2B5EF4-FFF2-40B4-BE49-F238E27FC236}">
                <a16:creationId xmlns:a16="http://schemas.microsoft.com/office/drawing/2014/main" id="{1F316843-0122-2102-2E8A-C0CE43F86C83}"/>
              </a:ext>
            </a:extLst>
          </p:cNvPr>
          <p:cNvSpPr/>
          <p:nvPr/>
        </p:nvSpPr>
        <p:spPr>
          <a:xfrm>
            <a:off x="9853454" y="3689494"/>
            <a:ext cx="1237922" cy="428625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anchor="ctr"/>
          <a:lstStyle/>
          <a:p>
            <a:pPr algn="ctr">
              <a:defRPr/>
            </a:pPr>
            <a:r>
              <a:rPr lang="ja-JP" altLang="en-US" sz="1200" dirty="0">
                <a:effectLst/>
                <a:latin typeface="メイリオ" pitchFamily="50" charset="-128"/>
                <a:ea typeface="メイリオ" pitchFamily="50" charset="-128"/>
                <a:cs typeface="メイリオ" pitchFamily="50" charset="-128"/>
              </a:rPr>
              <a:t>イシダ様</a:t>
            </a:r>
            <a:endParaRPr lang="en-US" altLang="ja-JP" sz="1200" dirty="0">
              <a:effectLst/>
              <a:latin typeface="メイリオ" pitchFamily="50" charset="-128"/>
              <a:ea typeface="メイリオ" pitchFamily="50" charset="-128"/>
              <a:cs typeface="メイリオ" pitchFamily="50" charset="-128"/>
            </a:endParaRPr>
          </a:p>
          <a:p>
            <a:pPr algn="ctr">
              <a:defRPr/>
            </a:pPr>
            <a:r>
              <a:rPr lang="ja-JP" altLang="en-US" sz="1200" dirty="0">
                <a:effectLst/>
                <a:latin typeface="メイリオ" pitchFamily="50" charset="-128"/>
                <a:ea typeface="メイリオ" pitchFamily="50" charset="-128"/>
                <a:cs typeface="メイリオ" pitchFamily="50" charset="-128"/>
              </a:rPr>
              <a:t>棚札サーバ</a:t>
            </a:r>
            <a:endParaRPr lang="en-US" altLang="ja-JP" sz="1200" dirty="0">
              <a:effectLst/>
              <a:latin typeface="メイリオ" pitchFamily="50" charset="-128"/>
              <a:ea typeface="メイリオ" pitchFamily="50" charset="-128"/>
              <a:cs typeface="メイリオ" pitchFamily="50" charset="-128"/>
            </a:endParaRPr>
          </a:p>
        </p:txBody>
      </p:sp>
      <p:sp>
        <p:nvSpPr>
          <p:cNvPr id="102" name="正方形/長方形 101">
            <a:extLst>
              <a:ext uri="{FF2B5EF4-FFF2-40B4-BE49-F238E27FC236}">
                <a16:creationId xmlns:a16="http://schemas.microsoft.com/office/drawing/2014/main" id="{67C63F4C-8B20-D424-7108-B114543F5078}"/>
              </a:ext>
            </a:extLst>
          </p:cNvPr>
          <p:cNvSpPr/>
          <p:nvPr/>
        </p:nvSpPr>
        <p:spPr>
          <a:xfrm>
            <a:off x="10012670" y="4193470"/>
            <a:ext cx="1592514" cy="527844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 w="9525">
            <a:solidFill>
              <a:schemeClr val="accent2"/>
            </a:solidFill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anchor="ctr"/>
          <a:lstStyle/>
          <a:p>
            <a:pPr algn="l"/>
            <a:r>
              <a:rPr lang="ja-JP" altLang="en-US" sz="1100" dirty="0">
                <a:effectLst/>
                <a:latin typeface="メイリオ" pitchFamily="50" charset="-128"/>
                <a:ea typeface="メイリオ" pitchFamily="50" charset="-128"/>
                <a:cs typeface="メイリオ" pitchFamily="50" charset="-128"/>
              </a:rPr>
              <a:t>棚札サーバ</a:t>
            </a:r>
            <a:endParaRPr lang="en-US" altLang="ja-JP" sz="1100" dirty="0">
              <a:effectLst/>
              <a:latin typeface="メイリオ" pitchFamily="50" charset="-128"/>
              <a:ea typeface="メイリオ" pitchFamily="50" charset="-128"/>
              <a:cs typeface="メイリオ" pitchFamily="50" charset="-128"/>
            </a:endParaRPr>
          </a:p>
        </p:txBody>
      </p:sp>
      <p:pic>
        <p:nvPicPr>
          <p:cNvPr id="103" name="Picture 11">
            <a:extLst>
              <a:ext uri="{FF2B5EF4-FFF2-40B4-BE49-F238E27FC236}">
                <a16:creationId xmlns:a16="http://schemas.microsoft.com/office/drawing/2014/main" id="{2140AD8E-D538-6ED8-313B-F2CD49F17E33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 bwMode="auto">
          <a:xfrm>
            <a:off x="11091376" y="4210433"/>
            <a:ext cx="496568" cy="50420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106" name="正方形/長方形 105">
            <a:extLst>
              <a:ext uri="{FF2B5EF4-FFF2-40B4-BE49-F238E27FC236}">
                <a16:creationId xmlns:a16="http://schemas.microsoft.com/office/drawing/2014/main" id="{24300FEC-7734-21D8-04B0-D9166956BD62}"/>
              </a:ext>
            </a:extLst>
          </p:cNvPr>
          <p:cNvSpPr/>
          <p:nvPr/>
        </p:nvSpPr>
        <p:spPr>
          <a:xfrm>
            <a:off x="9853455" y="679054"/>
            <a:ext cx="1975512" cy="1251936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anchor="ctr"/>
          <a:lstStyle/>
          <a:p>
            <a:pPr algn="ctr">
              <a:defRPr/>
            </a:pPr>
            <a:endParaRPr lang="en-US" altLang="ja-JP" dirty="0">
              <a:latin typeface="メイリオ" pitchFamily="50" charset="-128"/>
              <a:ea typeface="メイリオ" pitchFamily="50" charset="-128"/>
              <a:cs typeface="メイリオ" pitchFamily="50" charset="-128"/>
            </a:endParaRPr>
          </a:p>
          <a:p>
            <a:pPr algn="ctr">
              <a:defRPr/>
            </a:pPr>
            <a:endParaRPr lang="en-US" altLang="ja-JP" dirty="0">
              <a:latin typeface="メイリオ" pitchFamily="50" charset="-128"/>
              <a:ea typeface="メイリオ" pitchFamily="50" charset="-128"/>
              <a:cs typeface="メイリオ" pitchFamily="50" charset="-128"/>
            </a:endParaRPr>
          </a:p>
          <a:p>
            <a:pPr algn="ctr">
              <a:defRPr/>
            </a:pPr>
            <a:endParaRPr lang="en-US" altLang="ja-JP" dirty="0">
              <a:latin typeface="メイリオ" pitchFamily="50" charset="-128"/>
              <a:ea typeface="メイリオ" pitchFamily="50" charset="-128"/>
              <a:cs typeface="メイリオ" pitchFamily="50" charset="-128"/>
            </a:endParaRPr>
          </a:p>
          <a:p>
            <a:pPr algn="ctr">
              <a:defRPr/>
            </a:pPr>
            <a:endParaRPr lang="en-US" altLang="ja-JP" dirty="0">
              <a:latin typeface="メイリオ" pitchFamily="50" charset="-128"/>
              <a:ea typeface="メイリオ" pitchFamily="50" charset="-128"/>
              <a:cs typeface="メイリオ" pitchFamily="50" charset="-128"/>
            </a:endParaRPr>
          </a:p>
          <a:p>
            <a:pPr algn="ctr">
              <a:defRPr/>
            </a:pPr>
            <a:endParaRPr lang="en-US" altLang="ja-JP" dirty="0">
              <a:latin typeface="メイリオ" pitchFamily="50" charset="-128"/>
              <a:ea typeface="メイリオ" pitchFamily="50" charset="-128"/>
              <a:cs typeface="メイリオ" pitchFamily="50" charset="-128"/>
            </a:endParaRPr>
          </a:p>
          <a:p>
            <a:pPr algn="ctr">
              <a:defRPr/>
            </a:pPr>
            <a:endParaRPr lang="en-US" altLang="ja-JP" dirty="0">
              <a:latin typeface="メイリオ" pitchFamily="50" charset="-128"/>
              <a:ea typeface="メイリオ" pitchFamily="50" charset="-128"/>
              <a:cs typeface="メイリオ" pitchFamily="50" charset="-128"/>
            </a:endParaRPr>
          </a:p>
          <a:p>
            <a:pPr algn="ctr">
              <a:defRPr/>
            </a:pPr>
            <a:endParaRPr lang="en-US" altLang="ja-JP" dirty="0">
              <a:latin typeface="メイリオ" pitchFamily="50" charset="-128"/>
              <a:ea typeface="メイリオ" pitchFamily="50" charset="-128"/>
              <a:cs typeface="メイリオ" pitchFamily="50" charset="-128"/>
            </a:endParaRPr>
          </a:p>
          <a:p>
            <a:pPr algn="ctr">
              <a:defRPr/>
            </a:pPr>
            <a:endParaRPr lang="en-US" altLang="ja-JP" dirty="0">
              <a:latin typeface="メイリオ" pitchFamily="50" charset="-128"/>
              <a:ea typeface="メイリオ" pitchFamily="50" charset="-128"/>
              <a:cs typeface="メイリオ" pitchFamily="50" charset="-128"/>
            </a:endParaRPr>
          </a:p>
          <a:p>
            <a:pPr algn="ctr">
              <a:defRPr/>
            </a:pPr>
            <a:endParaRPr lang="en-US" altLang="ja-JP" dirty="0">
              <a:latin typeface="メイリオ" pitchFamily="50" charset="-128"/>
              <a:ea typeface="メイリオ" pitchFamily="50" charset="-128"/>
              <a:cs typeface="メイリオ" pitchFamily="50" charset="-128"/>
            </a:endParaRPr>
          </a:p>
          <a:p>
            <a:pPr algn="ctr">
              <a:defRPr/>
            </a:pPr>
            <a:endParaRPr lang="en-US" altLang="ja-JP" dirty="0">
              <a:latin typeface="メイリオ" pitchFamily="50" charset="-128"/>
              <a:ea typeface="メイリオ" pitchFamily="50" charset="-128"/>
              <a:cs typeface="メイリオ" pitchFamily="50" charset="-128"/>
            </a:endParaRPr>
          </a:p>
          <a:p>
            <a:pPr algn="ctr">
              <a:defRPr/>
            </a:pPr>
            <a:endParaRPr lang="en-US" altLang="ja-JP" dirty="0">
              <a:latin typeface="メイリオ" pitchFamily="50" charset="-128"/>
              <a:ea typeface="メイリオ" pitchFamily="50" charset="-128"/>
              <a:cs typeface="メイリオ" pitchFamily="50" charset="-128"/>
            </a:endParaRPr>
          </a:p>
          <a:p>
            <a:pPr algn="ctr">
              <a:defRPr/>
            </a:pPr>
            <a:endParaRPr lang="en-US" altLang="ja-JP" dirty="0">
              <a:latin typeface="メイリオ" pitchFamily="50" charset="-128"/>
              <a:ea typeface="メイリオ" pitchFamily="50" charset="-128"/>
              <a:cs typeface="メイリオ" pitchFamily="50" charset="-128"/>
            </a:endParaRPr>
          </a:p>
          <a:p>
            <a:pPr algn="ctr">
              <a:defRPr/>
            </a:pPr>
            <a:endParaRPr lang="en-US" altLang="ja-JP" dirty="0">
              <a:latin typeface="メイリオ" pitchFamily="50" charset="-128"/>
              <a:ea typeface="メイリオ" pitchFamily="50" charset="-128"/>
              <a:cs typeface="メイリオ" pitchFamily="50" charset="-128"/>
            </a:endParaRPr>
          </a:p>
          <a:p>
            <a:pPr algn="ctr">
              <a:defRPr/>
            </a:pPr>
            <a:endParaRPr lang="ja-JP" altLang="en-US" dirty="0">
              <a:latin typeface="メイリオ" pitchFamily="50" charset="-128"/>
              <a:ea typeface="メイリオ" pitchFamily="50" charset="-128"/>
              <a:cs typeface="メイリオ" pitchFamily="50" charset="-128"/>
            </a:endParaRPr>
          </a:p>
        </p:txBody>
      </p:sp>
      <p:sp>
        <p:nvSpPr>
          <p:cNvPr id="107" name="正方形/長方形 106">
            <a:extLst>
              <a:ext uri="{FF2B5EF4-FFF2-40B4-BE49-F238E27FC236}">
                <a16:creationId xmlns:a16="http://schemas.microsoft.com/office/drawing/2014/main" id="{4ED5018F-F622-E856-B1A8-BED7BBAE25C4}"/>
              </a:ext>
            </a:extLst>
          </p:cNvPr>
          <p:cNvSpPr/>
          <p:nvPr/>
        </p:nvSpPr>
        <p:spPr>
          <a:xfrm>
            <a:off x="9853454" y="675591"/>
            <a:ext cx="1237922" cy="428625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anchor="ctr"/>
          <a:lstStyle/>
          <a:p>
            <a:pPr algn="ctr">
              <a:defRPr/>
            </a:pPr>
            <a:r>
              <a:rPr lang="ja-JP" altLang="en-US" sz="1200" dirty="0">
                <a:effectLst/>
                <a:latin typeface="メイリオ" pitchFamily="50" charset="-128"/>
                <a:ea typeface="メイリオ" pitchFamily="50" charset="-128"/>
                <a:cs typeface="メイリオ" pitchFamily="50" charset="-128"/>
              </a:rPr>
              <a:t>イシダ様</a:t>
            </a:r>
            <a:endParaRPr lang="en-US" altLang="ja-JP" sz="1200" dirty="0">
              <a:effectLst/>
              <a:latin typeface="メイリオ" pitchFamily="50" charset="-128"/>
              <a:ea typeface="メイリオ" pitchFamily="50" charset="-128"/>
              <a:cs typeface="メイリオ" pitchFamily="50" charset="-128"/>
            </a:endParaRPr>
          </a:p>
          <a:p>
            <a:pPr algn="ctr">
              <a:defRPr/>
            </a:pPr>
            <a:r>
              <a:rPr lang="ja-JP" altLang="en-US" sz="1200" dirty="0">
                <a:effectLst/>
                <a:latin typeface="メイリオ" pitchFamily="50" charset="-128"/>
                <a:ea typeface="メイリオ" pitchFamily="50" charset="-128"/>
                <a:cs typeface="メイリオ" pitchFamily="50" charset="-128"/>
              </a:rPr>
              <a:t>棚札サーバ</a:t>
            </a:r>
            <a:endParaRPr lang="en-US" altLang="ja-JP" sz="1200" dirty="0">
              <a:effectLst/>
              <a:latin typeface="メイリオ" pitchFamily="50" charset="-128"/>
              <a:ea typeface="メイリオ" pitchFamily="50" charset="-128"/>
              <a:cs typeface="メイリオ" pitchFamily="50" charset="-128"/>
            </a:endParaRPr>
          </a:p>
        </p:txBody>
      </p:sp>
      <p:sp>
        <p:nvSpPr>
          <p:cNvPr id="108" name="正方形/長方形 107">
            <a:extLst>
              <a:ext uri="{FF2B5EF4-FFF2-40B4-BE49-F238E27FC236}">
                <a16:creationId xmlns:a16="http://schemas.microsoft.com/office/drawing/2014/main" id="{501440F7-8DEC-015A-C61B-68DC6A1D7744}"/>
              </a:ext>
            </a:extLst>
          </p:cNvPr>
          <p:cNvSpPr/>
          <p:nvPr/>
        </p:nvSpPr>
        <p:spPr>
          <a:xfrm>
            <a:off x="10012670" y="1179567"/>
            <a:ext cx="1592514" cy="527844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 w="9525">
            <a:solidFill>
              <a:schemeClr val="accent2"/>
            </a:solidFill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anchor="ctr"/>
          <a:lstStyle/>
          <a:p>
            <a:pPr algn="l"/>
            <a:r>
              <a:rPr lang="ja-JP" altLang="en-US" sz="1100" dirty="0">
                <a:effectLst/>
                <a:latin typeface="メイリオ" pitchFamily="50" charset="-128"/>
                <a:ea typeface="メイリオ" pitchFamily="50" charset="-128"/>
                <a:cs typeface="メイリオ" pitchFamily="50" charset="-128"/>
              </a:rPr>
              <a:t>棚札サーバ</a:t>
            </a:r>
            <a:endParaRPr lang="en-US" altLang="ja-JP" sz="1100" dirty="0">
              <a:effectLst/>
              <a:latin typeface="メイリオ" pitchFamily="50" charset="-128"/>
              <a:ea typeface="メイリオ" pitchFamily="50" charset="-128"/>
              <a:cs typeface="メイリオ" pitchFamily="50" charset="-128"/>
            </a:endParaRPr>
          </a:p>
        </p:txBody>
      </p:sp>
      <p:pic>
        <p:nvPicPr>
          <p:cNvPr id="109" name="Picture 11">
            <a:extLst>
              <a:ext uri="{FF2B5EF4-FFF2-40B4-BE49-F238E27FC236}">
                <a16:creationId xmlns:a16="http://schemas.microsoft.com/office/drawing/2014/main" id="{33371114-4124-04BD-E21D-2102CDECC751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 bwMode="auto">
          <a:xfrm>
            <a:off x="11091376" y="1196530"/>
            <a:ext cx="496568" cy="50420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111" name="図 110">
            <a:extLst>
              <a:ext uri="{FF2B5EF4-FFF2-40B4-BE49-F238E27FC236}">
                <a16:creationId xmlns:a16="http://schemas.microsoft.com/office/drawing/2014/main" id="{B52DD485-5B29-D0B3-3516-1CFA62C87C0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986860" y="2073933"/>
            <a:ext cx="771633" cy="533474"/>
          </a:xfrm>
          <a:prstGeom prst="rect">
            <a:avLst/>
          </a:prstGeom>
        </p:spPr>
      </p:pic>
      <p:pic>
        <p:nvPicPr>
          <p:cNvPr id="112" name="図 111">
            <a:extLst>
              <a:ext uri="{FF2B5EF4-FFF2-40B4-BE49-F238E27FC236}">
                <a16:creationId xmlns:a16="http://schemas.microsoft.com/office/drawing/2014/main" id="{F429E053-29DC-7D0E-32F2-869FCDC0FB6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841211" y="2073933"/>
            <a:ext cx="771633" cy="533474"/>
          </a:xfrm>
          <a:prstGeom prst="rect">
            <a:avLst/>
          </a:prstGeom>
        </p:spPr>
      </p:pic>
      <p:sp>
        <p:nvSpPr>
          <p:cNvPr id="113" name="テキスト ボックス 112">
            <a:extLst>
              <a:ext uri="{FF2B5EF4-FFF2-40B4-BE49-F238E27FC236}">
                <a16:creationId xmlns:a16="http://schemas.microsoft.com/office/drawing/2014/main" id="{122FF923-40FF-97AA-7925-6E8FDCFCD49A}"/>
              </a:ext>
            </a:extLst>
          </p:cNvPr>
          <p:cNvSpPr txBox="1"/>
          <p:nvPr/>
        </p:nvSpPr>
        <p:spPr>
          <a:xfrm>
            <a:off x="103804" y="3689494"/>
            <a:ext cx="99682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ja-JP" altLang="en-US" sz="1600" dirty="0">
                <a:effectLst/>
                <a:latin typeface="Meiryo UI" panose="020B0604030504040204" pitchFamily="50" charset="-128"/>
                <a:ea typeface="Meiryo UI" panose="020B0604030504040204" pitchFamily="50" charset="-128"/>
              </a:rPr>
              <a:t>（案２）</a:t>
            </a:r>
          </a:p>
        </p:txBody>
      </p:sp>
      <p:pic>
        <p:nvPicPr>
          <p:cNvPr id="114" name="図 113">
            <a:extLst>
              <a:ext uri="{FF2B5EF4-FFF2-40B4-BE49-F238E27FC236}">
                <a16:creationId xmlns:a16="http://schemas.microsoft.com/office/drawing/2014/main" id="{CE8E8D17-FBB8-93B2-A83A-F89C6C99051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819250" y="5296273"/>
            <a:ext cx="2072820" cy="1359526"/>
          </a:xfrm>
          <a:prstGeom prst="rect">
            <a:avLst/>
          </a:prstGeom>
          <a:solidFill>
            <a:srgbClr val="FFC000"/>
          </a:solidFill>
        </p:spPr>
      </p:pic>
      <p:cxnSp>
        <p:nvCxnSpPr>
          <p:cNvPr id="116" name="直線矢印コネクタ 115">
            <a:extLst>
              <a:ext uri="{FF2B5EF4-FFF2-40B4-BE49-F238E27FC236}">
                <a16:creationId xmlns:a16="http://schemas.microsoft.com/office/drawing/2014/main" id="{4A3866B3-01BC-A283-C790-088B68CCE3EF}"/>
              </a:ext>
            </a:extLst>
          </p:cNvPr>
          <p:cNvCxnSpPr>
            <a:cxnSpLocks/>
          </p:cNvCxnSpPr>
          <p:nvPr/>
        </p:nvCxnSpPr>
        <p:spPr>
          <a:xfrm>
            <a:off x="9427533" y="4442191"/>
            <a:ext cx="0" cy="1580107"/>
          </a:xfrm>
          <a:prstGeom prst="straightConnector1">
            <a:avLst/>
          </a:prstGeom>
          <a:ln w="25400">
            <a:solidFill>
              <a:srgbClr val="FF0000"/>
            </a:solidFill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8" name="直線矢印コネクタ 117">
            <a:extLst>
              <a:ext uri="{FF2B5EF4-FFF2-40B4-BE49-F238E27FC236}">
                <a16:creationId xmlns:a16="http://schemas.microsoft.com/office/drawing/2014/main" id="{B543A93C-8B08-5663-5C62-11F940C76AFC}"/>
              </a:ext>
            </a:extLst>
          </p:cNvPr>
          <p:cNvCxnSpPr>
            <a:cxnSpLocks/>
          </p:cNvCxnSpPr>
          <p:nvPr/>
        </p:nvCxnSpPr>
        <p:spPr>
          <a:xfrm>
            <a:off x="9427533" y="6007550"/>
            <a:ext cx="425921" cy="0"/>
          </a:xfrm>
          <a:prstGeom prst="straightConnector1">
            <a:avLst/>
          </a:prstGeom>
          <a:ln w="25400">
            <a:solidFill>
              <a:srgbClr val="FF0000"/>
            </a:solidFill>
            <a:headEnd type="non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0" name="直線矢印コネクタ 119">
            <a:extLst>
              <a:ext uri="{FF2B5EF4-FFF2-40B4-BE49-F238E27FC236}">
                <a16:creationId xmlns:a16="http://schemas.microsoft.com/office/drawing/2014/main" id="{40324A4C-FE46-ACE8-3A9F-F76DC330EDDD}"/>
              </a:ext>
            </a:extLst>
          </p:cNvPr>
          <p:cNvCxnSpPr>
            <a:cxnSpLocks/>
          </p:cNvCxnSpPr>
          <p:nvPr/>
        </p:nvCxnSpPr>
        <p:spPr>
          <a:xfrm>
            <a:off x="11196857" y="4944893"/>
            <a:ext cx="0" cy="351380"/>
          </a:xfrm>
          <a:prstGeom prst="straightConnector1">
            <a:avLst/>
          </a:prstGeom>
          <a:ln w="25400"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4" name="直線矢印コネクタ 133">
            <a:extLst>
              <a:ext uri="{FF2B5EF4-FFF2-40B4-BE49-F238E27FC236}">
                <a16:creationId xmlns:a16="http://schemas.microsoft.com/office/drawing/2014/main" id="{95E39C8B-39DC-1B14-D149-51B819D58BED}"/>
              </a:ext>
            </a:extLst>
          </p:cNvPr>
          <p:cNvCxnSpPr>
            <a:cxnSpLocks/>
          </p:cNvCxnSpPr>
          <p:nvPr/>
        </p:nvCxnSpPr>
        <p:spPr>
          <a:xfrm>
            <a:off x="9035816" y="4460522"/>
            <a:ext cx="391717" cy="0"/>
          </a:xfrm>
          <a:prstGeom prst="straightConnector1">
            <a:avLst/>
          </a:prstGeom>
          <a:ln w="25400">
            <a:solidFill>
              <a:srgbClr val="FF0000"/>
            </a:solidFill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5" name="直線矢印コネクタ 134">
            <a:extLst>
              <a:ext uri="{FF2B5EF4-FFF2-40B4-BE49-F238E27FC236}">
                <a16:creationId xmlns:a16="http://schemas.microsoft.com/office/drawing/2014/main" id="{204E3672-CC83-28CA-E109-8DD837359499}"/>
              </a:ext>
            </a:extLst>
          </p:cNvPr>
          <p:cNvCxnSpPr>
            <a:cxnSpLocks/>
          </p:cNvCxnSpPr>
          <p:nvPr/>
        </p:nvCxnSpPr>
        <p:spPr>
          <a:xfrm>
            <a:off x="9427533" y="4487818"/>
            <a:ext cx="0" cy="1534480"/>
          </a:xfrm>
          <a:prstGeom prst="straightConnector1">
            <a:avLst/>
          </a:prstGeom>
          <a:ln w="25400">
            <a:solidFill>
              <a:srgbClr val="FF0000"/>
            </a:solidFill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6" name="直線矢印コネクタ 135">
            <a:extLst>
              <a:ext uri="{FF2B5EF4-FFF2-40B4-BE49-F238E27FC236}">
                <a16:creationId xmlns:a16="http://schemas.microsoft.com/office/drawing/2014/main" id="{3B144BF7-89BB-09F6-3520-EE0674988817}"/>
              </a:ext>
            </a:extLst>
          </p:cNvPr>
          <p:cNvCxnSpPr>
            <a:cxnSpLocks/>
          </p:cNvCxnSpPr>
          <p:nvPr/>
        </p:nvCxnSpPr>
        <p:spPr>
          <a:xfrm>
            <a:off x="9427533" y="6833183"/>
            <a:ext cx="425921" cy="0"/>
          </a:xfrm>
          <a:prstGeom prst="straightConnector1">
            <a:avLst/>
          </a:prstGeom>
          <a:ln w="25400">
            <a:solidFill>
              <a:srgbClr val="FF0000"/>
            </a:solidFill>
            <a:headEnd type="non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2" name="テキスト ボックス 141">
            <a:extLst>
              <a:ext uri="{FF2B5EF4-FFF2-40B4-BE49-F238E27FC236}">
                <a16:creationId xmlns:a16="http://schemas.microsoft.com/office/drawing/2014/main" id="{9618B1D5-CEFB-D266-4AE6-1FBAF7C1CF00}"/>
              </a:ext>
            </a:extLst>
          </p:cNvPr>
          <p:cNvSpPr txBox="1"/>
          <p:nvPr/>
        </p:nvSpPr>
        <p:spPr>
          <a:xfrm>
            <a:off x="9019875" y="4475360"/>
            <a:ext cx="2568068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ja-JP" altLang="en-US" sz="1400" dirty="0">
                <a:effectLst/>
                <a:latin typeface="Meiryo UI" panose="020B0604030504040204" pitchFamily="50" charset="-128"/>
                <a:ea typeface="Meiryo UI" panose="020B0604030504040204" pitchFamily="50" charset="-128"/>
              </a:rPr>
              <a:t>②</a:t>
            </a:r>
            <a:endParaRPr lang="en-US" altLang="ja-JP" sz="1400" dirty="0">
              <a:effectLst/>
              <a:latin typeface="Meiryo UI" panose="020B0604030504040204" pitchFamily="50" charset="-128"/>
              <a:ea typeface="Meiryo UI" panose="020B0604030504040204" pitchFamily="50" charset="-128"/>
            </a:endParaRPr>
          </a:p>
          <a:p>
            <a:pPr algn="l"/>
            <a:r>
              <a:rPr lang="ja-JP" altLang="en-US" sz="1400" dirty="0">
                <a:effectLst/>
                <a:latin typeface="Meiryo UI" panose="020B0604030504040204" pitchFamily="50" charset="-128"/>
                <a:ea typeface="Meiryo UI" panose="020B0604030504040204" pitchFamily="50" charset="-128"/>
              </a:rPr>
              <a:t>売価（現在売価）</a:t>
            </a:r>
            <a:endParaRPr lang="en-US" altLang="ja-JP" sz="1400" dirty="0">
              <a:effectLst/>
              <a:latin typeface="Meiryo UI" panose="020B0604030504040204" pitchFamily="50" charset="-128"/>
              <a:ea typeface="Meiryo UI" panose="020B0604030504040204" pitchFamily="50" charset="-128"/>
            </a:endParaRPr>
          </a:p>
          <a:p>
            <a:pPr algn="l"/>
            <a:r>
              <a:rPr lang="ja-JP" altLang="en-US" sz="1400" dirty="0">
                <a:effectLst/>
                <a:latin typeface="Meiryo UI" panose="020B0604030504040204" pitchFamily="50" charset="-128"/>
                <a:ea typeface="Meiryo UI" panose="020B0604030504040204" pitchFamily="50" charset="-128"/>
              </a:rPr>
              <a:t>特売・１７８売価・定番</a:t>
            </a:r>
          </a:p>
        </p:txBody>
      </p:sp>
      <p:sp>
        <p:nvSpPr>
          <p:cNvPr id="148" name="テキスト ボックス 147">
            <a:extLst>
              <a:ext uri="{FF2B5EF4-FFF2-40B4-BE49-F238E27FC236}">
                <a16:creationId xmlns:a16="http://schemas.microsoft.com/office/drawing/2014/main" id="{C1107C04-000D-126E-16C6-C6A773DB7159}"/>
              </a:ext>
            </a:extLst>
          </p:cNvPr>
          <p:cNvSpPr txBox="1"/>
          <p:nvPr/>
        </p:nvSpPr>
        <p:spPr>
          <a:xfrm>
            <a:off x="1612930" y="5792992"/>
            <a:ext cx="1795782" cy="8617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ja-JP" altLang="en-US" sz="1400" dirty="0">
                <a:effectLst/>
                <a:latin typeface="Meiryo UI" panose="020B0604030504040204" pitchFamily="50" charset="-128"/>
                <a:ea typeface="Meiryo UI" panose="020B0604030504040204" pitchFamily="50" charset="-128"/>
              </a:rPr>
              <a:t>①棚情報連携</a:t>
            </a:r>
            <a:endParaRPr lang="en-US" altLang="ja-JP" sz="1400" dirty="0">
              <a:effectLst/>
              <a:latin typeface="Meiryo UI" panose="020B0604030504040204" pitchFamily="50" charset="-128"/>
              <a:ea typeface="Meiryo UI" panose="020B0604030504040204" pitchFamily="50" charset="-128"/>
            </a:endParaRPr>
          </a:p>
          <a:p>
            <a:pPr algn="l"/>
            <a:r>
              <a:rPr lang="ja-JP" altLang="en-US" sz="1200" dirty="0">
                <a:effectLst/>
                <a:latin typeface="Meiryo UI" panose="020B0604030504040204" pitchFamily="50" charset="-128"/>
                <a:ea typeface="Meiryo UI" panose="020B0604030504040204" pitchFamily="50" charset="-128"/>
              </a:rPr>
              <a:t>仕入先コード</a:t>
            </a:r>
            <a:endParaRPr lang="en-US" altLang="ja-JP" sz="1200" dirty="0">
              <a:effectLst/>
              <a:latin typeface="Meiryo UI" panose="020B0604030504040204" pitchFamily="50" charset="-128"/>
              <a:ea typeface="Meiryo UI" panose="020B0604030504040204" pitchFamily="50" charset="-128"/>
            </a:endParaRPr>
          </a:p>
          <a:p>
            <a:pPr algn="l"/>
            <a:r>
              <a:rPr lang="ja-JP" altLang="en-US" sz="1200" dirty="0">
                <a:effectLst/>
                <a:latin typeface="Meiryo UI" panose="020B0604030504040204" pitchFamily="50" charset="-128"/>
                <a:ea typeface="Meiryo UI" panose="020B0604030504040204" pitchFamily="50" charset="-128"/>
              </a:rPr>
              <a:t>入数</a:t>
            </a:r>
            <a:endParaRPr lang="en-US" altLang="ja-JP" sz="1200" dirty="0">
              <a:effectLst/>
              <a:latin typeface="Meiryo UI" panose="020B0604030504040204" pitchFamily="50" charset="-128"/>
              <a:ea typeface="Meiryo UI" panose="020B0604030504040204" pitchFamily="50" charset="-128"/>
            </a:endParaRPr>
          </a:p>
          <a:p>
            <a:pPr algn="l"/>
            <a:r>
              <a:rPr lang="ja-JP" altLang="en-US" sz="1200" dirty="0">
                <a:effectLst/>
                <a:latin typeface="Meiryo UI" panose="020B0604030504040204" pitchFamily="50" charset="-128"/>
                <a:ea typeface="Meiryo UI" panose="020B0604030504040204" pitchFamily="50" charset="-128"/>
              </a:rPr>
              <a:t>販売期限</a:t>
            </a:r>
          </a:p>
        </p:txBody>
      </p:sp>
      <p:sp>
        <p:nvSpPr>
          <p:cNvPr id="153" name="テキスト ボックス 152">
            <a:extLst>
              <a:ext uri="{FF2B5EF4-FFF2-40B4-BE49-F238E27FC236}">
                <a16:creationId xmlns:a16="http://schemas.microsoft.com/office/drawing/2014/main" id="{38650BCC-CEAF-06DA-A22C-B82FC04A16B8}"/>
              </a:ext>
            </a:extLst>
          </p:cNvPr>
          <p:cNvSpPr txBox="1"/>
          <p:nvPr/>
        </p:nvSpPr>
        <p:spPr>
          <a:xfrm>
            <a:off x="6507239" y="4985167"/>
            <a:ext cx="2920294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ja-JP" altLang="en-US" sz="1400" dirty="0">
                <a:effectLst/>
                <a:latin typeface="Meiryo UI" panose="020B0604030504040204" pitchFamily="50" charset="-128"/>
                <a:ea typeface="Meiryo UI" panose="020B0604030504040204" pitchFamily="50" charset="-128"/>
              </a:rPr>
              <a:t>売価ロジックの横取り</a:t>
            </a:r>
            <a:endParaRPr lang="en-US" altLang="ja-JP" sz="1400" dirty="0">
              <a:effectLst/>
              <a:latin typeface="Meiryo UI" panose="020B0604030504040204" pitchFamily="50" charset="-128"/>
              <a:ea typeface="Meiryo UI" panose="020B0604030504040204" pitchFamily="50" charset="-128"/>
            </a:endParaRPr>
          </a:p>
          <a:p>
            <a:pPr algn="l"/>
            <a:r>
              <a:rPr lang="ja-JP" altLang="en-US" sz="1400" dirty="0">
                <a:effectLst/>
                <a:latin typeface="Meiryo UI" panose="020B0604030504040204" pitchFamily="50" charset="-128"/>
                <a:ea typeface="Meiryo UI" panose="020B0604030504040204" pitchFamily="50" charset="-128"/>
              </a:rPr>
              <a:t>売価ロジックの開発が必要（ルビナ</a:t>
            </a:r>
            <a:r>
              <a:rPr lang="en-US" altLang="ja-JP" sz="1400" dirty="0">
                <a:effectLst/>
                <a:latin typeface="Meiryo UI" panose="020B0604030504040204" pitchFamily="50" charset="-128"/>
                <a:ea typeface="Meiryo UI" panose="020B0604030504040204" pitchFamily="50" charset="-128"/>
              </a:rPr>
              <a:t>)</a:t>
            </a:r>
            <a:endParaRPr lang="ja-JP" altLang="en-US" sz="1400" dirty="0">
              <a:effectLst/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3" name="テキスト ボックス 12">
            <a:extLst>
              <a:ext uri="{FF2B5EF4-FFF2-40B4-BE49-F238E27FC236}">
                <a16:creationId xmlns:a16="http://schemas.microsoft.com/office/drawing/2014/main" id="{81D2F4FC-0529-8B0D-03FC-2A0766E6372A}"/>
              </a:ext>
            </a:extLst>
          </p:cNvPr>
          <p:cNvSpPr txBox="1"/>
          <p:nvPr/>
        </p:nvSpPr>
        <p:spPr>
          <a:xfrm>
            <a:off x="3820422" y="28107"/>
            <a:ext cx="2618274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ja-JP" altLang="en-US" sz="1400" dirty="0">
                <a:effectLst/>
                <a:latin typeface="Meiryo UI" panose="020B0604030504040204" pitchFamily="50" charset="-128"/>
                <a:ea typeface="Meiryo UI" panose="020B0604030504040204" pitchFamily="50" charset="-128"/>
              </a:rPr>
              <a:t>棚札への売価、棚情報の連携</a:t>
            </a:r>
          </a:p>
        </p:txBody>
      </p:sp>
      <p:cxnSp>
        <p:nvCxnSpPr>
          <p:cNvPr id="25" name="直線矢印コネクタ 24">
            <a:extLst>
              <a:ext uri="{FF2B5EF4-FFF2-40B4-BE49-F238E27FC236}">
                <a16:creationId xmlns:a16="http://schemas.microsoft.com/office/drawing/2014/main" id="{CF816FC6-3B3C-C36E-F549-66F627FF4B82}"/>
              </a:ext>
            </a:extLst>
          </p:cNvPr>
          <p:cNvCxnSpPr>
            <a:cxnSpLocks/>
            <a:endCxn id="106" idx="0"/>
          </p:cNvCxnSpPr>
          <p:nvPr/>
        </p:nvCxnSpPr>
        <p:spPr>
          <a:xfrm>
            <a:off x="10841211" y="294968"/>
            <a:ext cx="0" cy="384086"/>
          </a:xfrm>
          <a:prstGeom prst="straightConnector1">
            <a:avLst/>
          </a:prstGeom>
          <a:ln w="25400">
            <a:headEnd type="non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直線矢印コネクタ 27">
            <a:extLst>
              <a:ext uri="{FF2B5EF4-FFF2-40B4-BE49-F238E27FC236}">
                <a16:creationId xmlns:a16="http://schemas.microsoft.com/office/drawing/2014/main" id="{89595D8B-B06A-36C5-9FCD-421034160379}"/>
              </a:ext>
            </a:extLst>
          </p:cNvPr>
          <p:cNvCxnSpPr>
            <a:cxnSpLocks/>
          </p:cNvCxnSpPr>
          <p:nvPr/>
        </p:nvCxnSpPr>
        <p:spPr>
          <a:xfrm>
            <a:off x="5257531" y="1901257"/>
            <a:ext cx="0" cy="544718"/>
          </a:xfrm>
          <a:prstGeom prst="straightConnector1">
            <a:avLst/>
          </a:prstGeom>
          <a:ln w="25400"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直線矢印コネクタ 28">
            <a:extLst>
              <a:ext uri="{FF2B5EF4-FFF2-40B4-BE49-F238E27FC236}">
                <a16:creationId xmlns:a16="http://schemas.microsoft.com/office/drawing/2014/main" id="{C79EE4B6-0B72-5093-8FE6-1681F2CAEEDD}"/>
              </a:ext>
            </a:extLst>
          </p:cNvPr>
          <p:cNvCxnSpPr>
            <a:cxnSpLocks/>
          </p:cNvCxnSpPr>
          <p:nvPr/>
        </p:nvCxnSpPr>
        <p:spPr>
          <a:xfrm>
            <a:off x="6289350" y="1444182"/>
            <a:ext cx="783434" cy="0"/>
          </a:xfrm>
          <a:prstGeom prst="straightConnector1">
            <a:avLst/>
          </a:prstGeom>
          <a:ln w="25400"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テキスト ボックス 29">
            <a:extLst>
              <a:ext uri="{FF2B5EF4-FFF2-40B4-BE49-F238E27FC236}">
                <a16:creationId xmlns:a16="http://schemas.microsoft.com/office/drawing/2014/main" id="{48768C94-1081-08B8-4ABD-1944CBA0BD75}"/>
              </a:ext>
            </a:extLst>
          </p:cNvPr>
          <p:cNvSpPr txBox="1"/>
          <p:nvPr/>
        </p:nvSpPr>
        <p:spPr>
          <a:xfrm>
            <a:off x="1312803" y="5533752"/>
            <a:ext cx="2618274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ja-JP" altLang="en-US" sz="1400" dirty="0">
                <a:effectLst/>
                <a:latin typeface="Meiryo UI" panose="020B0604030504040204" pitchFamily="50" charset="-128"/>
                <a:ea typeface="Meiryo UI" panose="020B0604030504040204" pitchFamily="50" charset="-128"/>
              </a:rPr>
              <a:t>棚情報の連携</a:t>
            </a:r>
          </a:p>
        </p:txBody>
      </p:sp>
      <p:sp>
        <p:nvSpPr>
          <p:cNvPr id="32" name="正方形/長方形 31">
            <a:extLst>
              <a:ext uri="{FF2B5EF4-FFF2-40B4-BE49-F238E27FC236}">
                <a16:creationId xmlns:a16="http://schemas.microsoft.com/office/drawing/2014/main" id="{A881A3B3-70E6-5F63-579A-872D144B061C}"/>
              </a:ext>
            </a:extLst>
          </p:cNvPr>
          <p:cNvSpPr/>
          <p:nvPr/>
        </p:nvSpPr>
        <p:spPr>
          <a:xfrm>
            <a:off x="1602583" y="4911427"/>
            <a:ext cx="1639476" cy="531989"/>
          </a:xfrm>
          <a:prstGeom prst="rect">
            <a:avLst/>
          </a:prstGeom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anchor="ctr"/>
          <a:lstStyle/>
          <a:p>
            <a:pPr algn="l">
              <a:defRPr/>
            </a:pPr>
            <a:endParaRPr lang="en-US" altLang="ja-JP" sz="1100" dirty="0">
              <a:effectLst/>
              <a:latin typeface="メイリオ" pitchFamily="50" charset="-128"/>
              <a:ea typeface="メイリオ" pitchFamily="50" charset="-128"/>
              <a:cs typeface="メイリオ" pitchFamily="50" charset="-128"/>
            </a:endParaRPr>
          </a:p>
          <a:p>
            <a:pPr algn="l">
              <a:defRPr/>
            </a:pPr>
            <a:r>
              <a:rPr lang="en-US" altLang="ja-JP" sz="1100" dirty="0">
                <a:effectLst/>
                <a:latin typeface="メイリオ" pitchFamily="50" charset="-128"/>
                <a:ea typeface="メイリオ" pitchFamily="50" charset="-128"/>
                <a:cs typeface="メイリオ" pitchFamily="50" charset="-128"/>
              </a:rPr>
              <a:t>SB</a:t>
            </a:r>
            <a:r>
              <a:rPr lang="ja-JP" altLang="en-US" sz="1100" dirty="0">
                <a:effectLst/>
                <a:latin typeface="メイリオ" pitchFamily="50" charset="-128"/>
                <a:ea typeface="メイリオ" pitchFamily="50" charset="-128"/>
                <a:cs typeface="メイリオ" pitchFamily="50" charset="-128"/>
              </a:rPr>
              <a:t>システム</a:t>
            </a:r>
            <a:endParaRPr lang="en-US" altLang="ja-JP" sz="1100" dirty="0">
              <a:effectLst/>
              <a:latin typeface="メイリオ" pitchFamily="50" charset="-128"/>
              <a:ea typeface="メイリオ" pitchFamily="50" charset="-128"/>
              <a:cs typeface="メイリオ" pitchFamily="50" charset="-128"/>
            </a:endParaRPr>
          </a:p>
          <a:p>
            <a:pPr algn="l">
              <a:defRPr/>
            </a:pPr>
            <a:r>
              <a:rPr lang="ja-JP" altLang="en-US" sz="1100" dirty="0">
                <a:effectLst/>
                <a:latin typeface="メイリオ" pitchFamily="50" charset="-128"/>
                <a:ea typeface="メイリオ" pitchFamily="50" charset="-128"/>
                <a:cs typeface="メイリオ" pitchFamily="50" charset="-128"/>
              </a:rPr>
              <a:t>シャープ</a:t>
            </a:r>
            <a:endParaRPr lang="en-US" altLang="ja-JP" sz="1100" dirty="0">
              <a:effectLst/>
              <a:latin typeface="メイリオ" pitchFamily="50" charset="-128"/>
              <a:ea typeface="メイリオ" pitchFamily="50" charset="-128"/>
              <a:cs typeface="メイリオ" pitchFamily="50" charset="-128"/>
            </a:endParaRPr>
          </a:p>
          <a:p>
            <a:pPr algn="l">
              <a:defRPr/>
            </a:pPr>
            <a:endParaRPr lang="en-US" altLang="ja-JP" sz="1100" dirty="0">
              <a:effectLst/>
              <a:latin typeface="メイリオ" pitchFamily="50" charset="-128"/>
              <a:ea typeface="メイリオ" pitchFamily="50" charset="-128"/>
              <a:cs typeface="メイリオ" pitchFamily="50" charset="-128"/>
            </a:endParaRPr>
          </a:p>
        </p:txBody>
      </p:sp>
      <p:pic>
        <p:nvPicPr>
          <p:cNvPr id="33" name="Picture 11">
            <a:extLst>
              <a:ext uri="{FF2B5EF4-FFF2-40B4-BE49-F238E27FC236}">
                <a16:creationId xmlns:a16="http://schemas.microsoft.com/office/drawing/2014/main" id="{F942FFB1-B9FA-2603-5CD3-6A9156ED601A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 bwMode="auto">
          <a:xfrm>
            <a:off x="2698302" y="4941423"/>
            <a:ext cx="496568" cy="50420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cxnSp>
        <p:nvCxnSpPr>
          <p:cNvPr id="37" name="直線矢印コネクタ 36">
            <a:extLst>
              <a:ext uri="{FF2B5EF4-FFF2-40B4-BE49-F238E27FC236}">
                <a16:creationId xmlns:a16="http://schemas.microsoft.com/office/drawing/2014/main" id="{403D4A0F-E282-DEDA-60F5-0103E7CDBFB1}"/>
              </a:ext>
            </a:extLst>
          </p:cNvPr>
          <p:cNvCxnSpPr>
            <a:cxnSpLocks/>
          </p:cNvCxnSpPr>
          <p:nvPr/>
        </p:nvCxnSpPr>
        <p:spPr>
          <a:xfrm>
            <a:off x="3802687" y="4460508"/>
            <a:ext cx="0" cy="683686"/>
          </a:xfrm>
          <a:prstGeom prst="straightConnector1">
            <a:avLst/>
          </a:prstGeom>
          <a:ln w="25400">
            <a:headEnd type="triangl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直線矢印コネクタ 42">
            <a:extLst>
              <a:ext uri="{FF2B5EF4-FFF2-40B4-BE49-F238E27FC236}">
                <a16:creationId xmlns:a16="http://schemas.microsoft.com/office/drawing/2014/main" id="{7EE50642-8800-3D0F-062A-768783AC06C3}"/>
              </a:ext>
            </a:extLst>
          </p:cNvPr>
          <p:cNvCxnSpPr>
            <a:cxnSpLocks/>
          </p:cNvCxnSpPr>
          <p:nvPr/>
        </p:nvCxnSpPr>
        <p:spPr>
          <a:xfrm>
            <a:off x="3428705" y="5120583"/>
            <a:ext cx="391717" cy="0"/>
          </a:xfrm>
          <a:prstGeom prst="straightConnector1">
            <a:avLst/>
          </a:prstGeom>
          <a:ln w="25400"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95301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557C9A-E1F2-5A8A-EE8B-61761A67A2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スライド番号プレースホルダー 2">
            <a:extLst>
              <a:ext uri="{FF2B5EF4-FFF2-40B4-BE49-F238E27FC236}">
                <a16:creationId xmlns:a16="http://schemas.microsoft.com/office/drawing/2014/main" id="{75285A4F-DE06-78E8-A4FE-E970A224A12D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53A81666-E530-49EF-906E-39D0DAC71AD5}" type="slidenum">
              <a:rPr lang="ja-JP" altLang="en-US" smtClean="0"/>
              <a:pPr>
                <a:defRPr/>
              </a:pPr>
              <a:t>2</a:t>
            </a:fld>
            <a:endParaRPr lang="en-US" altLang="ja-JP"/>
          </a:p>
        </p:txBody>
      </p:sp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19FFF375-FE5D-BD9A-CA92-8496AF70E427}"/>
              </a:ext>
            </a:extLst>
          </p:cNvPr>
          <p:cNvSpPr txBox="1"/>
          <p:nvPr/>
        </p:nvSpPr>
        <p:spPr>
          <a:xfrm>
            <a:off x="3467" y="18596"/>
            <a:ext cx="614449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ja-JP" altLang="en-US" sz="2000" b="1" dirty="0">
                <a:solidFill>
                  <a:schemeClr val="accent2"/>
                </a:solidFill>
                <a:effectLst/>
                <a:latin typeface="Meiryo UI" panose="020B0604030504040204" pitchFamily="50" charset="-128"/>
                <a:ea typeface="Meiryo UI" panose="020B0604030504040204" pitchFamily="50" charset="-128"/>
              </a:rPr>
              <a:t>カスミへの電子棚札導入に関して</a:t>
            </a:r>
            <a:endParaRPr lang="en-US" altLang="ja-JP" sz="2000" b="1" dirty="0">
              <a:solidFill>
                <a:schemeClr val="accent2"/>
              </a:solidFill>
              <a:effectLst/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cxnSp>
        <p:nvCxnSpPr>
          <p:cNvPr id="5" name="直線コネクタ 4">
            <a:extLst>
              <a:ext uri="{FF2B5EF4-FFF2-40B4-BE49-F238E27FC236}">
                <a16:creationId xmlns:a16="http://schemas.microsoft.com/office/drawing/2014/main" id="{F50113CB-57E5-6D96-5EBE-9A1B3400078E}"/>
              </a:ext>
            </a:extLst>
          </p:cNvPr>
          <p:cNvCxnSpPr/>
          <p:nvPr/>
        </p:nvCxnSpPr>
        <p:spPr>
          <a:xfrm flipH="1">
            <a:off x="0" y="533620"/>
            <a:ext cx="12192000" cy="0"/>
          </a:xfrm>
          <a:prstGeom prst="line">
            <a:avLst/>
          </a:prstGeom>
          <a:ln/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F829308-EC35-18D1-98D7-EA6922382247}"/>
              </a:ext>
            </a:extLst>
          </p:cNvPr>
          <p:cNvSpPr txBox="1"/>
          <p:nvPr/>
        </p:nvSpPr>
        <p:spPr>
          <a:xfrm>
            <a:off x="103804" y="619966"/>
            <a:ext cx="99682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ja-JP" altLang="en-US" sz="1600" dirty="0">
                <a:effectLst/>
                <a:latin typeface="Meiryo UI" panose="020B0604030504040204" pitchFamily="50" charset="-128"/>
                <a:ea typeface="Meiryo UI" panose="020B0604030504040204" pitchFamily="50" charset="-128"/>
              </a:rPr>
              <a:t>本来なら</a:t>
            </a:r>
            <a:endParaRPr lang="en-US" altLang="ja-JP" sz="1600" dirty="0">
              <a:effectLst/>
              <a:latin typeface="Meiryo UI" panose="020B0604030504040204" pitchFamily="50" charset="-128"/>
              <a:ea typeface="Meiryo UI" panose="020B0604030504040204" pitchFamily="50" charset="-128"/>
            </a:endParaRPr>
          </a:p>
          <a:p>
            <a:pPr algn="l"/>
            <a:r>
              <a:rPr lang="ja-JP" altLang="en-US" sz="1600" dirty="0">
                <a:effectLst/>
                <a:latin typeface="Meiryo UI" panose="020B0604030504040204" pitchFamily="50" charset="-128"/>
                <a:ea typeface="Meiryo UI" panose="020B0604030504040204" pitchFamily="50" charset="-128"/>
              </a:rPr>
              <a:t>（案１）</a:t>
            </a:r>
          </a:p>
        </p:txBody>
      </p:sp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DFA14BD8-7180-15FE-A4FE-65FDD3888D4C}"/>
              </a:ext>
            </a:extLst>
          </p:cNvPr>
          <p:cNvSpPr/>
          <p:nvPr/>
        </p:nvSpPr>
        <p:spPr>
          <a:xfrm flipH="1">
            <a:off x="4251621" y="2445975"/>
            <a:ext cx="4784195" cy="1065375"/>
          </a:xfrm>
          <a:prstGeom prst="rect">
            <a:avLst/>
          </a:prstGeom>
          <a:gradFill>
            <a:gsLst>
              <a:gs pos="0">
                <a:schemeClr val="accent3">
                  <a:tint val="50000"/>
                  <a:satMod val="300000"/>
                </a:schemeClr>
              </a:gs>
              <a:gs pos="35000">
                <a:schemeClr val="accent3">
                  <a:tint val="37000"/>
                  <a:satMod val="300000"/>
                </a:schemeClr>
              </a:gs>
              <a:gs pos="100000">
                <a:schemeClr val="accent3">
                  <a:tint val="15000"/>
                  <a:satMod val="350000"/>
                </a:schemeClr>
              </a:gs>
            </a:gsLst>
            <a:lin ang="16200000" scaled="1"/>
          </a:gradFill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anchor="ctr"/>
          <a:lstStyle/>
          <a:p>
            <a:pPr>
              <a:defRPr/>
            </a:pPr>
            <a:endParaRPr lang="en-US" altLang="ja-JP">
              <a:latin typeface="メイリオ" pitchFamily="50" charset="-128"/>
              <a:ea typeface="メイリオ" pitchFamily="50" charset="-128"/>
              <a:cs typeface="メイリオ" pitchFamily="50" charset="-128"/>
            </a:endParaRPr>
          </a:p>
          <a:p>
            <a:pPr>
              <a:defRPr/>
            </a:pPr>
            <a:endParaRPr lang="en-US" altLang="ja-JP">
              <a:latin typeface="メイリオ" pitchFamily="50" charset="-128"/>
              <a:ea typeface="メイリオ" pitchFamily="50" charset="-128"/>
              <a:cs typeface="メイリオ" pitchFamily="50" charset="-128"/>
            </a:endParaRPr>
          </a:p>
          <a:p>
            <a:pPr>
              <a:defRPr/>
            </a:pPr>
            <a:endParaRPr lang="en-US" altLang="ja-JP">
              <a:latin typeface="メイリオ" pitchFamily="50" charset="-128"/>
              <a:ea typeface="メイリオ" pitchFamily="50" charset="-128"/>
              <a:cs typeface="メイリオ" pitchFamily="50" charset="-128"/>
            </a:endParaRPr>
          </a:p>
          <a:p>
            <a:pPr>
              <a:defRPr/>
            </a:pPr>
            <a:endParaRPr lang="en-US" altLang="ja-JP">
              <a:latin typeface="メイリオ" pitchFamily="50" charset="-128"/>
              <a:ea typeface="メイリオ" pitchFamily="50" charset="-128"/>
              <a:cs typeface="メイリオ" pitchFamily="50" charset="-128"/>
            </a:endParaRPr>
          </a:p>
          <a:p>
            <a:pPr>
              <a:defRPr/>
            </a:pPr>
            <a:endParaRPr lang="en-US" altLang="ja-JP">
              <a:latin typeface="メイリオ" pitchFamily="50" charset="-128"/>
              <a:ea typeface="メイリオ" pitchFamily="50" charset="-128"/>
              <a:cs typeface="メイリオ" pitchFamily="50" charset="-128"/>
            </a:endParaRPr>
          </a:p>
          <a:p>
            <a:pPr>
              <a:defRPr/>
            </a:pPr>
            <a:endParaRPr lang="en-US" altLang="ja-JP">
              <a:latin typeface="メイリオ" pitchFamily="50" charset="-128"/>
              <a:ea typeface="メイリオ" pitchFamily="50" charset="-128"/>
              <a:cs typeface="メイリオ" pitchFamily="50" charset="-128"/>
            </a:endParaRPr>
          </a:p>
          <a:p>
            <a:pPr>
              <a:defRPr/>
            </a:pPr>
            <a:endParaRPr lang="en-US" altLang="ja-JP">
              <a:latin typeface="メイリオ" pitchFamily="50" charset="-128"/>
              <a:ea typeface="メイリオ" pitchFamily="50" charset="-128"/>
              <a:cs typeface="メイリオ" pitchFamily="50" charset="-128"/>
            </a:endParaRPr>
          </a:p>
          <a:p>
            <a:pPr>
              <a:defRPr/>
            </a:pPr>
            <a:endParaRPr lang="en-US" altLang="ja-JP">
              <a:latin typeface="メイリオ" pitchFamily="50" charset="-128"/>
              <a:ea typeface="メイリオ" pitchFamily="50" charset="-128"/>
              <a:cs typeface="メイリオ" pitchFamily="50" charset="-128"/>
            </a:endParaRPr>
          </a:p>
          <a:p>
            <a:pPr>
              <a:defRPr/>
            </a:pPr>
            <a:endParaRPr lang="en-US" altLang="ja-JP">
              <a:latin typeface="メイリオ" pitchFamily="50" charset="-128"/>
              <a:ea typeface="メイリオ" pitchFamily="50" charset="-128"/>
              <a:cs typeface="メイリオ" pitchFamily="50" charset="-128"/>
            </a:endParaRPr>
          </a:p>
          <a:p>
            <a:pPr>
              <a:defRPr/>
            </a:pPr>
            <a:endParaRPr lang="en-US" altLang="ja-JP">
              <a:latin typeface="メイリオ" pitchFamily="50" charset="-128"/>
              <a:ea typeface="メイリオ" pitchFamily="50" charset="-128"/>
              <a:cs typeface="メイリオ" pitchFamily="50" charset="-128"/>
            </a:endParaRPr>
          </a:p>
          <a:p>
            <a:pPr>
              <a:defRPr/>
            </a:pPr>
            <a:endParaRPr lang="en-US" altLang="ja-JP">
              <a:latin typeface="メイリオ" pitchFamily="50" charset="-128"/>
              <a:ea typeface="メイリオ" pitchFamily="50" charset="-128"/>
              <a:cs typeface="メイリオ" pitchFamily="50" charset="-128"/>
            </a:endParaRPr>
          </a:p>
          <a:p>
            <a:pPr>
              <a:defRPr/>
            </a:pPr>
            <a:endParaRPr lang="en-US" altLang="ja-JP">
              <a:latin typeface="メイリオ" pitchFamily="50" charset="-128"/>
              <a:ea typeface="メイリオ" pitchFamily="50" charset="-128"/>
              <a:cs typeface="メイリオ" pitchFamily="50" charset="-128"/>
            </a:endParaRPr>
          </a:p>
          <a:p>
            <a:pPr>
              <a:defRPr/>
            </a:pPr>
            <a:endParaRPr lang="en-US" altLang="ja-JP">
              <a:latin typeface="メイリオ" pitchFamily="50" charset="-128"/>
              <a:ea typeface="メイリオ" pitchFamily="50" charset="-128"/>
              <a:cs typeface="メイリオ" pitchFamily="50" charset="-128"/>
            </a:endParaRPr>
          </a:p>
          <a:p>
            <a:pPr>
              <a:defRPr/>
            </a:pPr>
            <a:endParaRPr lang="en-US" altLang="ja-JP">
              <a:latin typeface="メイリオ" pitchFamily="50" charset="-128"/>
              <a:ea typeface="メイリオ" pitchFamily="50" charset="-128"/>
              <a:cs typeface="メイリオ" pitchFamily="50" charset="-128"/>
            </a:endParaRPr>
          </a:p>
          <a:p>
            <a:pPr>
              <a:defRPr/>
            </a:pPr>
            <a:endParaRPr lang="en-US" altLang="ja-JP">
              <a:latin typeface="メイリオ" pitchFamily="50" charset="-128"/>
              <a:ea typeface="メイリオ" pitchFamily="50" charset="-128"/>
              <a:cs typeface="メイリオ" pitchFamily="50" charset="-128"/>
            </a:endParaRPr>
          </a:p>
          <a:p>
            <a:pPr>
              <a:defRPr/>
            </a:pPr>
            <a:endParaRPr lang="en-US" altLang="ja-JP">
              <a:latin typeface="メイリオ" pitchFamily="50" charset="-128"/>
              <a:ea typeface="メイリオ" pitchFamily="50" charset="-128"/>
              <a:cs typeface="メイリオ" pitchFamily="50" charset="-128"/>
            </a:endParaRPr>
          </a:p>
          <a:p>
            <a:pPr>
              <a:defRPr/>
            </a:pPr>
            <a:endParaRPr lang="ja-JP" altLang="en-US" dirty="0">
              <a:latin typeface="メイリオ" pitchFamily="50" charset="-128"/>
              <a:ea typeface="メイリオ" pitchFamily="50" charset="-128"/>
              <a:cs typeface="メイリオ" pitchFamily="50" charset="-128"/>
            </a:endParaRPr>
          </a:p>
        </p:txBody>
      </p:sp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CEFE1BAD-B7C2-B06A-B269-9893ADC9597D}"/>
              </a:ext>
            </a:extLst>
          </p:cNvPr>
          <p:cNvSpPr/>
          <p:nvPr/>
        </p:nvSpPr>
        <p:spPr>
          <a:xfrm>
            <a:off x="4247110" y="634120"/>
            <a:ext cx="1975512" cy="1251936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anchor="ctr"/>
          <a:lstStyle/>
          <a:p>
            <a:pPr algn="ctr">
              <a:defRPr/>
            </a:pPr>
            <a:endParaRPr lang="en-US" altLang="ja-JP" dirty="0">
              <a:latin typeface="メイリオ" pitchFamily="50" charset="-128"/>
              <a:ea typeface="メイリオ" pitchFamily="50" charset="-128"/>
              <a:cs typeface="メイリオ" pitchFamily="50" charset="-128"/>
            </a:endParaRPr>
          </a:p>
          <a:p>
            <a:pPr algn="ctr">
              <a:defRPr/>
            </a:pPr>
            <a:endParaRPr lang="en-US" altLang="ja-JP" dirty="0">
              <a:latin typeface="メイリオ" pitchFamily="50" charset="-128"/>
              <a:ea typeface="メイリオ" pitchFamily="50" charset="-128"/>
              <a:cs typeface="メイリオ" pitchFamily="50" charset="-128"/>
            </a:endParaRPr>
          </a:p>
          <a:p>
            <a:pPr algn="ctr">
              <a:defRPr/>
            </a:pPr>
            <a:endParaRPr lang="en-US" altLang="ja-JP" dirty="0">
              <a:latin typeface="メイリオ" pitchFamily="50" charset="-128"/>
              <a:ea typeface="メイリオ" pitchFamily="50" charset="-128"/>
              <a:cs typeface="メイリオ" pitchFamily="50" charset="-128"/>
            </a:endParaRPr>
          </a:p>
          <a:p>
            <a:pPr algn="ctr">
              <a:defRPr/>
            </a:pPr>
            <a:endParaRPr lang="en-US" altLang="ja-JP" dirty="0">
              <a:latin typeface="メイリオ" pitchFamily="50" charset="-128"/>
              <a:ea typeface="メイリオ" pitchFamily="50" charset="-128"/>
              <a:cs typeface="メイリオ" pitchFamily="50" charset="-128"/>
            </a:endParaRPr>
          </a:p>
          <a:p>
            <a:pPr algn="ctr">
              <a:defRPr/>
            </a:pPr>
            <a:endParaRPr lang="en-US" altLang="ja-JP" dirty="0">
              <a:latin typeface="メイリオ" pitchFamily="50" charset="-128"/>
              <a:ea typeface="メイリオ" pitchFamily="50" charset="-128"/>
              <a:cs typeface="メイリオ" pitchFamily="50" charset="-128"/>
            </a:endParaRPr>
          </a:p>
          <a:p>
            <a:pPr algn="ctr">
              <a:defRPr/>
            </a:pPr>
            <a:endParaRPr lang="en-US" altLang="ja-JP" dirty="0">
              <a:latin typeface="メイリオ" pitchFamily="50" charset="-128"/>
              <a:ea typeface="メイリオ" pitchFamily="50" charset="-128"/>
              <a:cs typeface="メイリオ" pitchFamily="50" charset="-128"/>
            </a:endParaRPr>
          </a:p>
          <a:p>
            <a:pPr algn="ctr">
              <a:defRPr/>
            </a:pPr>
            <a:endParaRPr lang="en-US" altLang="ja-JP" dirty="0">
              <a:latin typeface="メイリオ" pitchFamily="50" charset="-128"/>
              <a:ea typeface="メイリオ" pitchFamily="50" charset="-128"/>
              <a:cs typeface="メイリオ" pitchFamily="50" charset="-128"/>
            </a:endParaRPr>
          </a:p>
          <a:p>
            <a:pPr algn="ctr">
              <a:defRPr/>
            </a:pPr>
            <a:endParaRPr lang="en-US" altLang="ja-JP" dirty="0">
              <a:latin typeface="メイリオ" pitchFamily="50" charset="-128"/>
              <a:ea typeface="メイリオ" pitchFamily="50" charset="-128"/>
              <a:cs typeface="メイリオ" pitchFamily="50" charset="-128"/>
            </a:endParaRPr>
          </a:p>
          <a:p>
            <a:pPr algn="ctr">
              <a:defRPr/>
            </a:pPr>
            <a:endParaRPr lang="en-US" altLang="ja-JP" dirty="0">
              <a:latin typeface="メイリオ" pitchFamily="50" charset="-128"/>
              <a:ea typeface="メイリオ" pitchFamily="50" charset="-128"/>
              <a:cs typeface="メイリオ" pitchFamily="50" charset="-128"/>
            </a:endParaRPr>
          </a:p>
          <a:p>
            <a:pPr algn="ctr">
              <a:defRPr/>
            </a:pPr>
            <a:endParaRPr lang="en-US" altLang="ja-JP" dirty="0">
              <a:latin typeface="メイリオ" pitchFamily="50" charset="-128"/>
              <a:ea typeface="メイリオ" pitchFamily="50" charset="-128"/>
              <a:cs typeface="メイリオ" pitchFamily="50" charset="-128"/>
            </a:endParaRPr>
          </a:p>
          <a:p>
            <a:pPr algn="ctr">
              <a:defRPr/>
            </a:pPr>
            <a:endParaRPr lang="en-US" altLang="ja-JP" dirty="0">
              <a:latin typeface="メイリオ" pitchFamily="50" charset="-128"/>
              <a:ea typeface="メイリオ" pitchFamily="50" charset="-128"/>
              <a:cs typeface="メイリオ" pitchFamily="50" charset="-128"/>
            </a:endParaRPr>
          </a:p>
          <a:p>
            <a:pPr algn="ctr">
              <a:defRPr/>
            </a:pPr>
            <a:endParaRPr lang="en-US" altLang="ja-JP" dirty="0">
              <a:latin typeface="メイリオ" pitchFamily="50" charset="-128"/>
              <a:ea typeface="メイリオ" pitchFamily="50" charset="-128"/>
              <a:cs typeface="メイリオ" pitchFamily="50" charset="-128"/>
            </a:endParaRPr>
          </a:p>
          <a:p>
            <a:pPr algn="ctr">
              <a:defRPr/>
            </a:pPr>
            <a:endParaRPr lang="en-US" altLang="ja-JP" dirty="0">
              <a:latin typeface="メイリオ" pitchFamily="50" charset="-128"/>
              <a:ea typeface="メイリオ" pitchFamily="50" charset="-128"/>
              <a:cs typeface="メイリオ" pitchFamily="50" charset="-128"/>
            </a:endParaRPr>
          </a:p>
          <a:p>
            <a:pPr algn="ctr">
              <a:defRPr/>
            </a:pPr>
            <a:endParaRPr lang="ja-JP" altLang="en-US" dirty="0">
              <a:latin typeface="メイリオ" pitchFamily="50" charset="-128"/>
              <a:ea typeface="メイリオ" pitchFamily="50" charset="-128"/>
              <a:cs typeface="メイリオ" pitchFamily="50" charset="-128"/>
            </a:endParaRPr>
          </a:p>
        </p:txBody>
      </p:sp>
      <p:sp>
        <p:nvSpPr>
          <p:cNvPr id="8" name="正方形/長方形 7">
            <a:extLst>
              <a:ext uri="{FF2B5EF4-FFF2-40B4-BE49-F238E27FC236}">
                <a16:creationId xmlns:a16="http://schemas.microsoft.com/office/drawing/2014/main" id="{0014DE3A-343B-D6F2-3B61-A2CB82C05FA8}"/>
              </a:ext>
            </a:extLst>
          </p:cNvPr>
          <p:cNvSpPr/>
          <p:nvPr/>
        </p:nvSpPr>
        <p:spPr>
          <a:xfrm>
            <a:off x="1446936" y="634121"/>
            <a:ext cx="1937525" cy="1194673"/>
          </a:xfrm>
          <a:prstGeom prst="rect">
            <a:avLst/>
          </a:prstGeom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anchor="ctr"/>
          <a:lstStyle/>
          <a:p>
            <a:pPr algn="ctr">
              <a:defRPr/>
            </a:pPr>
            <a:endParaRPr lang="en-US" altLang="ja-JP" dirty="0">
              <a:latin typeface="メイリオ" pitchFamily="50" charset="-128"/>
              <a:ea typeface="メイリオ" pitchFamily="50" charset="-128"/>
              <a:cs typeface="メイリオ" pitchFamily="50" charset="-128"/>
            </a:endParaRPr>
          </a:p>
          <a:p>
            <a:pPr algn="ctr">
              <a:defRPr/>
            </a:pPr>
            <a:endParaRPr lang="en-US" altLang="ja-JP" dirty="0">
              <a:latin typeface="メイリオ" pitchFamily="50" charset="-128"/>
              <a:ea typeface="メイリオ" pitchFamily="50" charset="-128"/>
              <a:cs typeface="メイリオ" pitchFamily="50" charset="-128"/>
            </a:endParaRPr>
          </a:p>
          <a:p>
            <a:pPr algn="ctr">
              <a:defRPr/>
            </a:pPr>
            <a:endParaRPr lang="en-US" altLang="ja-JP" dirty="0">
              <a:latin typeface="メイリオ" pitchFamily="50" charset="-128"/>
              <a:ea typeface="メイリオ" pitchFamily="50" charset="-128"/>
              <a:cs typeface="メイリオ" pitchFamily="50" charset="-128"/>
            </a:endParaRPr>
          </a:p>
          <a:p>
            <a:pPr algn="ctr">
              <a:defRPr/>
            </a:pPr>
            <a:endParaRPr lang="en-US" altLang="ja-JP" dirty="0">
              <a:latin typeface="メイリオ" pitchFamily="50" charset="-128"/>
              <a:ea typeface="メイリオ" pitchFamily="50" charset="-128"/>
              <a:cs typeface="メイリオ" pitchFamily="50" charset="-128"/>
            </a:endParaRPr>
          </a:p>
          <a:p>
            <a:pPr algn="ctr">
              <a:defRPr/>
            </a:pPr>
            <a:endParaRPr lang="en-US" altLang="ja-JP" dirty="0">
              <a:latin typeface="メイリオ" pitchFamily="50" charset="-128"/>
              <a:ea typeface="メイリオ" pitchFamily="50" charset="-128"/>
              <a:cs typeface="メイリオ" pitchFamily="50" charset="-128"/>
            </a:endParaRPr>
          </a:p>
          <a:p>
            <a:pPr algn="ctr">
              <a:defRPr/>
            </a:pPr>
            <a:endParaRPr lang="en-US" altLang="ja-JP" dirty="0">
              <a:latin typeface="メイリオ" pitchFamily="50" charset="-128"/>
              <a:ea typeface="メイリオ" pitchFamily="50" charset="-128"/>
              <a:cs typeface="メイリオ" pitchFamily="50" charset="-128"/>
            </a:endParaRPr>
          </a:p>
          <a:p>
            <a:pPr algn="ctr">
              <a:defRPr/>
            </a:pPr>
            <a:endParaRPr lang="en-US" altLang="ja-JP" dirty="0">
              <a:latin typeface="メイリオ" pitchFamily="50" charset="-128"/>
              <a:ea typeface="メイリオ" pitchFamily="50" charset="-128"/>
              <a:cs typeface="メイリオ" pitchFamily="50" charset="-128"/>
            </a:endParaRPr>
          </a:p>
          <a:p>
            <a:pPr algn="ctr">
              <a:defRPr/>
            </a:pPr>
            <a:endParaRPr lang="en-US" altLang="ja-JP" dirty="0">
              <a:latin typeface="メイリオ" pitchFamily="50" charset="-128"/>
              <a:ea typeface="メイリオ" pitchFamily="50" charset="-128"/>
              <a:cs typeface="メイリオ" pitchFamily="50" charset="-128"/>
            </a:endParaRPr>
          </a:p>
          <a:p>
            <a:pPr algn="ctr">
              <a:defRPr/>
            </a:pPr>
            <a:endParaRPr lang="en-US" altLang="ja-JP" dirty="0">
              <a:latin typeface="メイリオ" pitchFamily="50" charset="-128"/>
              <a:ea typeface="メイリオ" pitchFamily="50" charset="-128"/>
              <a:cs typeface="メイリオ" pitchFamily="50" charset="-128"/>
            </a:endParaRPr>
          </a:p>
          <a:p>
            <a:pPr algn="ctr">
              <a:defRPr/>
            </a:pPr>
            <a:endParaRPr lang="en-US" altLang="ja-JP" dirty="0">
              <a:latin typeface="メイリオ" pitchFamily="50" charset="-128"/>
              <a:ea typeface="メイリオ" pitchFamily="50" charset="-128"/>
              <a:cs typeface="メイリオ" pitchFamily="50" charset="-128"/>
            </a:endParaRPr>
          </a:p>
          <a:p>
            <a:pPr algn="ctr">
              <a:defRPr/>
            </a:pPr>
            <a:endParaRPr lang="en-US" altLang="ja-JP" dirty="0">
              <a:latin typeface="メイリオ" pitchFamily="50" charset="-128"/>
              <a:ea typeface="メイリオ" pitchFamily="50" charset="-128"/>
              <a:cs typeface="メイリオ" pitchFamily="50" charset="-128"/>
            </a:endParaRPr>
          </a:p>
          <a:p>
            <a:pPr algn="ctr">
              <a:defRPr/>
            </a:pPr>
            <a:endParaRPr lang="en-US" altLang="ja-JP" dirty="0">
              <a:latin typeface="メイリオ" pitchFamily="50" charset="-128"/>
              <a:ea typeface="メイリオ" pitchFamily="50" charset="-128"/>
              <a:cs typeface="メイリオ" pitchFamily="50" charset="-128"/>
            </a:endParaRPr>
          </a:p>
          <a:p>
            <a:pPr algn="ctr">
              <a:defRPr/>
            </a:pPr>
            <a:endParaRPr lang="en-US" altLang="ja-JP" dirty="0">
              <a:latin typeface="メイリオ" pitchFamily="50" charset="-128"/>
              <a:ea typeface="メイリオ" pitchFamily="50" charset="-128"/>
              <a:cs typeface="メイリオ" pitchFamily="50" charset="-128"/>
            </a:endParaRPr>
          </a:p>
          <a:p>
            <a:pPr algn="ctr">
              <a:defRPr/>
            </a:pPr>
            <a:endParaRPr lang="ja-JP" altLang="en-US" dirty="0">
              <a:latin typeface="メイリオ" pitchFamily="50" charset="-128"/>
              <a:ea typeface="メイリオ" pitchFamily="50" charset="-128"/>
              <a:cs typeface="メイリオ" pitchFamily="50" charset="-128"/>
            </a:endParaRPr>
          </a:p>
        </p:txBody>
      </p:sp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D45D6C0C-6502-682D-CB68-46D54B6C8F34}"/>
              </a:ext>
            </a:extLst>
          </p:cNvPr>
          <p:cNvSpPr/>
          <p:nvPr/>
        </p:nvSpPr>
        <p:spPr>
          <a:xfrm>
            <a:off x="4423565" y="2734670"/>
            <a:ext cx="1575274" cy="642938"/>
          </a:xfrm>
          <a:prstGeom prst="rect">
            <a:avLst/>
          </a:prstGeom>
          <a:solidFill>
            <a:srgbClr val="92D050"/>
          </a:solidFill>
          <a:ln w="9525">
            <a:solidFill>
              <a:schemeClr val="tx1"/>
            </a:solidFill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anchor="ctr"/>
          <a:lstStyle/>
          <a:p>
            <a:pPr algn="l"/>
            <a:r>
              <a:rPr lang="en-US" altLang="ja-JP" sz="1100" dirty="0">
                <a:solidFill>
                  <a:schemeClr val="tx1"/>
                </a:solidFill>
                <a:effectLst/>
                <a:latin typeface="メイリオ" pitchFamily="50" charset="-128"/>
                <a:ea typeface="メイリオ" pitchFamily="50" charset="-128"/>
              </a:rPr>
              <a:t>Windows1.0</a:t>
            </a:r>
          </a:p>
          <a:p>
            <a:pPr algn="l"/>
            <a:r>
              <a:rPr lang="en-US" altLang="ja-JP" sz="1100" dirty="0" err="1">
                <a:solidFill>
                  <a:schemeClr val="tx1"/>
                </a:solidFill>
                <a:effectLst/>
                <a:latin typeface="メイリオ" pitchFamily="50" charset="-128"/>
                <a:ea typeface="メイリオ" pitchFamily="50" charset="-128"/>
              </a:rPr>
              <a:t>ignica</a:t>
            </a:r>
            <a:r>
              <a:rPr lang="ja-JP" altLang="en-US" sz="1100" dirty="0">
                <a:solidFill>
                  <a:schemeClr val="tx1"/>
                </a:solidFill>
                <a:effectLst/>
                <a:latin typeface="メイリオ" pitchFamily="50" charset="-128"/>
                <a:ea typeface="メイリオ" pitchFamily="50" charset="-128"/>
              </a:rPr>
              <a:t>レジ</a:t>
            </a:r>
            <a:endParaRPr lang="en-US" altLang="ja-JP" sz="1100" dirty="0">
              <a:solidFill>
                <a:schemeClr val="tx1"/>
              </a:solidFill>
              <a:effectLst/>
              <a:latin typeface="メイリオ" pitchFamily="50" charset="-128"/>
              <a:ea typeface="メイリオ" pitchFamily="50" charset="-128"/>
            </a:endParaRPr>
          </a:p>
        </p:txBody>
      </p:sp>
      <p:pic>
        <p:nvPicPr>
          <p:cNvPr id="10" name="図 30">
            <a:extLst>
              <a:ext uri="{FF2B5EF4-FFF2-40B4-BE49-F238E27FC236}">
                <a16:creationId xmlns:a16="http://schemas.microsoft.com/office/drawing/2014/main" id="{754FC7E9-6013-9C3F-D6E3-AB1045E56793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5484982" y="2865456"/>
            <a:ext cx="379413" cy="4397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11" name="正方形/長方形 10">
            <a:extLst>
              <a:ext uri="{FF2B5EF4-FFF2-40B4-BE49-F238E27FC236}">
                <a16:creationId xmlns:a16="http://schemas.microsoft.com/office/drawing/2014/main" id="{DC53B489-8F58-C4F5-61CF-02843E3F49E7}"/>
              </a:ext>
            </a:extLst>
          </p:cNvPr>
          <p:cNvSpPr/>
          <p:nvPr/>
        </p:nvSpPr>
        <p:spPr>
          <a:xfrm>
            <a:off x="1602583" y="1157242"/>
            <a:ext cx="1639476" cy="531989"/>
          </a:xfrm>
          <a:prstGeom prst="rect">
            <a:avLst/>
          </a:prstGeom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anchor="ctr"/>
          <a:lstStyle/>
          <a:p>
            <a:pPr algn="l">
              <a:defRPr/>
            </a:pPr>
            <a:r>
              <a:rPr lang="ja-JP" altLang="en-US" sz="1100" dirty="0">
                <a:effectLst/>
                <a:latin typeface="メイリオ" pitchFamily="50" charset="-128"/>
                <a:ea typeface="メイリオ" pitchFamily="50" charset="-128"/>
                <a:cs typeface="メイリオ" pitchFamily="50" charset="-128"/>
              </a:rPr>
              <a:t>基幹システム</a:t>
            </a:r>
            <a:endParaRPr lang="en-US" altLang="ja-JP" sz="1100" dirty="0">
              <a:effectLst/>
              <a:latin typeface="メイリオ" pitchFamily="50" charset="-128"/>
              <a:ea typeface="メイリオ" pitchFamily="50" charset="-128"/>
              <a:cs typeface="メイリオ" pitchFamily="50" charset="-128"/>
            </a:endParaRPr>
          </a:p>
          <a:p>
            <a:pPr algn="l">
              <a:defRPr/>
            </a:pPr>
            <a:r>
              <a:rPr lang="en-US" altLang="ja-JP" sz="1100" dirty="0">
                <a:effectLst/>
                <a:latin typeface="メイリオ" pitchFamily="50" charset="-128"/>
                <a:ea typeface="メイリオ" pitchFamily="50" charset="-128"/>
                <a:cs typeface="メイリオ" pitchFamily="50" charset="-128"/>
              </a:rPr>
              <a:t>Open central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FB9EAC63-C452-43D6-9FDB-AD39EE42257E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 bwMode="auto">
          <a:xfrm>
            <a:off x="2698302" y="1187238"/>
            <a:ext cx="496568" cy="50420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cxnSp>
        <p:nvCxnSpPr>
          <p:cNvPr id="14" name="直線矢印コネクタ 13">
            <a:extLst>
              <a:ext uri="{FF2B5EF4-FFF2-40B4-BE49-F238E27FC236}">
                <a16:creationId xmlns:a16="http://schemas.microsoft.com/office/drawing/2014/main" id="{CDD6C62B-1E7C-16E9-C84C-77CD678CDF51}"/>
              </a:ext>
            </a:extLst>
          </p:cNvPr>
          <p:cNvCxnSpPr>
            <a:cxnSpLocks/>
          </p:cNvCxnSpPr>
          <p:nvPr/>
        </p:nvCxnSpPr>
        <p:spPr>
          <a:xfrm>
            <a:off x="3428705" y="1444182"/>
            <a:ext cx="783434" cy="0"/>
          </a:xfrm>
          <a:prstGeom prst="straightConnector1">
            <a:avLst/>
          </a:prstGeom>
          <a:ln w="25400"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正方形/長方形 14">
            <a:extLst>
              <a:ext uri="{FF2B5EF4-FFF2-40B4-BE49-F238E27FC236}">
                <a16:creationId xmlns:a16="http://schemas.microsoft.com/office/drawing/2014/main" id="{70EFF2A2-7E8E-B5CD-F883-F0BCB2A21FDC}"/>
              </a:ext>
            </a:extLst>
          </p:cNvPr>
          <p:cNvSpPr/>
          <p:nvPr/>
        </p:nvSpPr>
        <p:spPr>
          <a:xfrm>
            <a:off x="4320909" y="2391111"/>
            <a:ext cx="856316" cy="428625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anchor="ctr"/>
          <a:lstStyle/>
          <a:p>
            <a:pPr algn="ctr">
              <a:defRPr/>
            </a:pPr>
            <a:r>
              <a:rPr lang="ja-JP" altLang="en-US" sz="1200" dirty="0">
                <a:effectLst/>
                <a:latin typeface="メイリオ" pitchFamily="50" charset="-128"/>
                <a:ea typeface="メイリオ" pitchFamily="50" charset="-128"/>
                <a:cs typeface="メイリオ" pitchFamily="50" charset="-128"/>
              </a:rPr>
              <a:t>店舗環境</a:t>
            </a:r>
            <a:endParaRPr lang="en-US" altLang="ja-JP" sz="1200" dirty="0">
              <a:effectLst/>
              <a:latin typeface="メイリオ" pitchFamily="50" charset="-128"/>
              <a:ea typeface="メイリオ" pitchFamily="50" charset="-128"/>
              <a:cs typeface="メイリオ" pitchFamily="50" charset="-128"/>
            </a:endParaRPr>
          </a:p>
        </p:txBody>
      </p:sp>
      <p:sp>
        <p:nvSpPr>
          <p:cNvPr id="18" name="正方形/長方形 17">
            <a:extLst>
              <a:ext uri="{FF2B5EF4-FFF2-40B4-BE49-F238E27FC236}">
                <a16:creationId xmlns:a16="http://schemas.microsoft.com/office/drawing/2014/main" id="{6B950654-0FD0-BA43-EA0B-5A799DE79FFE}"/>
              </a:ext>
            </a:extLst>
          </p:cNvPr>
          <p:cNvSpPr/>
          <p:nvPr/>
        </p:nvSpPr>
        <p:spPr>
          <a:xfrm>
            <a:off x="4247109" y="630657"/>
            <a:ext cx="974948" cy="428625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ja-JP" sz="1200" dirty="0">
                <a:effectLst/>
                <a:latin typeface="メイリオ" pitchFamily="50" charset="-128"/>
                <a:ea typeface="メイリオ" pitchFamily="50" charset="-128"/>
                <a:cs typeface="メイリオ" pitchFamily="50" charset="-128"/>
              </a:rPr>
              <a:t>Azure</a:t>
            </a:r>
          </a:p>
          <a:p>
            <a:pPr algn="ctr">
              <a:defRPr/>
            </a:pPr>
            <a:r>
              <a:rPr lang="en-US" altLang="ja-JP" sz="1200" dirty="0">
                <a:effectLst/>
                <a:latin typeface="メイリオ" pitchFamily="50" charset="-128"/>
                <a:ea typeface="メイリオ" pitchFamily="50" charset="-128"/>
                <a:cs typeface="メイリオ" pitchFamily="50" charset="-128"/>
              </a:rPr>
              <a:t>(VINX)</a:t>
            </a:r>
          </a:p>
        </p:txBody>
      </p:sp>
      <p:sp>
        <p:nvSpPr>
          <p:cNvPr id="34" name="正方形/長方形 33">
            <a:extLst>
              <a:ext uri="{FF2B5EF4-FFF2-40B4-BE49-F238E27FC236}">
                <a16:creationId xmlns:a16="http://schemas.microsoft.com/office/drawing/2014/main" id="{449471EE-F846-9C57-08FA-5DEA4DF5E228}"/>
              </a:ext>
            </a:extLst>
          </p:cNvPr>
          <p:cNvSpPr/>
          <p:nvPr/>
        </p:nvSpPr>
        <p:spPr>
          <a:xfrm>
            <a:off x="4406325" y="1134633"/>
            <a:ext cx="1592514" cy="527844"/>
          </a:xfrm>
          <a:prstGeom prst="rect">
            <a:avLst/>
          </a:prstGeom>
          <a:solidFill>
            <a:srgbClr val="92D050"/>
          </a:solidFill>
          <a:ln w="9525">
            <a:solidFill>
              <a:schemeClr val="accent2"/>
            </a:solidFill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anchor="ctr"/>
          <a:lstStyle/>
          <a:p>
            <a:pPr algn="l"/>
            <a:r>
              <a:rPr lang="en-US" altLang="ja-JP" sz="1100" dirty="0">
                <a:solidFill>
                  <a:schemeClr val="tx1"/>
                </a:solidFill>
                <a:effectLst/>
                <a:latin typeface="メイリオ" pitchFamily="50" charset="-128"/>
                <a:ea typeface="メイリオ" pitchFamily="50" charset="-128"/>
              </a:rPr>
              <a:t>POSserver1.0</a:t>
            </a:r>
          </a:p>
        </p:txBody>
      </p:sp>
      <p:pic>
        <p:nvPicPr>
          <p:cNvPr id="35" name="Picture 11">
            <a:extLst>
              <a:ext uri="{FF2B5EF4-FFF2-40B4-BE49-F238E27FC236}">
                <a16:creationId xmlns:a16="http://schemas.microsoft.com/office/drawing/2014/main" id="{DBFF166F-8CB3-B440-42E3-BE3A658CB35E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 bwMode="auto">
          <a:xfrm>
            <a:off x="5485031" y="1151596"/>
            <a:ext cx="496568" cy="50420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17" name="正方形/長方形 16">
            <a:extLst>
              <a:ext uri="{FF2B5EF4-FFF2-40B4-BE49-F238E27FC236}">
                <a16:creationId xmlns:a16="http://schemas.microsoft.com/office/drawing/2014/main" id="{D8AA600B-B0B3-5CB4-04DD-CE39B22BD360}"/>
              </a:ext>
            </a:extLst>
          </p:cNvPr>
          <p:cNvSpPr/>
          <p:nvPr/>
        </p:nvSpPr>
        <p:spPr>
          <a:xfrm>
            <a:off x="7060305" y="634120"/>
            <a:ext cx="1975512" cy="1251933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anchor="ctr"/>
          <a:lstStyle/>
          <a:p>
            <a:pPr algn="ctr">
              <a:defRPr/>
            </a:pPr>
            <a:endParaRPr lang="en-US" altLang="ja-JP" dirty="0">
              <a:latin typeface="メイリオ" pitchFamily="50" charset="-128"/>
              <a:ea typeface="メイリオ" pitchFamily="50" charset="-128"/>
              <a:cs typeface="メイリオ" pitchFamily="50" charset="-128"/>
            </a:endParaRPr>
          </a:p>
          <a:p>
            <a:pPr algn="ctr">
              <a:defRPr/>
            </a:pPr>
            <a:endParaRPr lang="en-US" altLang="ja-JP" dirty="0">
              <a:latin typeface="メイリオ" pitchFamily="50" charset="-128"/>
              <a:ea typeface="メイリオ" pitchFamily="50" charset="-128"/>
              <a:cs typeface="メイリオ" pitchFamily="50" charset="-128"/>
            </a:endParaRPr>
          </a:p>
          <a:p>
            <a:pPr algn="ctr">
              <a:defRPr/>
            </a:pPr>
            <a:endParaRPr lang="en-US" altLang="ja-JP" dirty="0">
              <a:latin typeface="メイリオ" pitchFamily="50" charset="-128"/>
              <a:ea typeface="メイリオ" pitchFamily="50" charset="-128"/>
              <a:cs typeface="メイリオ" pitchFamily="50" charset="-128"/>
            </a:endParaRPr>
          </a:p>
          <a:p>
            <a:pPr algn="ctr">
              <a:defRPr/>
            </a:pPr>
            <a:endParaRPr lang="en-US" altLang="ja-JP" dirty="0">
              <a:latin typeface="メイリオ" pitchFamily="50" charset="-128"/>
              <a:ea typeface="メイリオ" pitchFamily="50" charset="-128"/>
              <a:cs typeface="メイリオ" pitchFamily="50" charset="-128"/>
            </a:endParaRPr>
          </a:p>
          <a:p>
            <a:pPr algn="ctr">
              <a:defRPr/>
            </a:pPr>
            <a:endParaRPr lang="en-US" altLang="ja-JP" dirty="0">
              <a:latin typeface="メイリオ" pitchFamily="50" charset="-128"/>
              <a:ea typeface="メイリオ" pitchFamily="50" charset="-128"/>
              <a:cs typeface="メイリオ" pitchFamily="50" charset="-128"/>
            </a:endParaRPr>
          </a:p>
          <a:p>
            <a:pPr algn="ctr">
              <a:defRPr/>
            </a:pPr>
            <a:endParaRPr lang="en-US" altLang="ja-JP" dirty="0">
              <a:latin typeface="メイリオ" pitchFamily="50" charset="-128"/>
              <a:ea typeface="メイリオ" pitchFamily="50" charset="-128"/>
              <a:cs typeface="メイリオ" pitchFamily="50" charset="-128"/>
            </a:endParaRPr>
          </a:p>
          <a:p>
            <a:pPr algn="ctr">
              <a:defRPr/>
            </a:pPr>
            <a:endParaRPr lang="en-US" altLang="ja-JP" dirty="0">
              <a:latin typeface="メイリオ" pitchFamily="50" charset="-128"/>
              <a:ea typeface="メイリオ" pitchFamily="50" charset="-128"/>
              <a:cs typeface="メイリオ" pitchFamily="50" charset="-128"/>
            </a:endParaRPr>
          </a:p>
          <a:p>
            <a:pPr algn="ctr">
              <a:defRPr/>
            </a:pPr>
            <a:endParaRPr lang="en-US" altLang="ja-JP" dirty="0">
              <a:latin typeface="メイリオ" pitchFamily="50" charset="-128"/>
              <a:ea typeface="メイリオ" pitchFamily="50" charset="-128"/>
              <a:cs typeface="メイリオ" pitchFamily="50" charset="-128"/>
            </a:endParaRPr>
          </a:p>
          <a:p>
            <a:pPr algn="ctr">
              <a:defRPr/>
            </a:pPr>
            <a:endParaRPr lang="en-US" altLang="ja-JP" dirty="0">
              <a:latin typeface="メイリオ" pitchFamily="50" charset="-128"/>
              <a:ea typeface="メイリオ" pitchFamily="50" charset="-128"/>
              <a:cs typeface="メイリオ" pitchFamily="50" charset="-128"/>
            </a:endParaRPr>
          </a:p>
          <a:p>
            <a:pPr algn="ctr">
              <a:defRPr/>
            </a:pPr>
            <a:endParaRPr lang="en-US" altLang="ja-JP" dirty="0">
              <a:latin typeface="メイリオ" pitchFamily="50" charset="-128"/>
              <a:ea typeface="メイリオ" pitchFamily="50" charset="-128"/>
              <a:cs typeface="メイリオ" pitchFamily="50" charset="-128"/>
            </a:endParaRPr>
          </a:p>
          <a:p>
            <a:pPr algn="ctr">
              <a:defRPr/>
            </a:pPr>
            <a:endParaRPr lang="en-US" altLang="ja-JP" dirty="0">
              <a:latin typeface="メイリオ" pitchFamily="50" charset="-128"/>
              <a:ea typeface="メイリオ" pitchFamily="50" charset="-128"/>
              <a:cs typeface="メイリオ" pitchFamily="50" charset="-128"/>
            </a:endParaRPr>
          </a:p>
          <a:p>
            <a:pPr algn="ctr">
              <a:defRPr/>
            </a:pPr>
            <a:endParaRPr lang="en-US" altLang="ja-JP" dirty="0">
              <a:latin typeface="メイリオ" pitchFamily="50" charset="-128"/>
              <a:ea typeface="メイリオ" pitchFamily="50" charset="-128"/>
              <a:cs typeface="メイリオ" pitchFamily="50" charset="-128"/>
            </a:endParaRPr>
          </a:p>
          <a:p>
            <a:pPr algn="ctr">
              <a:defRPr/>
            </a:pPr>
            <a:endParaRPr lang="en-US" altLang="ja-JP" dirty="0">
              <a:latin typeface="メイリオ" pitchFamily="50" charset="-128"/>
              <a:ea typeface="メイリオ" pitchFamily="50" charset="-128"/>
              <a:cs typeface="メイリオ" pitchFamily="50" charset="-128"/>
            </a:endParaRPr>
          </a:p>
          <a:p>
            <a:pPr algn="ctr">
              <a:defRPr/>
            </a:pPr>
            <a:endParaRPr lang="ja-JP" altLang="en-US" dirty="0">
              <a:latin typeface="メイリオ" pitchFamily="50" charset="-128"/>
              <a:ea typeface="メイリオ" pitchFamily="50" charset="-128"/>
              <a:cs typeface="メイリオ" pitchFamily="50" charset="-128"/>
            </a:endParaRPr>
          </a:p>
        </p:txBody>
      </p:sp>
      <p:sp>
        <p:nvSpPr>
          <p:cNvPr id="38" name="正方形/長方形 37">
            <a:extLst>
              <a:ext uri="{FF2B5EF4-FFF2-40B4-BE49-F238E27FC236}">
                <a16:creationId xmlns:a16="http://schemas.microsoft.com/office/drawing/2014/main" id="{DE517E1B-764E-EED4-EA1D-519D9AA7548C}"/>
              </a:ext>
            </a:extLst>
          </p:cNvPr>
          <p:cNvSpPr/>
          <p:nvPr/>
        </p:nvSpPr>
        <p:spPr>
          <a:xfrm>
            <a:off x="7072784" y="620845"/>
            <a:ext cx="856316" cy="428625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anchor="ctr"/>
          <a:lstStyle/>
          <a:p>
            <a:pPr>
              <a:defRPr/>
            </a:pPr>
            <a:r>
              <a:rPr lang="en-US" altLang="ja-JP" sz="1200" dirty="0">
                <a:effectLst/>
                <a:latin typeface="メイリオ" pitchFamily="50" charset="-128"/>
                <a:ea typeface="メイリオ" pitchFamily="50" charset="-128"/>
                <a:cs typeface="メイリオ" pitchFamily="50" charset="-128"/>
              </a:rPr>
              <a:t>AWS</a:t>
            </a:r>
          </a:p>
        </p:txBody>
      </p:sp>
      <p:sp>
        <p:nvSpPr>
          <p:cNvPr id="39" name="正方形/長方形 38">
            <a:extLst>
              <a:ext uri="{FF2B5EF4-FFF2-40B4-BE49-F238E27FC236}">
                <a16:creationId xmlns:a16="http://schemas.microsoft.com/office/drawing/2014/main" id="{72CECB5B-480D-5176-7BF8-E3170FAB644E}"/>
              </a:ext>
            </a:extLst>
          </p:cNvPr>
          <p:cNvSpPr/>
          <p:nvPr/>
        </p:nvSpPr>
        <p:spPr>
          <a:xfrm>
            <a:off x="7310615" y="1134633"/>
            <a:ext cx="1592514" cy="527844"/>
          </a:xfrm>
          <a:prstGeom prst="rect">
            <a:avLst/>
          </a:prstGeom>
          <a:solidFill>
            <a:srgbClr val="FFFF00"/>
          </a:solidFill>
          <a:ln w="9525">
            <a:solidFill>
              <a:schemeClr val="accent2"/>
            </a:solidFill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anchor="ctr"/>
          <a:lstStyle/>
          <a:p>
            <a:pPr algn="l"/>
            <a:r>
              <a:rPr lang="en-US" altLang="ja-JP" sz="1100" dirty="0" err="1">
                <a:solidFill>
                  <a:schemeClr val="tx1"/>
                </a:solidFill>
                <a:effectLst/>
                <a:latin typeface="メイリオ" pitchFamily="50" charset="-128"/>
                <a:ea typeface="メイリオ" pitchFamily="50" charset="-128"/>
              </a:rPr>
              <a:t>Scan&amp;Go</a:t>
            </a:r>
            <a:endParaRPr lang="en-US" altLang="ja-JP" sz="1100" dirty="0">
              <a:solidFill>
                <a:schemeClr val="tx1"/>
              </a:solidFill>
              <a:effectLst/>
              <a:latin typeface="メイリオ" pitchFamily="50" charset="-128"/>
              <a:ea typeface="メイリオ" pitchFamily="50" charset="-128"/>
            </a:endParaRPr>
          </a:p>
          <a:p>
            <a:pPr algn="l"/>
            <a:r>
              <a:rPr lang="ja-JP" altLang="en-US" sz="1100" dirty="0">
                <a:solidFill>
                  <a:schemeClr val="tx1"/>
                </a:solidFill>
                <a:effectLst/>
                <a:latin typeface="メイリオ" pitchFamily="50" charset="-128"/>
                <a:ea typeface="メイリオ" pitchFamily="50" charset="-128"/>
              </a:rPr>
              <a:t>サーバ</a:t>
            </a:r>
            <a:endParaRPr lang="en-US" altLang="ja-JP" sz="1100" dirty="0">
              <a:solidFill>
                <a:schemeClr val="tx1"/>
              </a:solidFill>
              <a:effectLst/>
              <a:latin typeface="メイリオ" pitchFamily="50" charset="-128"/>
              <a:ea typeface="メイリオ" pitchFamily="50" charset="-128"/>
            </a:endParaRPr>
          </a:p>
        </p:txBody>
      </p:sp>
      <p:pic>
        <p:nvPicPr>
          <p:cNvPr id="40" name="Picture 11">
            <a:extLst>
              <a:ext uri="{FF2B5EF4-FFF2-40B4-BE49-F238E27FC236}">
                <a16:creationId xmlns:a16="http://schemas.microsoft.com/office/drawing/2014/main" id="{1A532E85-8DDA-4D33-AE08-CB9171D1EED7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 bwMode="auto">
          <a:xfrm>
            <a:off x="8389321" y="1151596"/>
            <a:ext cx="496568" cy="50420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42" name="正方形/長方形 41">
            <a:extLst>
              <a:ext uri="{FF2B5EF4-FFF2-40B4-BE49-F238E27FC236}">
                <a16:creationId xmlns:a16="http://schemas.microsoft.com/office/drawing/2014/main" id="{8F69C3F3-8CDF-5B73-F4ED-7C9CC8834126}"/>
              </a:ext>
            </a:extLst>
          </p:cNvPr>
          <p:cNvSpPr/>
          <p:nvPr/>
        </p:nvSpPr>
        <p:spPr>
          <a:xfrm>
            <a:off x="7199206" y="2734670"/>
            <a:ext cx="1575274" cy="642938"/>
          </a:xfrm>
          <a:prstGeom prst="rect">
            <a:avLst/>
          </a:prstGeom>
          <a:solidFill>
            <a:srgbClr val="FFFF00"/>
          </a:solidFill>
          <a:ln w="9525">
            <a:solidFill>
              <a:schemeClr val="accent2"/>
            </a:solidFill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anchor="ctr"/>
          <a:lstStyle/>
          <a:p>
            <a:pPr algn="l"/>
            <a:r>
              <a:rPr lang="en-US" altLang="ja-JP" sz="1100" dirty="0" err="1">
                <a:solidFill>
                  <a:schemeClr val="tx1"/>
                </a:solidFill>
                <a:effectLst/>
                <a:latin typeface="メイリオ" pitchFamily="50" charset="-128"/>
                <a:ea typeface="メイリオ" pitchFamily="50" charset="-128"/>
              </a:rPr>
              <a:t>Scan&amp;Go</a:t>
            </a:r>
            <a:endParaRPr lang="en-US" altLang="ja-JP" sz="1100" dirty="0">
              <a:solidFill>
                <a:schemeClr val="tx1"/>
              </a:solidFill>
              <a:effectLst/>
              <a:latin typeface="メイリオ" pitchFamily="50" charset="-128"/>
              <a:ea typeface="メイリオ" pitchFamily="50" charset="-128"/>
            </a:endParaRPr>
          </a:p>
        </p:txBody>
      </p:sp>
      <p:cxnSp>
        <p:nvCxnSpPr>
          <p:cNvPr id="78" name="直線矢印コネクタ 77">
            <a:extLst>
              <a:ext uri="{FF2B5EF4-FFF2-40B4-BE49-F238E27FC236}">
                <a16:creationId xmlns:a16="http://schemas.microsoft.com/office/drawing/2014/main" id="{13066459-64CD-6E6A-B72C-FADB84046E02}"/>
              </a:ext>
            </a:extLst>
          </p:cNvPr>
          <p:cNvCxnSpPr>
            <a:cxnSpLocks/>
          </p:cNvCxnSpPr>
          <p:nvPr/>
        </p:nvCxnSpPr>
        <p:spPr>
          <a:xfrm>
            <a:off x="5213026" y="330216"/>
            <a:ext cx="5642933" cy="0"/>
          </a:xfrm>
          <a:prstGeom prst="straightConnector1">
            <a:avLst/>
          </a:prstGeom>
          <a:ln w="25400"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88" name="図 87">
            <a:extLst>
              <a:ext uri="{FF2B5EF4-FFF2-40B4-BE49-F238E27FC236}">
                <a16:creationId xmlns:a16="http://schemas.microsoft.com/office/drawing/2014/main" id="{DC640D33-8EB7-2B57-79A8-31B59A36536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22798" y="2797893"/>
            <a:ext cx="345350" cy="549976"/>
          </a:xfrm>
          <a:prstGeom prst="rect">
            <a:avLst/>
          </a:prstGeom>
        </p:spPr>
      </p:pic>
      <p:cxnSp>
        <p:nvCxnSpPr>
          <p:cNvPr id="53" name="直線矢印コネクタ 52">
            <a:extLst>
              <a:ext uri="{FF2B5EF4-FFF2-40B4-BE49-F238E27FC236}">
                <a16:creationId xmlns:a16="http://schemas.microsoft.com/office/drawing/2014/main" id="{656AB1CD-B446-B441-6885-1606762DD184}"/>
              </a:ext>
            </a:extLst>
          </p:cNvPr>
          <p:cNvCxnSpPr>
            <a:cxnSpLocks/>
          </p:cNvCxnSpPr>
          <p:nvPr/>
        </p:nvCxnSpPr>
        <p:spPr>
          <a:xfrm>
            <a:off x="5214156" y="294968"/>
            <a:ext cx="0" cy="335689"/>
          </a:xfrm>
          <a:prstGeom prst="straightConnector1">
            <a:avLst/>
          </a:prstGeom>
          <a:ln w="25400"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直線矢印コネクタ 50">
            <a:extLst>
              <a:ext uri="{FF2B5EF4-FFF2-40B4-BE49-F238E27FC236}">
                <a16:creationId xmlns:a16="http://schemas.microsoft.com/office/drawing/2014/main" id="{7E9B1E22-D4DB-09AB-39D7-C55B28F78549}"/>
              </a:ext>
            </a:extLst>
          </p:cNvPr>
          <p:cNvCxnSpPr>
            <a:cxnSpLocks/>
          </p:cNvCxnSpPr>
          <p:nvPr/>
        </p:nvCxnSpPr>
        <p:spPr>
          <a:xfrm>
            <a:off x="8014938" y="1901257"/>
            <a:ext cx="0" cy="544718"/>
          </a:xfrm>
          <a:prstGeom prst="straightConnector1">
            <a:avLst/>
          </a:prstGeom>
          <a:ln w="25400"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直線コネクタ 51">
            <a:extLst>
              <a:ext uri="{FF2B5EF4-FFF2-40B4-BE49-F238E27FC236}">
                <a16:creationId xmlns:a16="http://schemas.microsoft.com/office/drawing/2014/main" id="{61C8F0FC-676A-2EAC-DC19-9DED368C7919}"/>
              </a:ext>
            </a:extLst>
          </p:cNvPr>
          <p:cNvCxnSpPr/>
          <p:nvPr/>
        </p:nvCxnSpPr>
        <p:spPr>
          <a:xfrm>
            <a:off x="0" y="3590741"/>
            <a:ext cx="12048069" cy="0"/>
          </a:xfrm>
          <a:prstGeom prst="line">
            <a:avLst/>
          </a:prstGeom>
          <a:ln>
            <a:solidFill>
              <a:srgbClr val="00206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5" name="正方形/長方形 54">
            <a:extLst>
              <a:ext uri="{FF2B5EF4-FFF2-40B4-BE49-F238E27FC236}">
                <a16:creationId xmlns:a16="http://schemas.microsoft.com/office/drawing/2014/main" id="{237DA86E-77E7-CD63-0DA8-865CEC013F7D}"/>
              </a:ext>
            </a:extLst>
          </p:cNvPr>
          <p:cNvSpPr/>
          <p:nvPr/>
        </p:nvSpPr>
        <p:spPr>
          <a:xfrm flipH="1">
            <a:off x="4251621" y="5489611"/>
            <a:ext cx="4784195" cy="1065375"/>
          </a:xfrm>
          <a:prstGeom prst="rect">
            <a:avLst/>
          </a:prstGeom>
          <a:gradFill>
            <a:gsLst>
              <a:gs pos="0">
                <a:schemeClr val="accent3">
                  <a:tint val="50000"/>
                  <a:satMod val="300000"/>
                </a:schemeClr>
              </a:gs>
              <a:gs pos="35000">
                <a:schemeClr val="accent3">
                  <a:tint val="37000"/>
                  <a:satMod val="300000"/>
                </a:schemeClr>
              </a:gs>
              <a:gs pos="100000">
                <a:schemeClr val="accent3">
                  <a:tint val="15000"/>
                  <a:satMod val="350000"/>
                </a:schemeClr>
              </a:gs>
            </a:gsLst>
            <a:lin ang="16200000" scaled="1"/>
          </a:gradFill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anchor="ctr"/>
          <a:lstStyle/>
          <a:p>
            <a:pPr>
              <a:defRPr/>
            </a:pPr>
            <a:endParaRPr lang="en-US" altLang="ja-JP">
              <a:latin typeface="メイリオ" pitchFamily="50" charset="-128"/>
              <a:ea typeface="メイリオ" pitchFamily="50" charset="-128"/>
              <a:cs typeface="メイリオ" pitchFamily="50" charset="-128"/>
            </a:endParaRPr>
          </a:p>
          <a:p>
            <a:pPr>
              <a:defRPr/>
            </a:pPr>
            <a:endParaRPr lang="en-US" altLang="ja-JP">
              <a:latin typeface="メイリオ" pitchFamily="50" charset="-128"/>
              <a:ea typeface="メイリオ" pitchFamily="50" charset="-128"/>
              <a:cs typeface="メイリオ" pitchFamily="50" charset="-128"/>
            </a:endParaRPr>
          </a:p>
          <a:p>
            <a:pPr>
              <a:defRPr/>
            </a:pPr>
            <a:endParaRPr lang="en-US" altLang="ja-JP">
              <a:latin typeface="メイリオ" pitchFamily="50" charset="-128"/>
              <a:ea typeface="メイリオ" pitchFamily="50" charset="-128"/>
              <a:cs typeface="メイリオ" pitchFamily="50" charset="-128"/>
            </a:endParaRPr>
          </a:p>
          <a:p>
            <a:pPr>
              <a:defRPr/>
            </a:pPr>
            <a:endParaRPr lang="en-US" altLang="ja-JP">
              <a:latin typeface="メイリオ" pitchFamily="50" charset="-128"/>
              <a:ea typeface="メイリオ" pitchFamily="50" charset="-128"/>
              <a:cs typeface="メイリオ" pitchFamily="50" charset="-128"/>
            </a:endParaRPr>
          </a:p>
          <a:p>
            <a:pPr>
              <a:defRPr/>
            </a:pPr>
            <a:endParaRPr lang="en-US" altLang="ja-JP">
              <a:latin typeface="メイリオ" pitchFamily="50" charset="-128"/>
              <a:ea typeface="メイリオ" pitchFamily="50" charset="-128"/>
              <a:cs typeface="メイリオ" pitchFamily="50" charset="-128"/>
            </a:endParaRPr>
          </a:p>
          <a:p>
            <a:pPr>
              <a:defRPr/>
            </a:pPr>
            <a:endParaRPr lang="en-US" altLang="ja-JP">
              <a:latin typeface="メイリオ" pitchFamily="50" charset="-128"/>
              <a:ea typeface="メイリオ" pitchFamily="50" charset="-128"/>
              <a:cs typeface="メイリオ" pitchFamily="50" charset="-128"/>
            </a:endParaRPr>
          </a:p>
          <a:p>
            <a:pPr>
              <a:defRPr/>
            </a:pPr>
            <a:endParaRPr lang="en-US" altLang="ja-JP">
              <a:latin typeface="メイリオ" pitchFamily="50" charset="-128"/>
              <a:ea typeface="メイリオ" pitchFamily="50" charset="-128"/>
              <a:cs typeface="メイリオ" pitchFamily="50" charset="-128"/>
            </a:endParaRPr>
          </a:p>
          <a:p>
            <a:pPr>
              <a:defRPr/>
            </a:pPr>
            <a:endParaRPr lang="en-US" altLang="ja-JP">
              <a:latin typeface="メイリオ" pitchFamily="50" charset="-128"/>
              <a:ea typeface="メイリオ" pitchFamily="50" charset="-128"/>
              <a:cs typeface="メイリオ" pitchFamily="50" charset="-128"/>
            </a:endParaRPr>
          </a:p>
          <a:p>
            <a:pPr>
              <a:defRPr/>
            </a:pPr>
            <a:endParaRPr lang="en-US" altLang="ja-JP">
              <a:latin typeface="メイリオ" pitchFamily="50" charset="-128"/>
              <a:ea typeface="メイリオ" pitchFamily="50" charset="-128"/>
              <a:cs typeface="メイリオ" pitchFamily="50" charset="-128"/>
            </a:endParaRPr>
          </a:p>
          <a:p>
            <a:pPr>
              <a:defRPr/>
            </a:pPr>
            <a:endParaRPr lang="en-US" altLang="ja-JP">
              <a:latin typeface="メイリオ" pitchFamily="50" charset="-128"/>
              <a:ea typeface="メイリオ" pitchFamily="50" charset="-128"/>
              <a:cs typeface="メイリオ" pitchFamily="50" charset="-128"/>
            </a:endParaRPr>
          </a:p>
          <a:p>
            <a:pPr>
              <a:defRPr/>
            </a:pPr>
            <a:endParaRPr lang="en-US" altLang="ja-JP">
              <a:latin typeface="メイリオ" pitchFamily="50" charset="-128"/>
              <a:ea typeface="メイリオ" pitchFamily="50" charset="-128"/>
              <a:cs typeface="メイリオ" pitchFamily="50" charset="-128"/>
            </a:endParaRPr>
          </a:p>
          <a:p>
            <a:pPr>
              <a:defRPr/>
            </a:pPr>
            <a:endParaRPr lang="en-US" altLang="ja-JP">
              <a:latin typeface="メイリオ" pitchFamily="50" charset="-128"/>
              <a:ea typeface="メイリオ" pitchFamily="50" charset="-128"/>
              <a:cs typeface="メイリオ" pitchFamily="50" charset="-128"/>
            </a:endParaRPr>
          </a:p>
          <a:p>
            <a:pPr>
              <a:defRPr/>
            </a:pPr>
            <a:endParaRPr lang="en-US" altLang="ja-JP">
              <a:latin typeface="メイリオ" pitchFamily="50" charset="-128"/>
              <a:ea typeface="メイリオ" pitchFamily="50" charset="-128"/>
              <a:cs typeface="メイリオ" pitchFamily="50" charset="-128"/>
            </a:endParaRPr>
          </a:p>
          <a:p>
            <a:pPr>
              <a:defRPr/>
            </a:pPr>
            <a:endParaRPr lang="en-US" altLang="ja-JP">
              <a:latin typeface="メイリオ" pitchFamily="50" charset="-128"/>
              <a:ea typeface="メイリオ" pitchFamily="50" charset="-128"/>
              <a:cs typeface="メイリオ" pitchFamily="50" charset="-128"/>
            </a:endParaRPr>
          </a:p>
          <a:p>
            <a:pPr>
              <a:defRPr/>
            </a:pPr>
            <a:endParaRPr lang="en-US" altLang="ja-JP">
              <a:latin typeface="メイリオ" pitchFamily="50" charset="-128"/>
              <a:ea typeface="メイリオ" pitchFamily="50" charset="-128"/>
              <a:cs typeface="メイリオ" pitchFamily="50" charset="-128"/>
            </a:endParaRPr>
          </a:p>
          <a:p>
            <a:pPr>
              <a:defRPr/>
            </a:pPr>
            <a:endParaRPr lang="en-US" altLang="ja-JP">
              <a:latin typeface="メイリオ" pitchFamily="50" charset="-128"/>
              <a:ea typeface="メイリオ" pitchFamily="50" charset="-128"/>
              <a:cs typeface="メイリオ" pitchFamily="50" charset="-128"/>
            </a:endParaRPr>
          </a:p>
          <a:p>
            <a:pPr>
              <a:defRPr/>
            </a:pPr>
            <a:endParaRPr lang="ja-JP" altLang="en-US" dirty="0">
              <a:latin typeface="メイリオ" pitchFamily="50" charset="-128"/>
              <a:ea typeface="メイリオ" pitchFamily="50" charset="-128"/>
              <a:cs typeface="メイリオ" pitchFamily="50" charset="-128"/>
            </a:endParaRPr>
          </a:p>
        </p:txBody>
      </p:sp>
      <p:sp>
        <p:nvSpPr>
          <p:cNvPr id="59" name="正方形/長方形 58">
            <a:extLst>
              <a:ext uri="{FF2B5EF4-FFF2-40B4-BE49-F238E27FC236}">
                <a16:creationId xmlns:a16="http://schemas.microsoft.com/office/drawing/2014/main" id="{56E22B0E-1EAB-558A-C6DC-BD58B576102B}"/>
              </a:ext>
            </a:extLst>
          </p:cNvPr>
          <p:cNvSpPr/>
          <p:nvPr/>
        </p:nvSpPr>
        <p:spPr>
          <a:xfrm>
            <a:off x="4247110" y="3677756"/>
            <a:ext cx="1975512" cy="1251936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anchor="ctr"/>
          <a:lstStyle/>
          <a:p>
            <a:pPr algn="ctr">
              <a:defRPr/>
            </a:pPr>
            <a:endParaRPr lang="en-US" altLang="ja-JP" dirty="0">
              <a:latin typeface="メイリオ" pitchFamily="50" charset="-128"/>
              <a:ea typeface="メイリオ" pitchFamily="50" charset="-128"/>
              <a:cs typeface="メイリオ" pitchFamily="50" charset="-128"/>
            </a:endParaRPr>
          </a:p>
          <a:p>
            <a:pPr algn="ctr">
              <a:defRPr/>
            </a:pPr>
            <a:endParaRPr lang="en-US" altLang="ja-JP" dirty="0">
              <a:latin typeface="メイリオ" pitchFamily="50" charset="-128"/>
              <a:ea typeface="メイリオ" pitchFamily="50" charset="-128"/>
              <a:cs typeface="メイリオ" pitchFamily="50" charset="-128"/>
            </a:endParaRPr>
          </a:p>
          <a:p>
            <a:pPr algn="ctr">
              <a:defRPr/>
            </a:pPr>
            <a:endParaRPr lang="en-US" altLang="ja-JP" dirty="0">
              <a:latin typeface="メイリオ" pitchFamily="50" charset="-128"/>
              <a:ea typeface="メイリオ" pitchFamily="50" charset="-128"/>
              <a:cs typeface="メイリオ" pitchFamily="50" charset="-128"/>
            </a:endParaRPr>
          </a:p>
          <a:p>
            <a:pPr algn="ctr">
              <a:defRPr/>
            </a:pPr>
            <a:endParaRPr lang="en-US" altLang="ja-JP" dirty="0">
              <a:latin typeface="メイリオ" pitchFamily="50" charset="-128"/>
              <a:ea typeface="メイリオ" pitchFamily="50" charset="-128"/>
              <a:cs typeface="メイリオ" pitchFamily="50" charset="-128"/>
            </a:endParaRPr>
          </a:p>
          <a:p>
            <a:pPr algn="ctr">
              <a:defRPr/>
            </a:pPr>
            <a:endParaRPr lang="en-US" altLang="ja-JP" dirty="0">
              <a:latin typeface="メイリオ" pitchFamily="50" charset="-128"/>
              <a:ea typeface="メイリオ" pitchFamily="50" charset="-128"/>
              <a:cs typeface="メイリオ" pitchFamily="50" charset="-128"/>
            </a:endParaRPr>
          </a:p>
          <a:p>
            <a:pPr algn="ctr">
              <a:defRPr/>
            </a:pPr>
            <a:endParaRPr lang="en-US" altLang="ja-JP" dirty="0">
              <a:latin typeface="メイリオ" pitchFamily="50" charset="-128"/>
              <a:ea typeface="メイリオ" pitchFamily="50" charset="-128"/>
              <a:cs typeface="メイリオ" pitchFamily="50" charset="-128"/>
            </a:endParaRPr>
          </a:p>
          <a:p>
            <a:pPr algn="ctr">
              <a:defRPr/>
            </a:pPr>
            <a:endParaRPr lang="en-US" altLang="ja-JP" dirty="0">
              <a:latin typeface="メイリオ" pitchFamily="50" charset="-128"/>
              <a:ea typeface="メイリオ" pitchFamily="50" charset="-128"/>
              <a:cs typeface="メイリオ" pitchFamily="50" charset="-128"/>
            </a:endParaRPr>
          </a:p>
          <a:p>
            <a:pPr algn="ctr">
              <a:defRPr/>
            </a:pPr>
            <a:endParaRPr lang="en-US" altLang="ja-JP" dirty="0">
              <a:latin typeface="メイリオ" pitchFamily="50" charset="-128"/>
              <a:ea typeface="メイリオ" pitchFamily="50" charset="-128"/>
              <a:cs typeface="メイリオ" pitchFamily="50" charset="-128"/>
            </a:endParaRPr>
          </a:p>
          <a:p>
            <a:pPr algn="ctr">
              <a:defRPr/>
            </a:pPr>
            <a:endParaRPr lang="en-US" altLang="ja-JP" dirty="0">
              <a:latin typeface="メイリオ" pitchFamily="50" charset="-128"/>
              <a:ea typeface="メイリオ" pitchFamily="50" charset="-128"/>
              <a:cs typeface="メイリオ" pitchFamily="50" charset="-128"/>
            </a:endParaRPr>
          </a:p>
          <a:p>
            <a:pPr algn="ctr">
              <a:defRPr/>
            </a:pPr>
            <a:endParaRPr lang="en-US" altLang="ja-JP" dirty="0">
              <a:latin typeface="メイリオ" pitchFamily="50" charset="-128"/>
              <a:ea typeface="メイリオ" pitchFamily="50" charset="-128"/>
              <a:cs typeface="メイリオ" pitchFamily="50" charset="-128"/>
            </a:endParaRPr>
          </a:p>
          <a:p>
            <a:pPr algn="ctr">
              <a:defRPr/>
            </a:pPr>
            <a:endParaRPr lang="en-US" altLang="ja-JP" dirty="0">
              <a:latin typeface="メイリオ" pitchFamily="50" charset="-128"/>
              <a:ea typeface="メイリオ" pitchFamily="50" charset="-128"/>
              <a:cs typeface="メイリオ" pitchFamily="50" charset="-128"/>
            </a:endParaRPr>
          </a:p>
          <a:p>
            <a:pPr algn="ctr">
              <a:defRPr/>
            </a:pPr>
            <a:endParaRPr lang="en-US" altLang="ja-JP" dirty="0">
              <a:latin typeface="メイリオ" pitchFamily="50" charset="-128"/>
              <a:ea typeface="メイリオ" pitchFamily="50" charset="-128"/>
              <a:cs typeface="メイリオ" pitchFamily="50" charset="-128"/>
            </a:endParaRPr>
          </a:p>
          <a:p>
            <a:pPr algn="ctr">
              <a:defRPr/>
            </a:pPr>
            <a:endParaRPr lang="en-US" altLang="ja-JP" dirty="0">
              <a:latin typeface="メイリオ" pitchFamily="50" charset="-128"/>
              <a:ea typeface="メイリオ" pitchFamily="50" charset="-128"/>
              <a:cs typeface="メイリオ" pitchFamily="50" charset="-128"/>
            </a:endParaRPr>
          </a:p>
          <a:p>
            <a:pPr algn="ctr">
              <a:defRPr/>
            </a:pPr>
            <a:endParaRPr lang="ja-JP" altLang="en-US" dirty="0">
              <a:latin typeface="メイリオ" pitchFamily="50" charset="-128"/>
              <a:ea typeface="メイリオ" pitchFamily="50" charset="-128"/>
              <a:cs typeface="メイリオ" pitchFamily="50" charset="-128"/>
            </a:endParaRPr>
          </a:p>
        </p:txBody>
      </p:sp>
      <p:sp>
        <p:nvSpPr>
          <p:cNvPr id="60" name="正方形/長方形 59">
            <a:extLst>
              <a:ext uri="{FF2B5EF4-FFF2-40B4-BE49-F238E27FC236}">
                <a16:creationId xmlns:a16="http://schemas.microsoft.com/office/drawing/2014/main" id="{28B2DBBF-4DEC-9DF7-7788-2F21DC593CA7}"/>
              </a:ext>
            </a:extLst>
          </p:cNvPr>
          <p:cNvSpPr/>
          <p:nvPr/>
        </p:nvSpPr>
        <p:spPr>
          <a:xfrm>
            <a:off x="1446936" y="3677757"/>
            <a:ext cx="1937525" cy="1993004"/>
          </a:xfrm>
          <a:prstGeom prst="rect">
            <a:avLst/>
          </a:prstGeom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anchor="ctr"/>
          <a:lstStyle/>
          <a:p>
            <a:pPr algn="ctr">
              <a:defRPr/>
            </a:pPr>
            <a:endParaRPr lang="en-US" altLang="ja-JP" dirty="0">
              <a:latin typeface="メイリオ" pitchFamily="50" charset="-128"/>
              <a:ea typeface="メイリオ" pitchFamily="50" charset="-128"/>
              <a:cs typeface="メイリオ" pitchFamily="50" charset="-128"/>
            </a:endParaRPr>
          </a:p>
          <a:p>
            <a:pPr algn="ctr">
              <a:defRPr/>
            </a:pPr>
            <a:endParaRPr lang="en-US" altLang="ja-JP" dirty="0">
              <a:latin typeface="メイリオ" pitchFamily="50" charset="-128"/>
              <a:ea typeface="メイリオ" pitchFamily="50" charset="-128"/>
              <a:cs typeface="メイリオ" pitchFamily="50" charset="-128"/>
            </a:endParaRPr>
          </a:p>
          <a:p>
            <a:pPr algn="ctr">
              <a:defRPr/>
            </a:pPr>
            <a:endParaRPr lang="en-US" altLang="ja-JP" dirty="0">
              <a:latin typeface="メイリオ" pitchFamily="50" charset="-128"/>
              <a:ea typeface="メイリオ" pitchFamily="50" charset="-128"/>
              <a:cs typeface="メイリオ" pitchFamily="50" charset="-128"/>
            </a:endParaRPr>
          </a:p>
          <a:p>
            <a:pPr algn="ctr">
              <a:defRPr/>
            </a:pPr>
            <a:endParaRPr lang="en-US" altLang="ja-JP" dirty="0">
              <a:latin typeface="メイリオ" pitchFamily="50" charset="-128"/>
              <a:ea typeface="メイリオ" pitchFamily="50" charset="-128"/>
              <a:cs typeface="メイリオ" pitchFamily="50" charset="-128"/>
            </a:endParaRPr>
          </a:p>
          <a:p>
            <a:pPr algn="ctr">
              <a:defRPr/>
            </a:pPr>
            <a:endParaRPr lang="en-US" altLang="ja-JP" dirty="0">
              <a:latin typeface="メイリオ" pitchFamily="50" charset="-128"/>
              <a:ea typeface="メイリオ" pitchFamily="50" charset="-128"/>
              <a:cs typeface="メイリオ" pitchFamily="50" charset="-128"/>
            </a:endParaRPr>
          </a:p>
          <a:p>
            <a:pPr algn="ctr">
              <a:defRPr/>
            </a:pPr>
            <a:endParaRPr lang="en-US" altLang="ja-JP" dirty="0">
              <a:latin typeface="メイリオ" pitchFamily="50" charset="-128"/>
              <a:ea typeface="メイリオ" pitchFamily="50" charset="-128"/>
              <a:cs typeface="メイリオ" pitchFamily="50" charset="-128"/>
            </a:endParaRPr>
          </a:p>
          <a:p>
            <a:pPr algn="ctr">
              <a:defRPr/>
            </a:pPr>
            <a:endParaRPr lang="en-US" altLang="ja-JP" dirty="0">
              <a:latin typeface="メイリオ" pitchFamily="50" charset="-128"/>
              <a:ea typeface="メイリオ" pitchFamily="50" charset="-128"/>
              <a:cs typeface="メイリオ" pitchFamily="50" charset="-128"/>
            </a:endParaRPr>
          </a:p>
          <a:p>
            <a:pPr algn="ctr">
              <a:defRPr/>
            </a:pPr>
            <a:endParaRPr lang="en-US" altLang="ja-JP" dirty="0">
              <a:latin typeface="メイリオ" pitchFamily="50" charset="-128"/>
              <a:ea typeface="メイリオ" pitchFamily="50" charset="-128"/>
              <a:cs typeface="メイリオ" pitchFamily="50" charset="-128"/>
            </a:endParaRPr>
          </a:p>
          <a:p>
            <a:pPr algn="ctr">
              <a:defRPr/>
            </a:pPr>
            <a:endParaRPr lang="en-US" altLang="ja-JP" dirty="0">
              <a:latin typeface="メイリオ" pitchFamily="50" charset="-128"/>
              <a:ea typeface="メイリオ" pitchFamily="50" charset="-128"/>
              <a:cs typeface="メイリオ" pitchFamily="50" charset="-128"/>
            </a:endParaRPr>
          </a:p>
          <a:p>
            <a:pPr algn="ctr">
              <a:defRPr/>
            </a:pPr>
            <a:endParaRPr lang="en-US" altLang="ja-JP" dirty="0">
              <a:latin typeface="メイリオ" pitchFamily="50" charset="-128"/>
              <a:ea typeface="メイリオ" pitchFamily="50" charset="-128"/>
              <a:cs typeface="メイリオ" pitchFamily="50" charset="-128"/>
            </a:endParaRPr>
          </a:p>
          <a:p>
            <a:pPr algn="ctr">
              <a:defRPr/>
            </a:pPr>
            <a:endParaRPr lang="en-US" altLang="ja-JP" dirty="0">
              <a:latin typeface="メイリオ" pitchFamily="50" charset="-128"/>
              <a:ea typeface="メイリオ" pitchFamily="50" charset="-128"/>
              <a:cs typeface="メイリオ" pitchFamily="50" charset="-128"/>
            </a:endParaRPr>
          </a:p>
          <a:p>
            <a:pPr algn="ctr">
              <a:defRPr/>
            </a:pPr>
            <a:endParaRPr lang="en-US" altLang="ja-JP" dirty="0">
              <a:latin typeface="メイリオ" pitchFamily="50" charset="-128"/>
              <a:ea typeface="メイリオ" pitchFamily="50" charset="-128"/>
              <a:cs typeface="メイリオ" pitchFamily="50" charset="-128"/>
            </a:endParaRPr>
          </a:p>
          <a:p>
            <a:pPr algn="ctr">
              <a:defRPr/>
            </a:pPr>
            <a:endParaRPr lang="en-US" altLang="ja-JP" dirty="0">
              <a:latin typeface="メイリオ" pitchFamily="50" charset="-128"/>
              <a:ea typeface="メイリオ" pitchFamily="50" charset="-128"/>
              <a:cs typeface="メイリオ" pitchFamily="50" charset="-128"/>
            </a:endParaRPr>
          </a:p>
          <a:p>
            <a:pPr algn="ctr">
              <a:defRPr/>
            </a:pPr>
            <a:endParaRPr lang="ja-JP" altLang="en-US" dirty="0">
              <a:latin typeface="メイリオ" pitchFamily="50" charset="-128"/>
              <a:ea typeface="メイリオ" pitchFamily="50" charset="-128"/>
              <a:cs typeface="メイリオ" pitchFamily="50" charset="-128"/>
            </a:endParaRPr>
          </a:p>
        </p:txBody>
      </p:sp>
      <p:sp>
        <p:nvSpPr>
          <p:cNvPr id="61" name="正方形/長方形 60">
            <a:extLst>
              <a:ext uri="{FF2B5EF4-FFF2-40B4-BE49-F238E27FC236}">
                <a16:creationId xmlns:a16="http://schemas.microsoft.com/office/drawing/2014/main" id="{0CEC8DBF-CFD2-7F10-A01B-644A0801DDFF}"/>
              </a:ext>
            </a:extLst>
          </p:cNvPr>
          <p:cNvSpPr/>
          <p:nvPr/>
        </p:nvSpPr>
        <p:spPr>
          <a:xfrm>
            <a:off x="4423565" y="5778306"/>
            <a:ext cx="1575274" cy="642938"/>
          </a:xfrm>
          <a:prstGeom prst="rect">
            <a:avLst/>
          </a:prstGeom>
          <a:solidFill>
            <a:srgbClr val="92D050"/>
          </a:solidFill>
          <a:ln w="9525">
            <a:solidFill>
              <a:schemeClr val="tx1"/>
            </a:solidFill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anchor="ctr"/>
          <a:lstStyle/>
          <a:p>
            <a:pPr algn="l"/>
            <a:r>
              <a:rPr lang="en-US" altLang="ja-JP" sz="1100" dirty="0">
                <a:solidFill>
                  <a:schemeClr val="tx1"/>
                </a:solidFill>
                <a:effectLst/>
                <a:latin typeface="メイリオ" pitchFamily="50" charset="-128"/>
                <a:ea typeface="メイリオ" pitchFamily="50" charset="-128"/>
              </a:rPr>
              <a:t>Windows1.0</a:t>
            </a:r>
          </a:p>
          <a:p>
            <a:pPr algn="l"/>
            <a:r>
              <a:rPr lang="en-US" altLang="ja-JP" sz="1100" dirty="0" err="1">
                <a:solidFill>
                  <a:schemeClr val="tx1"/>
                </a:solidFill>
                <a:effectLst/>
                <a:latin typeface="メイリオ" pitchFamily="50" charset="-128"/>
                <a:ea typeface="メイリオ" pitchFamily="50" charset="-128"/>
              </a:rPr>
              <a:t>ignica</a:t>
            </a:r>
            <a:r>
              <a:rPr lang="ja-JP" altLang="en-US" sz="1100" dirty="0">
                <a:solidFill>
                  <a:schemeClr val="tx1"/>
                </a:solidFill>
                <a:effectLst/>
                <a:latin typeface="メイリオ" pitchFamily="50" charset="-128"/>
                <a:ea typeface="メイリオ" pitchFamily="50" charset="-128"/>
              </a:rPr>
              <a:t>レジ</a:t>
            </a:r>
            <a:endParaRPr lang="en-US" altLang="ja-JP" sz="1100" dirty="0">
              <a:solidFill>
                <a:schemeClr val="tx1"/>
              </a:solidFill>
              <a:effectLst/>
              <a:latin typeface="メイリオ" pitchFamily="50" charset="-128"/>
              <a:ea typeface="メイリオ" pitchFamily="50" charset="-128"/>
            </a:endParaRPr>
          </a:p>
        </p:txBody>
      </p:sp>
      <p:pic>
        <p:nvPicPr>
          <p:cNvPr id="63" name="図 30">
            <a:extLst>
              <a:ext uri="{FF2B5EF4-FFF2-40B4-BE49-F238E27FC236}">
                <a16:creationId xmlns:a16="http://schemas.microsoft.com/office/drawing/2014/main" id="{2043D2D7-20A8-2AC4-0F2E-532D4A67A7B0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5484982" y="5909092"/>
            <a:ext cx="379413" cy="4397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70" name="正方形/長方形 69">
            <a:extLst>
              <a:ext uri="{FF2B5EF4-FFF2-40B4-BE49-F238E27FC236}">
                <a16:creationId xmlns:a16="http://schemas.microsoft.com/office/drawing/2014/main" id="{21C3BC1B-62E8-D6E0-9AE9-5CAAA475BE8A}"/>
              </a:ext>
            </a:extLst>
          </p:cNvPr>
          <p:cNvSpPr/>
          <p:nvPr/>
        </p:nvSpPr>
        <p:spPr>
          <a:xfrm>
            <a:off x="1602583" y="4200878"/>
            <a:ext cx="1639476" cy="531989"/>
          </a:xfrm>
          <a:prstGeom prst="rect">
            <a:avLst/>
          </a:prstGeom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anchor="ctr"/>
          <a:lstStyle/>
          <a:p>
            <a:pPr algn="l">
              <a:defRPr/>
            </a:pPr>
            <a:r>
              <a:rPr lang="ja-JP" altLang="en-US" sz="1100" dirty="0">
                <a:effectLst/>
                <a:latin typeface="メイリオ" pitchFamily="50" charset="-128"/>
                <a:ea typeface="メイリオ" pitchFamily="50" charset="-128"/>
                <a:cs typeface="メイリオ" pitchFamily="50" charset="-128"/>
              </a:rPr>
              <a:t>基幹システム</a:t>
            </a:r>
            <a:endParaRPr lang="en-US" altLang="ja-JP" sz="1100" dirty="0">
              <a:effectLst/>
              <a:latin typeface="メイリオ" pitchFamily="50" charset="-128"/>
              <a:ea typeface="メイリオ" pitchFamily="50" charset="-128"/>
              <a:cs typeface="メイリオ" pitchFamily="50" charset="-128"/>
            </a:endParaRPr>
          </a:p>
          <a:p>
            <a:pPr algn="l">
              <a:defRPr/>
            </a:pPr>
            <a:r>
              <a:rPr lang="en-US" altLang="ja-JP" sz="1100" dirty="0">
                <a:effectLst/>
                <a:latin typeface="メイリオ" pitchFamily="50" charset="-128"/>
                <a:ea typeface="メイリオ" pitchFamily="50" charset="-128"/>
                <a:cs typeface="メイリオ" pitchFamily="50" charset="-128"/>
              </a:rPr>
              <a:t>Open central</a:t>
            </a:r>
          </a:p>
        </p:txBody>
      </p:sp>
      <p:pic>
        <p:nvPicPr>
          <p:cNvPr id="71" name="Picture 11">
            <a:extLst>
              <a:ext uri="{FF2B5EF4-FFF2-40B4-BE49-F238E27FC236}">
                <a16:creationId xmlns:a16="http://schemas.microsoft.com/office/drawing/2014/main" id="{4A4BDDAF-BC71-0E51-5B34-3258C3994A7A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 bwMode="auto">
          <a:xfrm>
            <a:off x="2698302" y="4230874"/>
            <a:ext cx="496568" cy="50420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cxnSp>
        <p:nvCxnSpPr>
          <p:cNvPr id="74" name="直線矢印コネクタ 73">
            <a:extLst>
              <a:ext uri="{FF2B5EF4-FFF2-40B4-BE49-F238E27FC236}">
                <a16:creationId xmlns:a16="http://schemas.microsoft.com/office/drawing/2014/main" id="{D285992C-8D45-E54F-2A1D-D223CB97F8B7}"/>
              </a:ext>
            </a:extLst>
          </p:cNvPr>
          <p:cNvCxnSpPr>
            <a:cxnSpLocks/>
          </p:cNvCxnSpPr>
          <p:nvPr/>
        </p:nvCxnSpPr>
        <p:spPr>
          <a:xfrm>
            <a:off x="3428705" y="4487818"/>
            <a:ext cx="783434" cy="0"/>
          </a:xfrm>
          <a:prstGeom prst="straightConnector1">
            <a:avLst/>
          </a:prstGeom>
          <a:ln w="25400"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5" name="正方形/長方形 74">
            <a:extLst>
              <a:ext uri="{FF2B5EF4-FFF2-40B4-BE49-F238E27FC236}">
                <a16:creationId xmlns:a16="http://schemas.microsoft.com/office/drawing/2014/main" id="{88121D2E-09CA-045D-A745-AF142B3053A1}"/>
              </a:ext>
            </a:extLst>
          </p:cNvPr>
          <p:cNvSpPr/>
          <p:nvPr/>
        </p:nvSpPr>
        <p:spPr>
          <a:xfrm>
            <a:off x="4320909" y="5434747"/>
            <a:ext cx="856316" cy="428625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anchor="ctr"/>
          <a:lstStyle/>
          <a:p>
            <a:pPr algn="ctr">
              <a:defRPr/>
            </a:pPr>
            <a:r>
              <a:rPr lang="ja-JP" altLang="en-US" sz="1200" dirty="0">
                <a:effectLst/>
                <a:latin typeface="メイリオ" pitchFamily="50" charset="-128"/>
                <a:ea typeface="メイリオ" pitchFamily="50" charset="-128"/>
                <a:cs typeface="メイリオ" pitchFamily="50" charset="-128"/>
              </a:rPr>
              <a:t>店舗環境</a:t>
            </a:r>
            <a:endParaRPr lang="en-US" altLang="ja-JP" sz="1200" dirty="0">
              <a:effectLst/>
              <a:latin typeface="メイリオ" pitchFamily="50" charset="-128"/>
              <a:ea typeface="メイリオ" pitchFamily="50" charset="-128"/>
              <a:cs typeface="メイリオ" pitchFamily="50" charset="-128"/>
            </a:endParaRPr>
          </a:p>
        </p:txBody>
      </p:sp>
      <p:sp>
        <p:nvSpPr>
          <p:cNvPr id="76" name="正方形/長方形 75">
            <a:extLst>
              <a:ext uri="{FF2B5EF4-FFF2-40B4-BE49-F238E27FC236}">
                <a16:creationId xmlns:a16="http://schemas.microsoft.com/office/drawing/2014/main" id="{13B3508B-E612-20A2-2727-37234DDD1BDE}"/>
              </a:ext>
            </a:extLst>
          </p:cNvPr>
          <p:cNvSpPr/>
          <p:nvPr/>
        </p:nvSpPr>
        <p:spPr>
          <a:xfrm>
            <a:off x="4247109" y="3674293"/>
            <a:ext cx="974948" cy="428625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ja-JP" sz="1200" dirty="0">
                <a:effectLst/>
                <a:latin typeface="メイリオ" pitchFamily="50" charset="-128"/>
                <a:ea typeface="メイリオ" pitchFamily="50" charset="-128"/>
                <a:cs typeface="メイリオ" pitchFamily="50" charset="-128"/>
              </a:rPr>
              <a:t>Azure</a:t>
            </a:r>
          </a:p>
          <a:p>
            <a:pPr algn="ctr">
              <a:defRPr/>
            </a:pPr>
            <a:r>
              <a:rPr lang="en-US" altLang="ja-JP" sz="1200" dirty="0">
                <a:effectLst/>
                <a:latin typeface="メイリオ" pitchFamily="50" charset="-128"/>
                <a:ea typeface="メイリオ" pitchFamily="50" charset="-128"/>
                <a:cs typeface="メイリオ" pitchFamily="50" charset="-128"/>
              </a:rPr>
              <a:t>(VINX)</a:t>
            </a:r>
          </a:p>
        </p:txBody>
      </p:sp>
      <p:sp>
        <p:nvSpPr>
          <p:cNvPr id="79" name="正方形/長方形 78">
            <a:extLst>
              <a:ext uri="{FF2B5EF4-FFF2-40B4-BE49-F238E27FC236}">
                <a16:creationId xmlns:a16="http://schemas.microsoft.com/office/drawing/2014/main" id="{4AFC2B79-380A-5775-5919-50D0FDC9EE7E}"/>
              </a:ext>
            </a:extLst>
          </p:cNvPr>
          <p:cNvSpPr/>
          <p:nvPr/>
        </p:nvSpPr>
        <p:spPr>
          <a:xfrm>
            <a:off x="4406325" y="4178269"/>
            <a:ext cx="1592514" cy="527844"/>
          </a:xfrm>
          <a:prstGeom prst="rect">
            <a:avLst/>
          </a:prstGeom>
          <a:solidFill>
            <a:srgbClr val="92D050"/>
          </a:solidFill>
          <a:ln w="9525">
            <a:solidFill>
              <a:schemeClr val="accent2"/>
            </a:solidFill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anchor="ctr"/>
          <a:lstStyle/>
          <a:p>
            <a:pPr algn="l"/>
            <a:r>
              <a:rPr lang="en-US" altLang="ja-JP" sz="1100" dirty="0">
                <a:solidFill>
                  <a:schemeClr val="tx1"/>
                </a:solidFill>
                <a:effectLst/>
                <a:latin typeface="メイリオ" pitchFamily="50" charset="-128"/>
                <a:ea typeface="メイリオ" pitchFamily="50" charset="-128"/>
              </a:rPr>
              <a:t>POSserver1.0</a:t>
            </a:r>
          </a:p>
        </p:txBody>
      </p:sp>
      <p:pic>
        <p:nvPicPr>
          <p:cNvPr id="80" name="Picture 11">
            <a:extLst>
              <a:ext uri="{FF2B5EF4-FFF2-40B4-BE49-F238E27FC236}">
                <a16:creationId xmlns:a16="http://schemas.microsoft.com/office/drawing/2014/main" id="{9F0E27A6-E2E6-8D3F-3CB9-CDD17803FFEA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 bwMode="auto">
          <a:xfrm>
            <a:off x="5485031" y="4195232"/>
            <a:ext cx="496568" cy="50420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81" name="正方形/長方形 80">
            <a:extLst>
              <a:ext uri="{FF2B5EF4-FFF2-40B4-BE49-F238E27FC236}">
                <a16:creationId xmlns:a16="http://schemas.microsoft.com/office/drawing/2014/main" id="{47D48781-B997-1CBE-8FCF-C33C79C09A1C}"/>
              </a:ext>
            </a:extLst>
          </p:cNvPr>
          <p:cNvSpPr/>
          <p:nvPr/>
        </p:nvSpPr>
        <p:spPr>
          <a:xfrm>
            <a:off x="7060305" y="3677756"/>
            <a:ext cx="1975512" cy="1251933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anchor="ctr"/>
          <a:lstStyle/>
          <a:p>
            <a:pPr algn="ctr">
              <a:defRPr/>
            </a:pPr>
            <a:endParaRPr lang="en-US" altLang="ja-JP" dirty="0">
              <a:latin typeface="メイリオ" pitchFamily="50" charset="-128"/>
              <a:ea typeface="メイリオ" pitchFamily="50" charset="-128"/>
              <a:cs typeface="メイリオ" pitchFamily="50" charset="-128"/>
            </a:endParaRPr>
          </a:p>
          <a:p>
            <a:pPr algn="ctr">
              <a:defRPr/>
            </a:pPr>
            <a:endParaRPr lang="en-US" altLang="ja-JP" dirty="0">
              <a:latin typeface="メイリオ" pitchFamily="50" charset="-128"/>
              <a:ea typeface="メイリオ" pitchFamily="50" charset="-128"/>
              <a:cs typeface="メイリオ" pitchFamily="50" charset="-128"/>
            </a:endParaRPr>
          </a:p>
          <a:p>
            <a:pPr algn="ctr">
              <a:defRPr/>
            </a:pPr>
            <a:endParaRPr lang="en-US" altLang="ja-JP" dirty="0">
              <a:latin typeface="メイリオ" pitchFamily="50" charset="-128"/>
              <a:ea typeface="メイリオ" pitchFamily="50" charset="-128"/>
              <a:cs typeface="メイリオ" pitchFamily="50" charset="-128"/>
            </a:endParaRPr>
          </a:p>
          <a:p>
            <a:pPr algn="ctr">
              <a:defRPr/>
            </a:pPr>
            <a:endParaRPr lang="en-US" altLang="ja-JP" dirty="0">
              <a:latin typeface="メイリオ" pitchFamily="50" charset="-128"/>
              <a:ea typeface="メイリオ" pitchFamily="50" charset="-128"/>
              <a:cs typeface="メイリオ" pitchFamily="50" charset="-128"/>
            </a:endParaRPr>
          </a:p>
          <a:p>
            <a:pPr algn="ctr">
              <a:defRPr/>
            </a:pPr>
            <a:endParaRPr lang="en-US" altLang="ja-JP" dirty="0">
              <a:latin typeface="メイリオ" pitchFamily="50" charset="-128"/>
              <a:ea typeface="メイリオ" pitchFamily="50" charset="-128"/>
              <a:cs typeface="メイリオ" pitchFamily="50" charset="-128"/>
            </a:endParaRPr>
          </a:p>
          <a:p>
            <a:pPr algn="ctr">
              <a:defRPr/>
            </a:pPr>
            <a:endParaRPr lang="en-US" altLang="ja-JP" dirty="0">
              <a:latin typeface="メイリオ" pitchFamily="50" charset="-128"/>
              <a:ea typeface="メイリオ" pitchFamily="50" charset="-128"/>
              <a:cs typeface="メイリオ" pitchFamily="50" charset="-128"/>
            </a:endParaRPr>
          </a:p>
          <a:p>
            <a:pPr algn="ctr">
              <a:defRPr/>
            </a:pPr>
            <a:endParaRPr lang="en-US" altLang="ja-JP" dirty="0">
              <a:latin typeface="メイリオ" pitchFamily="50" charset="-128"/>
              <a:ea typeface="メイリオ" pitchFamily="50" charset="-128"/>
              <a:cs typeface="メイリオ" pitchFamily="50" charset="-128"/>
            </a:endParaRPr>
          </a:p>
          <a:p>
            <a:pPr algn="ctr">
              <a:defRPr/>
            </a:pPr>
            <a:endParaRPr lang="en-US" altLang="ja-JP" dirty="0">
              <a:latin typeface="メイリオ" pitchFamily="50" charset="-128"/>
              <a:ea typeface="メイリオ" pitchFamily="50" charset="-128"/>
              <a:cs typeface="メイリオ" pitchFamily="50" charset="-128"/>
            </a:endParaRPr>
          </a:p>
          <a:p>
            <a:pPr algn="ctr">
              <a:defRPr/>
            </a:pPr>
            <a:endParaRPr lang="en-US" altLang="ja-JP" dirty="0">
              <a:latin typeface="メイリオ" pitchFamily="50" charset="-128"/>
              <a:ea typeface="メイリオ" pitchFamily="50" charset="-128"/>
              <a:cs typeface="メイリオ" pitchFamily="50" charset="-128"/>
            </a:endParaRPr>
          </a:p>
          <a:p>
            <a:pPr algn="ctr">
              <a:defRPr/>
            </a:pPr>
            <a:endParaRPr lang="en-US" altLang="ja-JP" dirty="0">
              <a:latin typeface="メイリオ" pitchFamily="50" charset="-128"/>
              <a:ea typeface="メイリオ" pitchFamily="50" charset="-128"/>
              <a:cs typeface="メイリオ" pitchFamily="50" charset="-128"/>
            </a:endParaRPr>
          </a:p>
          <a:p>
            <a:pPr algn="ctr">
              <a:defRPr/>
            </a:pPr>
            <a:endParaRPr lang="en-US" altLang="ja-JP" dirty="0">
              <a:latin typeface="メイリオ" pitchFamily="50" charset="-128"/>
              <a:ea typeface="メイリオ" pitchFamily="50" charset="-128"/>
              <a:cs typeface="メイリオ" pitchFamily="50" charset="-128"/>
            </a:endParaRPr>
          </a:p>
          <a:p>
            <a:pPr algn="ctr">
              <a:defRPr/>
            </a:pPr>
            <a:endParaRPr lang="en-US" altLang="ja-JP" dirty="0">
              <a:latin typeface="メイリオ" pitchFamily="50" charset="-128"/>
              <a:ea typeface="メイリオ" pitchFamily="50" charset="-128"/>
              <a:cs typeface="メイリオ" pitchFamily="50" charset="-128"/>
            </a:endParaRPr>
          </a:p>
          <a:p>
            <a:pPr algn="ctr">
              <a:defRPr/>
            </a:pPr>
            <a:endParaRPr lang="en-US" altLang="ja-JP" dirty="0">
              <a:latin typeface="メイリオ" pitchFamily="50" charset="-128"/>
              <a:ea typeface="メイリオ" pitchFamily="50" charset="-128"/>
              <a:cs typeface="メイリオ" pitchFamily="50" charset="-128"/>
            </a:endParaRPr>
          </a:p>
          <a:p>
            <a:pPr algn="ctr">
              <a:defRPr/>
            </a:pPr>
            <a:endParaRPr lang="ja-JP" altLang="en-US" dirty="0">
              <a:latin typeface="メイリオ" pitchFamily="50" charset="-128"/>
              <a:ea typeface="メイリオ" pitchFamily="50" charset="-128"/>
              <a:cs typeface="メイリオ" pitchFamily="50" charset="-128"/>
            </a:endParaRPr>
          </a:p>
        </p:txBody>
      </p:sp>
      <p:sp>
        <p:nvSpPr>
          <p:cNvPr id="82" name="正方形/長方形 81">
            <a:extLst>
              <a:ext uri="{FF2B5EF4-FFF2-40B4-BE49-F238E27FC236}">
                <a16:creationId xmlns:a16="http://schemas.microsoft.com/office/drawing/2014/main" id="{8204A2CF-144A-BF05-CD17-5E518846D601}"/>
              </a:ext>
            </a:extLst>
          </p:cNvPr>
          <p:cNvSpPr/>
          <p:nvPr/>
        </p:nvSpPr>
        <p:spPr>
          <a:xfrm>
            <a:off x="7072784" y="3664481"/>
            <a:ext cx="856316" cy="428625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anchor="ctr"/>
          <a:lstStyle/>
          <a:p>
            <a:pPr>
              <a:defRPr/>
            </a:pPr>
            <a:r>
              <a:rPr lang="en-US" altLang="ja-JP" sz="1200" dirty="0">
                <a:effectLst/>
                <a:latin typeface="メイリオ" pitchFamily="50" charset="-128"/>
                <a:ea typeface="メイリオ" pitchFamily="50" charset="-128"/>
                <a:cs typeface="メイリオ" pitchFamily="50" charset="-128"/>
              </a:rPr>
              <a:t>AWS</a:t>
            </a:r>
          </a:p>
        </p:txBody>
      </p:sp>
      <p:sp>
        <p:nvSpPr>
          <p:cNvPr id="83" name="正方形/長方形 82">
            <a:extLst>
              <a:ext uri="{FF2B5EF4-FFF2-40B4-BE49-F238E27FC236}">
                <a16:creationId xmlns:a16="http://schemas.microsoft.com/office/drawing/2014/main" id="{35C96C26-DFBC-108A-CF9C-7ED5FD17DD51}"/>
              </a:ext>
            </a:extLst>
          </p:cNvPr>
          <p:cNvSpPr/>
          <p:nvPr/>
        </p:nvSpPr>
        <p:spPr>
          <a:xfrm>
            <a:off x="7310615" y="4178269"/>
            <a:ext cx="1592514" cy="527844"/>
          </a:xfrm>
          <a:prstGeom prst="rect">
            <a:avLst/>
          </a:prstGeom>
          <a:solidFill>
            <a:srgbClr val="FFFF00"/>
          </a:solidFill>
          <a:ln w="9525">
            <a:solidFill>
              <a:schemeClr val="accent2"/>
            </a:solidFill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anchor="ctr"/>
          <a:lstStyle/>
          <a:p>
            <a:pPr algn="l"/>
            <a:r>
              <a:rPr lang="en-US" altLang="ja-JP" sz="1100" dirty="0" err="1">
                <a:solidFill>
                  <a:schemeClr val="tx1"/>
                </a:solidFill>
                <a:effectLst/>
                <a:latin typeface="メイリオ" pitchFamily="50" charset="-128"/>
                <a:ea typeface="メイリオ" pitchFamily="50" charset="-128"/>
              </a:rPr>
              <a:t>Scan&amp;Go</a:t>
            </a:r>
            <a:endParaRPr lang="en-US" altLang="ja-JP" sz="1100" dirty="0">
              <a:solidFill>
                <a:schemeClr val="tx1"/>
              </a:solidFill>
              <a:effectLst/>
              <a:latin typeface="メイリオ" pitchFamily="50" charset="-128"/>
              <a:ea typeface="メイリオ" pitchFamily="50" charset="-128"/>
            </a:endParaRPr>
          </a:p>
          <a:p>
            <a:pPr algn="l"/>
            <a:r>
              <a:rPr lang="ja-JP" altLang="en-US" sz="1100" dirty="0">
                <a:solidFill>
                  <a:schemeClr val="tx1"/>
                </a:solidFill>
                <a:effectLst/>
                <a:latin typeface="メイリオ" pitchFamily="50" charset="-128"/>
                <a:ea typeface="メイリオ" pitchFamily="50" charset="-128"/>
              </a:rPr>
              <a:t>サーバ</a:t>
            </a:r>
            <a:endParaRPr lang="en-US" altLang="ja-JP" sz="1100" dirty="0">
              <a:solidFill>
                <a:schemeClr val="tx1"/>
              </a:solidFill>
              <a:effectLst/>
              <a:latin typeface="メイリオ" pitchFamily="50" charset="-128"/>
              <a:ea typeface="メイリオ" pitchFamily="50" charset="-128"/>
            </a:endParaRPr>
          </a:p>
        </p:txBody>
      </p:sp>
      <p:pic>
        <p:nvPicPr>
          <p:cNvPr id="84" name="Picture 11">
            <a:extLst>
              <a:ext uri="{FF2B5EF4-FFF2-40B4-BE49-F238E27FC236}">
                <a16:creationId xmlns:a16="http://schemas.microsoft.com/office/drawing/2014/main" id="{C28156B2-A050-67D4-61F3-8D650D62C1A3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 bwMode="auto">
          <a:xfrm>
            <a:off x="8389321" y="4195232"/>
            <a:ext cx="496568" cy="50420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86" name="正方形/長方形 85">
            <a:extLst>
              <a:ext uri="{FF2B5EF4-FFF2-40B4-BE49-F238E27FC236}">
                <a16:creationId xmlns:a16="http://schemas.microsoft.com/office/drawing/2014/main" id="{23F3122E-4EC1-3755-179C-6077B03B2FF7}"/>
              </a:ext>
            </a:extLst>
          </p:cNvPr>
          <p:cNvSpPr/>
          <p:nvPr/>
        </p:nvSpPr>
        <p:spPr>
          <a:xfrm>
            <a:off x="7199206" y="5778306"/>
            <a:ext cx="1575274" cy="642938"/>
          </a:xfrm>
          <a:prstGeom prst="rect">
            <a:avLst/>
          </a:prstGeom>
          <a:solidFill>
            <a:srgbClr val="FFFF00"/>
          </a:solidFill>
          <a:ln w="9525">
            <a:solidFill>
              <a:schemeClr val="accent2"/>
            </a:solidFill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anchor="ctr"/>
          <a:lstStyle/>
          <a:p>
            <a:pPr algn="l"/>
            <a:r>
              <a:rPr lang="en-US" altLang="ja-JP" sz="1100" dirty="0" err="1">
                <a:solidFill>
                  <a:schemeClr val="tx1"/>
                </a:solidFill>
                <a:effectLst/>
                <a:latin typeface="メイリオ" pitchFamily="50" charset="-128"/>
                <a:ea typeface="メイリオ" pitchFamily="50" charset="-128"/>
              </a:rPr>
              <a:t>Scan&amp;Go</a:t>
            </a:r>
            <a:endParaRPr lang="en-US" altLang="ja-JP" sz="1100" dirty="0">
              <a:solidFill>
                <a:schemeClr val="tx1"/>
              </a:solidFill>
              <a:effectLst/>
              <a:latin typeface="メイリオ" pitchFamily="50" charset="-128"/>
              <a:ea typeface="メイリオ" pitchFamily="50" charset="-128"/>
            </a:endParaRPr>
          </a:p>
        </p:txBody>
      </p:sp>
      <p:cxnSp>
        <p:nvCxnSpPr>
          <p:cNvPr id="89" name="直線矢印コネクタ 88">
            <a:extLst>
              <a:ext uri="{FF2B5EF4-FFF2-40B4-BE49-F238E27FC236}">
                <a16:creationId xmlns:a16="http://schemas.microsoft.com/office/drawing/2014/main" id="{5C1D5397-8457-1805-5997-508E2ACF2B73}"/>
              </a:ext>
            </a:extLst>
          </p:cNvPr>
          <p:cNvCxnSpPr>
            <a:cxnSpLocks/>
          </p:cNvCxnSpPr>
          <p:nvPr/>
        </p:nvCxnSpPr>
        <p:spPr>
          <a:xfrm>
            <a:off x="6244599" y="4487818"/>
            <a:ext cx="783434" cy="0"/>
          </a:xfrm>
          <a:prstGeom prst="straightConnector1">
            <a:avLst/>
          </a:prstGeom>
          <a:ln w="25400"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96" name="図 95">
            <a:extLst>
              <a:ext uri="{FF2B5EF4-FFF2-40B4-BE49-F238E27FC236}">
                <a16:creationId xmlns:a16="http://schemas.microsoft.com/office/drawing/2014/main" id="{129B5511-11BA-85BF-2474-C1769419EEA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22798" y="5841529"/>
            <a:ext cx="345350" cy="549976"/>
          </a:xfrm>
          <a:prstGeom prst="rect">
            <a:avLst/>
          </a:prstGeom>
        </p:spPr>
      </p:pic>
      <p:cxnSp>
        <p:nvCxnSpPr>
          <p:cNvPr id="97" name="直線矢印コネクタ 96">
            <a:extLst>
              <a:ext uri="{FF2B5EF4-FFF2-40B4-BE49-F238E27FC236}">
                <a16:creationId xmlns:a16="http://schemas.microsoft.com/office/drawing/2014/main" id="{BB352EAF-C903-ECD1-A075-BABB30E12C48}"/>
              </a:ext>
            </a:extLst>
          </p:cNvPr>
          <p:cNvCxnSpPr>
            <a:cxnSpLocks/>
          </p:cNvCxnSpPr>
          <p:nvPr/>
        </p:nvCxnSpPr>
        <p:spPr>
          <a:xfrm>
            <a:off x="5198278" y="4944893"/>
            <a:ext cx="0" cy="544718"/>
          </a:xfrm>
          <a:prstGeom prst="straightConnector1">
            <a:avLst/>
          </a:prstGeom>
          <a:ln w="25400"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8" name="直線矢印コネクタ 97">
            <a:extLst>
              <a:ext uri="{FF2B5EF4-FFF2-40B4-BE49-F238E27FC236}">
                <a16:creationId xmlns:a16="http://schemas.microsoft.com/office/drawing/2014/main" id="{364C65B2-030F-EFC1-0867-8BDA8F9033FA}"/>
              </a:ext>
            </a:extLst>
          </p:cNvPr>
          <p:cNvCxnSpPr>
            <a:cxnSpLocks/>
          </p:cNvCxnSpPr>
          <p:nvPr/>
        </p:nvCxnSpPr>
        <p:spPr>
          <a:xfrm>
            <a:off x="8014938" y="4944893"/>
            <a:ext cx="0" cy="544718"/>
          </a:xfrm>
          <a:prstGeom prst="straightConnector1">
            <a:avLst/>
          </a:prstGeom>
          <a:ln w="25400"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9" name="直線矢印コネクタ 98">
            <a:extLst>
              <a:ext uri="{FF2B5EF4-FFF2-40B4-BE49-F238E27FC236}">
                <a16:creationId xmlns:a16="http://schemas.microsoft.com/office/drawing/2014/main" id="{E96786B5-0BC4-A61A-A4AF-A95E546036AB}"/>
              </a:ext>
            </a:extLst>
          </p:cNvPr>
          <p:cNvCxnSpPr>
            <a:cxnSpLocks/>
          </p:cNvCxnSpPr>
          <p:nvPr/>
        </p:nvCxnSpPr>
        <p:spPr>
          <a:xfrm>
            <a:off x="4059936" y="5315269"/>
            <a:ext cx="5367597" cy="0"/>
          </a:xfrm>
          <a:prstGeom prst="straightConnector1">
            <a:avLst/>
          </a:prstGeom>
          <a:ln w="25400">
            <a:solidFill>
              <a:srgbClr val="FF0000"/>
            </a:solidFill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0" name="正方形/長方形 99">
            <a:extLst>
              <a:ext uri="{FF2B5EF4-FFF2-40B4-BE49-F238E27FC236}">
                <a16:creationId xmlns:a16="http://schemas.microsoft.com/office/drawing/2014/main" id="{D871C318-74BA-B8A4-840B-4C981C346386}"/>
              </a:ext>
            </a:extLst>
          </p:cNvPr>
          <p:cNvSpPr/>
          <p:nvPr/>
        </p:nvSpPr>
        <p:spPr>
          <a:xfrm>
            <a:off x="9853455" y="3692957"/>
            <a:ext cx="1975512" cy="1251936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anchor="ctr"/>
          <a:lstStyle/>
          <a:p>
            <a:pPr algn="ctr">
              <a:defRPr/>
            </a:pPr>
            <a:endParaRPr lang="en-US" altLang="ja-JP" dirty="0">
              <a:latin typeface="メイリオ" pitchFamily="50" charset="-128"/>
              <a:ea typeface="メイリオ" pitchFamily="50" charset="-128"/>
              <a:cs typeface="メイリオ" pitchFamily="50" charset="-128"/>
            </a:endParaRPr>
          </a:p>
          <a:p>
            <a:pPr algn="ctr">
              <a:defRPr/>
            </a:pPr>
            <a:endParaRPr lang="en-US" altLang="ja-JP" dirty="0">
              <a:latin typeface="メイリオ" pitchFamily="50" charset="-128"/>
              <a:ea typeface="メイリオ" pitchFamily="50" charset="-128"/>
              <a:cs typeface="メイリオ" pitchFamily="50" charset="-128"/>
            </a:endParaRPr>
          </a:p>
          <a:p>
            <a:pPr algn="ctr">
              <a:defRPr/>
            </a:pPr>
            <a:endParaRPr lang="en-US" altLang="ja-JP" dirty="0">
              <a:latin typeface="メイリオ" pitchFamily="50" charset="-128"/>
              <a:ea typeface="メイリオ" pitchFamily="50" charset="-128"/>
              <a:cs typeface="メイリオ" pitchFamily="50" charset="-128"/>
            </a:endParaRPr>
          </a:p>
          <a:p>
            <a:pPr algn="ctr">
              <a:defRPr/>
            </a:pPr>
            <a:endParaRPr lang="en-US" altLang="ja-JP" dirty="0">
              <a:latin typeface="メイリオ" pitchFamily="50" charset="-128"/>
              <a:ea typeface="メイリオ" pitchFamily="50" charset="-128"/>
              <a:cs typeface="メイリオ" pitchFamily="50" charset="-128"/>
            </a:endParaRPr>
          </a:p>
          <a:p>
            <a:pPr algn="ctr">
              <a:defRPr/>
            </a:pPr>
            <a:endParaRPr lang="en-US" altLang="ja-JP" dirty="0">
              <a:latin typeface="メイリオ" pitchFamily="50" charset="-128"/>
              <a:ea typeface="メイリオ" pitchFamily="50" charset="-128"/>
              <a:cs typeface="メイリオ" pitchFamily="50" charset="-128"/>
            </a:endParaRPr>
          </a:p>
          <a:p>
            <a:pPr algn="ctr">
              <a:defRPr/>
            </a:pPr>
            <a:endParaRPr lang="en-US" altLang="ja-JP" dirty="0">
              <a:latin typeface="メイリオ" pitchFamily="50" charset="-128"/>
              <a:ea typeface="メイリオ" pitchFamily="50" charset="-128"/>
              <a:cs typeface="メイリオ" pitchFamily="50" charset="-128"/>
            </a:endParaRPr>
          </a:p>
          <a:p>
            <a:pPr algn="ctr">
              <a:defRPr/>
            </a:pPr>
            <a:endParaRPr lang="en-US" altLang="ja-JP" dirty="0">
              <a:latin typeface="メイリオ" pitchFamily="50" charset="-128"/>
              <a:ea typeface="メイリオ" pitchFamily="50" charset="-128"/>
              <a:cs typeface="メイリオ" pitchFamily="50" charset="-128"/>
            </a:endParaRPr>
          </a:p>
          <a:p>
            <a:pPr algn="ctr">
              <a:defRPr/>
            </a:pPr>
            <a:endParaRPr lang="en-US" altLang="ja-JP" dirty="0">
              <a:latin typeface="メイリオ" pitchFamily="50" charset="-128"/>
              <a:ea typeface="メイリオ" pitchFamily="50" charset="-128"/>
              <a:cs typeface="メイリオ" pitchFamily="50" charset="-128"/>
            </a:endParaRPr>
          </a:p>
          <a:p>
            <a:pPr algn="ctr">
              <a:defRPr/>
            </a:pPr>
            <a:endParaRPr lang="en-US" altLang="ja-JP" dirty="0">
              <a:latin typeface="メイリオ" pitchFamily="50" charset="-128"/>
              <a:ea typeface="メイリオ" pitchFamily="50" charset="-128"/>
              <a:cs typeface="メイリオ" pitchFamily="50" charset="-128"/>
            </a:endParaRPr>
          </a:p>
          <a:p>
            <a:pPr algn="ctr">
              <a:defRPr/>
            </a:pPr>
            <a:endParaRPr lang="en-US" altLang="ja-JP" dirty="0">
              <a:latin typeface="メイリオ" pitchFamily="50" charset="-128"/>
              <a:ea typeface="メイリオ" pitchFamily="50" charset="-128"/>
              <a:cs typeface="メイリオ" pitchFamily="50" charset="-128"/>
            </a:endParaRPr>
          </a:p>
          <a:p>
            <a:pPr algn="ctr">
              <a:defRPr/>
            </a:pPr>
            <a:endParaRPr lang="en-US" altLang="ja-JP" dirty="0">
              <a:latin typeface="メイリオ" pitchFamily="50" charset="-128"/>
              <a:ea typeface="メイリオ" pitchFamily="50" charset="-128"/>
              <a:cs typeface="メイリオ" pitchFamily="50" charset="-128"/>
            </a:endParaRPr>
          </a:p>
          <a:p>
            <a:pPr algn="ctr">
              <a:defRPr/>
            </a:pPr>
            <a:endParaRPr lang="en-US" altLang="ja-JP" dirty="0">
              <a:latin typeface="メイリオ" pitchFamily="50" charset="-128"/>
              <a:ea typeface="メイリオ" pitchFamily="50" charset="-128"/>
              <a:cs typeface="メイリオ" pitchFamily="50" charset="-128"/>
            </a:endParaRPr>
          </a:p>
          <a:p>
            <a:pPr algn="ctr">
              <a:defRPr/>
            </a:pPr>
            <a:endParaRPr lang="en-US" altLang="ja-JP" dirty="0">
              <a:latin typeface="メイリオ" pitchFamily="50" charset="-128"/>
              <a:ea typeface="メイリオ" pitchFamily="50" charset="-128"/>
              <a:cs typeface="メイリオ" pitchFamily="50" charset="-128"/>
            </a:endParaRPr>
          </a:p>
          <a:p>
            <a:pPr algn="ctr">
              <a:defRPr/>
            </a:pPr>
            <a:endParaRPr lang="ja-JP" altLang="en-US" dirty="0">
              <a:latin typeface="メイリオ" pitchFamily="50" charset="-128"/>
              <a:ea typeface="メイリオ" pitchFamily="50" charset="-128"/>
              <a:cs typeface="メイリオ" pitchFamily="50" charset="-128"/>
            </a:endParaRPr>
          </a:p>
        </p:txBody>
      </p:sp>
      <p:sp>
        <p:nvSpPr>
          <p:cNvPr id="101" name="正方形/長方形 100">
            <a:extLst>
              <a:ext uri="{FF2B5EF4-FFF2-40B4-BE49-F238E27FC236}">
                <a16:creationId xmlns:a16="http://schemas.microsoft.com/office/drawing/2014/main" id="{DD9AE4A1-C6CB-18DA-C49E-CFF5EA38612A}"/>
              </a:ext>
            </a:extLst>
          </p:cNvPr>
          <p:cNvSpPr/>
          <p:nvPr/>
        </p:nvSpPr>
        <p:spPr>
          <a:xfrm>
            <a:off x="9853454" y="3689494"/>
            <a:ext cx="1237922" cy="428625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anchor="ctr"/>
          <a:lstStyle/>
          <a:p>
            <a:pPr algn="ctr">
              <a:defRPr/>
            </a:pPr>
            <a:r>
              <a:rPr lang="ja-JP" altLang="en-US" sz="1200" dirty="0">
                <a:effectLst/>
                <a:latin typeface="メイリオ" pitchFamily="50" charset="-128"/>
                <a:ea typeface="メイリオ" pitchFamily="50" charset="-128"/>
                <a:cs typeface="メイリオ" pitchFamily="50" charset="-128"/>
              </a:rPr>
              <a:t>イシダ様</a:t>
            </a:r>
            <a:endParaRPr lang="en-US" altLang="ja-JP" sz="1200" dirty="0">
              <a:effectLst/>
              <a:latin typeface="メイリオ" pitchFamily="50" charset="-128"/>
              <a:ea typeface="メイリオ" pitchFamily="50" charset="-128"/>
              <a:cs typeface="メイリオ" pitchFamily="50" charset="-128"/>
            </a:endParaRPr>
          </a:p>
          <a:p>
            <a:pPr algn="ctr">
              <a:defRPr/>
            </a:pPr>
            <a:r>
              <a:rPr lang="ja-JP" altLang="en-US" sz="1200" dirty="0">
                <a:effectLst/>
                <a:latin typeface="メイリオ" pitchFamily="50" charset="-128"/>
                <a:ea typeface="メイリオ" pitchFamily="50" charset="-128"/>
                <a:cs typeface="メイリオ" pitchFamily="50" charset="-128"/>
              </a:rPr>
              <a:t>棚札サーバ</a:t>
            </a:r>
            <a:endParaRPr lang="en-US" altLang="ja-JP" sz="1200" dirty="0">
              <a:effectLst/>
              <a:latin typeface="メイリオ" pitchFamily="50" charset="-128"/>
              <a:ea typeface="メイリオ" pitchFamily="50" charset="-128"/>
              <a:cs typeface="メイリオ" pitchFamily="50" charset="-128"/>
            </a:endParaRPr>
          </a:p>
        </p:txBody>
      </p:sp>
      <p:sp>
        <p:nvSpPr>
          <p:cNvPr id="102" name="正方形/長方形 101">
            <a:extLst>
              <a:ext uri="{FF2B5EF4-FFF2-40B4-BE49-F238E27FC236}">
                <a16:creationId xmlns:a16="http://schemas.microsoft.com/office/drawing/2014/main" id="{480A8B0D-CC3C-F944-0D73-CE3D6F27E375}"/>
              </a:ext>
            </a:extLst>
          </p:cNvPr>
          <p:cNvSpPr/>
          <p:nvPr/>
        </p:nvSpPr>
        <p:spPr>
          <a:xfrm>
            <a:off x="10012670" y="4193470"/>
            <a:ext cx="1592514" cy="527844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 w="9525">
            <a:solidFill>
              <a:schemeClr val="accent2"/>
            </a:solidFill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anchor="ctr"/>
          <a:lstStyle/>
          <a:p>
            <a:pPr algn="l"/>
            <a:r>
              <a:rPr lang="ja-JP" altLang="en-US" sz="1100" dirty="0">
                <a:effectLst/>
                <a:latin typeface="メイリオ" pitchFamily="50" charset="-128"/>
                <a:ea typeface="メイリオ" pitchFamily="50" charset="-128"/>
                <a:cs typeface="メイリオ" pitchFamily="50" charset="-128"/>
              </a:rPr>
              <a:t>棚札サーバ</a:t>
            </a:r>
            <a:endParaRPr lang="en-US" altLang="ja-JP" sz="1100" dirty="0">
              <a:effectLst/>
              <a:latin typeface="メイリオ" pitchFamily="50" charset="-128"/>
              <a:ea typeface="メイリオ" pitchFamily="50" charset="-128"/>
              <a:cs typeface="メイリオ" pitchFamily="50" charset="-128"/>
            </a:endParaRPr>
          </a:p>
        </p:txBody>
      </p:sp>
      <p:pic>
        <p:nvPicPr>
          <p:cNvPr id="103" name="Picture 11">
            <a:extLst>
              <a:ext uri="{FF2B5EF4-FFF2-40B4-BE49-F238E27FC236}">
                <a16:creationId xmlns:a16="http://schemas.microsoft.com/office/drawing/2014/main" id="{B5B3217A-8083-7888-77B4-51A255245F72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 bwMode="auto">
          <a:xfrm>
            <a:off x="11091376" y="4210433"/>
            <a:ext cx="496568" cy="50420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106" name="正方形/長方形 105">
            <a:extLst>
              <a:ext uri="{FF2B5EF4-FFF2-40B4-BE49-F238E27FC236}">
                <a16:creationId xmlns:a16="http://schemas.microsoft.com/office/drawing/2014/main" id="{8E0601E3-C66D-4A7F-9242-1DB1073A3CD0}"/>
              </a:ext>
            </a:extLst>
          </p:cNvPr>
          <p:cNvSpPr/>
          <p:nvPr/>
        </p:nvSpPr>
        <p:spPr>
          <a:xfrm>
            <a:off x="9853455" y="679054"/>
            <a:ext cx="1975512" cy="1251936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anchor="ctr"/>
          <a:lstStyle/>
          <a:p>
            <a:pPr algn="ctr">
              <a:defRPr/>
            </a:pPr>
            <a:endParaRPr lang="en-US" altLang="ja-JP" dirty="0">
              <a:latin typeface="メイリオ" pitchFamily="50" charset="-128"/>
              <a:ea typeface="メイリオ" pitchFamily="50" charset="-128"/>
              <a:cs typeface="メイリオ" pitchFamily="50" charset="-128"/>
            </a:endParaRPr>
          </a:p>
          <a:p>
            <a:pPr algn="ctr">
              <a:defRPr/>
            </a:pPr>
            <a:endParaRPr lang="en-US" altLang="ja-JP" dirty="0">
              <a:latin typeface="メイリオ" pitchFamily="50" charset="-128"/>
              <a:ea typeface="メイリオ" pitchFamily="50" charset="-128"/>
              <a:cs typeface="メイリオ" pitchFamily="50" charset="-128"/>
            </a:endParaRPr>
          </a:p>
          <a:p>
            <a:pPr algn="ctr">
              <a:defRPr/>
            </a:pPr>
            <a:endParaRPr lang="en-US" altLang="ja-JP" dirty="0">
              <a:latin typeface="メイリオ" pitchFamily="50" charset="-128"/>
              <a:ea typeface="メイリオ" pitchFamily="50" charset="-128"/>
              <a:cs typeface="メイリオ" pitchFamily="50" charset="-128"/>
            </a:endParaRPr>
          </a:p>
          <a:p>
            <a:pPr algn="ctr">
              <a:defRPr/>
            </a:pPr>
            <a:endParaRPr lang="en-US" altLang="ja-JP" dirty="0">
              <a:latin typeface="メイリオ" pitchFamily="50" charset="-128"/>
              <a:ea typeface="メイリオ" pitchFamily="50" charset="-128"/>
              <a:cs typeface="メイリオ" pitchFamily="50" charset="-128"/>
            </a:endParaRPr>
          </a:p>
          <a:p>
            <a:pPr algn="ctr">
              <a:defRPr/>
            </a:pPr>
            <a:endParaRPr lang="en-US" altLang="ja-JP" dirty="0">
              <a:latin typeface="メイリオ" pitchFamily="50" charset="-128"/>
              <a:ea typeface="メイリオ" pitchFamily="50" charset="-128"/>
              <a:cs typeface="メイリオ" pitchFamily="50" charset="-128"/>
            </a:endParaRPr>
          </a:p>
          <a:p>
            <a:pPr algn="ctr">
              <a:defRPr/>
            </a:pPr>
            <a:endParaRPr lang="en-US" altLang="ja-JP" dirty="0">
              <a:latin typeface="メイリオ" pitchFamily="50" charset="-128"/>
              <a:ea typeface="メイリオ" pitchFamily="50" charset="-128"/>
              <a:cs typeface="メイリオ" pitchFamily="50" charset="-128"/>
            </a:endParaRPr>
          </a:p>
          <a:p>
            <a:pPr algn="ctr">
              <a:defRPr/>
            </a:pPr>
            <a:endParaRPr lang="en-US" altLang="ja-JP" dirty="0">
              <a:latin typeface="メイリオ" pitchFamily="50" charset="-128"/>
              <a:ea typeface="メイリオ" pitchFamily="50" charset="-128"/>
              <a:cs typeface="メイリオ" pitchFamily="50" charset="-128"/>
            </a:endParaRPr>
          </a:p>
          <a:p>
            <a:pPr algn="ctr">
              <a:defRPr/>
            </a:pPr>
            <a:endParaRPr lang="en-US" altLang="ja-JP" dirty="0">
              <a:latin typeface="メイリオ" pitchFamily="50" charset="-128"/>
              <a:ea typeface="メイリオ" pitchFamily="50" charset="-128"/>
              <a:cs typeface="メイリオ" pitchFamily="50" charset="-128"/>
            </a:endParaRPr>
          </a:p>
          <a:p>
            <a:pPr algn="ctr">
              <a:defRPr/>
            </a:pPr>
            <a:endParaRPr lang="en-US" altLang="ja-JP" dirty="0">
              <a:latin typeface="メイリオ" pitchFamily="50" charset="-128"/>
              <a:ea typeface="メイリオ" pitchFamily="50" charset="-128"/>
              <a:cs typeface="メイリオ" pitchFamily="50" charset="-128"/>
            </a:endParaRPr>
          </a:p>
          <a:p>
            <a:pPr algn="ctr">
              <a:defRPr/>
            </a:pPr>
            <a:endParaRPr lang="en-US" altLang="ja-JP" dirty="0">
              <a:latin typeface="メイリオ" pitchFamily="50" charset="-128"/>
              <a:ea typeface="メイリオ" pitchFamily="50" charset="-128"/>
              <a:cs typeface="メイリオ" pitchFamily="50" charset="-128"/>
            </a:endParaRPr>
          </a:p>
          <a:p>
            <a:pPr algn="ctr">
              <a:defRPr/>
            </a:pPr>
            <a:endParaRPr lang="en-US" altLang="ja-JP" dirty="0">
              <a:latin typeface="メイリオ" pitchFamily="50" charset="-128"/>
              <a:ea typeface="メイリオ" pitchFamily="50" charset="-128"/>
              <a:cs typeface="メイリオ" pitchFamily="50" charset="-128"/>
            </a:endParaRPr>
          </a:p>
          <a:p>
            <a:pPr algn="ctr">
              <a:defRPr/>
            </a:pPr>
            <a:endParaRPr lang="en-US" altLang="ja-JP" dirty="0">
              <a:latin typeface="メイリオ" pitchFamily="50" charset="-128"/>
              <a:ea typeface="メイリオ" pitchFamily="50" charset="-128"/>
              <a:cs typeface="メイリオ" pitchFamily="50" charset="-128"/>
            </a:endParaRPr>
          </a:p>
          <a:p>
            <a:pPr algn="ctr">
              <a:defRPr/>
            </a:pPr>
            <a:endParaRPr lang="en-US" altLang="ja-JP" dirty="0">
              <a:latin typeface="メイリオ" pitchFamily="50" charset="-128"/>
              <a:ea typeface="メイリオ" pitchFamily="50" charset="-128"/>
              <a:cs typeface="メイリオ" pitchFamily="50" charset="-128"/>
            </a:endParaRPr>
          </a:p>
          <a:p>
            <a:pPr algn="ctr">
              <a:defRPr/>
            </a:pPr>
            <a:endParaRPr lang="ja-JP" altLang="en-US" dirty="0">
              <a:latin typeface="メイリオ" pitchFamily="50" charset="-128"/>
              <a:ea typeface="メイリオ" pitchFamily="50" charset="-128"/>
              <a:cs typeface="メイリオ" pitchFamily="50" charset="-128"/>
            </a:endParaRPr>
          </a:p>
        </p:txBody>
      </p:sp>
      <p:sp>
        <p:nvSpPr>
          <p:cNvPr id="107" name="正方形/長方形 106">
            <a:extLst>
              <a:ext uri="{FF2B5EF4-FFF2-40B4-BE49-F238E27FC236}">
                <a16:creationId xmlns:a16="http://schemas.microsoft.com/office/drawing/2014/main" id="{22751FEC-F1E0-B7B1-1AA7-7310AF4A9970}"/>
              </a:ext>
            </a:extLst>
          </p:cNvPr>
          <p:cNvSpPr/>
          <p:nvPr/>
        </p:nvSpPr>
        <p:spPr>
          <a:xfrm>
            <a:off x="9853454" y="675591"/>
            <a:ext cx="1237922" cy="428625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anchor="ctr"/>
          <a:lstStyle/>
          <a:p>
            <a:pPr algn="ctr">
              <a:defRPr/>
            </a:pPr>
            <a:r>
              <a:rPr lang="ja-JP" altLang="en-US" sz="1200" dirty="0">
                <a:effectLst/>
                <a:latin typeface="メイリオ" pitchFamily="50" charset="-128"/>
                <a:ea typeface="メイリオ" pitchFamily="50" charset="-128"/>
                <a:cs typeface="メイリオ" pitchFamily="50" charset="-128"/>
              </a:rPr>
              <a:t>イシダ様</a:t>
            </a:r>
            <a:endParaRPr lang="en-US" altLang="ja-JP" sz="1200" dirty="0">
              <a:effectLst/>
              <a:latin typeface="メイリオ" pitchFamily="50" charset="-128"/>
              <a:ea typeface="メイリオ" pitchFamily="50" charset="-128"/>
              <a:cs typeface="メイリオ" pitchFamily="50" charset="-128"/>
            </a:endParaRPr>
          </a:p>
          <a:p>
            <a:pPr algn="ctr">
              <a:defRPr/>
            </a:pPr>
            <a:r>
              <a:rPr lang="ja-JP" altLang="en-US" sz="1200" dirty="0">
                <a:effectLst/>
                <a:latin typeface="メイリオ" pitchFamily="50" charset="-128"/>
                <a:ea typeface="メイリオ" pitchFamily="50" charset="-128"/>
                <a:cs typeface="メイリオ" pitchFamily="50" charset="-128"/>
              </a:rPr>
              <a:t>棚札サーバ</a:t>
            </a:r>
            <a:endParaRPr lang="en-US" altLang="ja-JP" sz="1200" dirty="0">
              <a:effectLst/>
              <a:latin typeface="メイリオ" pitchFamily="50" charset="-128"/>
              <a:ea typeface="メイリオ" pitchFamily="50" charset="-128"/>
              <a:cs typeface="メイリオ" pitchFamily="50" charset="-128"/>
            </a:endParaRPr>
          </a:p>
        </p:txBody>
      </p:sp>
      <p:sp>
        <p:nvSpPr>
          <p:cNvPr id="108" name="正方形/長方形 107">
            <a:extLst>
              <a:ext uri="{FF2B5EF4-FFF2-40B4-BE49-F238E27FC236}">
                <a16:creationId xmlns:a16="http://schemas.microsoft.com/office/drawing/2014/main" id="{87383619-0A95-DD41-1E67-DEA3C522A86A}"/>
              </a:ext>
            </a:extLst>
          </p:cNvPr>
          <p:cNvSpPr/>
          <p:nvPr/>
        </p:nvSpPr>
        <p:spPr>
          <a:xfrm>
            <a:off x="10012670" y="1179567"/>
            <a:ext cx="1592514" cy="527844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 w="9525">
            <a:solidFill>
              <a:schemeClr val="accent2"/>
            </a:solidFill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anchor="ctr"/>
          <a:lstStyle/>
          <a:p>
            <a:pPr algn="l"/>
            <a:r>
              <a:rPr lang="ja-JP" altLang="en-US" sz="1100" dirty="0">
                <a:effectLst/>
                <a:latin typeface="メイリオ" pitchFamily="50" charset="-128"/>
                <a:ea typeface="メイリオ" pitchFamily="50" charset="-128"/>
                <a:cs typeface="メイリオ" pitchFamily="50" charset="-128"/>
              </a:rPr>
              <a:t>棚札サーバ</a:t>
            </a:r>
            <a:endParaRPr lang="en-US" altLang="ja-JP" sz="1100" dirty="0">
              <a:effectLst/>
              <a:latin typeface="メイリオ" pitchFamily="50" charset="-128"/>
              <a:ea typeface="メイリオ" pitchFamily="50" charset="-128"/>
              <a:cs typeface="メイリオ" pitchFamily="50" charset="-128"/>
            </a:endParaRPr>
          </a:p>
        </p:txBody>
      </p:sp>
      <p:pic>
        <p:nvPicPr>
          <p:cNvPr id="109" name="Picture 11">
            <a:extLst>
              <a:ext uri="{FF2B5EF4-FFF2-40B4-BE49-F238E27FC236}">
                <a16:creationId xmlns:a16="http://schemas.microsoft.com/office/drawing/2014/main" id="{1102538A-8EAB-DFCF-4C0E-6158B0D6EBDB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 bwMode="auto">
          <a:xfrm>
            <a:off x="11091376" y="1196530"/>
            <a:ext cx="496568" cy="50420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111" name="図 110">
            <a:extLst>
              <a:ext uri="{FF2B5EF4-FFF2-40B4-BE49-F238E27FC236}">
                <a16:creationId xmlns:a16="http://schemas.microsoft.com/office/drawing/2014/main" id="{33893CB6-8061-DC80-DE83-18A69A5411F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986860" y="2073933"/>
            <a:ext cx="771633" cy="533474"/>
          </a:xfrm>
          <a:prstGeom prst="rect">
            <a:avLst/>
          </a:prstGeom>
        </p:spPr>
      </p:pic>
      <p:pic>
        <p:nvPicPr>
          <p:cNvPr id="112" name="図 111">
            <a:extLst>
              <a:ext uri="{FF2B5EF4-FFF2-40B4-BE49-F238E27FC236}">
                <a16:creationId xmlns:a16="http://schemas.microsoft.com/office/drawing/2014/main" id="{4E2BC02F-24D4-A9B2-0BFF-76FC10D3238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841211" y="2073933"/>
            <a:ext cx="771633" cy="533474"/>
          </a:xfrm>
          <a:prstGeom prst="rect">
            <a:avLst/>
          </a:prstGeom>
        </p:spPr>
      </p:pic>
      <p:sp>
        <p:nvSpPr>
          <p:cNvPr id="113" name="テキスト ボックス 112">
            <a:extLst>
              <a:ext uri="{FF2B5EF4-FFF2-40B4-BE49-F238E27FC236}">
                <a16:creationId xmlns:a16="http://schemas.microsoft.com/office/drawing/2014/main" id="{2C6497B8-1B3B-D862-F116-8A368330B33E}"/>
              </a:ext>
            </a:extLst>
          </p:cNvPr>
          <p:cNvSpPr txBox="1"/>
          <p:nvPr/>
        </p:nvSpPr>
        <p:spPr>
          <a:xfrm>
            <a:off x="103804" y="3689494"/>
            <a:ext cx="99682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ja-JP" altLang="en-US" sz="1600" dirty="0">
                <a:effectLst/>
                <a:latin typeface="Meiryo UI" panose="020B0604030504040204" pitchFamily="50" charset="-128"/>
                <a:ea typeface="Meiryo UI" panose="020B0604030504040204" pitchFamily="50" charset="-128"/>
              </a:rPr>
              <a:t>（案２）</a:t>
            </a:r>
          </a:p>
        </p:txBody>
      </p:sp>
      <p:pic>
        <p:nvPicPr>
          <p:cNvPr id="114" name="図 113">
            <a:extLst>
              <a:ext uri="{FF2B5EF4-FFF2-40B4-BE49-F238E27FC236}">
                <a16:creationId xmlns:a16="http://schemas.microsoft.com/office/drawing/2014/main" id="{D227B55A-6DE5-8791-D4AE-3EF0B3F7D36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819250" y="5296273"/>
            <a:ext cx="2072820" cy="1359526"/>
          </a:xfrm>
          <a:prstGeom prst="rect">
            <a:avLst/>
          </a:prstGeom>
          <a:solidFill>
            <a:srgbClr val="FFC000"/>
          </a:solidFill>
        </p:spPr>
      </p:pic>
      <p:cxnSp>
        <p:nvCxnSpPr>
          <p:cNvPr id="116" name="直線矢印コネクタ 115">
            <a:extLst>
              <a:ext uri="{FF2B5EF4-FFF2-40B4-BE49-F238E27FC236}">
                <a16:creationId xmlns:a16="http://schemas.microsoft.com/office/drawing/2014/main" id="{68844DC6-915C-5758-3FCA-126BBB434E13}"/>
              </a:ext>
            </a:extLst>
          </p:cNvPr>
          <p:cNvCxnSpPr>
            <a:cxnSpLocks/>
          </p:cNvCxnSpPr>
          <p:nvPr/>
        </p:nvCxnSpPr>
        <p:spPr>
          <a:xfrm>
            <a:off x="9427533" y="4442191"/>
            <a:ext cx="0" cy="1580107"/>
          </a:xfrm>
          <a:prstGeom prst="straightConnector1">
            <a:avLst/>
          </a:prstGeom>
          <a:ln w="25400">
            <a:solidFill>
              <a:srgbClr val="FF0000"/>
            </a:solidFill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8" name="直線矢印コネクタ 117">
            <a:extLst>
              <a:ext uri="{FF2B5EF4-FFF2-40B4-BE49-F238E27FC236}">
                <a16:creationId xmlns:a16="http://schemas.microsoft.com/office/drawing/2014/main" id="{ACA74F0A-831D-F199-4005-CF24008FA300}"/>
              </a:ext>
            </a:extLst>
          </p:cNvPr>
          <p:cNvCxnSpPr>
            <a:cxnSpLocks/>
          </p:cNvCxnSpPr>
          <p:nvPr/>
        </p:nvCxnSpPr>
        <p:spPr>
          <a:xfrm>
            <a:off x="9427533" y="6007550"/>
            <a:ext cx="425921" cy="0"/>
          </a:xfrm>
          <a:prstGeom prst="straightConnector1">
            <a:avLst/>
          </a:prstGeom>
          <a:ln w="25400">
            <a:solidFill>
              <a:srgbClr val="FF0000"/>
            </a:solidFill>
            <a:headEnd type="non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0" name="直線矢印コネクタ 119">
            <a:extLst>
              <a:ext uri="{FF2B5EF4-FFF2-40B4-BE49-F238E27FC236}">
                <a16:creationId xmlns:a16="http://schemas.microsoft.com/office/drawing/2014/main" id="{D14F0985-F613-1E02-5444-7CB472589BC6}"/>
              </a:ext>
            </a:extLst>
          </p:cNvPr>
          <p:cNvCxnSpPr>
            <a:cxnSpLocks/>
          </p:cNvCxnSpPr>
          <p:nvPr/>
        </p:nvCxnSpPr>
        <p:spPr>
          <a:xfrm>
            <a:off x="11196857" y="4944893"/>
            <a:ext cx="0" cy="351380"/>
          </a:xfrm>
          <a:prstGeom prst="straightConnector1">
            <a:avLst/>
          </a:prstGeom>
          <a:ln w="25400"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4" name="直線矢印コネクタ 133">
            <a:extLst>
              <a:ext uri="{FF2B5EF4-FFF2-40B4-BE49-F238E27FC236}">
                <a16:creationId xmlns:a16="http://schemas.microsoft.com/office/drawing/2014/main" id="{B41D4338-C688-47F6-1932-EF052D3D6CD1}"/>
              </a:ext>
            </a:extLst>
          </p:cNvPr>
          <p:cNvCxnSpPr>
            <a:cxnSpLocks/>
          </p:cNvCxnSpPr>
          <p:nvPr/>
        </p:nvCxnSpPr>
        <p:spPr>
          <a:xfrm>
            <a:off x="9035816" y="4460522"/>
            <a:ext cx="391717" cy="0"/>
          </a:xfrm>
          <a:prstGeom prst="straightConnector1">
            <a:avLst/>
          </a:prstGeom>
          <a:ln w="25400">
            <a:solidFill>
              <a:srgbClr val="FF0000"/>
            </a:solidFill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5" name="直線矢印コネクタ 134">
            <a:extLst>
              <a:ext uri="{FF2B5EF4-FFF2-40B4-BE49-F238E27FC236}">
                <a16:creationId xmlns:a16="http://schemas.microsoft.com/office/drawing/2014/main" id="{062E27EE-6DD0-454D-D476-955847D8505F}"/>
              </a:ext>
            </a:extLst>
          </p:cNvPr>
          <p:cNvCxnSpPr>
            <a:cxnSpLocks/>
          </p:cNvCxnSpPr>
          <p:nvPr/>
        </p:nvCxnSpPr>
        <p:spPr>
          <a:xfrm>
            <a:off x="9427533" y="4487818"/>
            <a:ext cx="0" cy="1534480"/>
          </a:xfrm>
          <a:prstGeom prst="straightConnector1">
            <a:avLst/>
          </a:prstGeom>
          <a:ln w="25400">
            <a:solidFill>
              <a:srgbClr val="FF0000"/>
            </a:solidFill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6" name="直線矢印コネクタ 135">
            <a:extLst>
              <a:ext uri="{FF2B5EF4-FFF2-40B4-BE49-F238E27FC236}">
                <a16:creationId xmlns:a16="http://schemas.microsoft.com/office/drawing/2014/main" id="{8D3968AB-2BF6-D35D-6289-95D671DACE4C}"/>
              </a:ext>
            </a:extLst>
          </p:cNvPr>
          <p:cNvCxnSpPr>
            <a:cxnSpLocks/>
          </p:cNvCxnSpPr>
          <p:nvPr/>
        </p:nvCxnSpPr>
        <p:spPr>
          <a:xfrm>
            <a:off x="9427533" y="6833183"/>
            <a:ext cx="425921" cy="0"/>
          </a:xfrm>
          <a:prstGeom prst="straightConnector1">
            <a:avLst/>
          </a:prstGeom>
          <a:ln w="25400">
            <a:solidFill>
              <a:srgbClr val="FF0000"/>
            </a:solidFill>
            <a:headEnd type="non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2" name="テキスト ボックス 141">
            <a:extLst>
              <a:ext uri="{FF2B5EF4-FFF2-40B4-BE49-F238E27FC236}">
                <a16:creationId xmlns:a16="http://schemas.microsoft.com/office/drawing/2014/main" id="{477C6BF0-BFFF-84F8-704E-5C40EDBED8E3}"/>
              </a:ext>
            </a:extLst>
          </p:cNvPr>
          <p:cNvSpPr txBox="1"/>
          <p:nvPr/>
        </p:nvSpPr>
        <p:spPr>
          <a:xfrm>
            <a:off x="9019875" y="4475360"/>
            <a:ext cx="2568068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ja-JP" altLang="en-US" sz="1400" dirty="0">
                <a:effectLst/>
                <a:latin typeface="Meiryo UI" panose="020B0604030504040204" pitchFamily="50" charset="-128"/>
                <a:ea typeface="Meiryo UI" panose="020B0604030504040204" pitchFamily="50" charset="-128"/>
              </a:rPr>
              <a:t>②</a:t>
            </a:r>
            <a:endParaRPr lang="en-US" altLang="ja-JP" sz="1400" dirty="0">
              <a:effectLst/>
              <a:latin typeface="Meiryo UI" panose="020B0604030504040204" pitchFamily="50" charset="-128"/>
              <a:ea typeface="Meiryo UI" panose="020B0604030504040204" pitchFamily="50" charset="-128"/>
            </a:endParaRPr>
          </a:p>
          <a:p>
            <a:pPr algn="l"/>
            <a:r>
              <a:rPr lang="ja-JP" altLang="en-US" sz="1400" dirty="0">
                <a:effectLst/>
                <a:latin typeface="Meiryo UI" panose="020B0604030504040204" pitchFamily="50" charset="-128"/>
                <a:ea typeface="Meiryo UI" panose="020B0604030504040204" pitchFamily="50" charset="-128"/>
              </a:rPr>
              <a:t>売価（現在売価）</a:t>
            </a:r>
            <a:endParaRPr lang="en-US" altLang="ja-JP" sz="1400" dirty="0">
              <a:effectLst/>
              <a:latin typeface="Meiryo UI" panose="020B0604030504040204" pitchFamily="50" charset="-128"/>
              <a:ea typeface="Meiryo UI" panose="020B0604030504040204" pitchFamily="50" charset="-128"/>
            </a:endParaRPr>
          </a:p>
          <a:p>
            <a:pPr algn="l"/>
            <a:r>
              <a:rPr lang="ja-JP" altLang="en-US" sz="1400" dirty="0">
                <a:effectLst/>
                <a:latin typeface="Meiryo UI" panose="020B0604030504040204" pitchFamily="50" charset="-128"/>
                <a:ea typeface="Meiryo UI" panose="020B0604030504040204" pitchFamily="50" charset="-128"/>
              </a:rPr>
              <a:t>特売・１７８売価・定番</a:t>
            </a:r>
          </a:p>
        </p:txBody>
      </p:sp>
      <p:sp>
        <p:nvSpPr>
          <p:cNvPr id="148" name="テキスト ボックス 147">
            <a:extLst>
              <a:ext uri="{FF2B5EF4-FFF2-40B4-BE49-F238E27FC236}">
                <a16:creationId xmlns:a16="http://schemas.microsoft.com/office/drawing/2014/main" id="{EA801484-E190-E6D4-DEFC-4F672D759DDF}"/>
              </a:ext>
            </a:extLst>
          </p:cNvPr>
          <p:cNvSpPr txBox="1"/>
          <p:nvPr/>
        </p:nvSpPr>
        <p:spPr>
          <a:xfrm>
            <a:off x="1632923" y="6124099"/>
            <a:ext cx="1795782" cy="8617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ja-JP" altLang="en-US" sz="1400" dirty="0">
                <a:effectLst/>
                <a:latin typeface="Meiryo UI" panose="020B0604030504040204" pitchFamily="50" charset="-128"/>
                <a:ea typeface="Meiryo UI" panose="020B0604030504040204" pitchFamily="50" charset="-128"/>
              </a:rPr>
              <a:t>①棚情報連携</a:t>
            </a:r>
            <a:endParaRPr lang="en-US" altLang="ja-JP" sz="1400" dirty="0">
              <a:effectLst/>
              <a:latin typeface="Meiryo UI" panose="020B0604030504040204" pitchFamily="50" charset="-128"/>
              <a:ea typeface="Meiryo UI" panose="020B0604030504040204" pitchFamily="50" charset="-128"/>
            </a:endParaRPr>
          </a:p>
          <a:p>
            <a:pPr algn="l"/>
            <a:r>
              <a:rPr lang="ja-JP" altLang="en-US" sz="1200" dirty="0">
                <a:effectLst/>
                <a:latin typeface="Meiryo UI" panose="020B0604030504040204" pitchFamily="50" charset="-128"/>
                <a:ea typeface="Meiryo UI" panose="020B0604030504040204" pitchFamily="50" charset="-128"/>
              </a:rPr>
              <a:t>仕入先コード</a:t>
            </a:r>
            <a:endParaRPr lang="en-US" altLang="ja-JP" sz="1200" dirty="0">
              <a:effectLst/>
              <a:latin typeface="Meiryo UI" panose="020B0604030504040204" pitchFamily="50" charset="-128"/>
              <a:ea typeface="Meiryo UI" panose="020B0604030504040204" pitchFamily="50" charset="-128"/>
            </a:endParaRPr>
          </a:p>
          <a:p>
            <a:pPr algn="l"/>
            <a:r>
              <a:rPr lang="ja-JP" altLang="en-US" sz="1200" dirty="0">
                <a:effectLst/>
                <a:latin typeface="Meiryo UI" panose="020B0604030504040204" pitchFamily="50" charset="-128"/>
                <a:ea typeface="Meiryo UI" panose="020B0604030504040204" pitchFamily="50" charset="-128"/>
              </a:rPr>
              <a:t>入数</a:t>
            </a:r>
            <a:endParaRPr lang="en-US" altLang="ja-JP" sz="1200" dirty="0">
              <a:effectLst/>
              <a:latin typeface="Meiryo UI" panose="020B0604030504040204" pitchFamily="50" charset="-128"/>
              <a:ea typeface="Meiryo UI" panose="020B0604030504040204" pitchFamily="50" charset="-128"/>
            </a:endParaRPr>
          </a:p>
          <a:p>
            <a:pPr algn="l"/>
            <a:r>
              <a:rPr lang="ja-JP" altLang="en-US" sz="1200" dirty="0">
                <a:effectLst/>
                <a:latin typeface="Meiryo UI" panose="020B0604030504040204" pitchFamily="50" charset="-128"/>
                <a:ea typeface="Meiryo UI" panose="020B0604030504040204" pitchFamily="50" charset="-128"/>
              </a:rPr>
              <a:t>販売期限</a:t>
            </a:r>
          </a:p>
        </p:txBody>
      </p:sp>
      <p:sp>
        <p:nvSpPr>
          <p:cNvPr id="153" name="テキスト ボックス 152">
            <a:extLst>
              <a:ext uri="{FF2B5EF4-FFF2-40B4-BE49-F238E27FC236}">
                <a16:creationId xmlns:a16="http://schemas.microsoft.com/office/drawing/2014/main" id="{C17D8A4C-8FE8-2242-E74D-25DBA1EE61D5}"/>
              </a:ext>
            </a:extLst>
          </p:cNvPr>
          <p:cNvSpPr txBox="1"/>
          <p:nvPr/>
        </p:nvSpPr>
        <p:spPr>
          <a:xfrm>
            <a:off x="6507239" y="4985167"/>
            <a:ext cx="2920294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ja-JP" altLang="en-US" sz="1400" dirty="0">
                <a:effectLst/>
                <a:latin typeface="Meiryo UI" panose="020B0604030504040204" pitchFamily="50" charset="-128"/>
                <a:ea typeface="Meiryo UI" panose="020B0604030504040204" pitchFamily="50" charset="-128"/>
              </a:rPr>
              <a:t>売価ロジックの横取り</a:t>
            </a:r>
            <a:endParaRPr lang="en-US" altLang="ja-JP" sz="1400" dirty="0">
              <a:effectLst/>
              <a:latin typeface="Meiryo UI" panose="020B0604030504040204" pitchFamily="50" charset="-128"/>
              <a:ea typeface="Meiryo UI" panose="020B0604030504040204" pitchFamily="50" charset="-128"/>
            </a:endParaRPr>
          </a:p>
          <a:p>
            <a:pPr algn="l"/>
            <a:r>
              <a:rPr lang="ja-JP" altLang="en-US" sz="1400" dirty="0">
                <a:effectLst/>
                <a:latin typeface="Meiryo UI" panose="020B0604030504040204" pitchFamily="50" charset="-128"/>
                <a:ea typeface="Meiryo UI" panose="020B0604030504040204" pitchFamily="50" charset="-128"/>
              </a:rPr>
              <a:t>売価ロジックの開発が必要（ルビナ</a:t>
            </a:r>
            <a:r>
              <a:rPr lang="en-US" altLang="ja-JP" sz="1400" dirty="0">
                <a:effectLst/>
                <a:latin typeface="Meiryo UI" panose="020B0604030504040204" pitchFamily="50" charset="-128"/>
                <a:ea typeface="Meiryo UI" panose="020B0604030504040204" pitchFamily="50" charset="-128"/>
              </a:rPr>
              <a:t>)</a:t>
            </a:r>
            <a:endParaRPr lang="ja-JP" altLang="en-US" sz="1400" dirty="0">
              <a:effectLst/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3" name="テキスト ボックス 12">
            <a:extLst>
              <a:ext uri="{FF2B5EF4-FFF2-40B4-BE49-F238E27FC236}">
                <a16:creationId xmlns:a16="http://schemas.microsoft.com/office/drawing/2014/main" id="{11700D09-85A8-B108-D35B-6E47B62793B2}"/>
              </a:ext>
            </a:extLst>
          </p:cNvPr>
          <p:cNvSpPr txBox="1"/>
          <p:nvPr/>
        </p:nvSpPr>
        <p:spPr>
          <a:xfrm>
            <a:off x="3820422" y="28107"/>
            <a:ext cx="2618274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ja-JP" altLang="en-US" sz="1400" dirty="0">
                <a:effectLst/>
                <a:latin typeface="Meiryo UI" panose="020B0604030504040204" pitchFamily="50" charset="-128"/>
                <a:ea typeface="Meiryo UI" panose="020B0604030504040204" pitchFamily="50" charset="-128"/>
              </a:rPr>
              <a:t>棚札への売価、棚情報の連携</a:t>
            </a:r>
          </a:p>
        </p:txBody>
      </p:sp>
      <p:cxnSp>
        <p:nvCxnSpPr>
          <p:cNvPr id="25" name="直線矢印コネクタ 24">
            <a:extLst>
              <a:ext uri="{FF2B5EF4-FFF2-40B4-BE49-F238E27FC236}">
                <a16:creationId xmlns:a16="http://schemas.microsoft.com/office/drawing/2014/main" id="{F51B91B3-B1C5-0EE1-58F3-D1B48BE8BD83}"/>
              </a:ext>
            </a:extLst>
          </p:cNvPr>
          <p:cNvCxnSpPr>
            <a:cxnSpLocks/>
            <a:endCxn id="106" idx="0"/>
          </p:cNvCxnSpPr>
          <p:nvPr/>
        </p:nvCxnSpPr>
        <p:spPr>
          <a:xfrm>
            <a:off x="10841211" y="294968"/>
            <a:ext cx="0" cy="384086"/>
          </a:xfrm>
          <a:prstGeom prst="straightConnector1">
            <a:avLst/>
          </a:prstGeom>
          <a:ln w="25400">
            <a:headEnd type="non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直線矢印コネクタ 27">
            <a:extLst>
              <a:ext uri="{FF2B5EF4-FFF2-40B4-BE49-F238E27FC236}">
                <a16:creationId xmlns:a16="http://schemas.microsoft.com/office/drawing/2014/main" id="{62CC00BC-656B-579D-9118-062B70DCA7D5}"/>
              </a:ext>
            </a:extLst>
          </p:cNvPr>
          <p:cNvCxnSpPr>
            <a:cxnSpLocks/>
          </p:cNvCxnSpPr>
          <p:nvPr/>
        </p:nvCxnSpPr>
        <p:spPr>
          <a:xfrm>
            <a:off x="5257531" y="1901257"/>
            <a:ext cx="0" cy="544718"/>
          </a:xfrm>
          <a:prstGeom prst="straightConnector1">
            <a:avLst/>
          </a:prstGeom>
          <a:ln w="25400"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直線矢印コネクタ 28">
            <a:extLst>
              <a:ext uri="{FF2B5EF4-FFF2-40B4-BE49-F238E27FC236}">
                <a16:creationId xmlns:a16="http://schemas.microsoft.com/office/drawing/2014/main" id="{0AA96E9C-941A-247C-1670-0594FB2CB46B}"/>
              </a:ext>
            </a:extLst>
          </p:cNvPr>
          <p:cNvCxnSpPr>
            <a:cxnSpLocks/>
          </p:cNvCxnSpPr>
          <p:nvPr/>
        </p:nvCxnSpPr>
        <p:spPr>
          <a:xfrm>
            <a:off x="6289350" y="1444182"/>
            <a:ext cx="783434" cy="0"/>
          </a:xfrm>
          <a:prstGeom prst="straightConnector1">
            <a:avLst/>
          </a:prstGeom>
          <a:ln w="25400"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テキスト ボックス 29">
            <a:extLst>
              <a:ext uri="{FF2B5EF4-FFF2-40B4-BE49-F238E27FC236}">
                <a16:creationId xmlns:a16="http://schemas.microsoft.com/office/drawing/2014/main" id="{3D929315-BCA1-B58D-991C-0ADCFD8C6FFF}"/>
              </a:ext>
            </a:extLst>
          </p:cNvPr>
          <p:cNvSpPr txBox="1"/>
          <p:nvPr/>
        </p:nvSpPr>
        <p:spPr>
          <a:xfrm>
            <a:off x="1269222" y="5853661"/>
            <a:ext cx="2618274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ja-JP" altLang="en-US" sz="1400" dirty="0">
                <a:effectLst/>
                <a:latin typeface="Meiryo UI" panose="020B0604030504040204" pitchFamily="50" charset="-128"/>
                <a:ea typeface="Meiryo UI" panose="020B0604030504040204" pitchFamily="50" charset="-128"/>
              </a:rPr>
              <a:t>棚情報の連携</a:t>
            </a:r>
          </a:p>
        </p:txBody>
      </p:sp>
      <p:sp>
        <p:nvSpPr>
          <p:cNvPr id="32" name="正方形/長方形 31">
            <a:extLst>
              <a:ext uri="{FF2B5EF4-FFF2-40B4-BE49-F238E27FC236}">
                <a16:creationId xmlns:a16="http://schemas.microsoft.com/office/drawing/2014/main" id="{1CFC3BCD-14EA-5179-7078-1320798BCDBD}"/>
              </a:ext>
            </a:extLst>
          </p:cNvPr>
          <p:cNvSpPr/>
          <p:nvPr/>
        </p:nvSpPr>
        <p:spPr>
          <a:xfrm>
            <a:off x="1602583" y="4911427"/>
            <a:ext cx="1639476" cy="531989"/>
          </a:xfrm>
          <a:prstGeom prst="rect">
            <a:avLst/>
          </a:prstGeom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anchor="ctr"/>
          <a:lstStyle/>
          <a:p>
            <a:pPr algn="l">
              <a:defRPr/>
            </a:pPr>
            <a:endParaRPr lang="en-US" altLang="ja-JP" sz="1100" dirty="0">
              <a:effectLst/>
              <a:latin typeface="メイリオ" pitchFamily="50" charset="-128"/>
              <a:ea typeface="メイリオ" pitchFamily="50" charset="-128"/>
              <a:cs typeface="メイリオ" pitchFamily="50" charset="-128"/>
            </a:endParaRPr>
          </a:p>
          <a:p>
            <a:pPr algn="l">
              <a:defRPr/>
            </a:pPr>
            <a:r>
              <a:rPr lang="en-US" altLang="ja-JP" sz="1100" dirty="0">
                <a:effectLst/>
                <a:latin typeface="メイリオ" pitchFamily="50" charset="-128"/>
                <a:ea typeface="メイリオ" pitchFamily="50" charset="-128"/>
                <a:cs typeface="メイリオ" pitchFamily="50" charset="-128"/>
              </a:rPr>
              <a:t>SB</a:t>
            </a:r>
            <a:r>
              <a:rPr lang="ja-JP" altLang="en-US" sz="1100" dirty="0">
                <a:effectLst/>
                <a:latin typeface="メイリオ" pitchFamily="50" charset="-128"/>
                <a:ea typeface="メイリオ" pitchFamily="50" charset="-128"/>
                <a:cs typeface="メイリオ" pitchFamily="50" charset="-128"/>
              </a:rPr>
              <a:t>システム</a:t>
            </a:r>
            <a:endParaRPr lang="en-US" altLang="ja-JP" sz="1100" dirty="0">
              <a:effectLst/>
              <a:latin typeface="メイリオ" pitchFamily="50" charset="-128"/>
              <a:ea typeface="メイリオ" pitchFamily="50" charset="-128"/>
              <a:cs typeface="メイリオ" pitchFamily="50" charset="-128"/>
            </a:endParaRPr>
          </a:p>
          <a:p>
            <a:pPr algn="l">
              <a:defRPr/>
            </a:pPr>
            <a:r>
              <a:rPr lang="ja-JP" altLang="en-US" sz="1100" dirty="0">
                <a:effectLst/>
                <a:latin typeface="メイリオ" pitchFamily="50" charset="-128"/>
                <a:ea typeface="メイリオ" pitchFamily="50" charset="-128"/>
                <a:cs typeface="メイリオ" pitchFamily="50" charset="-128"/>
              </a:rPr>
              <a:t>シャープ</a:t>
            </a:r>
            <a:endParaRPr lang="en-US" altLang="ja-JP" sz="1100" dirty="0">
              <a:effectLst/>
              <a:latin typeface="メイリオ" pitchFamily="50" charset="-128"/>
              <a:ea typeface="メイリオ" pitchFamily="50" charset="-128"/>
              <a:cs typeface="メイリオ" pitchFamily="50" charset="-128"/>
            </a:endParaRPr>
          </a:p>
          <a:p>
            <a:pPr algn="l">
              <a:defRPr/>
            </a:pPr>
            <a:endParaRPr lang="en-US" altLang="ja-JP" sz="1100" dirty="0">
              <a:effectLst/>
              <a:latin typeface="メイリオ" pitchFamily="50" charset="-128"/>
              <a:ea typeface="メイリオ" pitchFamily="50" charset="-128"/>
              <a:cs typeface="メイリオ" pitchFamily="50" charset="-128"/>
            </a:endParaRPr>
          </a:p>
        </p:txBody>
      </p:sp>
      <p:pic>
        <p:nvPicPr>
          <p:cNvPr id="33" name="Picture 11">
            <a:extLst>
              <a:ext uri="{FF2B5EF4-FFF2-40B4-BE49-F238E27FC236}">
                <a16:creationId xmlns:a16="http://schemas.microsoft.com/office/drawing/2014/main" id="{6E5596D8-507F-FDC0-09CF-4A94CD9AC871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 bwMode="auto">
          <a:xfrm>
            <a:off x="2698302" y="4941423"/>
            <a:ext cx="496568" cy="50420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cxnSp>
        <p:nvCxnSpPr>
          <p:cNvPr id="37" name="直線矢印コネクタ 36">
            <a:extLst>
              <a:ext uri="{FF2B5EF4-FFF2-40B4-BE49-F238E27FC236}">
                <a16:creationId xmlns:a16="http://schemas.microsoft.com/office/drawing/2014/main" id="{98E1E97E-018E-D1D4-770E-5A9A5B271B97}"/>
              </a:ext>
            </a:extLst>
          </p:cNvPr>
          <p:cNvCxnSpPr>
            <a:cxnSpLocks/>
          </p:cNvCxnSpPr>
          <p:nvPr/>
        </p:nvCxnSpPr>
        <p:spPr>
          <a:xfrm>
            <a:off x="3802687" y="4460508"/>
            <a:ext cx="0" cy="683686"/>
          </a:xfrm>
          <a:prstGeom prst="straightConnector1">
            <a:avLst/>
          </a:prstGeom>
          <a:ln w="25400">
            <a:headEnd type="triangl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直線矢印コネクタ 42">
            <a:extLst>
              <a:ext uri="{FF2B5EF4-FFF2-40B4-BE49-F238E27FC236}">
                <a16:creationId xmlns:a16="http://schemas.microsoft.com/office/drawing/2014/main" id="{816F694A-93FB-06A5-DDF2-D9D6B8185A11}"/>
              </a:ext>
            </a:extLst>
          </p:cNvPr>
          <p:cNvCxnSpPr>
            <a:cxnSpLocks/>
          </p:cNvCxnSpPr>
          <p:nvPr/>
        </p:nvCxnSpPr>
        <p:spPr>
          <a:xfrm>
            <a:off x="3428705" y="5120583"/>
            <a:ext cx="391717" cy="0"/>
          </a:xfrm>
          <a:prstGeom prst="straightConnector1">
            <a:avLst/>
          </a:prstGeom>
          <a:ln w="25400"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43900126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heme/theme1.xml><?xml version="1.0" encoding="utf-8"?>
<a:theme xmlns:a="http://schemas.openxmlformats.org/drawingml/2006/main" name="2_agetech201505">
  <a:themeElements>
    <a:clrScheme name="ユーザー定義 1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8D233E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KASUMI">
      <a:majorFont>
        <a:latin typeface="Arial"/>
        <a:ea typeface="HGPｺﾞｼｯｸE"/>
        <a:cs typeface=""/>
      </a:majorFont>
      <a:minorFont>
        <a:latin typeface="Arial"/>
        <a:ea typeface="HGPｺﾞｼｯｸE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noFill/>
        <a:ln>
          <a:solidFill>
            <a:srgbClr val="002060"/>
          </a:solidFill>
        </a:ln>
        <a:effectLst/>
      </a:spPr>
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<a:prstTxWarp prst="textNoShape">
          <a:avLst/>
        </a:prstTxWarp>
        <a:noAutofit/>
      </a:bodyPr>
      <a:lstStyle>
        <a:defPPr algn="ctr">
          <a:defRPr kumimoji="1" dirty="0" smtClean="0">
            <a:effectLst/>
            <a:latin typeface="ＭＳ Ｐゴシック" panose="020B0600070205080204" pitchFamily="50" charset="-128"/>
            <a:ea typeface="ＭＳ Ｐゴシック" panose="020B0600070205080204" pitchFamily="50" charset="-128"/>
          </a:defRPr>
        </a:defPPr>
      </a:lstStyle>
      <a:style>
        <a:lnRef idx="1">
          <a:schemeClr val="dk1"/>
        </a:lnRef>
        <a:fillRef idx="2">
          <a:schemeClr val="dk1"/>
        </a:fillRef>
        <a:effectRef idx="1">
          <a:schemeClr val="dk1"/>
        </a:effectRef>
        <a:fontRef idx="minor">
          <a:schemeClr val="dk1"/>
        </a:fontRef>
      </a:style>
    </a:spDef>
    <a:lnDef>
      <a:spPr>
        <a:ln>
          <a:solidFill>
            <a:srgbClr val="002060"/>
          </a:solidFill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Kasumi2019W.potx" id="{71512FE8-BC14-4D4F-B216-C3015C79EBAA}" vid="{17AA2515-9812-47F1-9BE3-19D248940889}"/>
    </a:ext>
  </a:extLst>
</a:theme>
</file>

<file path=ppt/theme/theme2.xml><?xml version="1.0" encoding="utf-8"?>
<a:theme xmlns:a="http://schemas.openxmlformats.org/drawingml/2006/main" name="3_agetech201505">
  <a:themeElements>
    <a:clrScheme name="ユーザー定義 1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8D233E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KASUMI">
      <a:majorFont>
        <a:latin typeface="Arial"/>
        <a:ea typeface="HGPｺﾞｼｯｸE"/>
        <a:cs typeface=""/>
      </a:majorFont>
      <a:minorFont>
        <a:latin typeface="Arial"/>
        <a:ea typeface="HGPｺﾞｼｯｸE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noFill/>
        <a:ln w="6350">
          <a:solidFill>
            <a:schemeClr val="bg1">
              <a:lumMod val="50000"/>
            </a:schemeClr>
          </a:solidFill>
        </a:ln>
        <a:effectLst/>
      </a:spPr>
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<a:prstTxWarp prst="textNoShape">
          <a:avLst/>
        </a:prstTxWarp>
        <a:noAutofit/>
      </a:bodyPr>
      <a:lstStyle>
        <a:defPPr marL="0" marR="0" indent="0" algn="ctr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1" sz="1400" b="0" i="0" u="none" strike="noStrike" kern="1200" cap="none" spc="0" normalizeH="0" baseline="0" noProof="0" dirty="0" smtClean="0">
            <a:ln>
              <a:noFill/>
            </a:ln>
            <a:solidFill>
              <a:sysClr val="windowText" lastClr="000000"/>
            </a:solidFill>
            <a:effectLst/>
            <a:uLnTx/>
            <a:uFillTx/>
            <a:latin typeface="源ノ角ゴシック JP" panose="020B0500000000000000" pitchFamily="34" charset="-128"/>
            <a:ea typeface="源ノ角ゴシック JP" panose="020B0500000000000000" pitchFamily="34" charset="-128"/>
          </a:defRPr>
        </a:defPPr>
      </a:lstStyle>
      <a:style>
        <a:lnRef idx="1">
          <a:schemeClr val="dk1"/>
        </a:lnRef>
        <a:fillRef idx="2">
          <a:schemeClr val="dk1"/>
        </a:fillRef>
        <a:effectRef idx="1">
          <a:schemeClr val="dk1"/>
        </a:effectRef>
        <a:fontRef idx="minor">
          <a:schemeClr val="dk1"/>
        </a:fontRef>
      </a:style>
    </a:spDef>
    <a:lnDef>
      <a:spPr>
        <a:ln>
          <a:solidFill>
            <a:srgbClr val="002060"/>
          </a:solidFill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Kasumi2019W.potx" id="{71512FE8-BC14-4D4F-B216-C3015C79EBAA}" vid="{17AA2515-9812-47F1-9BE3-19D248940889}"/>
    </a:ext>
  </a:extLst>
</a:theme>
</file>

<file path=ppt/theme/theme3.xml><?xml version="1.0" encoding="utf-8"?>
<a:theme xmlns:a="http://schemas.openxmlformats.org/drawingml/2006/main" name="F_Tool_T2_01_JP_Emerald">
  <a:themeElements>
    <a:clrScheme name="F_Tool">
      <a:dk1>
        <a:srgbClr val="000000"/>
      </a:dk1>
      <a:lt1>
        <a:sysClr val="window" lastClr="FFFFFF"/>
      </a:lt1>
      <a:dk2>
        <a:srgbClr val="000000"/>
      </a:dk2>
      <a:lt2>
        <a:srgbClr val="FFFFFF"/>
      </a:lt2>
      <a:accent1>
        <a:srgbClr val="EA0000"/>
      </a:accent1>
      <a:accent2>
        <a:srgbClr val="FF8000"/>
      </a:accent2>
      <a:accent3>
        <a:srgbClr val="D80084"/>
      </a:accent3>
      <a:accent4>
        <a:srgbClr val="2400B0"/>
      </a:accent4>
      <a:accent5>
        <a:srgbClr val="61D600"/>
      </a:accent5>
      <a:accent6>
        <a:srgbClr val="008224"/>
      </a:accent6>
      <a:hlink>
        <a:srgbClr val="0563C1"/>
      </a:hlink>
      <a:folHlink>
        <a:srgbClr val="954F72"/>
      </a:folHlink>
    </a:clrScheme>
    <a:fontScheme name="F_Tool_JP">
      <a:majorFont>
        <a:latin typeface="メイリオ"/>
        <a:ea typeface="メイリオ"/>
        <a:cs typeface=""/>
      </a:majorFont>
      <a:minorFont>
        <a:latin typeface="メイリオ"/>
        <a:ea typeface="メイリオ"/>
        <a:cs typeface=""/>
      </a:minorFont>
    </a:fontScheme>
    <a:fmtScheme name="Office テーマ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bg1">
            <a:lumMod val="95000"/>
          </a:schemeClr>
        </a:solidFill>
        <a:ln>
          <a:solidFill>
            <a:schemeClr val="bg1">
              <a:lumMod val="75000"/>
            </a:schemeClr>
          </a:solidFill>
        </a:ln>
      </a:spPr>
      <a:bodyPr rtlCol="0" anchor="ctr"/>
      <a:lstStyle>
        <a:defPPr algn="ctr">
          <a:defRPr kumimoji="1" dirty="0" err="1" smtClean="0">
            <a:solidFill>
              <a:schemeClr val="tx1"/>
            </a:solidFill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9525">
          <a:solidFill>
            <a:schemeClr val="bg1">
              <a:lumMod val="50000"/>
            </a:schemeClr>
          </a:solidFill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none" rtlCol="0">
        <a:spAutoFit/>
      </a:bodyPr>
      <a:lstStyle>
        <a:defPPr algn="l">
          <a:defRPr kumimoji="1" dirty="0" smtClean="0"/>
        </a:defPPr>
      </a:lstStyle>
    </a:tx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Office テーマ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5.xml><?xml version="1.0" encoding="utf-8"?>
<a:theme xmlns:a="http://schemas.openxmlformats.org/drawingml/2006/main" name="Office ​​テーマ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74a0992f-8328-4daf-870b-3d2b13d3e940">
      <Terms xmlns="http://schemas.microsoft.com/office/infopath/2007/PartnerControls"/>
    </lcf76f155ced4ddcb4097134ff3c332f>
    <TaxCatchAll xmlns="4a37abda-15dd-4e37-8275-3b7fb2897b65" xsi:nil="true"/>
  </documentManagement>
</p:properti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ドキュメント" ma:contentTypeID="0x0101008AB003DB5A4D644C9FB3BD19B5C7E000" ma:contentTypeVersion="11" ma:contentTypeDescription="新しいドキュメントを作成します。" ma:contentTypeScope="" ma:versionID="14213891138059eb724b9e737fafccea">
  <xsd:schema xmlns:xsd="http://www.w3.org/2001/XMLSchema" xmlns:xs="http://www.w3.org/2001/XMLSchema" xmlns:p="http://schemas.microsoft.com/office/2006/metadata/properties" xmlns:ns2="74a0992f-8328-4daf-870b-3d2b13d3e940" xmlns:ns3="4a37abda-15dd-4e37-8275-3b7fb2897b65" targetNamespace="http://schemas.microsoft.com/office/2006/metadata/properties" ma:root="true" ma:fieldsID="c0714e9ec9c019f03b39320eca5a0ecc" ns2:_="" ns3:_="">
    <xsd:import namespace="74a0992f-8328-4daf-870b-3d2b13d3e940"/>
    <xsd:import namespace="4a37abda-15dd-4e37-8275-3b7fb2897b65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  <xsd:element ref="ns2:MediaServiceDateTaken" minOccurs="0"/>
                <xsd:element ref="ns2:MediaServiceGenerationTime" minOccurs="0"/>
                <xsd:element ref="ns2:MediaServiceEventHashCode" minOccurs="0"/>
                <xsd:element ref="ns2:MediaLengthInSeconds" minOccurs="0"/>
                <xsd:element ref="ns2:lcf76f155ced4ddcb4097134ff3c332f" minOccurs="0"/>
                <xsd:element ref="ns3:TaxCatchAll" minOccurs="0"/>
                <xsd:element ref="ns2:MediaServiceOCR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4a0992f-8328-4daf-870b-3d2b13d3e940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ateTaken" ma:index="11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GenerationTime" ma:index="12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3" nillable="true" ma:displayName="MediaServiceEventHashCode" ma:hidden="true" ma:internalName="MediaServiceEventHashCode" ma:readOnly="true">
      <xsd:simpleType>
        <xsd:restriction base="dms:Text"/>
      </xsd:simpleType>
    </xsd:element>
    <xsd:element name="MediaLengthInSeconds" ma:index="14" nillable="true" ma:displayName="MediaLengthInSeconds" ma:hidden="true" ma:internalName="MediaLengthInSeconds" ma:readOnly="true">
      <xsd:simpleType>
        <xsd:restriction base="dms:Unknown"/>
      </xsd:simpleType>
    </xsd:element>
    <xsd:element name="lcf76f155ced4ddcb4097134ff3c332f" ma:index="16" nillable="true" ma:taxonomy="true" ma:internalName="lcf76f155ced4ddcb4097134ff3c332f" ma:taxonomyFieldName="MediaServiceImageTags" ma:displayName="画像タグ" ma:readOnly="false" ma:fieldId="{5cf76f15-5ced-4ddc-b409-7134ff3c332f}" ma:taxonomyMulti="true" ma:sspId="e6619b5c-6674-40b7-9c01-33e12ba1bd7c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CR" ma:index="18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4a37abda-15dd-4e37-8275-3b7fb2897b65" elementFormDefault="qualified">
    <xsd:import namespace="http://schemas.microsoft.com/office/2006/documentManagement/types"/>
    <xsd:import namespace="http://schemas.microsoft.com/office/infopath/2007/PartnerControls"/>
    <xsd:element name="TaxCatchAll" ma:index="17" nillable="true" ma:displayName="Taxonomy Catch All Column" ma:hidden="true" ma:list="{f2a2e70a-4904-448e-b588-7989bbdb9dd5}" ma:internalName="TaxCatchAll" ma:showField="CatchAllData" ma:web="4a37abda-15dd-4e37-8275-3b7fb2897b65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コンテンツ タイプ"/>
        <xsd:element ref="dc:title" minOccurs="0" maxOccurs="1" ma:index="4" ma:displayName="タイトル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144CF8C3-65DE-4D99-8578-ED8532A86FE7}">
  <ds:schemaRefs>
    <ds:schemaRef ds:uri="http://purl.org/dc/elements/1.1/"/>
    <ds:schemaRef ds:uri="http://www.w3.org/XML/1998/namespace"/>
    <ds:schemaRef ds:uri="4f5d1ef4-dbf8-4c6a-90e6-a23c32b4a121"/>
    <ds:schemaRef ds:uri="http://schemas.microsoft.com/office/2006/metadata/properties"/>
    <ds:schemaRef ds:uri="http://purl.org/dc/dcmitype/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terms/"/>
  </ds:schemaRefs>
</ds:datastoreItem>
</file>

<file path=customXml/itemProps2.xml><?xml version="1.0" encoding="utf-8"?>
<ds:datastoreItem xmlns:ds="http://schemas.openxmlformats.org/officeDocument/2006/customXml" ds:itemID="{1D8B24C1-C748-4760-AA20-4881C01D69BB}"/>
</file>

<file path=customXml/itemProps3.xml><?xml version="1.0" encoding="utf-8"?>
<ds:datastoreItem xmlns:ds="http://schemas.openxmlformats.org/officeDocument/2006/customXml" ds:itemID="{EDF12B62-8DA2-419D-BBD7-A44087A2372F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45732</TotalTime>
  <Words>262</Words>
  <Application>Microsoft Office PowerPoint</Application>
  <PresentationFormat>ワイド画面</PresentationFormat>
  <Paragraphs>350</Paragraphs>
  <Slides>2</Slides>
  <Notes>0</Notes>
  <HiddenSlides>0</HiddenSlides>
  <MMClips>0</MMClips>
  <ScaleCrop>false</ScaleCrop>
  <HeadingPairs>
    <vt:vector size="8" baseType="variant">
      <vt:variant>
        <vt:lpstr>使用されているフォント</vt:lpstr>
      </vt:variant>
      <vt:variant>
        <vt:i4>9</vt:i4>
      </vt:variant>
      <vt:variant>
        <vt:lpstr>テーマ</vt:lpstr>
      </vt:variant>
      <vt:variant>
        <vt:i4>3</vt:i4>
      </vt:variant>
      <vt:variant>
        <vt:lpstr>埋め込まれた OLE サーバー</vt:lpstr>
      </vt:variant>
      <vt:variant>
        <vt:i4>1</vt:i4>
      </vt:variant>
      <vt:variant>
        <vt:lpstr>スライド タイトル</vt:lpstr>
      </vt:variant>
      <vt:variant>
        <vt:i4>2</vt:i4>
      </vt:variant>
    </vt:vector>
  </HeadingPairs>
  <TitlesOfParts>
    <vt:vector size="15" baseType="lpstr">
      <vt:lpstr>Brooklyn Heavy</vt:lpstr>
      <vt:lpstr>Brooklyn Normal</vt:lpstr>
      <vt:lpstr>HG丸ｺﾞｼｯｸM-PRO</vt:lpstr>
      <vt:lpstr>Meiryo UI</vt:lpstr>
      <vt:lpstr>ＭＳ Ｐゴシック</vt:lpstr>
      <vt:lpstr>メイリオ</vt:lpstr>
      <vt:lpstr>源ノ角ゴシック JP</vt:lpstr>
      <vt:lpstr>Arial</vt:lpstr>
      <vt:lpstr>Wingdings</vt:lpstr>
      <vt:lpstr>2_agetech201505</vt:lpstr>
      <vt:lpstr>3_agetech201505</vt:lpstr>
      <vt:lpstr>F_Tool_T2_01_JP_Emerald</vt:lpstr>
      <vt:lpstr>think-cell スライド</vt:lpstr>
      <vt:lpstr>PowerPoint プレゼンテーション</vt:lpstr>
      <vt:lpstr>PowerPoint プレゼンテーション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オンラインデリバリー事業戦略</dc:title>
  <dc:creator>KS158780</dc:creator>
  <cp:lastModifiedBy>佐々木  大助</cp:lastModifiedBy>
  <cp:revision>886</cp:revision>
  <cp:lastPrinted>2020-09-14T08:44:14Z</cp:lastPrinted>
  <dcterms:created xsi:type="dcterms:W3CDTF">2020-07-27T13:28:51Z</dcterms:created>
  <dcterms:modified xsi:type="dcterms:W3CDTF">2025-04-10T06:11:25Z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0x0101008AB003DB5A4D644C9FB3BD19B5C7E000</vt:lpwstr>
  </property>
  <property fmtid="{D5CDD505-2E9C-101B-9397-08002B2CF9AE}" pid="3" name="MediaServiceImageTags">
    <vt:lpwstr/>
  </property>
</Properties>
</file>