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9" r:id="rId4"/>
    <p:sldMasterId id="2147483921" r:id="rId5"/>
    <p:sldMasterId id="2147483929" r:id="rId6"/>
  </p:sldMasterIdLst>
  <p:notesMasterIdLst>
    <p:notesMasterId r:id="rId9"/>
  </p:notesMasterIdLst>
  <p:handoutMasterIdLst>
    <p:handoutMasterId r:id="rId10"/>
  </p:handoutMasterIdLst>
  <p:sldIdLst>
    <p:sldId id="15102" r:id="rId7"/>
    <p:sldId id="15103" r:id="rId8"/>
  </p:sldIdLst>
  <p:sldSz cx="12192000" cy="6858000"/>
  <p:notesSz cx="6807200" cy="9939338"/>
  <p:defaultTextStyle>
    <a:defPPr>
      <a:defRPr lang="ja-JP"/>
    </a:defPPr>
    <a:lvl1pPr algn="ctr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5pPr>
    <a:lvl6pPr marL="2286000" algn="l" defTabSz="914400" rtl="0" eaLnBrk="1" latinLnBrk="0" hangingPunct="1"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6pPr>
    <a:lvl7pPr marL="2743200" algn="l" defTabSz="914400" rtl="0" eaLnBrk="1" latinLnBrk="0" hangingPunct="1"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7pPr>
    <a:lvl8pPr marL="3200400" algn="l" defTabSz="914400" rtl="0" eaLnBrk="1" latinLnBrk="0" hangingPunct="1"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8pPr>
    <a:lvl9pPr marL="3657600" algn="l" defTabSz="914400" rtl="0" eaLnBrk="1" latinLnBrk="0" hangingPunct="1">
      <a:defRPr kumimoji="1" sz="10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MS UI Gothic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780" userDrawn="1">
          <p15:clr>
            <a:srgbClr val="A4A3A4"/>
          </p15:clr>
        </p15:guide>
        <p15:guide id="3" orient="horz" pos="1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川村　昂弘" initials="川村　昂弘" lastIdx="2" clrIdx="0">
    <p:extLst>
      <p:ext uri="{19B8F6BF-5375-455C-9EA6-DF929625EA0E}">
        <p15:presenceInfo xmlns:p15="http://schemas.microsoft.com/office/powerpoint/2012/main" userId="S::takahiro.kawamura@kasumi.co.jp::62e6acf4-d3bd-47f2-a7c0-e4ab68ac4e0f" providerId="AD"/>
      </p:ext>
    </p:extLst>
  </p:cmAuthor>
  <p:cmAuthor id="2" name="yuki.ueda.2501@outlook.jp" initials="y" lastIdx="2" clrIdx="1">
    <p:extLst>
      <p:ext uri="{19B8F6BF-5375-455C-9EA6-DF929625EA0E}">
        <p15:presenceInfo xmlns:p15="http://schemas.microsoft.com/office/powerpoint/2012/main" userId="0876c14e19e3902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DBE"/>
    <a:srgbClr val="F2F2F2"/>
    <a:srgbClr val="F56D4D"/>
    <a:srgbClr val="E7390D"/>
    <a:srgbClr val="701A06"/>
    <a:srgbClr val="A80000"/>
    <a:srgbClr val="E8DD61"/>
    <a:srgbClr val="4BACC6"/>
    <a:srgbClr val="FE1E00"/>
    <a:srgbClr val="009E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D76D6F-0E31-4533-A998-240FC9FDBD73}" v="162" dt="2025-03-25T07:49:31.945"/>
    <p1510:client id="{FA5AD3DB-24D0-4321-A392-CC085B085C3F}" v="8" dt="2025-03-26T00:31:30.2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38" autoAdjust="0"/>
    <p:restoredTop sz="94280" autoAdjust="0"/>
  </p:normalViewPr>
  <p:slideViewPr>
    <p:cSldViewPr snapToGrid="0">
      <p:cViewPr varScale="1">
        <p:scale>
          <a:sx n="91" d="100"/>
          <a:sy n="91" d="100"/>
        </p:scale>
        <p:origin x="802" y="-29"/>
      </p:cViewPr>
      <p:guideLst>
        <p:guide pos="3780"/>
        <p:guide orient="horz" pos="1888"/>
      </p:guideLst>
    </p:cSldViewPr>
  </p:slideViewPr>
  <p:outlineViewPr>
    <p:cViewPr>
      <p:scale>
        <a:sx n="33" d="100"/>
        <a:sy n="33" d="100"/>
      </p:scale>
      <p:origin x="0" y="-70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0"/>
        <p:guide pos="214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安藤　元一" userId="aaacf712-7740-4f7a-86dc-21596742342f" providerId="ADAL" clId="{FA5AD3DB-24D0-4321-A392-CC085B085C3F}"/>
    <pc:docChg chg="undo custSel addSld modSld">
      <pc:chgData name="安藤　元一" userId="aaacf712-7740-4f7a-86dc-21596742342f" providerId="ADAL" clId="{FA5AD3DB-24D0-4321-A392-CC085B085C3F}" dt="2025-03-26T00:31:35.161" v="407" actId="478"/>
      <pc:docMkLst>
        <pc:docMk/>
      </pc:docMkLst>
      <pc:sldChg chg="addSp delSp modSp mod">
        <pc:chgData name="安藤　元一" userId="aaacf712-7740-4f7a-86dc-21596742342f" providerId="ADAL" clId="{FA5AD3DB-24D0-4321-A392-CC085B085C3F}" dt="2025-03-26T00:31:30.263" v="406"/>
        <pc:sldMkLst>
          <pc:docMk/>
          <pc:sldMk cId="3389720346" sldId="15098"/>
        </pc:sldMkLst>
        <pc:spChg chg="add del">
          <ac:chgData name="安藤　元一" userId="aaacf712-7740-4f7a-86dc-21596742342f" providerId="ADAL" clId="{FA5AD3DB-24D0-4321-A392-CC085B085C3F}" dt="2025-03-26T00:22:26.246" v="3" actId="22"/>
          <ac:spMkLst>
            <pc:docMk/>
            <pc:sldMk cId="3389720346" sldId="15098"/>
            <ac:spMk id="16" creationId="{EFD48471-E6B1-27D1-0262-8D903FADE784}"/>
          </ac:spMkLst>
        </pc:spChg>
        <pc:spChg chg="add del">
          <ac:chgData name="安藤　元一" userId="aaacf712-7740-4f7a-86dc-21596742342f" providerId="ADAL" clId="{FA5AD3DB-24D0-4321-A392-CC085B085C3F}" dt="2025-03-26T00:22:24.681" v="2" actId="22"/>
          <ac:spMkLst>
            <pc:docMk/>
            <pc:sldMk cId="3389720346" sldId="15098"/>
            <ac:spMk id="20" creationId="{6B5B5A24-FD06-737A-451B-7E0B1D49683B}"/>
          </ac:spMkLst>
        </pc:spChg>
        <pc:spChg chg="add mod">
          <ac:chgData name="安藤　元一" userId="aaacf712-7740-4f7a-86dc-21596742342f" providerId="ADAL" clId="{FA5AD3DB-24D0-4321-A392-CC085B085C3F}" dt="2025-03-26T00:31:30.263" v="406"/>
          <ac:spMkLst>
            <pc:docMk/>
            <pc:sldMk cId="3389720346" sldId="15098"/>
            <ac:spMk id="21" creationId="{7D419E08-E176-F878-4DF0-08C994DEA5C0}"/>
          </ac:spMkLst>
        </pc:spChg>
      </pc:sldChg>
      <pc:sldChg chg="addSp delSp modSp add mod">
        <pc:chgData name="安藤　元一" userId="aaacf712-7740-4f7a-86dc-21596742342f" providerId="ADAL" clId="{FA5AD3DB-24D0-4321-A392-CC085B085C3F}" dt="2025-03-26T00:30:35.045" v="405" actId="6549"/>
        <pc:sldMkLst>
          <pc:docMk/>
          <pc:sldMk cId="2671779220" sldId="15100"/>
        </pc:sldMkLst>
        <pc:spChg chg="mod">
          <ac:chgData name="安藤　元一" userId="aaacf712-7740-4f7a-86dc-21596742342f" providerId="ADAL" clId="{FA5AD3DB-24D0-4321-A392-CC085B085C3F}" dt="2025-03-26T00:22:40.142" v="12" actId="20577"/>
          <ac:spMkLst>
            <pc:docMk/>
            <pc:sldMk cId="2671779220" sldId="15100"/>
            <ac:spMk id="2" creationId="{33706D8A-6470-F6AC-DD32-570D2DC2B3CC}"/>
          </ac:spMkLst>
        </pc:spChg>
        <pc:spChg chg="mod">
          <ac:chgData name="安藤　元一" userId="aaacf712-7740-4f7a-86dc-21596742342f" providerId="ADAL" clId="{FA5AD3DB-24D0-4321-A392-CC085B085C3F}" dt="2025-03-26T00:24:13.588" v="86" actId="14100"/>
          <ac:spMkLst>
            <pc:docMk/>
            <pc:sldMk cId="2671779220" sldId="15100"/>
            <ac:spMk id="4" creationId="{7752766E-FA8C-EDAE-4463-C6948C3F6455}"/>
          </ac:spMkLst>
        </pc:spChg>
        <pc:spChg chg="mod">
          <ac:chgData name="安藤　元一" userId="aaacf712-7740-4f7a-86dc-21596742342f" providerId="ADAL" clId="{FA5AD3DB-24D0-4321-A392-CC085B085C3F}" dt="2025-03-26T00:23:33.992" v="52" actId="20577"/>
          <ac:spMkLst>
            <pc:docMk/>
            <pc:sldMk cId="2671779220" sldId="15100"/>
            <ac:spMk id="6" creationId="{76CCA7E6-6020-386A-2464-017BAB9B329D}"/>
          </ac:spMkLst>
        </pc:spChg>
        <pc:spChg chg="mod">
          <ac:chgData name="安藤　元一" userId="aaacf712-7740-4f7a-86dc-21596742342f" providerId="ADAL" clId="{FA5AD3DB-24D0-4321-A392-CC085B085C3F}" dt="2025-03-26T00:24:09.460" v="85" actId="20577"/>
          <ac:spMkLst>
            <pc:docMk/>
            <pc:sldMk cId="2671779220" sldId="15100"/>
            <ac:spMk id="9" creationId="{22E625F1-F16A-A96A-56CC-99F855060D32}"/>
          </ac:spMkLst>
        </pc:spChg>
        <pc:spChg chg="mod">
          <ac:chgData name="安藤　元一" userId="aaacf712-7740-4f7a-86dc-21596742342f" providerId="ADAL" clId="{FA5AD3DB-24D0-4321-A392-CC085B085C3F}" dt="2025-03-26T00:30:26.716" v="403" actId="6549"/>
          <ac:spMkLst>
            <pc:docMk/>
            <pc:sldMk cId="2671779220" sldId="15100"/>
            <ac:spMk id="11" creationId="{D596F240-B46E-C368-871F-26273F0F4DD6}"/>
          </ac:spMkLst>
        </pc:spChg>
        <pc:spChg chg="add mod">
          <ac:chgData name="安藤　元一" userId="aaacf712-7740-4f7a-86dc-21596742342f" providerId="ADAL" clId="{FA5AD3DB-24D0-4321-A392-CC085B085C3F}" dt="2025-03-26T00:24:40.703" v="98" actId="571"/>
          <ac:spMkLst>
            <pc:docMk/>
            <pc:sldMk cId="2671779220" sldId="15100"/>
            <ac:spMk id="13" creationId="{ED7FB001-59D7-1370-817A-61DAE824E776}"/>
          </ac:spMkLst>
        </pc:spChg>
        <pc:spChg chg="del">
          <ac:chgData name="安藤　元一" userId="aaacf712-7740-4f7a-86dc-21596742342f" providerId="ADAL" clId="{FA5AD3DB-24D0-4321-A392-CC085B085C3F}" dt="2025-03-26T00:24:00.093" v="69" actId="478"/>
          <ac:spMkLst>
            <pc:docMk/>
            <pc:sldMk cId="2671779220" sldId="15100"/>
            <ac:spMk id="17" creationId="{BB2EF867-26BA-4B33-19BE-8FC8B4677DFA}"/>
          </ac:spMkLst>
        </pc:spChg>
        <pc:spChg chg="mod">
          <ac:chgData name="安藤　元一" userId="aaacf712-7740-4f7a-86dc-21596742342f" providerId="ADAL" clId="{FA5AD3DB-24D0-4321-A392-CC085B085C3F}" dt="2025-03-26T00:23:42.053" v="61" actId="20577"/>
          <ac:spMkLst>
            <pc:docMk/>
            <pc:sldMk cId="2671779220" sldId="15100"/>
            <ac:spMk id="18" creationId="{03D86E58-E092-3A37-DFCE-61D6AFA5EB03}"/>
          </ac:spMkLst>
        </pc:spChg>
        <pc:spChg chg="add mod">
          <ac:chgData name="安藤　元一" userId="aaacf712-7740-4f7a-86dc-21596742342f" providerId="ADAL" clId="{FA5AD3DB-24D0-4321-A392-CC085B085C3F}" dt="2025-03-26T00:25:03.064" v="110" actId="20577"/>
          <ac:spMkLst>
            <pc:docMk/>
            <pc:sldMk cId="2671779220" sldId="15100"/>
            <ac:spMk id="19" creationId="{A37C752B-3F63-313D-4EAA-15B595648F62}"/>
          </ac:spMkLst>
        </pc:spChg>
        <pc:spChg chg="add mod">
          <ac:chgData name="安藤　元一" userId="aaacf712-7740-4f7a-86dc-21596742342f" providerId="ADAL" clId="{FA5AD3DB-24D0-4321-A392-CC085B085C3F}" dt="2025-03-26T00:26:22.319" v="199" actId="1076"/>
          <ac:spMkLst>
            <pc:docMk/>
            <pc:sldMk cId="2671779220" sldId="15100"/>
            <ac:spMk id="21" creationId="{8F9E99DC-EDD7-8F6E-893B-3B19263BD1DB}"/>
          </ac:spMkLst>
        </pc:spChg>
        <pc:spChg chg="mod">
          <ac:chgData name="安藤　元一" userId="aaacf712-7740-4f7a-86dc-21596742342f" providerId="ADAL" clId="{FA5AD3DB-24D0-4321-A392-CC085B085C3F}" dt="2025-03-26T00:23:52.284" v="64" actId="6549"/>
          <ac:spMkLst>
            <pc:docMk/>
            <pc:sldMk cId="2671779220" sldId="15100"/>
            <ac:spMk id="34" creationId="{B29EC004-BC72-19C7-F2CA-05270AFE8EAF}"/>
          </ac:spMkLst>
        </pc:spChg>
        <pc:spChg chg="del">
          <ac:chgData name="安藤　元一" userId="aaacf712-7740-4f7a-86dc-21596742342f" providerId="ADAL" clId="{FA5AD3DB-24D0-4321-A392-CC085B085C3F}" dt="2025-03-26T00:23:59.447" v="68" actId="478"/>
          <ac:spMkLst>
            <pc:docMk/>
            <pc:sldMk cId="2671779220" sldId="15100"/>
            <ac:spMk id="38" creationId="{B7C0A0DF-29B3-D1DA-ABEE-3CBE1AFFB160}"/>
          </ac:spMkLst>
        </pc:spChg>
        <pc:spChg chg="del">
          <ac:chgData name="安藤　元一" userId="aaacf712-7740-4f7a-86dc-21596742342f" providerId="ADAL" clId="{FA5AD3DB-24D0-4321-A392-CC085B085C3F}" dt="2025-03-26T00:23:57.393" v="67" actId="478"/>
          <ac:spMkLst>
            <pc:docMk/>
            <pc:sldMk cId="2671779220" sldId="15100"/>
            <ac:spMk id="39" creationId="{2F8F6A63-19EC-14F7-4F7A-3CD9B7874E8D}"/>
          </ac:spMkLst>
        </pc:spChg>
        <pc:spChg chg="del">
          <ac:chgData name="安藤　元一" userId="aaacf712-7740-4f7a-86dc-21596742342f" providerId="ADAL" clId="{FA5AD3DB-24D0-4321-A392-CC085B085C3F}" dt="2025-03-26T00:24:03.217" v="72" actId="478"/>
          <ac:spMkLst>
            <pc:docMk/>
            <pc:sldMk cId="2671779220" sldId="15100"/>
            <ac:spMk id="42" creationId="{B8DBE691-D5E8-2020-FCE1-141C0FE7185C}"/>
          </ac:spMkLst>
        </pc:spChg>
        <pc:spChg chg="mod">
          <ac:chgData name="安藤　元一" userId="aaacf712-7740-4f7a-86dc-21596742342f" providerId="ADAL" clId="{FA5AD3DB-24D0-4321-A392-CC085B085C3F}" dt="2025-03-26T00:25:31.821" v="115" actId="14100"/>
          <ac:spMkLst>
            <pc:docMk/>
            <pc:sldMk cId="2671779220" sldId="15100"/>
            <ac:spMk id="55" creationId="{2F49834F-CDF6-4C29-3F9F-9C713E37D346}"/>
          </ac:spMkLst>
        </pc:spChg>
        <pc:spChg chg="del">
          <ac:chgData name="安藤　元一" userId="aaacf712-7740-4f7a-86dc-21596742342f" providerId="ADAL" clId="{FA5AD3DB-24D0-4321-A392-CC085B085C3F}" dt="2025-03-26T00:24:52.919" v="100" actId="478"/>
          <ac:spMkLst>
            <pc:docMk/>
            <pc:sldMk cId="2671779220" sldId="15100"/>
            <ac:spMk id="61" creationId="{E9491A35-F2F7-4533-A3B7-D7F2860CB58F}"/>
          </ac:spMkLst>
        </pc:spChg>
        <pc:spChg chg="mod">
          <ac:chgData name="安藤　元一" userId="aaacf712-7740-4f7a-86dc-21596742342f" providerId="ADAL" clId="{FA5AD3DB-24D0-4321-A392-CC085B085C3F}" dt="2025-03-26T00:30:35.045" v="405" actId="6549"/>
          <ac:spMkLst>
            <pc:docMk/>
            <pc:sldMk cId="2671779220" sldId="15100"/>
            <ac:spMk id="70" creationId="{ECB2D18C-484E-3338-815B-C3D1A808B8D2}"/>
          </ac:spMkLst>
        </pc:spChg>
        <pc:spChg chg="mod">
          <ac:chgData name="安藤　元一" userId="aaacf712-7740-4f7a-86dc-21596742342f" providerId="ADAL" clId="{FA5AD3DB-24D0-4321-A392-CC085B085C3F}" dt="2025-03-26T00:24:24.351" v="95" actId="20577"/>
          <ac:spMkLst>
            <pc:docMk/>
            <pc:sldMk cId="2671779220" sldId="15100"/>
            <ac:spMk id="76" creationId="{C0C61D22-CC31-BBCD-54AE-DF3E00D63B56}"/>
          </ac:spMkLst>
        </pc:spChg>
        <pc:spChg chg="del">
          <ac:chgData name="安藤　元一" userId="aaacf712-7740-4f7a-86dc-21596742342f" providerId="ADAL" clId="{FA5AD3DB-24D0-4321-A392-CC085B085C3F}" dt="2025-03-26T00:24:33.725" v="97" actId="478"/>
          <ac:spMkLst>
            <pc:docMk/>
            <pc:sldMk cId="2671779220" sldId="15100"/>
            <ac:spMk id="79" creationId="{1DB6877A-5136-959F-1DA6-6B7F670F68A9}"/>
          </ac:spMkLst>
        </pc:spChg>
        <pc:spChg chg="del">
          <ac:chgData name="安藤　元一" userId="aaacf712-7740-4f7a-86dc-21596742342f" providerId="ADAL" clId="{FA5AD3DB-24D0-4321-A392-CC085B085C3F}" dt="2025-03-26T00:25:27.322" v="114" actId="478"/>
          <ac:spMkLst>
            <pc:docMk/>
            <pc:sldMk cId="2671779220" sldId="15100"/>
            <ac:spMk id="81" creationId="{B7A19400-8D7E-ED05-E53B-693B013A33F8}"/>
          </ac:spMkLst>
        </pc:spChg>
        <pc:spChg chg="del">
          <ac:chgData name="安藤　元一" userId="aaacf712-7740-4f7a-86dc-21596742342f" providerId="ADAL" clId="{FA5AD3DB-24D0-4321-A392-CC085B085C3F}" dt="2025-03-26T00:25:27.322" v="114" actId="478"/>
          <ac:spMkLst>
            <pc:docMk/>
            <pc:sldMk cId="2671779220" sldId="15100"/>
            <ac:spMk id="82" creationId="{6911BB5B-1F43-621A-C12E-0CFF7514F883}"/>
          </ac:spMkLst>
        </pc:spChg>
        <pc:spChg chg="del">
          <ac:chgData name="安藤　元一" userId="aaacf712-7740-4f7a-86dc-21596742342f" providerId="ADAL" clId="{FA5AD3DB-24D0-4321-A392-CC085B085C3F}" dt="2025-03-26T00:25:27.322" v="114" actId="478"/>
          <ac:spMkLst>
            <pc:docMk/>
            <pc:sldMk cId="2671779220" sldId="15100"/>
            <ac:spMk id="83" creationId="{F51F536A-708F-DEF9-4167-8567C9FDA167}"/>
          </ac:spMkLst>
        </pc:spChg>
        <pc:spChg chg="del">
          <ac:chgData name="安藤　元一" userId="aaacf712-7740-4f7a-86dc-21596742342f" providerId="ADAL" clId="{FA5AD3DB-24D0-4321-A392-CC085B085C3F}" dt="2025-03-26T00:25:17.902" v="111" actId="478"/>
          <ac:spMkLst>
            <pc:docMk/>
            <pc:sldMk cId="2671779220" sldId="15100"/>
            <ac:spMk id="86" creationId="{90F6D554-5CEA-EE6F-60A2-D4E78A50D720}"/>
          </ac:spMkLst>
        </pc:spChg>
        <pc:spChg chg="mod">
          <ac:chgData name="安藤　元一" userId="aaacf712-7740-4f7a-86dc-21596742342f" providerId="ADAL" clId="{FA5AD3DB-24D0-4321-A392-CC085B085C3F}" dt="2025-03-26T00:23:10.786" v="46" actId="14100"/>
          <ac:spMkLst>
            <pc:docMk/>
            <pc:sldMk cId="2671779220" sldId="15100"/>
            <ac:spMk id="104" creationId="{E78B594F-D945-5366-F93C-33B86E195CBA}"/>
          </ac:spMkLst>
        </pc:spChg>
        <pc:picChg chg="add mod">
          <ac:chgData name="安藤　元一" userId="aaacf712-7740-4f7a-86dc-21596742342f" providerId="ADAL" clId="{FA5AD3DB-24D0-4321-A392-CC085B085C3F}" dt="2025-03-26T00:24:40.703" v="98" actId="571"/>
          <ac:picMkLst>
            <pc:docMk/>
            <pc:sldMk cId="2671779220" sldId="15100"/>
            <ac:picMk id="16" creationId="{89C314E8-67D7-8915-A740-11B8B54FF716}"/>
          </ac:picMkLst>
        </pc:picChg>
        <pc:picChg chg="add mod">
          <ac:chgData name="安藤　元一" userId="aaacf712-7740-4f7a-86dc-21596742342f" providerId="ADAL" clId="{FA5AD3DB-24D0-4321-A392-CC085B085C3F}" dt="2025-03-26T00:24:59.003" v="101" actId="571"/>
          <ac:picMkLst>
            <pc:docMk/>
            <pc:sldMk cId="2671779220" sldId="15100"/>
            <ac:picMk id="20" creationId="{51E885BA-4A92-E886-782D-77D2ED4868E8}"/>
          </ac:picMkLst>
        </pc:picChg>
        <pc:picChg chg="del">
          <ac:chgData name="安藤　元一" userId="aaacf712-7740-4f7a-86dc-21596742342f" providerId="ADAL" clId="{FA5AD3DB-24D0-4321-A392-CC085B085C3F}" dt="2025-03-26T00:23:56.671" v="66" actId="478"/>
          <ac:picMkLst>
            <pc:docMk/>
            <pc:sldMk cId="2671779220" sldId="15100"/>
            <ac:picMk id="40" creationId="{E67C7422-6C74-46D4-4ED4-1E9BB1FE334B}"/>
          </ac:picMkLst>
        </pc:picChg>
        <pc:picChg chg="del">
          <ac:chgData name="安藤　元一" userId="aaacf712-7740-4f7a-86dc-21596742342f" providerId="ADAL" clId="{FA5AD3DB-24D0-4321-A392-CC085B085C3F}" dt="2025-03-26T00:24:48.457" v="99" actId="478"/>
          <ac:picMkLst>
            <pc:docMk/>
            <pc:sldMk cId="2671779220" sldId="15100"/>
            <ac:picMk id="63" creationId="{8D706284-3D3E-895F-925E-1B6DF399846D}"/>
          </ac:picMkLst>
        </pc:picChg>
        <pc:picChg chg="del">
          <ac:chgData name="安藤　元一" userId="aaacf712-7740-4f7a-86dc-21596742342f" providerId="ADAL" clId="{FA5AD3DB-24D0-4321-A392-CC085B085C3F}" dt="2025-03-26T00:24:28.363" v="96" actId="478"/>
          <ac:picMkLst>
            <pc:docMk/>
            <pc:sldMk cId="2671779220" sldId="15100"/>
            <ac:picMk id="80" creationId="{EA1EE4AD-B617-3CD4-F13F-846F3C591930}"/>
          </ac:picMkLst>
        </pc:picChg>
        <pc:picChg chg="del">
          <ac:chgData name="安藤　元一" userId="aaacf712-7740-4f7a-86dc-21596742342f" providerId="ADAL" clId="{FA5AD3DB-24D0-4321-A392-CC085B085C3F}" dt="2025-03-26T00:25:27.322" v="114" actId="478"/>
          <ac:picMkLst>
            <pc:docMk/>
            <pc:sldMk cId="2671779220" sldId="15100"/>
            <ac:picMk id="84" creationId="{F1FC88A4-0E45-DA84-BF49-0ECB55AFD2B0}"/>
          </ac:picMkLst>
        </pc:picChg>
        <pc:picChg chg="del">
          <ac:chgData name="安藤　元一" userId="aaacf712-7740-4f7a-86dc-21596742342f" providerId="ADAL" clId="{FA5AD3DB-24D0-4321-A392-CC085B085C3F}" dt="2025-03-26T00:24:02.364" v="71" actId="478"/>
          <ac:picMkLst>
            <pc:docMk/>
            <pc:sldMk cId="2671779220" sldId="15100"/>
            <ac:picMk id="88" creationId="{B9DA0B9E-473B-5F7C-33E9-DC344B4EFA72}"/>
          </ac:picMkLst>
        </pc:picChg>
        <pc:picChg chg="del">
          <ac:chgData name="安藤　元一" userId="aaacf712-7740-4f7a-86dc-21596742342f" providerId="ADAL" clId="{FA5AD3DB-24D0-4321-A392-CC085B085C3F}" dt="2025-03-26T00:25:20.186" v="112" actId="478"/>
          <ac:picMkLst>
            <pc:docMk/>
            <pc:sldMk cId="2671779220" sldId="15100"/>
            <ac:picMk id="96" creationId="{61876B4E-FDB5-FC73-6FCC-74087116FF3A}"/>
          </ac:picMkLst>
        </pc:picChg>
        <pc:cxnChg chg="del">
          <ac:chgData name="安藤　元一" userId="aaacf712-7740-4f7a-86dc-21596742342f" providerId="ADAL" clId="{FA5AD3DB-24D0-4321-A392-CC085B085C3F}" dt="2025-03-26T00:24:01.247" v="70" actId="478"/>
          <ac:cxnSpMkLst>
            <pc:docMk/>
            <pc:sldMk cId="2671779220" sldId="15100"/>
            <ac:cxnSpMk id="51" creationId="{2A9A774A-43A8-AD35-88F9-84210DEBA477}"/>
          </ac:cxnSpMkLst>
        </pc:cxnChg>
        <pc:cxnChg chg="del">
          <ac:chgData name="安藤　元一" userId="aaacf712-7740-4f7a-86dc-21596742342f" providerId="ADAL" clId="{FA5AD3DB-24D0-4321-A392-CC085B085C3F}" dt="2025-03-26T00:23:55.338" v="65" actId="478"/>
          <ac:cxnSpMkLst>
            <pc:docMk/>
            <pc:sldMk cId="2671779220" sldId="15100"/>
            <ac:cxnSpMk id="78" creationId="{6FF769CB-EEED-F78D-081A-07D52C756F17}"/>
          </ac:cxnSpMkLst>
        </pc:cxnChg>
        <pc:cxnChg chg="del">
          <ac:chgData name="安藤　元一" userId="aaacf712-7740-4f7a-86dc-21596742342f" providerId="ADAL" clId="{FA5AD3DB-24D0-4321-A392-CC085B085C3F}" dt="2025-03-26T00:25:27.322" v="114" actId="478"/>
          <ac:cxnSpMkLst>
            <pc:docMk/>
            <pc:sldMk cId="2671779220" sldId="15100"/>
            <ac:cxnSpMk id="89" creationId="{04BC2092-CF14-7A60-F37C-8FD870B2B930}"/>
          </ac:cxnSpMkLst>
        </pc:cxnChg>
        <pc:cxnChg chg="del">
          <ac:chgData name="安藤　元一" userId="aaacf712-7740-4f7a-86dc-21596742342f" providerId="ADAL" clId="{FA5AD3DB-24D0-4321-A392-CC085B085C3F}" dt="2025-03-26T00:25:23.589" v="113" actId="478"/>
          <ac:cxnSpMkLst>
            <pc:docMk/>
            <pc:sldMk cId="2671779220" sldId="15100"/>
            <ac:cxnSpMk id="98" creationId="{BA634B8A-B359-7FBD-31BE-1DFE5CED68CD}"/>
          </ac:cxnSpMkLst>
        </pc:cxnChg>
      </pc:sldChg>
      <pc:sldChg chg="addSp delSp modSp add mod">
        <pc:chgData name="安藤　元一" userId="aaacf712-7740-4f7a-86dc-21596742342f" providerId="ADAL" clId="{FA5AD3DB-24D0-4321-A392-CC085B085C3F}" dt="2025-03-26T00:31:35.161" v="407" actId="478"/>
        <pc:sldMkLst>
          <pc:docMk/>
          <pc:sldMk cId="4057194821" sldId="15101"/>
        </pc:sldMkLst>
        <pc:spChg chg="del">
          <ac:chgData name="安藤　元一" userId="aaacf712-7740-4f7a-86dc-21596742342f" providerId="ADAL" clId="{FA5AD3DB-24D0-4321-A392-CC085B085C3F}" dt="2025-03-26T00:26:52.073" v="202" actId="478"/>
          <ac:spMkLst>
            <pc:docMk/>
            <pc:sldMk cId="4057194821" sldId="15101"/>
            <ac:spMk id="4" creationId="{2B3C70D8-4DEF-D0DC-7AB8-ABDD0F5E9055}"/>
          </ac:spMkLst>
        </pc:spChg>
        <pc:spChg chg="del">
          <ac:chgData name="安藤　元一" userId="aaacf712-7740-4f7a-86dc-21596742342f" providerId="ADAL" clId="{FA5AD3DB-24D0-4321-A392-CC085B085C3F}" dt="2025-03-26T00:26:49.753" v="201" actId="478"/>
          <ac:spMkLst>
            <pc:docMk/>
            <pc:sldMk cId="4057194821" sldId="15101"/>
            <ac:spMk id="6" creationId="{6C17D62A-71FA-3476-4ECB-02387DBFF8C0}"/>
          </ac:spMkLst>
        </pc:spChg>
        <pc:spChg chg="del">
          <ac:chgData name="安藤　元一" userId="aaacf712-7740-4f7a-86dc-21596742342f" providerId="ADAL" clId="{FA5AD3DB-24D0-4321-A392-CC085B085C3F}" dt="2025-03-26T00:26:49.753" v="201" actId="478"/>
          <ac:spMkLst>
            <pc:docMk/>
            <pc:sldMk cId="4057194821" sldId="15101"/>
            <ac:spMk id="7" creationId="{7CD71DF1-A868-091D-704E-03CEB7CF6C35}"/>
          </ac:spMkLst>
        </pc:spChg>
        <pc:spChg chg="del">
          <ac:chgData name="安藤　元一" userId="aaacf712-7740-4f7a-86dc-21596742342f" providerId="ADAL" clId="{FA5AD3DB-24D0-4321-A392-CC085B085C3F}" dt="2025-03-26T00:26:49.753" v="201" actId="478"/>
          <ac:spMkLst>
            <pc:docMk/>
            <pc:sldMk cId="4057194821" sldId="15101"/>
            <ac:spMk id="8" creationId="{107326A4-4582-05BC-DBBE-7F002C767CD1}"/>
          </ac:spMkLst>
        </pc:spChg>
        <pc:spChg chg="del">
          <ac:chgData name="安藤　元一" userId="aaacf712-7740-4f7a-86dc-21596742342f" providerId="ADAL" clId="{FA5AD3DB-24D0-4321-A392-CC085B085C3F}" dt="2025-03-26T00:26:49.753" v="201" actId="478"/>
          <ac:spMkLst>
            <pc:docMk/>
            <pc:sldMk cId="4057194821" sldId="15101"/>
            <ac:spMk id="9" creationId="{912383E4-3504-AE1E-DDDD-CC7DD985D4AE}"/>
          </ac:spMkLst>
        </pc:spChg>
        <pc:spChg chg="del">
          <ac:chgData name="安藤　元一" userId="aaacf712-7740-4f7a-86dc-21596742342f" providerId="ADAL" clId="{FA5AD3DB-24D0-4321-A392-CC085B085C3F}" dt="2025-03-26T00:26:49.753" v="201" actId="478"/>
          <ac:spMkLst>
            <pc:docMk/>
            <pc:sldMk cId="4057194821" sldId="15101"/>
            <ac:spMk id="11" creationId="{86AE8238-1441-6810-27EE-579642FCB24E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13" creationId="{BDDDC742-1CB7-BC9D-3EA5-A92CFD6F7F6F}"/>
          </ac:spMkLst>
        </pc:spChg>
        <pc:spChg chg="del">
          <ac:chgData name="安藤　元一" userId="aaacf712-7740-4f7a-86dc-21596742342f" providerId="ADAL" clId="{FA5AD3DB-24D0-4321-A392-CC085B085C3F}" dt="2025-03-26T00:26:49.753" v="201" actId="478"/>
          <ac:spMkLst>
            <pc:docMk/>
            <pc:sldMk cId="4057194821" sldId="15101"/>
            <ac:spMk id="15" creationId="{8EB97D05-C76D-7A86-EB36-9D49F430785A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17" creationId="{8033778D-35AF-6B69-1E97-E67D1B7EC321}"/>
          </ac:spMkLst>
        </pc:spChg>
        <pc:spChg chg="del">
          <ac:chgData name="安藤　元一" userId="aaacf712-7740-4f7a-86dc-21596742342f" providerId="ADAL" clId="{FA5AD3DB-24D0-4321-A392-CC085B085C3F}" dt="2025-03-26T00:26:49.753" v="201" actId="478"/>
          <ac:spMkLst>
            <pc:docMk/>
            <pc:sldMk cId="4057194821" sldId="15101"/>
            <ac:spMk id="18" creationId="{51B2F088-6D1B-A385-DFE7-6169BA61EA63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19" creationId="{3D3515C6-5466-4DD3-E428-B3DC80866F5E}"/>
          </ac:spMkLst>
        </pc:spChg>
        <pc:spChg chg="mod">
          <ac:chgData name="安藤　元一" userId="aaacf712-7740-4f7a-86dc-21596742342f" providerId="ADAL" clId="{FA5AD3DB-24D0-4321-A392-CC085B085C3F}" dt="2025-03-26T00:28:37.237" v="267" actId="1076"/>
          <ac:spMkLst>
            <pc:docMk/>
            <pc:sldMk cId="4057194821" sldId="15101"/>
            <ac:spMk id="21" creationId="{7BF0475B-2741-F211-E9D3-8E194DD630ED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22" creationId="{DA84CFD8-6EAD-860C-5303-B535F335D47F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23" creationId="{F177D98F-6F72-9875-51D6-14FEF58F5F51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24" creationId="{CAAF661F-865F-0BF2-6FA7-91A2F6B34F51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26" creationId="{8EB2CF1C-1D45-CA4A-EBAA-46C7906B1A64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29" creationId="{0EFD214D-EA53-71D2-F941-5301B66CCB94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31" creationId="{F5AF076E-8586-B8F2-1790-26DD479CD067}"/>
          </ac:spMkLst>
        </pc:spChg>
        <pc:spChg chg="del">
          <ac:chgData name="安藤　元一" userId="aaacf712-7740-4f7a-86dc-21596742342f" providerId="ADAL" clId="{FA5AD3DB-24D0-4321-A392-CC085B085C3F}" dt="2025-03-26T00:26:49.753" v="201" actId="478"/>
          <ac:spMkLst>
            <pc:docMk/>
            <pc:sldMk cId="4057194821" sldId="15101"/>
            <ac:spMk id="34" creationId="{A61EA96B-5244-24D2-0B8E-E103D0BC2ADF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36" creationId="{689AC94F-027D-E401-B062-A324B90D7E01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37" creationId="{4C4946DD-4849-BAE1-3E13-CE80703CA6B2}"/>
          </ac:spMkLst>
        </pc:spChg>
        <pc:spChg chg="add mod">
          <ac:chgData name="安藤　元一" userId="aaacf712-7740-4f7a-86dc-21596742342f" providerId="ADAL" clId="{FA5AD3DB-24D0-4321-A392-CC085B085C3F}" dt="2025-03-26T00:27:28.570" v="208"/>
          <ac:spMkLst>
            <pc:docMk/>
            <pc:sldMk cId="4057194821" sldId="15101"/>
            <ac:spMk id="39" creationId="{DF55C1FF-7384-C709-C410-9E25D222D8E5}"/>
          </ac:spMkLst>
        </pc:spChg>
        <pc:spChg chg="add del mod">
          <ac:chgData name="安藤　元一" userId="aaacf712-7740-4f7a-86dc-21596742342f" providerId="ADAL" clId="{FA5AD3DB-24D0-4321-A392-CC085B085C3F}" dt="2025-03-26T00:31:35.161" v="407" actId="478"/>
          <ac:spMkLst>
            <pc:docMk/>
            <pc:sldMk cId="4057194821" sldId="15101"/>
            <ac:spMk id="44" creationId="{B4C39A19-C4F7-0674-599A-7E9CD58660CA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55" creationId="{B3370C41-C0BB-4411-EC1D-2D99CC94C044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59" creationId="{7BEABB1E-C851-9099-F3F9-B1325E689C36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60" creationId="{D9CA1DC3-70C9-A461-9CEB-6B60B0D6E271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70" creationId="{397F5104-27B5-72E0-8A28-41363AC968A7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75" creationId="{EC565708-B6A0-10BC-8634-BDF6FE07FFEB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76" creationId="{0E33D640-6FE2-62B8-89F0-F6BBA1559431}"/>
          </ac:spMkLst>
        </pc:spChg>
        <pc:spChg chg="mod">
          <ac:chgData name="安藤　元一" userId="aaacf712-7740-4f7a-86dc-21596742342f" providerId="ADAL" clId="{FA5AD3DB-24D0-4321-A392-CC085B085C3F}" dt="2025-03-26T00:27:10.097" v="207" actId="1076"/>
          <ac:spMkLst>
            <pc:docMk/>
            <pc:sldMk cId="4057194821" sldId="15101"/>
            <ac:spMk id="104" creationId="{E3148277-65C2-DC29-9F1F-1161A8A0D8FA}"/>
          </ac:spMkLst>
        </pc:spChg>
        <pc:picChg chg="del">
          <ac:chgData name="安藤　元一" userId="aaacf712-7740-4f7a-86dc-21596742342f" providerId="ADAL" clId="{FA5AD3DB-24D0-4321-A392-CC085B085C3F}" dt="2025-03-26T00:26:49.753" v="201" actId="478"/>
          <ac:picMkLst>
            <pc:docMk/>
            <pc:sldMk cId="4057194821" sldId="15101"/>
            <ac:picMk id="10" creationId="{EF412535-75D7-E491-4A17-9C0710C885A4}"/>
          </ac:picMkLst>
        </pc:picChg>
        <pc:picChg chg="del">
          <ac:chgData name="安藤　元一" userId="aaacf712-7740-4f7a-86dc-21596742342f" providerId="ADAL" clId="{FA5AD3DB-24D0-4321-A392-CC085B085C3F}" dt="2025-03-26T00:26:49.753" v="201" actId="478"/>
          <ac:picMkLst>
            <pc:docMk/>
            <pc:sldMk cId="4057194821" sldId="15101"/>
            <ac:picMk id="35" creationId="{2039CAC3-E083-ED84-1DBE-FE99086B87B8}"/>
          </ac:picMkLst>
        </pc:picChg>
      </pc:sldChg>
    </pc:docChg>
  </pc:docChgLst>
  <pc:docChgLst>
    <pc:chgData name="kawasaki-d@outlook.jp" userId="ae3c6da3e2423119" providerId="LiveId" clId="{B2F1615B-49D8-4421-865D-8744969896AE}"/>
    <pc:docChg chg="delSld">
      <pc:chgData name="kawasaki-d@outlook.jp" userId="ae3c6da3e2423119" providerId="LiveId" clId="{B2F1615B-49D8-4421-865D-8744969896AE}" dt="2023-05-01T04:14:20.102" v="0" actId="47"/>
      <pc:docMkLst>
        <pc:docMk/>
      </pc:docMkLst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888291540" sldId="306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1823248805" sldId="399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2457912076" sldId="400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2584720988" sldId="401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3263803403" sldId="402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3242319727" sldId="403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3268654075" sldId="404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3624649154" sldId="406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1240299071" sldId="407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744620067" sldId="408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3591830504" sldId="409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3687344233" sldId="410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3418810371" sldId="411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4136858098" sldId="412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401310869" sldId="413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1069552520" sldId="414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3439258314" sldId="415"/>
        </pc:sldMkLst>
      </pc:sldChg>
      <pc:sldChg chg="del">
        <pc:chgData name="kawasaki-d@outlook.jp" userId="ae3c6da3e2423119" providerId="LiveId" clId="{B2F1615B-49D8-4421-865D-8744969896AE}" dt="2023-05-01T04:14:20.102" v="0" actId="47"/>
        <pc:sldMkLst>
          <pc:docMk/>
          <pc:sldMk cId="2989500989" sldId="15084"/>
        </pc:sldMkLst>
      </pc:sldChg>
    </pc:docChg>
  </pc:docChgLst>
  <pc:docChgLst>
    <pc:chgData name="安藤　元一" userId="aaacf712-7740-4f7a-86dc-21596742342f" providerId="ADAL" clId="{3713B9EB-D7CE-4A45-B6A2-512E182BEE4A}"/>
    <pc:docChg chg="undo custSel addSld modSld">
      <pc:chgData name="安藤　元一" userId="aaacf712-7740-4f7a-86dc-21596742342f" providerId="ADAL" clId="{3713B9EB-D7CE-4A45-B6A2-512E182BEE4A}" dt="2025-02-26T01:19:46.902" v="259" actId="1076"/>
      <pc:docMkLst>
        <pc:docMk/>
      </pc:docMkLst>
      <pc:sldChg chg="addSp delSp modSp add mod">
        <pc:chgData name="安藤　元一" userId="aaacf712-7740-4f7a-86dc-21596742342f" providerId="ADAL" clId="{3713B9EB-D7CE-4A45-B6A2-512E182BEE4A}" dt="2025-02-12T04:43:03.613" v="221"/>
        <pc:sldMkLst>
          <pc:docMk/>
          <pc:sldMk cId="4189117408" sldId="15097"/>
        </pc:sldMkLst>
      </pc:sldChg>
      <pc:sldChg chg="addSp delSp modSp add mod">
        <pc:chgData name="安藤　元一" userId="aaacf712-7740-4f7a-86dc-21596742342f" providerId="ADAL" clId="{3713B9EB-D7CE-4A45-B6A2-512E182BEE4A}" dt="2025-02-12T04:27:58.297" v="183" actId="1076"/>
        <pc:sldMkLst>
          <pc:docMk/>
          <pc:sldMk cId="1855749462" sldId="15098"/>
        </pc:sldMkLst>
      </pc:sldChg>
      <pc:sldChg chg="addSp delSp modSp mod">
        <pc:chgData name="安藤　元一" userId="aaacf712-7740-4f7a-86dc-21596742342f" providerId="ADAL" clId="{3713B9EB-D7CE-4A45-B6A2-512E182BEE4A}" dt="2025-02-12T04:41:22.136" v="188" actId="478"/>
        <pc:sldMkLst>
          <pc:docMk/>
          <pc:sldMk cId="2658250636" sldId="15099"/>
        </pc:sldMkLst>
      </pc:sldChg>
      <pc:sldChg chg="addSp delSp modSp mod">
        <pc:chgData name="安藤　元一" userId="aaacf712-7740-4f7a-86dc-21596742342f" providerId="ADAL" clId="{3713B9EB-D7CE-4A45-B6A2-512E182BEE4A}" dt="2025-02-26T01:19:46.902" v="259" actId="1076"/>
        <pc:sldMkLst>
          <pc:docMk/>
          <pc:sldMk cId="731382173" sldId="15100"/>
        </pc:sldMkLst>
      </pc:sldChg>
      <pc:sldChg chg="addSp delSp modSp add mod">
        <pc:chgData name="安藤　元一" userId="aaacf712-7740-4f7a-86dc-21596742342f" providerId="ADAL" clId="{3713B9EB-D7CE-4A45-B6A2-512E182BEE4A}" dt="2025-02-17T08:28:55.416" v="230" actId="207"/>
        <pc:sldMkLst>
          <pc:docMk/>
          <pc:sldMk cId="569024095" sldId="15101"/>
        </pc:sldMkLst>
      </pc:sldChg>
    </pc:docChg>
  </pc:docChgLst>
  <pc:docChgLst>
    <pc:chgData name="安藤　元一" userId="aaacf712-7740-4f7a-86dc-21596742342f" providerId="ADAL" clId="{45D76D6F-0E31-4533-A998-240FC9FDBD73}"/>
    <pc:docChg chg="undo custSel delSld modSld sldOrd">
      <pc:chgData name="安藤　元一" userId="aaacf712-7740-4f7a-86dc-21596742342f" providerId="ADAL" clId="{45D76D6F-0E31-4533-A998-240FC9FDBD73}" dt="2025-03-25T07:50:25.463" v="898" actId="14100"/>
      <pc:docMkLst>
        <pc:docMk/>
      </pc:docMkLst>
      <pc:sldChg chg="del">
        <pc:chgData name="安藤　元一" userId="aaacf712-7740-4f7a-86dc-21596742342f" providerId="ADAL" clId="{45D76D6F-0E31-4533-A998-240FC9FDBD73}" dt="2025-03-25T07:08:56.605" v="18" actId="2696"/>
        <pc:sldMkLst>
          <pc:docMk/>
          <pc:sldMk cId="2339069663" sldId="15095"/>
        </pc:sldMkLst>
      </pc:sldChg>
      <pc:sldChg chg="addSp delSp modSp mod">
        <pc:chgData name="安藤　元一" userId="aaacf712-7740-4f7a-86dc-21596742342f" providerId="ADAL" clId="{45D76D6F-0E31-4533-A998-240FC9FDBD73}" dt="2025-03-25T07:50:25.463" v="898" actId="14100"/>
        <pc:sldMkLst>
          <pc:docMk/>
          <pc:sldMk cId="3266835399" sldId="15096"/>
        </pc:sldMkLst>
        <pc:spChg chg="mod">
          <ac:chgData name="安藤　元一" userId="aaacf712-7740-4f7a-86dc-21596742342f" providerId="ADAL" clId="{45D76D6F-0E31-4533-A998-240FC9FDBD73}" dt="2025-03-25T07:11:46.762" v="150"/>
          <ac:spMkLst>
            <pc:docMk/>
            <pc:sldMk cId="3266835399" sldId="15096"/>
            <ac:spMk id="2" creationId="{B449E8E7-92F9-9717-1547-73BDF0D624FE}"/>
          </ac:spMkLst>
        </pc:spChg>
        <pc:spChg chg="mod">
          <ac:chgData name="安藤　元一" userId="aaacf712-7740-4f7a-86dc-21596742342f" providerId="ADAL" clId="{45D76D6F-0E31-4533-A998-240FC9FDBD73}" dt="2025-03-25T07:08:15.052" v="15" actId="14100"/>
          <ac:spMkLst>
            <pc:docMk/>
            <pc:sldMk cId="3266835399" sldId="15096"/>
            <ac:spMk id="4" creationId="{5F433174-AC2F-0AA0-A7E8-0039D54AF083}"/>
          </ac:spMkLst>
        </pc:spChg>
        <pc:spChg chg="mod">
          <ac:chgData name="安藤　元一" userId="aaacf712-7740-4f7a-86dc-21596742342f" providerId="ADAL" clId="{45D76D6F-0E31-4533-A998-240FC9FDBD73}" dt="2025-03-25T07:19:23.386" v="342" actId="14100"/>
          <ac:spMkLst>
            <pc:docMk/>
            <pc:sldMk cId="3266835399" sldId="15096"/>
            <ac:spMk id="6" creationId="{65EF1245-BBEB-00E0-F331-A9CF5255BFCE}"/>
          </ac:spMkLst>
        </pc:spChg>
        <pc:spChg chg="mod">
          <ac:chgData name="安藤　元一" userId="aaacf712-7740-4f7a-86dc-21596742342f" providerId="ADAL" clId="{45D76D6F-0E31-4533-A998-240FC9FDBD73}" dt="2025-03-25T07:08:03.587" v="12" actId="1076"/>
          <ac:spMkLst>
            <pc:docMk/>
            <pc:sldMk cId="3266835399" sldId="15096"/>
            <ac:spMk id="17" creationId="{4CF13261-DAF1-7DA5-17AE-DA94911B4756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20" creationId="{7D1CA83A-2C01-8DCF-BB96-47C01CA85726}"/>
          </ac:spMkLst>
        </pc:spChg>
        <pc:spChg chg="del">
          <ac:chgData name="安藤　元一" userId="aaacf712-7740-4f7a-86dc-21596742342f" providerId="ADAL" clId="{45D76D6F-0E31-4533-A998-240FC9FDBD73}" dt="2025-03-25T07:07:48.639" v="9" actId="478"/>
          <ac:spMkLst>
            <pc:docMk/>
            <pc:sldMk cId="3266835399" sldId="15096"/>
            <ac:spMk id="22" creationId="{443771BC-F361-2020-1D8A-68F025542CCC}"/>
          </ac:spMkLst>
        </pc:spChg>
        <pc:spChg chg="del">
          <ac:chgData name="安藤　元一" userId="aaacf712-7740-4f7a-86dc-21596742342f" providerId="ADAL" clId="{45D76D6F-0E31-4533-A998-240FC9FDBD73}" dt="2025-03-25T07:07:50.409" v="10" actId="478"/>
          <ac:spMkLst>
            <pc:docMk/>
            <pc:sldMk cId="3266835399" sldId="15096"/>
            <ac:spMk id="23" creationId="{AF300DD3-FA66-7C4E-0E50-0A72F6963A15}"/>
          </ac:spMkLst>
        </pc:spChg>
        <pc:spChg chg="del">
          <ac:chgData name="安藤　元一" userId="aaacf712-7740-4f7a-86dc-21596742342f" providerId="ADAL" clId="{45D76D6F-0E31-4533-A998-240FC9FDBD73}" dt="2025-03-25T07:07:48.051" v="8" actId="478"/>
          <ac:spMkLst>
            <pc:docMk/>
            <pc:sldMk cId="3266835399" sldId="15096"/>
            <ac:spMk id="24" creationId="{4F69D78A-B80D-A72F-1E13-3950A5C41352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36" creationId="{A66DE01D-F6DC-1706-7229-0C97D52D58E5}"/>
          </ac:spMkLst>
        </pc:spChg>
        <pc:spChg chg="mod">
          <ac:chgData name="安藤　元一" userId="aaacf712-7740-4f7a-86dc-21596742342f" providerId="ADAL" clId="{45D76D6F-0E31-4533-A998-240FC9FDBD73}" dt="2025-03-25T07:08:03.587" v="12" actId="1076"/>
          <ac:spMkLst>
            <pc:docMk/>
            <pc:sldMk cId="3266835399" sldId="15096"/>
            <ac:spMk id="38" creationId="{F2226884-C971-9B7D-CE65-3F6B770A44AC}"/>
          </ac:spMkLst>
        </pc:spChg>
        <pc:spChg chg="mod">
          <ac:chgData name="安藤　元一" userId="aaacf712-7740-4f7a-86dc-21596742342f" providerId="ADAL" clId="{45D76D6F-0E31-4533-A998-240FC9FDBD73}" dt="2025-03-25T07:08:03.587" v="12" actId="1076"/>
          <ac:spMkLst>
            <pc:docMk/>
            <pc:sldMk cId="3266835399" sldId="15096"/>
            <ac:spMk id="39" creationId="{F80BE68C-F897-55ED-C885-2DF4227BEB31}"/>
          </ac:spMkLst>
        </pc:spChg>
        <pc:spChg chg="mod">
          <ac:chgData name="安藤　元一" userId="aaacf712-7740-4f7a-86dc-21596742342f" providerId="ADAL" clId="{45D76D6F-0E31-4533-A998-240FC9FDBD73}" dt="2025-03-25T07:08:20.707" v="16" actId="1076"/>
          <ac:spMkLst>
            <pc:docMk/>
            <pc:sldMk cId="3266835399" sldId="15096"/>
            <ac:spMk id="42" creationId="{E1C44904-4A84-8F00-B82C-9CCE02F61503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46" creationId="{178A91F3-B00B-FE14-54C7-F64F61F66F4C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47" creationId="{D0F8D19D-EB86-C817-2A7E-58F6E04C76B6}"/>
          </ac:spMkLst>
        </pc:spChg>
        <pc:spChg chg="add mod">
          <ac:chgData name="安藤　元一" userId="aaacf712-7740-4f7a-86dc-21596742342f" providerId="ADAL" clId="{45D76D6F-0E31-4533-A998-240FC9FDBD73}" dt="2025-03-25T07:09:40.885" v="22" actId="571"/>
          <ac:spMkLst>
            <pc:docMk/>
            <pc:sldMk cId="3266835399" sldId="15096"/>
            <ac:spMk id="55" creationId="{DBE6A904-B1A8-A412-045D-07C137287B63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57" creationId="{4DF8F862-E83F-DF4C-6108-073D06EBCB44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59" creationId="{4762E615-7961-C72D-14BC-DB1A25C26C03}"/>
          </ac:spMkLst>
        </pc:spChg>
        <pc:spChg chg="add mod">
          <ac:chgData name="安藤　元一" userId="aaacf712-7740-4f7a-86dc-21596742342f" providerId="ADAL" clId="{45D76D6F-0E31-4533-A998-240FC9FDBD73}" dt="2025-03-25T07:09:40.885" v="22" actId="571"/>
          <ac:spMkLst>
            <pc:docMk/>
            <pc:sldMk cId="3266835399" sldId="15096"/>
            <ac:spMk id="60" creationId="{C00F52EF-79F7-4CAF-2EBC-79C43288C675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61" creationId="{416D3EFE-A8AB-B008-DBD6-0AB99C5EE766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65" creationId="{D0042036-166E-63D2-7D45-775A6247BCEE}"/>
          </ac:spMkLst>
        </pc:spChg>
        <pc:spChg chg="add mod">
          <ac:chgData name="安藤　元一" userId="aaacf712-7740-4f7a-86dc-21596742342f" providerId="ADAL" clId="{45D76D6F-0E31-4533-A998-240FC9FDBD73}" dt="2025-03-25T07:09:40.885" v="22" actId="571"/>
          <ac:spMkLst>
            <pc:docMk/>
            <pc:sldMk cId="3266835399" sldId="15096"/>
            <ac:spMk id="70" creationId="{D2C533B5-4827-1BAF-C070-BB1EE9728074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72" creationId="{0242E4B3-E804-4FAB-FA45-BF180CDB6FFE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73" creationId="{576FB9EE-1AA4-7F85-AC56-6DDA416BE2B7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75" creationId="{CF9E750B-43C8-184A-36E0-06EBDCC97C8D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76" creationId="{AADD1D90-2811-6616-E3A7-5D40B0B6D003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81" creationId="{6F78DA24-54A5-FC36-7634-90EA6B56FE9A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83" creationId="{76881006-D247-8C25-5D22-76E6D2C14356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85" creationId="{0DB873AE-12DF-29AA-53C7-F890C43DB23E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86" creationId="{6A962601-5ACA-CB20-B73B-CB1897B6B857}"/>
          </ac:spMkLst>
        </pc:spChg>
        <pc:spChg chg="del">
          <ac:chgData name="安藤　元一" userId="aaacf712-7740-4f7a-86dc-21596742342f" providerId="ADAL" clId="{45D76D6F-0E31-4533-A998-240FC9FDBD73}" dt="2025-03-25T07:09:26.250" v="20" actId="478"/>
          <ac:spMkLst>
            <pc:docMk/>
            <pc:sldMk cId="3266835399" sldId="15096"/>
            <ac:spMk id="92" creationId="{91531570-46C0-5238-1E9D-AEDF4F7B2934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100" creationId="{B4A214DC-E40B-84D9-5A65-7528E9E28038}"/>
          </ac:spMkLst>
        </pc:spChg>
        <pc:spChg chg="add mod">
          <ac:chgData name="安藤　元一" userId="aaacf712-7740-4f7a-86dc-21596742342f" providerId="ADAL" clId="{45D76D6F-0E31-4533-A998-240FC9FDBD73}" dt="2025-03-25T07:10:41.735" v="73" actId="6549"/>
          <ac:spMkLst>
            <pc:docMk/>
            <pc:sldMk cId="3266835399" sldId="15096"/>
            <ac:spMk id="101" creationId="{A6E0337E-6168-C954-C692-9E2064C51B6F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102" creationId="{B7BEE306-EA95-C27D-6A4D-BC7B1B0117BA}"/>
          </ac:spMkLst>
        </pc:spChg>
        <pc:spChg chg="add del mod">
          <ac:chgData name="安藤　元一" userId="aaacf712-7740-4f7a-86dc-21596742342f" providerId="ADAL" clId="{45D76D6F-0E31-4533-A998-240FC9FDBD73}" dt="2025-03-25T07:19:15.058" v="341" actId="478"/>
          <ac:spMkLst>
            <pc:docMk/>
            <pc:sldMk cId="3266835399" sldId="15096"/>
            <ac:spMk id="104" creationId="{356075A2-3838-6000-8C68-9C7D316D63D7}"/>
          </ac:spMkLst>
        </pc:spChg>
        <pc:spChg chg="add mod">
          <ac:chgData name="安藤　元一" userId="aaacf712-7740-4f7a-86dc-21596742342f" providerId="ADAL" clId="{45D76D6F-0E31-4533-A998-240FC9FDBD73}" dt="2025-03-25T07:17:22.383" v="333" actId="1035"/>
          <ac:spMkLst>
            <pc:docMk/>
            <pc:sldMk cId="3266835399" sldId="15096"/>
            <ac:spMk id="106" creationId="{B0DF4591-8E8B-83D5-E060-7D871441CF09}"/>
          </ac:spMkLst>
        </pc:spChg>
        <pc:spChg chg="add mod">
          <ac:chgData name="安藤　元一" userId="aaacf712-7740-4f7a-86dc-21596742342f" providerId="ADAL" clId="{45D76D6F-0E31-4533-A998-240FC9FDBD73}" dt="2025-03-25T07:17:22.383" v="333" actId="1035"/>
          <ac:spMkLst>
            <pc:docMk/>
            <pc:sldMk cId="3266835399" sldId="15096"/>
            <ac:spMk id="107" creationId="{49A896BA-3616-E96C-333F-944423C49782}"/>
          </ac:spMkLst>
        </pc:spChg>
        <pc:spChg chg="add mod">
          <ac:chgData name="安藤　元一" userId="aaacf712-7740-4f7a-86dc-21596742342f" providerId="ADAL" clId="{45D76D6F-0E31-4533-A998-240FC9FDBD73}" dt="2025-03-25T07:17:22.383" v="333" actId="1035"/>
          <ac:spMkLst>
            <pc:docMk/>
            <pc:sldMk cId="3266835399" sldId="15096"/>
            <ac:spMk id="108" creationId="{46307B04-30E2-6F8B-A998-CA755F1D6FCC}"/>
          </ac:spMkLst>
        </pc:spChg>
        <pc:spChg chg="add mod">
          <ac:chgData name="安藤　元一" userId="aaacf712-7740-4f7a-86dc-21596742342f" providerId="ADAL" clId="{45D76D6F-0E31-4533-A998-240FC9FDBD73}" dt="2025-03-25T07:37:05.467" v="464" actId="1036"/>
          <ac:spMkLst>
            <pc:docMk/>
            <pc:sldMk cId="3266835399" sldId="15096"/>
            <ac:spMk id="113" creationId="{107557A7-340B-90F3-C406-15D6913A2F87}"/>
          </ac:spMkLst>
        </pc:spChg>
        <pc:spChg chg="add del mod">
          <ac:chgData name="安藤　元一" userId="aaacf712-7740-4f7a-86dc-21596742342f" providerId="ADAL" clId="{45D76D6F-0E31-4533-A998-240FC9FDBD73}" dt="2025-03-25T07:43:16.192" v="695" actId="478"/>
          <ac:spMkLst>
            <pc:docMk/>
            <pc:sldMk cId="3266835399" sldId="15096"/>
            <ac:spMk id="141" creationId="{83FE2496-F3AD-CC84-E5F9-32036C2D6575}"/>
          </ac:spMkLst>
        </pc:spChg>
        <pc:spChg chg="add mod">
          <ac:chgData name="安藤　元一" userId="aaacf712-7740-4f7a-86dc-21596742342f" providerId="ADAL" clId="{45D76D6F-0E31-4533-A998-240FC9FDBD73}" dt="2025-03-25T07:42:45.129" v="689" actId="1076"/>
          <ac:spMkLst>
            <pc:docMk/>
            <pc:sldMk cId="3266835399" sldId="15096"/>
            <ac:spMk id="142" creationId="{104693FA-8EC9-FFA1-5341-F9377E3D0390}"/>
          </ac:spMkLst>
        </pc:spChg>
        <pc:spChg chg="add del mod">
          <ac:chgData name="安藤　元一" userId="aaacf712-7740-4f7a-86dc-21596742342f" providerId="ADAL" clId="{45D76D6F-0E31-4533-A998-240FC9FDBD73}" dt="2025-03-25T07:40:42.516" v="586" actId="478"/>
          <ac:spMkLst>
            <pc:docMk/>
            <pc:sldMk cId="3266835399" sldId="15096"/>
            <ac:spMk id="146" creationId="{1A43EB52-0DC5-E89F-A1C4-8C0274205973}"/>
          </ac:spMkLst>
        </pc:spChg>
        <pc:spChg chg="add mod">
          <ac:chgData name="安藤　元一" userId="aaacf712-7740-4f7a-86dc-21596742342f" providerId="ADAL" clId="{45D76D6F-0E31-4533-A998-240FC9FDBD73}" dt="2025-03-25T07:42:58.041" v="690" actId="14100"/>
          <ac:spMkLst>
            <pc:docMk/>
            <pc:sldMk cId="3266835399" sldId="15096"/>
            <ac:spMk id="148" creationId="{E282B375-5680-231F-E609-2C6FFAE8488A}"/>
          </ac:spMkLst>
        </pc:spChg>
        <pc:spChg chg="add mod">
          <ac:chgData name="安藤　元一" userId="aaacf712-7740-4f7a-86dc-21596742342f" providerId="ADAL" clId="{45D76D6F-0E31-4533-A998-240FC9FDBD73}" dt="2025-03-25T07:50:25.463" v="898" actId="14100"/>
          <ac:spMkLst>
            <pc:docMk/>
            <pc:sldMk cId="3266835399" sldId="15096"/>
            <ac:spMk id="153" creationId="{05D52565-D56F-67D5-D8A6-29BACC022A42}"/>
          </ac:spMkLst>
        </pc:spChg>
        <pc:spChg chg="add mod">
          <ac:chgData name="安藤　元一" userId="aaacf712-7740-4f7a-86dc-21596742342f" providerId="ADAL" clId="{45D76D6F-0E31-4533-A998-240FC9FDBD73}" dt="2025-03-25T07:45:14.599" v="770"/>
          <ac:spMkLst>
            <pc:docMk/>
            <pc:sldMk cId="3266835399" sldId="15096"/>
            <ac:spMk id="154" creationId="{C4DDFB87-CCE3-8E4C-2DAF-98F97728B7C1}"/>
          </ac:spMkLst>
        </pc:spChg>
        <pc:spChg chg="add mod">
          <ac:chgData name="安藤　元一" userId="aaacf712-7740-4f7a-86dc-21596742342f" providerId="ADAL" clId="{45D76D6F-0E31-4533-A998-240FC9FDBD73}" dt="2025-03-25T07:50:09.190" v="888" actId="1076"/>
          <ac:spMkLst>
            <pc:docMk/>
            <pc:sldMk cId="3266835399" sldId="15096"/>
            <ac:spMk id="155" creationId="{CD3995CD-5C10-A5D2-E6A0-5549AE157FDF}"/>
          </ac:spMkLst>
        </pc:spChg>
        <pc:picChg chg="del">
          <ac:chgData name="安藤　元一" userId="aaacf712-7740-4f7a-86dc-21596742342f" providerId="ADAL" clId="{45D76D6F-0E31-4533-A998-240FC9FDBD73}" dt="2025-03-25T07:07:47.141" v="7" actId="478"/>
          <ac:picMkLst>
            <pc:docMk/>
            <pc:sldMk cId="3266835399" sldId="15096"/>
            <ac:picMk id="25" creationId="{56C03FB2-F2A8-2AD9-692D-691A953987EB}"/>
          </ac:picMkLst>
        </pc:picChg>
        <pc:picChg chg="mod">
          <ac:chgData name="安藤　元一" userId="aaacf712-7740-4f7a-86dc-21596742342f" providerId="ADAL" clId="{45D76D6F-0E31-4533-A998-240FC9FDBD73}" dt="2025-03-25T07:08:03.587" v="12" actId="1076"/>
          <ac:picMkLst>
            <pc:docMk/>
            <pc:sldMk cId="3266835399" sldId="15096"/>
            <ac:picMk id="40" creationId="{B3FC1CC7-6991-726A-D9FE-298E93CF9C40}"/>
          </ac:picMkLst>
        </pc:picChg>
        <pc:picChg chg="mod">
          <ac:chgData name="安藤　元一" userId="aaacf712-7740-4f7a-86dc-21596742342f" providerId="ADAL" clId="{45D76D6F-0E31-4533-A998-240FC9FDBD73}" dt="2025-03-25T07:08:20.707" v="16" actId="1076"/>
          <ac:picMkLst>
            <pc:docMk/>
            <pc:sldMk cId="3266835399" sldId="15096"/>
            <ac:picMk id="88" creationId="{B9ED98EC-72E0-86BA-5B6B-74C7262F8CE8}"/>
          </ac:picMkLst>
        </pc:picChg>
        <pc:picChg chg="add mod">
          <ac:chgData name="安藤　元一" userId="aaacf712-7740-4f7a-86dc-21596742342f" providerId="ADAL" clId="{45D76D6F-0E31-4533-A998-240FC9FDBD73}" dt="2025-03-25T07:10:12.860" v="25" actId="1076"/>
          <ac:picMkLst>
            <pc:docMk/>
            <pc:sldMk cId="3266835399" sldId="15096"/>
            <ac:picMk id="103" creationId="{A999403A-2A46-F0EC-AF03-232E9B8C2A27}"/>
          </ac:picMkLst>
        </pc:picChg>
        <pc:picChg chg="add mod">
          <ac:chgData name="安藤　元一" userId="aaacf712-7740-4f7a-86dc-21596742342f" providerId="ADAL" clId="{45D76D6F-0E31-4533-A998-240FC9FDBD73}" dt="2025-03-25T07:17:22.383" v="333" actId="1035"/>
          <ac:picMkLst>
            <pc:docMk/>
            <pc:sldMk cId="3266835399" sldId="15096"/>
            <ac:picMk id="109" creationId="{DC2863EB-E6EF-5CBC-CD0D-1CE32D496A8B}"/>
          </ac:picMkLst>
        </pc:picChg>
        <pc:picChg chg="add mod">
          <ac:chgData name="安藤　元一" userId="aaacf712-7740-4f7a-86dc-21596742342f" providerId="ADAL" clId="{45D76D6F-0E31-4533-A998-240FC9FDBD73}" dt="2025-03-25T07:19:07.602" v="340" actId="1076"/>
          <ac:picMkLst>
            <pc:docMk/>
            <pc:sldMk cId="3266835399" sldId="15096"/>
            <ac:picMk id="111" creationId="{D3BE713B-517E-387B-832E-D3204F771444}"/>
          </ac:picMkLst>
        </pc:picChg>
        <pc:picChg chg="add mod">
          <ac:chgData name="安藤　元一" userId="aaacf712-7740-4f7a-86dc-21596742342f" providerId="ADAL" clId="{45D76D6F-0E31-4533-A998-240FC9FDBD73}" dt="2025-03-25T07:19:05.059" v="339" actId="1076"/>
          <ac:picMkLst>
            <pc:docMk/>
            <pc:sldMk cId="3266835399" sldId="15096"/>
            <ac:picMk id="112" creationId="{151A353C-5E42-D3E2-4F43-9405D765C09D}"/>
          </ac:picMkLst>
        </pc:picChg>
        <pc:picChg chg="add mod">
          <ac:chgData name="安藤　元一" userId="aaacf712-7740-4f7a-86dc-21596742342f" providerId="ADAL" clId="{45D76D6F-0E31-4533-A998-240FC9FDBD73}" dt="2025-03-25T07:21:34.531" v="361" actId="1076"/>
          <ac:picMkLst>
            <pc:docMk/>
            <pc:sldMk cId="3266835399" sldId="15096"/>
            <ac:picMk id="114" creationId="{B6AF0D9B-A6E8-86C0-8E25-6BD94AFEACFE}"/>
          </ac:picMkLst>
        </pc:picChg>
        <pc:cxnChg chg="del">
          <ac:chgData name="安藤　元一" userId="aaacf712-7740-4f7a-86dc-21596742342f" providerId="ADAL" clId="{45D76D6F-0E31-4533-A998-240FC9FDBD73}" dt="2025-03-25T07:04:10.700" v="0" actId="478"/>
          <ac:cxnSpMkLst>
            <pc:docMk/>
            <pc:sldMk cId="3266835399" sldId="15096"/>
            <ac:cxnSpMk id="19" creationId="{FCB2922F-1C5C-8154-EA03-856357B378FA}"/>
          </ac:cxnSpMkLst>
        </pc:cxnChg>
        <pc:cxnChg chg="del">
          <ac:chgData name="安藤　元一" userId="aaacf712-7740-4f7a-86dc-21596742342f" providerId="ADAL" clId="{45D76D6F-0E31-4533-A998-240FC9FDBD73}" dt="2025-03-25T07:07:54.712" v="11" actId="478"/>
          <ac:cxnSpMkLst>
            <pc:docMk/>
            <pc:sldMk cId="3266835399" sldId="15096"/>
            <ac:cxnSpMk id="26" creationId="{37602B63-BFBF-3F57-F7B3-85D8AE0A2A6F}"/>
          </ac:cxnSpMkLst>
        </pc:cxnChg>
        <pc:cxnChg chg="del">
          <ac:chgData name="安藤　元一" userId="aaacf712-7740-4f7a-86dc-21596742342f" providerId="ADAL" clId="{45D76D6F-0E31-4533-A998-240FC9FDBD73}" dt="2025-03-25T07:08:10.195" v="13" actId="478"/>
          <ac:cxnSpMkLst>
            <pc:docMk/>
            <pc:sldMk cId="3266835399" sldId="15096"/>
            <ac:cxnSpMk id="27" creationId="{8A113F88-571A-F242-C265-AFDC88BE95F2}"/>
          </ac:cxnSpMkLst>
        </pc:cxnChg>
        <pc:cxnChg chg="del">
          <ac:chgData name="安藤　元一" userId="aaacf712-7740-4f7a-86dc-21596742342f" providerId="ADAL" clId="{45D76D6F-0E31-4533-A998-240FC9FDBD73}" dt="2025-03-25T07:08:11.112" v="14" actId="478"/>
          <ac:cxnSpMkLst>
            <pc:docMk/>
            <pc:sldMk cId="3266835399" sldId="15096"/>
            <ac:cxnSpMk id="44" creationId="{C3143BBF-D715-3413-694B-31E40688D384}"/>
          </ac:cxnSpMkLst>
        </pc:cxnChg>
        <pc:cxnChg chg="add mod">
          <ac:chgData name="安藤　元一" userId="aaacf712-7740-4f7a-86dc-21596742342f" providerId="ADAL" clId="{45D76D6F-0E31-4533-A998-240FC9FDBD73}" dt="2025-03-25T07:08:25.015" v="17" actId="571"/>
          <ac:cxnSpMkLst>
            <pc:docMk/>
            <pc:sldMk cId="3266835399" sldId="15096"/>
            <ac:cxnSpMk id="51" creationId="{1E5D40AB-C1BC-ED3B-7BA7-F6699D34EC2E}"/>
          </ac:cxnSpMkLst>
        </pc:cxnChg>
        <pc:cxnChg chg="add mod">
          <ac:chgData name="安藤　元一" userId="aaacf712-7740-4f7a-86dc-21596742342f" providerId="ADAL" clId="{45D76D6F-0E31-4533-A998-240FC9FDBD73}" dt="2025-03-25T07:37:09.232" v="465" actId="1076"/>
          <ac:cxnSpMkLst>
            <pc:docMk/>
            <pc:sldMk cId="3266835399" sldId="15096"/>
            <ac:cxnSpMk id="52" creationId="{BD8AC393-06D8-2E0F-E148-5B91911049B8}"/>
          </ac:cxnSpMkLst>
        </pc:cxnChg>
        <pc:cxnChg chg="add del mod">
          <ac:chgData name="安藤　元一" userId="aaacf712-7740-4f7a-86dc-21596742342f" providerId="ADAL" clId="{45D76D6F-0E31-4533-A998-240FC9FDBD73}" dt="2025-03-25T07:05:01.360" v="6" actId="692"/>
          <ac:cxnSpMkLst>
            <pc:docMk/>
            <pc:sldMk cId="3266835399" sldId="15096"/>
            <ac:cxnSpMk id="53" creationId="{5CA54053-9365-BBEB-C2AA-ED574FF56F22}"/>
          </ac:cxnSpMkLst>
        </pc:cxnChg>
        <pc:cxnChg chg="add mod">
          <ac:chgData name="安藤　元一" userId="aaacf712-7740-4f7a-86dc-21596742342f" providerId="ADAL" clId="{45D76D6F-0E31-4533-A998-240FC9FDBD73}" dt="2025-03-25T07:43:01.568" v="691" actId="14100"/>
          <ac:cxnSpMkLst>
            <pc:docMk/>
            <pc:sldMk cId="3266835399" sldId="15096"/>
            <ac:cxnSpMk id="99" creationId="{7FCF15A9-0121-0F0F-1EAB-61FDA8B3EC5C}"/>
          </ac:cxnSpMkLst>
        </pc:cxnChg>
        <pc:cxnChg chg="add mod">
          <ac:chgData name="安藤　元一" userId="aaacf712-7740-4f7a-86dc-21596742342f" providerId="ADAL" clId="{45D76D6F-0E31-4533-A998-240FC9FDBD73}" dt="2025-03-25T07:17:22.383" v="333" actId="1035"/>
          <ac:cxnSpMkLst>
            <pc:docMk/>
            <pc:sldMk cId="3266835399" sldId="15096"/>
            <ac:cxnSpMk id="105" creationId="{9D4BCDAD-0C15-3473-EA68-1962604F07AD}"/>
          </ac:cxnSpMkLst>
        </pc:cxnChg>
        <pc:cxnChg chg="add mod">
          <ac:chgData name="安藤　元一" userId="aaacf712-7740-4f7a-86dc-21596742342f" providerId="ADAL" clId="{45D76D6F-0E31-4533-A998-240FC9FDBD73}" dt="2025-03-25T07:37:34.600" v="469" actId="14100"/>
          <ac:cxnSpMkLst>
            <pc:docMk/>
            <pc:sldMk cId="3266835399" sldId="15096"/>
            <ac:cxnSpMk id="116" creationId="{CA40742A-2604-5153-1AD6-2FB8C9B96369}"/>
          </ac:cxnSpMkLst>
        </pc:cxnChg>
        <pc:cxnChg chg="add mod">
          <ac:chgData name="安藤　元一" userId="aaacf712-7740-4f7a-86dc-21596742342f" providerId="ADAL" clId="{45D76D6F-0E31-4533-A998-240FC9FDBD73}" dt="2025-03-25T07:36:04.310" v="440" actId="692"/>
          <ac:cxnSpMkLst>
            <pc:docMk/>
            <pc:sldMk cId="3266835399" sldId="15096"/>
            <ac:cxnSpMk id="118" creationId="{0F77BF0B-2ED5-6D04-F81D-C135694D857D}"/>
          </ac:cxnSpMkLst>
        </pc:cxnChg>
        <pc:cxnChg chg="add mod">
          <ac:chgData name="安藤　元一" userId="aaacf712-7740-4f7a-86dc-21596742342f" providerId="ADAL" clId="{45D76D6F-0E31-4533-A998-240FC9FDBD73}" dt="2025-03-25T07:42:40.912" v="688" actId="1038"/>
          <ac:cxnSpMkLst>
            <pc:docMk/>
            <pc:sldMk cId="3266835399" sldId="15096"/>
            <ac:cxnSpMk id="120" creationId="{BA339644-E44E-6976-AA58-A493C406C353}"/>
          </ac:cxnSpMkLst>
        </pc:cxnChg>
        <pc:cxnChg chg="add mod">
          <ac:chgData name="安藤　元一" userId="aaacf712-7740-4f7a-86dc-21596742342f" providerId="ADAL" clId="{45D76D6F-0E31-4533-A998-240FC9FDBD73}" dt="2025-03-25T07:38:07.111" v="474" actId="1035"/>
          <ac:cxnSpMkLst>
            <pc:docMk/>
            <pc:sldMk cId="3266835399" sldId="15096"/>
            <ac:cxnSpMk id="134" creationId="{9B890DF1-8EF1-47C1-7C16-F7580F1388B9}"/>
          </ac:cxnSpMkLst>
        </pc:cxnChg>
        <pc:cxnChg chg="add mod">
          <ac:chgData name="安藤　元一" userId="aaacf712-7740-4f7a-86dc-21596742342f" providerId="ADAL" clId="{45D76D6F-0E31-4533-A998-240FC9FDBD73}" dt="2025-03-25T07:38:03.951" v="473" actId="14100"/>
          <ac:cxnSpMkLst>
            <pc:docMk/>
            <pc:sldMk cId="3266835399" sldId="15096"/>
            <ac:cxnSpMk id="135" creationId="{937C5DB6-7FF6-9115-E268-602AC1EC0C8B}"/>
          </ac:cxnSpMkLst>
        </pc:cxnChg>
        <pc:cxnChg chg="add mod">
          <ac:chgData name="安藤　元一" userId="aaacf712-7740-4f7a-86dc-21596742342f" providerId="ADAL" clId="{45D76D6F-0E31-4533-A998-240FC9FDBD73}" dt="2025-03-25T07:36:18.249" v="443" actId="1076"/>
          <ac:cxnSpMkLst>
            <pc:docMk/>
            <pc:sldMk cId="3266835399" sldId="15096"/>
            <ac:cxnSpMk id="136" creationId="{65574206-402C-FF78-8C78-6FB01444B7FF}"/>
          </ac:cxnSpMkLst>
        </pc:cxnChg>
        <pc:cxnChg chg="add mod">
          <ac:chgData name="安藤　元一" userId="aaacf712-7740-4f7a-86dc-21596742342f" providerId="ADAL" clId="{45D76D6F-0E31-4533-A998-240FC9FDBD73}" dt="2025-03-25T07:43:11.159" v="694" actId="14100"/>
          <ac:cxnSpMkLst>
            <pc:docMk/>
            <pc:sldMk cId="3266835399" sldId="15096"/>
            <ac:cxnSpMk id="150" creationId="{F4A6F60A-0727-2809-42BF-9109C490513C}"/>
          </ac:cxnSpMkLst>
        </pc:cxnChg>
      </pc:sldChg>
      <pc:sldChg chg="del">
        <pc:chgData name="安藤　元一" userId="aaacf712-7740-4f7a-86dc-21596742342f" providerId="ADAL" clId="{45D76D6F-0E31-4533-A998-240FC9FDBD73}" dt="2025-03-25T07:22:58.834" v="374" actId="2696"/>
        <pc:sldMkLst>
          <pc:docMk/>
          <pc:sldMk cId="2611574722" sldId="15097"/>
        </pc:sldMkLst>
      </pc:sldChg>
      <pc:sldChg chg="del">
        <pc:chgData name="安藤　元一" userId="aaacf712-7740-4f7a-86dc-21596742342f" providerId="ADAL" clId="{45D76D6F-0E31-4533-A998-240FC9FDBD73}" dt="2025-03-25T07:09:01.389" v="19" actId="2696"/>
        <pc:sldMkLst>
          <pc:docMk/>
          <pc:sldMk cId="4189117408" sldId="15097"/>
        </pc:sldMkLst>
      </pc:sldChg>
      <pc:sldChg chg="del">
        <pc:chgData name="安藤　元一" userId="aaacf712-7740-4f7a-86dc-21596742342f" providerId="ADAL" clId="{45D76D6F-0E31-4533-A998-240FC9FDBD73}" dt="2025-03-25T07:09:01.389" v="19" actId="2696"/>
        <pc:sldMkLst>
          <pc:docMk/>
          <pc:sldMk cId="1855749462" sldId="15098"/>
        </pc:sldMkLst>
      </pc:sldChg>
      <pc:sldChg chg="delSp modSp mod ord">
        <pc:chgData name="安藤　元一" userId="aaacf712-7740-4f7a-86dc-21596742342f" providerId="ADAL" clId="{45D76D6F-0E31-4533-A998-240FC9FDBD73}" dt="2025-03-25T07:27:30.438" v="430"/>
        <pc:sldMkLst>
          <pc:docMk/>
          <pc:sldMk cId="3389720346" sldId="15098"/>
        </pc:sldMkLst>
        <pc:spChg chg="mod">
          <ac:chgData name="安藤　元一" userId="aaacf712-7740-4f7a-86dc-21596742342f" providerId="ADAL" clId="{45D76D6F-0E31-4533-A998-240FC9FDBD73}" dt="2025-03-25T07:27:30.438" v="430"/>
          <ac:spMkLst>
            <pc:docMk/>
            <pc:sldMk cId="3389720346" sldId="15098"/>
            <ac:spMk id="2" creationId="{E611330C-9135-4AA0-EA71-8FDB61D3AFEE}"/>
          </ac:spMkLst>
        </pc:spChg>
        <pc:spChg chg="mod">
          <ac:chgData name="安藤　元一" userId="aaacf712-7740-4f7a-86dc-21596742342f" providerId="ADAL" clId="{45D76D6F-0E31-4533-A998-240FC9FDBD73}" dt="2025-03-25T07:13:47.352" v="210" actId="207"/>
          <ac:spMkLst>
            <pc:docMk/>
            <pc:sldMk cId="3389720346" sldId="15098"/>
            <ac:spMk id="61" creationId="{E13B41B4-B646-3CFA-7968-19D82D81C473}"/>
          </ac:spMkLst>
        </pc:spChg>
        <pc:spChg chg="mod">
          <ac:chgData name="安藤　元一" userId="aaacf712-7740-4f7a-86dc-21596742342f" providerId="ADAL" clId="{45D76D6F-0E31-4533-A998-240FC9FDBD73}" dt="2025-03-25T07:13:13.117" v="207"/>
          <ac:spMkLst>
            <pc:docMk/>
            <pc:sldMk cId="3389720346" sldId="15098"/>
            <ac:spMk id="76" creationId="{3954E3A3-8CD2-D31B-1379-DC1BC1EB2DC9}"/>
          </ac:spMkLst>
        </pc:spChg>
        <pc:spChg chg="mod">
          <ac:chgData name="安藤　元一" userId="aaacf712-7740-4f7a-86dc-21596742342f" providerId="ADAL" clId="{45D76D6F-0E31-4533-A998-240FC9FDBD73}" dt="2025-03-25T07:13:47.352" v="210" actId="207"/>
          <ac:spMkLst>
            <pc:docMk/>
            <pc:sldMk cId="3389720346" sldId="15098"/>
            <ac:spMk id="79" creationId="{25D1E0C3-0FD9-0BEB-A53C-848C58A293BD}"/>
          </ac:spMkLst>
        </pc:spChg>
        <pc:spChg chg="del">
          <ac:chgData name="安藤　元一" userId="aaacf712-7740-4f7a-86dc-21596742342f" providerId="ADAL" clId="{45D76D6F-0E31-4533-A998-240FC9FDBD73}" dt="2025-03-25T07:14:49.744" v="213" actId="478"/>
          <ac:spMkLst>
            <pc:docMk/>
            <pc:sldMk cId="3389720346" sldId="15098"/>
            <ac:spMk id="100" creationId="{DC798F7A-FAF3-8782-8D5E-F03B07A2C9D1}"/>
          </ac:spMkLst>
        </pc:spChg>
        <pc:spChg chg="del">
          <ac:chgData name="安藤　元一" userId="aaacf712-7740-4f7a-86dc-21596742342f" providerId="ADAL" clId="{45D76D6F-0E31-4533-A998-240FC9FDBD73}" dt="2025-03-25T07:14:49.744" v="213" actId="478"/>
          <ac:spMkLst>
            <pc:docMk/>
            <pc:sldMk cId="3389720346" sldId="15098"/>
            <ac:spMk id="101" creationId="{DAB8ADAA-1B0A-5D55-1C14-E741BA90E67B}"/>
          </ac:spMkLst>
        </pc:spChg>
        <pc:spChg chg="del">
          <ac:chgData name="安藤　元一" userId="aaacf712-7740-4f7a-86dc-21596742342f" providerId="ADAL" clId="{45D76D6F-0E31-4533-A998-240FC9FDBD73}" dt="2025-03-25T07:14:49.744" v="213" actId="478"/>
          <ac:spMkLst>
            <pc:docMk/>
            <pc:sldMk cId="3389720346" sldId="15098"/>
            <ac:spMk id="102" creationId="{CF89A549-435A-690F-804B-35482B6011C6}"/>
          </ac:spMkLst>
        </pc:spChg>
        <pc:spChg chg="mod">
          <ac:chgData name="安藤　元一" userId="aaacf712-7740-4f7a-86dc-21596742342f" providerId="ADAL" clId="{45D76D6F-0E31-4533-A998-240FC9FDBD73}" dt="2025-03-25T07:12:58.622" v="192" actId="20577"/>
          <ac:spMkLst>
            <pc:docMk/>
            <pc:sldMk cId="3389720346" sldId="15098"/>
            <ac:spMk id="104" creationId="{0A4B80E2-6465-29EC-6169-631F7FC47F96}"/>
          </ac:spMkLst>
        </pc:spChg>
        <pc:picChg chg="del">
          <ac:chgData name="安藤　元一" userId="aaacf712-7740-4f7a-86dc-21596742342f" providerId="ADAL" clId="{45D76D6F-0E31-4533-A998-240FC9FDBD73}" dt="2025-03-25T07:14:49.744" v="213" actId="478"/>
          <ac:picMkLst>
            <pc:docMk/>
            <pc:sldMk cId="3389720346" sldId="15098"/>
            <ac:picMk id="103" creationId="{1E445C84-678F-50BF-D712-22516234F452}"/>
          </ac:picMkLst>
        </pc:picChg>
        <pc:cxnChg chg="del">
          <ac:chgData name="安藤　元一" userId="aaacf712-7740-4f7a-86dc-21596742342f" providerId="ADAL" clId="{45D76D6F-0E31-4533-A998-240FC9FDBD73}" dt="2025-03-25T07:14:49.744" v="213" actId="478"/>
          <ac:cxnSpMkLst>
            <pc:docMk/>
            <pc:sldMk cId="3389720346" sldId="15098"/>
            <ac:cxnSpMk id="99" creationId="{C8E779AC-4D4E-736B-A61D-F7F763CFDFBB}"/>
          </ac:cxnSpMkLst>
        </pc:cxnChg>
      </pc:sldChg>
      <pc:sldChg chg="addSp delSp modSp mod ord">
        <pc:chgData name="安藤　元一" userId="aaacf712-7740-4f7a-86dc-21596742342f" providerId="ADAL" clId="{45D76D6F-0E31-4533-A998-240FC9FDBD73}" dt="2025-03-25T07:30:09.332" v="432"/>
        <pc:sldMkLst>
          <pc:docMk/>
          <pc:sldMk cId="2583251829" sldId="15099"/>
        </pc:sldMkLst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4" creationId="{6EF8D9C4-87F5-649A-3148-5B55A7660628}"/>
          </ac:spMkLst>
        </pc:spChg>
        <pc:spChg chg="mod">
          <ac:chgData name="安藤　元一" userId="aaacf712-7740-4f7a-86dc-21596742342f" providerId="ADAL" clId="{45D76D6F-0E31-4533-A998-240FC9FDBD73}" dt="2025-03-25T07:23:25.883" v="389" actId="6549"/>
          <ac:spMkLst>
            <pc:docMk/>
            <pc:sldMk cId="2583251829" sldId="15099"/>
            <ac:spMk id="6" creationId="{24DA7ECD-E256-341F-F68A-5280DB7C06D1}"/>
          </ac:spMkLst>
        </pc:spChg>
        <pc:spChg chg="del">
          <ac:chgData name="安藤　元一" userId="aaacf712-7740-4f7a-86dc-21596742342f" providerId="ADAL" clId="{45D76D6F-0E31-4533-A998-240FC9FDBD73}" dt="2025-03-25T07:23:45.584" v="390" actId="478"/>
          <ac:spMkLst>
            <pc:docMk/>
            <pc:sldMk cId="2583251829" sldId="15099"/>
            <ac:spMk id="7" creationId="{B12C7E50-C11F-80AF-A2DE-B759F038F95F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8" creationId="{6D976983-DA02-7600-4C9D-FFA19C9FA504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11" creationId="{864B7C56-311C-8ECA-098D-8E943D9C9C00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15" creationId="{D59A2B9E-258F-3239-9A37-2395F5CD48BF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17" creationId="{DFFE3C53-E3D8-59ED-C0D5-1E1CBBEFE8BE}"/>
          </ac:spMkLst>
        </pc:spChg>
        <pc:spChg chg="del">
          <ac:chgData name="安藤　元一" userId="aaacf712-7740-4f7a-86dc-21596742342f" providerId="ADAL" clId="{45D76D6F-0E31-4533-A998-240FC9FDBD73}" dt="2025-03-25T07:23:45.584" v="390" actId="478"/>
          <ac:spMkLst>
            <pc:docMk/>
            <pc:sldMk cId="2583251829" sldId="15099"/>
            <ac:spMk id="18" creationId="{538F461C-9B0A-7303-5783-581D968E2D17}"/>
          </ac:spMkLst>
        </pc:spChg>
        <pc:spChg chg="del">
          <ac:chgData name="安藤　元一" userId="aaacf712-7740-4f7a-86dc-21596742342f" providerId="ADAL" clId="{45D76D6F-0E31-4533-A998-240FC9FDBD73}" dt="2025-03-25T07:23:45.584" v="390" actId="478"/>
          <ac:spMkLst>
            <pc:docMk/>
            <pc:sldMk cId="2583251829" sldId="15099"/>
            <ac:spMk id="34" creationId="{74E2532D-30E7-5393-FC3E-7C479F97F243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39" creationId="{1B0F961D-2F01-E55D-AB8B-01A282E6F839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42" creationId="{9F4D8362-88CA-824E-1BDC-974065A826F8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55" creationId="{35600C65-03E9-DF33-20B0-CDE533ADF591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59" creationId="{E2DA5F55-AEC6-64C9-F14B-970DCF927860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60" creationId="{863C97CF-609D-1565-A8CB-D0B8C11AFA75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75" creationId="{2A66DB6B-8F09-5415-B987-55800A716E46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76" creationId="{B780089A-80E7-90ED-78B5-C1F45860CC10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81" creationId="{B1720B27-164C-764F-875F-539F033EF198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83" creationId="{C53AEF81-2F4C-C205-73A3-DD579133345B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86" creationId="{8BC3FD86-BC2F-7B0F-69AA-362446A75067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101" creationId="{552BAC08-0264-E934-FB70-3AED1F7621A0}"/>
          </ac:spMkLst>
        </pc:spChg>
        <pc:spChg chg="del">
          <ac:chgData name="安藤　元一" userId="aaacf712-7740-4f7a-86dc-21596742342f" providerId="ADAL" clId="{45D76D6F-0E31-4533-A998-240FC9FDBD73}" dt="2025-03-25T07:24:09.983" v="396" actId="478"/>
          <ac:spMkLst>
            <pc:docMk/>
            <pc:sldMk cId="2583251829" sldId="15099"/>
            <ac:spMk id="102" creationId="{453233F7-89E4-441F-8169-1E093345EE8D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106" creationId="{E1CC34DF-6C00-D552-E2B0-2A11D47BA01A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107" creationId="{6BCDE688-AE79-08CF-EC85-60760308D5A6}"/>
          </ac:spMkLst>
        </pc:spChg>
        <pc:spChg chg="mod">
          <ac:chgData name="安藤　元一" userId="aaacf712-7740-4f7a-86dc-21596742342f" providerId="ADAL" clId="{45D76D6F-0E31-4533-A998-240FC9FDBD73}" dt="2025-03-25T07:27:12.323" v="417" actId="1076"/>
          <ac:spMkLst>
            <pc:docMk/>
            <pc:sldMk cId="2583251829" sldId="15099"/>
            <ac:spMk id="108" creationId="{1A4398B9-D030-85C2-9D78-2F2360BE010C}"/>
          </ac:spMkLst>
        </pc:spChg>
        <pc:picChg chg="del">
          <ac:chgData name="安藤　元一" userId="aaacf712-7740-4f7a-86dc-21596742342f" providerId="ADAL" clId="{45D76D6F-0E31-4533-A998-240FC9FDBD73}" dt="2025-03-25T07:23:45.584" v="390" actId="478"/>
          <ac:picMkLst>
            <pc:docMk/>
            <pc:sldMk cId="2583251829" sldId="15099"/>
            <ac:picMk id="35" creationId="{F2ADEA11-00F8-807D-D8E9-A05ECD4EBD8F}"/>
          </ac:picMkLst>
        </pc:picChg>
        <pc:picChg chg="mod">
          <ac:chgData name="安藤　元一" userId="aaacf712-7740-4f7a-86dc-21596742342f" providerId="ADAL" clId="{45D76D6F-0E31-4533-A998-240FC9FDBD73}" dt="2025-03-25T07:23:56.070" v="394" actId="1037"/>
          <ac:picMkLst>
            <pc:docMk/>
            <pc:sldMk cId="2583251829" sldId="15099"/>
            <ac:picMk id="114" creationId="{771BE2CE-7428-B862-0B62-E294A13BFE8D}"/>
          </ac:picMkLst>
        </pc:picChg>
        <pc:cxnChg chg="add mod">
          <ac:chgData name="安藤　元一" userId="aaacf712-7740-4f7a-86dc-21596742342f" providerId="ADAL" clId="{45D76D6F-0E31-4533-A998-240FC9FDBD73}" dt="2025-03-25T07:25:22.794" v="402" actId="571"/>
          <ac:cxnSpMkLst>
            <pc:docMk/>
            <pc:sldMk cId="2583251829" sldId="15099"/>
            <ac:cxnSpMk id="16" creationId="{A3B17CA4-8956-2C16-2788-85D59491F475}"/>
          </ac:cxnSpMkLst>
        </pc:cxnChg>
        <pc:cxnChg chg="add del mod">
          <ac:chgData name="安藤　元一" userId="aaacf712-7740-4f7a-86dc-21596742342f" providerId="ADAL" clId="{45D76D6F-0E31-4533-A998-240FC9FDBD73}" dt="2025-03-25T07:26:27.178" v="411" actId="478"/>
          <ac:cxnSpMkLst>
            <pc:docMk/>
            <pc:sldMk cId="2583251829" sldId="15099"/>
            <ac:cxnSpMk id="20" creationId="{36688EDF-977A-F53B-5CD9-131CA4455AFD}"/>
          </ac:cxnSpMkLst>
        </pc:cxnChg>
        <pc:cxnChg chg="add mod">
          <ac:chgData name="安藤　元一" userId="aaacf712-7740-4f7a-86dc-21596742342f" providerId="ADAL" clId="{45D76D6F-0E31-4533-A998-240FC9FDBD73}" dt="2025-03-25T07:26:52.421" v="415" actId="692"/>
          <ac:cxnSpMkLst>
            <pc:docMk/>
            <pc:sldMk cId="2583251829" sldId="15099"/>
            <ac:cxnSpMk id="24" creationId="{5DA183B6-48A0-79CB-5803-001A46BD0D67}"/>
          </ac:cxnSpMkLst>
        </pc:cxnChg>
        <pc:cxnChg chg="add mod">
          <ac:chgData name="安藤　元一" userId="aaacf712-7740-4f7a-86dc-21596742342f" providerId="ADAL" clId="{45D76D6F-0E31-4533-A998-240FC9FDBD73}" dt="2025-03-25T07:27:04.857" v="416" actId="571"/>
          <ac:cxnSpMkLst>
            <pc:docMk/>
            <pc:sldMk cId="2583251829" sldId="15099"/>
            <ac:cxnSpMk id="25" creationId="{04ED7C82-A4A1-3AF8-2C87-F8C3A6E1E116}"/>
          </ac:cxnSpMkLst>
        </pc:cxnChg>
        <pc:cxnChg chg="mod">
          <ac:chgData name="安藤　元一" userId="aaacf712-7740-4f7a-86dc-21596742342f" providerId="ADAL" clId="{45D76D6F-0E31-4533-A998-240FC9FDBD73}" dt="2025-03-25T07:27:18.570" v="418" actId="1076"/>
          <ac:cxnSpMkLst>
            <pc:docMk/>
            <pc:sldMk cId="2583251829" sldId="15099"/>
            <ac:cxnSpMk id="52" creationId="{5B5B55DD-886A-699C-5F89-8C2874FB1471}"/>
          </ac:cxnSpMkLst>
        </pc:cxnChg>
        <pc:cxnChg chg="mod">
          <ac:chgData name="安藤　元一" userId="aaacf712-7740-4f7a-86dc-21596742342f" providerId="ADAL" clId="{45D76D6F-0E31-4533-A998-240FC9FDBD73}" dt="2025-03-25T07:25:46.404" v="405" actId="692"/>
          <ac:cxnSpMkLst>
            <pc:docMk/>
            <pc:sldMk cId="2583251829" sldId="15099"/>
            <ac:cxnSpMk id="78" creationId="{AE3FACA6-99D9-8EA1-E77D-6929A5B5AC00}"/>
          </ac:cxnSpMkLst>
        </pc:cxnChg>
        <pc:cxnChg chg="del">
          <ac:chgData name="安藤　元一" userId="aaacf712-7740-4f7a-86dc-21596742342f" providerId="ADAL" clId="{45D76D6F-0E31-4533-A998-240FC9FDBD73}" dt="2025-03-25T07:24:36.028" v="399" actId="478"/>
          <ac:cxnSpMkLst>
            <pc:docMk/>
            <pc:sldMk cId="2583251829" sldId="15099"/>
            <ac:cxnSpMk id="105" creationId="{1B99F263-E4DB-54A1-0FFA-D206B345E9C3}"/>
          </ac:cxnSpMkLst>
        </pc:cxnChg>
        <pc:cxnChg chg="del mod">
          <ac:chgData name="安藤　元一" userId="aaacf712-7740-4f7a-86dc-21596742342f" providerId="ADAL" clId="{45D76D6F-0E31-4533-A998-240FC9FDBD73}" dt="2025-03-25T07:24:03.178" v="395" actId="478"/>
          <ac:cxnSpMkLst>
            <pc:docMk/>
            <pc:sldMk cId="2583251829" sldId="15099"/>
            <ac:cxnSpMk id="120" creationId="{F01227F7-1B88-3275-D2B3-1C5E2333FE23}"/>
          </ac:cxnSpMkLst>
        </pc:cxnChg>
      </pc:sldChg>
      <pc:sldChg chg="del">
        <pc:chgData name="安藤　元一" userId="aaacf712-7740-4f7a-86dc-21596742342f" providerId="ADAL" clId="{45D76D6F-0E31-4533-A998-240FC9FDBD73}" dt="2025-03-25T07:09:01.389" v="19" actId="2696"/>
        <pc:sldMkLst>
          <pc:docMk/>
          <pc:sldMk cId="2658250636" sldId="15099"/>
        </pc:sldMkLst>
      </pc:sldChg>
      <pc:sldChg chg="del">
        <pc:chgData name="安藤　元一" userId="aaacf712-7740-4f7a-86dc-21596742342f" providerId="ADAL" clId="{45D76D6F-0E31-4533-A998-240FC9FDBD73}" dt="2025-03-25T07:09:01.389" v="19" actId="2696"/>
        <pc:sldMkLst>
          <pc:docMk/>
          <pc:sldMk cId="731382173" sldId="15100"/>
        </pc:sldMkLst>
      </pc:sldChg>
      <pc:sldChg chg="del">
        <pc:chgData name="安藤　元一" userId="aaacf712-7740-4f7a-86dc-21596742342f" providerId="ADAL" clId="{45D76D6F-0E31-4533-A998-240FC9FDBD73}" dt="2025-03-25T07:09:01.389" v="19" actId="2696"/>
        <pc:sldMkLst>
          <pc:docMk/>
          <pc:sldMk cId="569024095" sldId="15101"/>
        </pc:sldMkLst>
      </pc:sldChg>
    </pc:docChg>
  </pc:docChgLst>
  <pc:docChgLst>
    <pc:chgData name="安藤　元一" userId="aaacf712-7740-4f7a-86dc-21596742342f" providerId="ADAL" clId="{B5A164C4-0E59-40E6-B48E-087D63C8B68B}"/>
    <pc:docChg chg="undo custSel delSld modSld">
      <pc:chgData name="安藤　元一" userId="aaacf712-7740-4f7a-86dc-21596742342f" providerId="ADAL" clId="{B5A164C4-0E59-40E6-B48E-087D63C8B68B}" dt="2025-02-12T00:00:58.631" v="346"/>
      <pc:docMkLst>
        <pc:docMk/>
      </pc:docMkLst>
      <pc:sldChg chg="addSp delSp modSp mod">
        <pc:chgData name="安藤　元一" userId="aaacf712-7740-4f7a-86dc-21596742342f" providerId="ADAL" clId="{B5A164C4-0E59-40E6-B48E-087D63C8B68B}" dt="2025-02-12T00:00:52.897" v="345" actId="1036"/>
        <pc:sldMkLst>
          <pc:docMk/>
          <pc:sldMk cId="2339069663" sldId="15095"/>
        </pc:sldMkLst>
      </pc:sldChg>
      <pc:sldChg chg="addSp delSp modSp mod">
        <pc:chgData name="安藤　元一" userId="aaacf712-7740-4f7a-86dc-21596742342f" providerId="ADAL" clId="{B5A164C4-0E59-40E6-B48E-087D63C8B68B}" dt="2025-02-12T00:00:58.631" v="346"/>
        <pc:sldMkLst>
          <pc:docMk/>
          <pc:sldMk cId="3266835399" sldId="15096"/>
        </pc:sldMkLst>
      </pc:sldChg>
      <pc:sldChg chg="del">
        <pc:chgData name="安藤　元一" userId="aaacf712-7740-4f7a-86dc-21596742342f" providerId="ADAL" clId="{B5A164C4-0E59-40E6-B48E-087D63C8B68B}" dt="2025-02-11T23:43:59.240" v="0" actId="2696"/>
        <pc:sldMkLst>
          <pc:docMk/>
          <pc:sldMk cId="3423289639" sldId="15098"/>
        </pc:sldMkLst>
      </pc:sldChg>
    </pc:docChg>
  </pc:docChgLst>
  <pc:docChgLst>
    <pc:chgData name="daisuke kawasaki" userId="ae3c6da3e2423119" providerId="LiveId" clId="{BBA6A802-0C0E-4E11-B2D1-67C384F5F406}"/>
    <pc:docChg chg="undo custSel addSld delSld modSld">
      <pc:chgData name="daisuke kawasaki" userId="ae3c6da3e2423119" providerId="LiveId" clId="{BBA6A802-0C0E-4E11-B2D1-67C384F5F406}" dt="2025-02-10T09:39:08.315" v="10889" actId="20577"/>
      <pc:docMkLst>
        <pc:docMk/>
      </pc:docMkLst>
      <pc:sldChg chg="del">
        <pc:chgData name="daisuke kawasaki" userId="ae3c6da3e2423119" providerId="LiveId" clId="{BBA6A802-0C0E-4E11-B2D1-67C384F5F406}" dt="2025-02-10T00:50:46.633" v="4" actId="47"/>
        <pc:sldMkLst>
          <pc:docMk/>
          <pc:sldMk cId="563884867" sldId="15083"/>
        </pc:sldMkLst>
      </pc:sldChg>
      <pc:sldChg chg="delSp del mod">
        <pc:chgData name="daisuke kawasaki" userId="ae3c6da3e2423119" providerId="LiveId" clId="{BBA6A802-0C0E-4E11-B2D1-67C384F5F406}" dt="2025-02-10T00:50:42.336" v="3" actId="47"/>
        <pc:sldMkLst>
          <pc:docMk/>
          <pc:sldMk cId="1303118186" sldId="15084"/>
        </pc:sldMkLst>
      </pc:sldChg>
      <pc:sldChg chg="addSp delSp modSp mod">
        <pc:chgData name="daisuke kawasaki" userId="ae3c6da3e2423119" providerId="LiveId" clId="{BBA6A802-0C0E-4E11-B2D1-67C384F5F406}" dt="2025-02-10T00:52:28.353" v="112" actId="255"/>
        <pc:sldMkLst>
          <pc:docMk/>
          <pc:sldMk cId="4002530346" sldId="15085"/>
        </pc:sldMkLst>
      </pc:sldChg>
      <pc:sldChg chg="del">
        <pc:chgData name="daisuke kawasaki" userId="ae3c6da3e2423119" providerId="LiveId" clId="{BBA6A802-0C0E-4E11-B2D1-67C384F5F406}" dt="2025-02-10T00:50:49.418" v="5" actId="47"/>
        <pc:sldMkLst>
          <pc:docMk/>
          <pc:sldMk cId="4263131018" sldId="15086"/>
        </pc:sldMkLst>
      </pc:sldChg>
      <pc:sldChg chg="addSp modSp mod">
        <pc:chgData name="daisuke kawasaki" userId="ae3c6da3e2423119" providerId="LiveId" clId="{BBA6A802-0C0E-4E11-B2D1-67C384F5F406}" dt="2025-02-10T01:13:59.693" v="1647" actId="20577"/>
        <pc:sldMkLst>
          <pc:docMk/>
          <pc:sldMk cId="4281836232" sldId="15086"/>
        </pc:sldMkLst>
      </pc:sldChg>
      <pc:sldChg chg="addSp delSp modSp mod">
        <pc:chgData name="daisuke kawasaki" userId="ae3c6da3e2423119" providerId="LiveId" clId="{BBA6A802-0C0E-4E11-B2D1-67C384F5F406}" dt="2025-02-10T01:35:39.954" v="2264" actId="1076"/>
        <pc:sldMkLst>
          <pc:docMk/>
          <pc:sldMk cId="663021607" sldId="15087"/>
        </pc:sldMkLst>
      </pc:sldChg>
      <pc:sldChg chg="new del">
        <pc:chgData name="daisuke kawasaki" userId="ae3c6da3e2423119" providerId="LiveId" clId="{BBA6A802-0C0E-4E11-B2D1-67C384F5F406}" dt="2025-02-10T00:50:34.213" v="2" actId="47"/>
        <pc:sldMkLst>
          <pc:docMk/>
          <pc:sldMk cId="685870792" sldId="15087"/>
        </pc:sldMkLst>
      </pc:sldChg>
      <pc:sldChg chg="addSp">
        <pc:chgData name="daisuke kawasaki" userId="ae3c6da3e2423119" providerId="LiveId" clId="{BBA6A802-0C0E-4E11-B2D1-67C384F5F406}" dt="2025-02-10T00:59:48.756" v="170"/>
        <pc:sldMkLst>
          <pc:docMk/>
          <pc:sldMk cId="3293613909" sldId="15088"/>
        </pc:sldMkLst>
      </pc:sldChg>
      <pc:sldChg chg="addSp delSp modSp mod">
        <pc:chgData name="daisuke kawasaki" userId="ae3c6da3e2423119" providerId="LiveId" clId="{BBA6A802-0C0E-4E11-B2D1-67C384F5F406}" dt="2025-02-10T02:06:53.247" v="2956" actId="1076"/>
        <pc:sldMkLst>
          <pc:docMk/>
          <pc:sldMk cId="2649776921" sldId="15089"/>
        </pc:sldMkLst>
      </pc:sldChg>
      <pc:sldChg chg="addSp delSp modSp mod">
        <pc:chgData name="daisuke kawasaki" userId="ae3c6da3e2423119" providerId="LiveId" clId="{BBA6A802-0C0E-4E11-B2D1-67C384F5F406}" dt="2025-02-10T02:24:12.272" v="3351" actId="1076"/>
        <pc:sldMkLst>
          <pc:docMk/>
          <pc:sldMk cId="1482260550" sldId="15090"/>
        </pc:sldMkLst>
      </pc:sldChg>
      <pc:sldChg chg="addSp delSp modSp mod">
        <pc:chgData name="daisuke kawasaki" userId="ae3c6da3e2423119" providerId="LiveId" clId="{BBA6A802-0C0E-4E11-B2D1-67C384F5F406}" dt="2025-02-10T04:01:39.254" v="6929" actId="20577"/>
        <pc:sldMkLst>
          <pc:docMk/>
          <pc:sldMk cId="1436984067" sldId="15091"/>
        </pc:sldMkLst>
      </pc:sldChg>
      <pc:sldChg chg="modSp mod">
        <pc:chgData name="daisuke kawasaki" userId="ae3c6da3e2423119" providerId="LiveId" clId="{BBA6A802-0C0E-4E11-B2D1-67C384F5F406}" dt="2025-02-10T03:56:29.199" v="6422" actId="6549"/>
        <pc:sldMkLst>
          <pc:docMk/>
          <pc:sldMk cId="371975113" sldId="15092"/>
        </pc:sldMkLst>
      </pc:sldChg>
      <pc:sldChg chg="modSp mod">
        <pc:chgData name="daisuke kawasaki" userId="ae3c6da3e2423119" providerId="LiveId" clId="{BBA6A802-0C0E-4E11-B2D1-67C384F5F406}" dt="2025-02-10T04:34:06.317" v="7480" actId="6549"/>
        <pc:sldMkLst>
          <pc:docMk/>
          <pc:sldMk cId="262626348" sldId="15093"/>
        </pc:sldMkLst>
      </pc:sldChg>
      <pc:sldChg chg="modSp mod">
        <pc:chgData name="daisuke kawasaki" userId="ae3c6da3e2423119" providerId="LiveId" clId="{BBA6A802-0C0E-4E11-B2D1-67C384F5F406}" dt="2025-02-10T04:34:40.005" v="7523" actId="20577"/>
        <pc:sldMkLst>
          <pc:docMk/>
          <pc:sldMk cId="3652229635" sldId="15094"/>
        </pc:sldMkLst>
      </pc:sldChg>
      <pc:sldChg chg="addSp modSp mod">
        <pc:chgData name="daisuke kawasaki" userId="ae3c6da3e2423119" providerId="LiveId" clId="{BBA6A802-0C0E-4E11-B2D1-67C384F5F406}" dt="2025-02-10T06:06:51.405" v="8307" actId="14100"/>
        <pc:sldMkLst>
          <pc:docMk/>
          <pc:sldMk cId="2839485582" sldId="15095"/>
        </pc:sldMkLst>
      </pc:sldChg>
      <pc:sldChg chg="addSp modSp mod">
        <pc:chgData name="daisuke kawasaki" userId="ae3c6da3e2423119" providerId="LiveId" clId="{BBA6A802-0C0E-4E11-B2D1-67C384F5F406}" dt="2025-02-10T09:39:08.315" v="10889" actId="20577"/>
        <pc:sldMkLst>
          <pc:docMk/>
          <pc:sldMk cId="807408278" sldId="15096"/>
        </pc:sldMkLst>
      </pc:sldChg>
      <pc:sldChg chg="modSp mod">
        <pc:chgData name="daisuke kawasaki" userId="ae3c6da3e2423119" providerId="LiveId" clId="{BBA6A802-0C0E-4E11-B2D1-67C384F5F406}" dt="2025-02-10T04:35:45.097" v="7587" actId="20577"/>
        <pc:sldMkLst>
          <pc:docMk/>
          <pc:sldMk cId="289273524" sldId="15097"/>
        </pc:sldMkLst>
      </pc:sldChg>
      <pc:sldChg chg="addSp delSp modSp mod">
        <pc:chgData name="daisuke kawasaki" userId="ae3c6da3e2423119" providerId="LiveId" clId="{BBA6A802-0C0E-4E11-B2D1-67C384F5F406}" dt="2025-02-10T05:51:53.883" v="7770" actId="478"/>
        <pc:sldMkLst>
          <pc:docMk/>
          <pc:sldMk cId="2719874757" sldId="15098"/>
        </pc:sldMkLst>
      </pc:sldChg>
      <pc:sldChg chg="del">
        <pc:chgData name="daisuke kawasaki" userId="ae3c6da3e2423119" providerId="LiveId" clId="{BBA6A802-0C0E-4E11-B2D1-67C384F5F406}" dt="2025-02-10T06:06:58.311" v="8308" actId="47"/>
        <pc:sldMkLst>
          <pc:docMk/>
          <pc:sldMk cId="24642388" sldId="15099"/>
        </pc:sldMkLst>
      </pc:sldChg>
      <pc:sldChg chg="delSp modSp mod">
        <pc:chgData name="daisuke kawasaki" userId="ae3c6da3e2423119" providerId="LiveId" clId="{BBA6A802-0C0E-4E11-B2D1-67C384F5F406}" dt="2025-02-10T06:29:09.608" v="10189" actId="20577"/>
        <pc:sldMkLst>
          <pc:docMk/>
          <pc:sldMk cId="4013434841" sldId="15099"/>
        </pc:sldMkLst>
      </pc:sldChg>
    </pc:docChg>
  </pc:docChgLst>
  <pc:docChgLst>
    <pc:chgData name="kawasaki-d@outlook.jp" userId="ae3c6da3e2423119" providerId="LiveId" clId="{231691C4-A9DB-4DD6-8F4B-EFCB95BA2A83}"/>
    <pc:docChg chg="undo custSel addSld modSld sldOrd">
      <pc:chgData name="kawasaki-d@outlook.jp" userId="ae3c6da3e2423119" providerId="LiveId" clId="{231691C4-A9DB-4DD6-8F4B-EFCB95BA2A83}" dt="2023-05-26T02:56:49.157" v="2665" actId="20577"/>
      <pc:docMkLst>
        <pc:docMk/>
      </pc:docMkLst>
      <pc:sldChg chg="delSp modSp mod">
        <pc:chgData name="kawasaki-d@outlook.jp" userId="ae3c6da3e2423119" providerId="LiveId" clId="{231691C4-A9DB-4DD6-8F4B-EFCB95BA2A83}" dt="2023-05-26T02:28:14.111" v="1249" actId="20577"/>
        <pc:sldMkLst>
          <pc:docMk/>
          <pc:sldMk cId="563884867" sldId="15083"/>
        </pc:sldMkLst>
      </pc:sldChg>
      <pc:sldChg chg="addSp delSp modSp new mod ord">
        <pc:chgData name="kawasaki-d@outlook.jp" userId="ae3c6da3e2423119" providerId="LiveId" clId="{231691C4-A9DB-4DD6-8F4B-EFCB95BA2A83}" dt="2023-05-26T02:56:49.157" v="2665" actId="20577"/>
        <pc:sldMkLst>
          <pc:docMk/>
          <pc:sldMk cId="1303118186" sldId="15084"/>
        </pc:sldMkLst>
      </pc:sldChg>
      <pc:sldChg chg="addSp delSp modSp new mod">
        <pc:chgData name="kawasaki-d@outlook.jp" userId="ae3c6da3e2423119" providerId="LiveId" clId="{231691C4-A9DB-4DD6-8F4B-EFCB95BA2A83}" dt="2023-05-26T02:43:05.866" v="1995" actId="1076"/>
        <pc:sldMkLst>
          <pc:docMk/>
          <pc:sldMk cId="4002530346" sldId="15085"/>
        </pc:sldMkLst>
      </pc:sldChg>
      <pc:sldChg chg="addSp delSp modSp new mod">
        <pc:chgData name="kawasaki-d@outlook.jp" userId="ae3c6da3e2423119" providerId="LiveId" clId="{231691C4-A9DB-4DD6-8F4B-EFCB95BA2A83}" dt="2023-05-26T02:53:27.198" v="2414" actId="1035"/>
        <pc:sldMkLst>
          <pc:docMk/>
          <pc:sldMk cId="4263131018" sldId="1508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2950375" cy="497368"/>
          </a:xfrm>
          <a:prstGeom prst="rect">
            <a:avLst/>
          </a:prstGeom>
        </p:spPr>
        <p:txBody>
          <a:bodyPr vert="horz" lIns="92200" tIns="46102" rIns="92200" bIns="46102" rtlCol="0"/>
          <a:lstStyle>
            <a:lvl1pPr algn="l">
              <a:defRPr sz="1200"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5221" y="3"/>
            <a:ext cx="2950374" cy="497368"/>
          </a:xfrm>
          <a:prstGeom prst="rect">
            <a:avLst/>
          </a:prstGeom>
        </p:spPr>
        <p:txBody>
          <a:bodyPr vert="horz" lIns="92200" tIns="46102" rIns="92200" bIns="46102" rtlCol="0"/>
          <a:lstStyle>
            <a:lvl1pPr algn="r">
              <a:defRPr sz="1200" smtClean="0"/>
            </a:lvl1pPr>
          </a:lstStyle>
          <a:p>
            <a:pPr>
              <a:defRPr/>
            </a:pPr>
            <a:fld id="{D502BE3A-0353-4F18-AE69-F50CD9BE86DB}" type="datetimeFigureOut">
              <a:rPr lang="ja-JP" altLang="en-US"/>
              <a:pPr>
                <a:defRPr/>
              </a:pPr>
              <a:t>2025/4/10</a:t>
            </a:fld>
            <a:endParaRPr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4" y="9440372"/>
            <a:ext cx="2950375" cy="497367"/>
          </a:xfrm>
          <a:prstGeom prst="rect">
            <a:avLst/>
          </a:prstGeom>
        </p:spPr>
        <p:txBody>
          <a:bodyPr vert="horz" lIns="92200" tIns="46102" rIns="92200" bIns="46102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5221" y="9440372"/>
            <a:ext cx="2950374" cy="497367"/>
          </a:xfrm>
          <a:prstGeom prst="rect">
            <a:avLst/>
          </a:prstGeom>
        </p:spPr>
        <p:txBody>
          <a:bodyPr vert="horz" lIns="92200" tIns="46102" rIns="92200" bIns="46102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2BAA5A3-7783-4D5C-9E12-6E3BDD157CE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60187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3"/>
            <a:ext cx="2950375" cy="497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2" rIns="92200" bIns="4610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5221" y="3"/>
            <a:ext cx="2950374" cy="497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2" rIns="92200" bIns="4610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150813" y="609600"/>
            <a:ext cx="7112001" cy="40020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244" y="4720986"/>
            <a:ext cx="5446722" cy="4473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2" rIns="92200" bIns="461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9440372"/>
            <a:ext cx="2950375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2" rIns="92200" bIns="4610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5221" y="9440372"/>
            <a:ext cx="2950374" cy="497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2" rIns="92200" bIns="4610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3C30D30-6E87-4095-9B34-CED26FF332F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731716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1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1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4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14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1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677212" y="4406903"/>
            <a:ext cx="8649071" cy="1362075"/>
          </a:xfrm>
        </p:spPr>
        <p:txBody>
          <a:bodyPr anchor="t"/>
          <a:lstStyle>
            <a:lvl1pPr algn="l">
              <a:defRPr sz="3000" b="1" cap="all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2677212" y="2906713"/>
            <a:ext cx="8649071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7FEA90F-998A-0F08-7321-9145F81548DC}"/>
              </a:ext>
            </a:extLst>
          </p:cNvPr>
          <p:cNvSpPr/>
          <p:nvPr userDrawn="1"/>
        </p:nvSpPr>
        <p:spPr>
          <a:xfrm>
            <a:off x="59675" y="5542961"/>
            <a:ext cx="1915566" cy="5401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baseline="0" dirty="0">
                <a:solidFill>
                  <a:srgbClr val="F56D4D"/>
                </a:solidFill>
                <a:effectLst/>
                <a:latin typeface="Brooklyn Heavy" panose="00000A00000000000000" pitchFamily="50" charset="0"/>
                <a:ea typeface="ＭＳ Ｐゴシック" panose="020B0600070205080204" pitchFamily="50" charset="-128"/>
              </a:rPr>
              <a:t>USMH 2023</a:t>
            </a:r>
          </a:p>
          <a:p>
            <a:pPr algn="r"/>
            <a:r>
              <a:rPr kumimoji="1" lang="en-US" altLang="ja-JP" sz="2000" b="1" baseline="0" dirty="0">
                <a:solidFill>
                  <a:srgbClr val="F56D4D"/>
                </a:solidFill>
                <a:effectLst/>
                <a:latin typeface="Brooklyn Heavy" panose="00000A00000000000000" pitchFamily="50" charset="0"/>
                <a:ea typeface="ＭＳ Ｐゴシック" panose="020B0600070205080204" pitchFamily="50" charset="-128"/>
              </a:rPr>
              <a:t>POLYGON</a:t>
            </a:r>
          </a:p>
        </p:txBody>
      </p:sp>
      <p:pic>
        <p:nvPicPr>
          <p:cNvPr id="27" name="グラフィックス 26">
            <a:extLst>
              <a:ext uri="{FF2B5EF4-FFF2-40B4-BE49-F238E27FC236}">
                <a16:creationId xmlns:a16="http://schemas.microsoft.com/office/drawing/2014/main" id="{B072A31F-098A-46C0-4631-D85C75B71A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625" y="3176835"/>
            <a:ext cx="2035117" cy="2328421"/>
          </a:xfrm>
          <a:prstGeom prst="rect">
            <a:avLst/>
          </a:prstGeom>
        </p:spPr>
      </p:pic>
      <p:pic>
        <p:nvPicPr>
          <p:cNvPr id="31" name="グラフィックス 30">
            <a:extLst>
              <a:ext uri="{FF2B5EF4-FFF2-40B4-BE49-F238E27FC236}">
                <a16:creationId xmlns:a16="http://schemas.microsoft.com/office/drawing/2014/main" id="{B0737C59-F66F-77A9-C173-6ABA717B22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1105" y="5524112"/>
            <a:ext cx="426460" cy="540182"/>
          </a:xfrm>
          <a:prstGeom prst="rect">
            <a:avLst/>
          </a:prstGeom>
        </p:spPr>
      </p:pic>
      <p:pic>
        <p:nvPicPr>
          <p:cNvPr id="29" name="グラフィックス 28">
            <a:extLst>
              <a:ext uri="{FF2B5EF4-FFF2-40B4-BE49-F238E27FC236}">
                <a16:creationId xmlns:a16="http://schemas.microsoft.com/office/drawing/2014/main" id="{677A0C48-9B36-FB40-0FD0-8965C6BC0CE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32067" y="5524111"/>
            <a:ext cx="426460" cy="540183"/>
          </a:xfrm>
          <a:prstGeom prst="rect">
            <a:avLst/>
          </a:prstGeom>
        </p:spPr>
      </p:pic>
      <p:pic>
        <p:nvPicPr>
          <p:cNvPr id="32" name="グラフィックス 31">
            <a:extLst>
              <a:ext uri="{FF2B5EF4-FFF2-40B4-BE49-F238E27FC236}">
                <a16:creationId xmlns:a16="http://schemas.microsoft.com/office/drawing/2014/main" id="{F4AE13D3-E1FA-F5DD-FBB9-B0978BB2EF8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8625" y="3044858"/>
            <a:ext cx="482589" cy="49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9396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" y="0"/>
            <a:ext cx="10474364" cy="582612"/>
          </a:xfrm>
        </p:spPr>
        <p:txBody>
          <a:bodyPr/>
          <a:lstStyle>
            <a:lvl1pPr>
              <a:defRPr sz="24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コンテンツ プレースホルダー 38">
            <a:extLst>
              <a:ext uri="{FF2B5EF4-FFF2-40B4-BE49-F238E27FC236}">
                <a16:creationId xmlns:a16="http://schemas.microsoft.com/office/drawing/2014/main" id="{510931C9-AFB9-4108-9E8F-A9AE55DA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943" y="655764"/>
            <a:ext cx="10972800" cy="624346"/>
          </a:xfrm>
        </p:spPr>
        <p:txBody>
          <a:bodyPr/>
          <a:lstStyle>
            <a:lvl1pPr marL="0" indent="0">
              <a:buNone/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 marL="0" indent="0">
              <a:buNone/>
            </a:pPr>
            <a:endParaRPr kumimoji="1" lang="ja-JP" altLang="en-US" sz="180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112AF2E-F9E2-73C1-4779-6F880CA7DA7E}"/>
              </a:ext>
            </a:extLst>
          </p:cNvPr>
          <p:cNvSpPr/>
          <p:nvPr userDrawn="1"/>
        </p:nvSpPr>
        <p:spPr>
          <a:xfrm>
            <a:off x="6829679" y="6616393"/>
            <a:ext cx="3610466" cy="2489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1400" b="0" baseline="0" dirty="0">
                <a:solidFill>
                  <a:schemeClr val="bg1"/>
                </a:solidFill>
                <a:effectLst/>
                <a:latin typeface="Brooklyn Normal" panose="00000500000000000000" pitchFamily="50" charset="0"/>
                <a:ea typeface="ＭＳ Ｐゴシック" panose="020B0600070205080204" pitchFamily="50" charset="-128"/>
              </a:rPr>
              <a:t>PROGRAM POLYGON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FC9D32F5-3311-13EE-1E26-CC98CD202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1970" y="6650865"/>
            <a:ext cx="157384" cy="180000"/>
          </a:xfrm>
          <a:prstGeom prst="rect">
            <a:avLst/>
          </a:prstGeom>
        </p:spPr>
      </p:pic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87863D1E-A9D5-348F-5070-FEE86BAD793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1400" y="6650865"/>
            <a:ext cx="17645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97433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09600" y="1217144"/>
            <a:ext cx="5384800" cy="5196015"/>
          </a:xfrm>
        </p:spPr>
        <p:txBody>
          <a:bodyPr/>
          <a:lstStyle>
            <a:lvl1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2pPr>
            <a:lvl3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3pPr>
            <a:lvl4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4pPr>
            <a:lvl5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0" y="1217144"/>
            <a:ext cx="5384800" cy="5196015"/>
          </a:xfrm>
        </p:spPr>
        <p:txBody>
          <a:bodyPr/>
          <a:lstStyle>
            <a:lvl1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2pPr>
            <a:lvl3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3pPr>
            <a:lvl4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4pPr>
            <a:lvl5pPr>
              <a:defRPr sz="15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49FCD72-6D1A-21CD-588A-D1D3B99AA279}"/>
              </a:ext>
            </a:extLst>
          </p:cNvPr>
          <p:cNvSpPr/>
          <p:nvPr userDrawn="1"/>
        </p:nvSpPr>
        <p:spPr>
          <a:xfrm>
            <a:off x="6835343" y="6616393"/>
            <a:ext cx="3610466" cy="2489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ja-JP" sz="1400" b="0" baseline="0" dirty="0">
                <a:solidFill>
                  <a:schemeClr val="bg1"/>
                </a:solidFill>
                <a:effectLst/>
                <a:latin typeface="Brooklyn Normal" panose="00000500000000000000" pitchFamily="50" charset="0"/>
                <a:ea typeface="ＭＳ Ｐゴシック" panose="020B0600070205080204" pitchFamily="50" charset="-128"/>
              </a:rPr>
              <a:t>PROGRAM POLYGON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F1208D1D-4492-7B3D-5BE0-B5768BF203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8679" y="6649985"/>
            <a:ext cx="158924" cy="181761"/>
          </a:xfrm>
          <a:prstGeom prst="rect">
            <a:avLst/>
          </a:prstGeom>
        </p:spPr>
      </p:pic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D5007C3-39D3-F4D1-9F05-3865F6E423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3549" y="6649985"/>
            <a:ext cx="158924" cy="18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59625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6111713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" y="0"/>
            <a:ext cx="10474364" cy="582612"/>
          </a:xfrm>
        </p:spPr>
        <p:txBody>
          <a:bodyPr/>
          <a:lstStyle>
            <a:lvl1pPr>
              <a:defRPr sz="20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コンテンツ プレースホルダー 38">
            <a:extLst>
              <a:ext uri="{FF2B5EF4-FFF2-40B4-BE49-F238E27FC236}">
                <a16:creationId xmlns:a16="http://schemas.microsoft.com/office/drawing/2014/main" id="{510931C9-AFB9-4108-9E8F-A9AE55DA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943" y="693472"/>
            <a:ext cx="10972800" cy="624346"/>
          </a:xfrm>
        </p:spPr>
        <p:txBody>
          <a:bodyPr/>
          <a:lstStyle>
            <a:lvl1pPr marL="0" indent="0">
              <a:buNone/>
              <a:defRPr sz="1600">
                <a:latin typeface="源ノ角ゴシック JP" panose="020B0500000000000000" pitchFamily="34" charset="-128"/>
                <a:ea typeface="源ノ角ゴシック JP" panose="020B0500000000000000" pitchFamily="34" charset="-128"/>
              </a:defRPr>
            </a:lvl1pPr>
          </a:lstStyle>
          <a:p>
            <a:pPr marL="0" indent="0">
              <a:buNone/>
            </a:pPr>
            <a:endParaRPr kumimoji="1" lang="ja-JP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736890977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7270578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622" imgH="623" progId="TCLayout.ActiveDocument.1">
                  <p:embed/>
                </p:oleObj>
              </mc:Choice>
              <mc:Fallback>
                <p:oleObj name="think-cell スライド" r:id="rId3" imgW="622" imgH="623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147673" y="6589001"/>
            <a:ext cx="1390651" cy="2143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44254B9-00F1-4532-9BC4-64728AE076DD}" type="datetime1">
              <a:rPr kumimoji="1" lang="ja-JP" altLang="en-US" smtClean="0"/>
              <a:t>2025/4/10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99226B-7008-42F4-872A-5C534B237AC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21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F8607C86-C0E8-4953-B5B4-0A4A84F1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45" y="131007"/>
            <a:ext cx="8987539" cy="441267"/>
          </a:xfrm>
          <a:prstGeom prst="rect">
            <a:avLst/>
          </a:prstGeom>
        </p:spPr>
        <p:txBody>
          <a:bodyPr/>
          <a:lstStyle>
            <a:lvl1pPr>
              <a:defRPr>
                <a:latin typeface="HG丸ｺﾞｼｯｸM-PRO" panose="020F0600000000000000" pitchFamily="50" charset="-128"/>
                <a:ea typeface="HG丸ｺﾞｼｯｸM-PRO" panose="020F0600000000000000" pitchFamily="50" charset="-128"/>
              </a:defRPr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74989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7270578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622" imgH="623" progId="TCLayout.ActiveDocument.1">
                  <p:embed/>
                </p:oleObj>
              </mc:Choice>
              <mc:Fallback>
                <p:oleObj name="think-cell スライド" r:id="rId3" imgW="622" imgH="623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147673" y="6589001"/>
            <a:ext cx="1390651" cy="2143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44254B9-00F1-4532-9BC4-64728AE076DD}" type="datetime1">
              <a:rPr kumimoji="1" lang="ja-JP" altLang="en-US" smtClean="0"/>
              <a:t>2025/4/10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99226B-7008-42F4-872A-5C534B237AC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21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F8607C86-C0E8-4953-B5B4-0A4A84F1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45" y="131007"/>
            <a:ext cx="8987539" cy="441267"/>
          </a:xfrm>
          <a:prstGeom prst="rect">
            <a:avLst/>
          </a:prstGeom>
        </p:spPr>
        <p:txBody>
          <a:bodyPr/>
          <a:lstStyle>
            <a:lvl1pPr>
              <a:defRPr>
                <a:latin typeface="HG丸ｺﾞｼｯｸM-PRO" panose="020F0600000000000000" pitchFamily="50" charset="-128"/>
                <a:ea typeface="HG丸ｺﾞｼｯｸM-PRO" panose="020F0600000000000000" pitchFamily="50" charset="-128"/>
              </a:defRPr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911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7270578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622" imgH="623" progId="TCLayout.ActiveDocument.1">
                  <p:embed/>
                </p:oleObj>
              </mc:Choice>
              <mc:Fallback>
                <p:oleObj name="think-cell スライド" r:id="rId3" imgW="622" imgH="623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147673" y="6589001"/>
            <a:ext cx="1390651" cy="2143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44254B9-00F1-4532-9BC4-64728AE076DD}" type="datetime1">
              <a:rPr kumimoji="1" lang="ja-JP" altLang="en-US" smtClean="0"/>
              <a:t>2025/4/10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99226B-7008-42F4-872A-5C534B237AC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21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F8607C86-C0E8-4953-B5B4-0A4A84F1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45" y="131007"/>
            <a:ext cx="8987539" cy="441267"/>
          </a:xfrm>
          <a:prstGeom prst="rect">
            <a:avLst/>
          </a:prstGeom>
        </p:spPr>
        <p:txBody>
          <a:bodyPr/>
          <a:lstStyle>
            <a:lvl1pPr>
              <a:defRPr>
                <a:latin typeface="HG丸ｺﾞｼｯｸM-PRO" panose="020F0600000000000000" pitchFamily="50" charset="-128"/>
                <a:ea typeface="HG丸ｺﾞｼｯｸM-PRO" panose="020F0600000000000000" pitchFamily="50" charset="-128"/>
              </a:defRPr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1884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7270578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622" imgH="623" progId="TCLayout.ActiveDocument.1">
                  <p:embed/>
                </p:oleObj>
              </mc:Choice>
              <mc:Fallback>
                <p:oleObj name="think-cell スライド" r:id="rId3" imgW="622" imgH="623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147673" y="6589001"/>
            <a:ext cx="1390651" cy="2143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44254B9-00F1-4532-9BC4-64728AE076DD}" type="datetime1">
              <a:rPr kumimoji="1" lang="ja-JP" altLang="en-US" smtClean="0"/>
              <a:t>2025/4/10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99226B-7008-42F4-872A-5C534B237AC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21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F8607C86-C0E8-4953-B5B4-0A4A84F1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45" y="131007"/>
            <a:ext cx="8987539" cy="441267"/>
          </a:xfrm>
          <a:prstGeom prst="rect">
            <a:avLst/>
          </a:prstGeom>
        </p:spPr>
        <p:txBody>
          <a:bodyPr/>
          <a:lstStyle>
            <a:lvl1pPr>
              <a:defRPr>
                <a:latin typeface="HG丸ｺﾞｼｯｸM-PRO" panose="020F0600000000000000" pitchFamily="50" charset="-128"/>
                <a:ea typeface="HG丸ｺﾞｼｯｸM-PRO" panose="020F0600000000000000" pitchFamily="50" charset="-128"/>
              </a:defRPr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97090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7270578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622" imgH="623" progId="TCLayout.ActiveDocument.1">
                  <p:embed/>
                </p:oleObj>
              </mc:Choice>
              <mc:Fallback>
                <p:oleObj name="think-cell スライド" r:id="rId3" imgW="622" imgH="623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147673" y="6589001"/>
            <a:ext cx="1390651" cy="2143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44254B9-00F1-4532-9BC4-64728AE076DD}" type="datetime1">
              <a:rPr kumimoji="1" lang="ja-JP" altLang="en-US" smtClean="0"/>
              <a:t>2025/4/10</a:t>
            </a:fld>
            <a:endParaRPr kumimoji="1"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99226B-7008-42F4-872A-5C534B237AC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21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F8607C86-C0E8-4953-B5B4-0A4A84F1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45" y="131007"/>
            <a:ext cx="8987539" cy="441267"/>
          </a:xfrm>
          <a:prstGeom prst="rect">
            <a:avLst/>
          </a:prstGeom>
        </p:spPr>
        <p:txBody>
          <a:bodyPr/>
          <a:lstStyle>
            <a:lvl1pPr>
              <a:defRPr>
                <a:latin typeface="HG丸ｺﾞｼｯｸM-PRO" panose="020F0600000000000000" pitchFamily="50" charset="-128"/>
                <a:ea typeface="HG丸ｺﾞｼｯｸM-PRO" panose="020F0600000000000000" pitchFamily="50" charset="-128"/>
              </a:defRPr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6228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9D25779-D7C4-4143-A45C-C33C6C23A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1303" y="0"/>
            <a:ext cx="338837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1999" y="1488000"/>
            <a:ext cx="7200000" cy="1920000"/>
          </a:xfrm>
        </p:spPr>
        <p:txBody>
          <a:bodyPr anchor="b">
            <a:noAutofit/>
          </a:bodyPr>
          <a:lstStyle>
            <a:lvl1pPr algn="l">
              <a:defRPr sz="4267">
                <a:solidFill>
                  <a:schemeClr val="tx1"/>
                </a:solidFill>
              </a:defRPr>
            </a:lvl1pPr>
          </a:lstStyle>
          <a:p>
            <a:r>
              <a:rPr lang="ja-JP" altLang="en-US" dirty="0"/>
              <a:t>タイトルを入力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2000" y="4089600"/>
            <a:ext cx="6331200" cy="1680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ja-JP" altLang="en-US" dirty="0"/>
              <a:t>サブタイトルを入力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© 2023 Fujitsu Limited</a:t>
            </a:r>
            <a:endParaRPr kumimoji="1" lang="ja-JP" alt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CEB1D94-ADFB-4280-B2F5-5620C7410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736000" y="6504000"/>
            <a:ext cx="720000" cy="163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8" name="Picture 56" descr="Fujitsu">
            <a:extLst>
              <a:ext uri="{FF2B5EF4-FFF2-40B4-BE49-F238E27FC236}">
                <a16:creationId xmlns:a16="http://schemas.microsoft.com/office/drawing/2014/main" id="{FF210DAF-58ED-45C8-BFCA-219D6DD5F3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67" y="6348"/>
            <a:ext cx="1501477" cy="914400"/>
          </a:xfrm>
          <a:prstGeom prst="rect">
            <a:avLst/>
          </a:prstGeom>
        </p:spPr>
      </p:pic>
      <p:pic>
        <p:nvPicPr>
          <p:cNvPr id="19" name="Picture 28">
            <a:extLst>
              <a:ext uri="{FF2B5EF4-FFF2-40B4-BE49-F238E27FC236}">
                <a16:creationId xmlns:a16="http://schemas.microsoft.com/office/drawing/2014/main" id="{35197805-CD3F-4477-AD03-41B0E801D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47169" y="1088812"/>
            <a:ext cx="6057627" cy="4680377"/>
          </a:xfrm>
          <a:prstGeom prst="rect">
            <a:avLst/>
          </a:prstGeom>
        </p:spPr>
      </p:pic>
      <p:pic>
        <p:nvPicPr>
          <p:cNvPr id="8" name="SD_FUJITSU-CONFIDENTIAL">
            <a:extLst>
              <a:ext uri="{FF2B5EF4-FFF2-40B4-BE49-F238E27FC236}">
                <a16:creationId xmlns:a16="http://schemas.microsoft.com/office/drawing/2014/main" id="{F11B68A9-B9AF-52E6-9B0E-DF49C08C9D7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00" y="6485166"/>
            <a:ext cx="1928645" cy="22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19448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divi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6">
            <a:extLst>
              <a:ext uri="{FF2B5EF4-FFF2-40B4-BE49-F238E27FC236}">
                <a16:creationId xmlns:a16="http://schemas.microsoft.com/office/drawing/2014/main" id="{B6BEA493-F0D5-40FB-A9DB-1AAB035ED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2000" y="1488000"/>
            <a:ext cx="11040000" cy="1920000"/>
          </a:xfrm>
        </p:spPr>
        <p:txBody>
          <a:bodyPr anchor="b">
            <a:noAutofit/>
          </a:bodyPr>
          <a:lstStyle>
            <a:lvl1pPr algn="l">
              <a:defRPr sz="4267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タイトルを入力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2000" y="3614400"/>
            <a:ext cx="11040000" cy="1929600"/>
          </a:xfrm>
        </p:spPr>
        <p:txBody>
          <a:bodyPr>
            <a:noAutofit/>
          </a:bodyPr>
          <a:lstStyle>
            <a:lvl1pPr marL="0" indent="0" algn="l">
              <a:buNone/>
              <a:defRPr sz="2667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ja-JP" altLang="en-US" dirty="0"/>
              <a:t>サブタイトルを入力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© 2023 Fujitsu Limited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36000" y="6504000"/>
            <a:ext cx="720000" cy="163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23" name="Picture 56" descr="Fujitsu">
            <a:extLst>
              <a:ext uri="{FF2B5EF4-FFF2-40B4-BE49-F238E27FC236}">
                <a16:creationId xmlns:a16="http://schemas.microsoft.com/office/drawing/2014/main" id="{66189DD1-C42C-4DA0-B3B6-F020A1EEF9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67" y="6348"/>
            <a:ext cx="1501477" cy="914400"/>
          </a:xfrm>
          <a:prstGeom prst="rect">
            <a:avLst/>
          </a:prstGeom>
        </p:spPr>
      </p:pic>
      <p:pic>
        <p:nvPicPr>
          <p:cNvPr id="10" name="SD_FUJITSU-CONFIDENTIAL">
            <a:extLst>
              <a:ext uri="{FF2B5EF4-FFF2-40B4-BE49-F238E27FC236}">
                <a16:creationId xmlns:a16="http://schemas.microsoft.com/office/drawing/2014/main" id="{8CBB9AD8-FEFC-B96B-0C4B-8DE39B4D76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00" y="6485166"/>
            <a:ext cx="1928645" cy="22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46780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5"/>
            <a:r>
              <a:rPr lang="ja-JP" altLang="en-US" dirty="0"/>
              <a:t>テキスト</a:t>
            </a:r>
            <a:endParaRPr lang="en-US" altLang="ja-JP" dirty="0"/>
          </a:p>
          <a:p>
            <a:pPr lvl="6"/>
            <a:r>
              <a:rPr lang="ja-JP" altLang="en-US" dirty="0"/>
              <a:t>テキスト</a:t>
            </a:r>
            <a:endParaRPr lang="en-US" altLang="ja-JP" dirty="0"/>
          </a:p>
          <a:p>
            <a:pPr lvl="7"/>
            <a:r>
              <a:rPr lang="ja-JP" altLang="en-US" dirty="0"/>
              <a:t>テキスト</a:t>
            </a:r>
            <a:endParaRPr lang="en-US" altLang="ja-JP" dirty="0"/>
          </a:p>
          <a:p>
            <a:pPr lvl="8"/>
            <a:r>
              <a:rPr lang="ja-JP" altLang="en-US" dirty="0"/>
              <a:t>テキスト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© 2023 Fujitsu Limited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36000" y="6504000"/>
            <a:ext cx="720000" cy="163200"/>
          </a:xfrm>
          <a:prstGeom prst="rect">
            <a:avLst/>
          </a:prstGeom>
        </p:spPr>
        <p:txBody>
          <a:bodyPr/>
          <a:lstStyle/>
          <a:p>
            <a:fld id="{4D029D89-7B63-4C94-AD4D-2E4D6BB836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3319740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7200" y="1267200"/>
            <a:ext cx="5707200" cy="5049600"/>
          </a:xfrm>
        </p:spPr>
        <p:txBody>
          <a:bodyPr/>
          <a:lstStyle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5"/>
            <a:r>
              <a:rPr lang="ja-JP" altLang="en-US" dirty="0"/>
              <a:t>テキスト</a:t>
            </a:r>
            <a:endParaRPr lang="en-US" altLang="ja-JP" dirty="0"/>
          </a:p>
          <a:p>
            <a:pPr lvl="6"/>
            <a:r>
              <a:rPr lang="ja-JP" altLang="en-US" dirty="0"/>
              <a:t>テキスト</a:t>
            </a:r>
            <a:endParaRPr lang="en-US" altLang="ja-JP" dirty="0"/>
          </a:p>
          <a:p>
            <a:pPr lvl="7"/>
            <a:r>
              <a:rPr lang="ja-JP" altLang="en-US" dirty="0"/>
              <a:t>テキスト</a:t>
            </a:r>
            <a:endParaRPr lang="en-US" altLang="ja-JP" dirty="0"/>
          </a:p>
          <a:p>
            <a:pPr lvl="8"/>
            <a:r>
              <a:rPr lang="ja-JP" altLang="en-US" dirty="0"/>
              <a:t>テキスト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800" y="1267200"/>
            <a:ext cx="5707200" cy="5049600"/>
          </a:xfrm>
        </p:spPr>
        <p:txBody>
          <a:bodyPr/>
          <a:lstStyle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5"/>
            <a:r>
              <a:rPr lang="ja-JP" altLang="en-US" dirty="0"/>
              <a:t>テキスト</a:t>
            </a:r>
            <a:endParaRPr lang="en-US" altLang="ja-JP" dirty="0"/>
          </a:p>
          <a:p>
            <a:pPr lvl="6"/>
            <a:r>
              <a:rPr lang="ja-JP" altLang="en-US" dirty="0"/>
              <a:t>テキスト</a:t>
            </a:r>
            <a:endParaRPr lang="en-US" altLang="ja-JP" dirty="0"/>
          </a:p>
          <a:p>
            <a:pPr lvl="7"/>
            <a:r>
              <a:rPr lang="ja-JP" altLang="en-US" dirty="0"/>
              <a:t>テキスト</a:t>
            </a:r>
            <a:endParaRPr lang="en-US" altLang="ja-JP" dirty="0"/>
          </a:p>
          <a:p>
            <a:pPr lvl="8"/>
            <a:r>
              <a:rPr lang="ja-JP" altLang="en-US" dirty="0"/>
              <a:t>テキスト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© 2023 Fujitsu Limited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736000" y="6504000"/>
            <a:ext cx="720000" cy="163200"/>
          </a:xfrm>
          <a:prstGeom prst="rect">
            <a:avLst/>
          </a:prstGeom>
        </p:spPr>
        <p:txBody>
          <a:bodyPr/>
          <a:lstStyle/>
          <a:p>
            <a:fld id="{4D029D89-7B63-4C94-AD4D-2E4D6BB836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679294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© 2023 Fujitsu Limited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736000" y="6504000"/>
            <a:ext cx="720000" cy="163200"/>
          </a:xfrm>
          <a:prstGeom prst="rect">
            <a:avLst/>
          </a:prstGeom>
        </p:spPr>
        <p:txBody>
          <a:bodyPr/>
          <a:lstStyle/>
          <a:p>
            <a:fld id="{4D029D89-7B63-4C94-AD4D-2E4D6BB836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4764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0F7A85D-E715-40B8-B6D0-2647D95A1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0386" y="1"/>
            <a:ext cx="5021615" cy="685799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© 2023 Fujitsu Limited</a:t>
            </a:r>
            <a:endParaRPr kumimoji="1" lang="ja-JP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B00353B-7D46-40D9-8913-630C98CFC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736000" y="6504000"/>
            <a:ext cx="720000" cy="163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6" name="Picture 56" descr="Fujitsu">
            <a:extLst>
              <a:ext uri="{FF2B5EF4-FFF2-40B4-BE49-F238E27FC236}">
                <a16:creationId xmlns:a16="http://schemas.microsoft.com/office/drawing/2014/main" id="{9FEFD5D6-714F-4118-AF52-E2417F34A7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67" y="6348"/>
            <a:ext cx="1501477" cy="914400"/>
          </a:xfrm>
          <a:prstGeom prst="rect">
            <a:avLst/>
          </a:prstGeom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A54813E5-185C-472F-9F62-43989AC68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5056" y="1088812"/>
            <a:ext cx="6057627" cy="468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3738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1597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7.png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1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4CF4B21-AE22-480A-A95B-6967D6C55E35}"/>
              </a:ext>
            </a:extLst>
          </p:cNvPr>
          <p:cNvSpPr/>
          <p:nvPr userDrawn="1"/>
        </p:nvSpPr>
        <p:spPr>
          <a:xfrm>
            <a:off x="4621875" y="6614397"/>
            <a:ext cx="7570124" cy="24938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900" b="0" i="1" dirty="0">
              <a:solidFill>
                <a:schemeClr val="bg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4" name="テキスト ボックス 11">
            <a:extLst>
              <a:ext uri="{FF2B5EF4-FFF2-40B4-BE49-F238E27FC236}">
                <a16:creationId xmlns:a16="http://schemas.microsoft.com/office/drawing/2014/main" id="{8247F3C4-F3CC-4FC2-9464-AE8C329D81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54596" y="6631817"/>
            <a:ext cx="4368504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CONFIDENTIAL.</a:t>
            </a:r>
            <a:r>
              <a:rPr lang="ja-JP" altLang="en-US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en-US" altLang="ja-JP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ja-JP" altLang="en-US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　</a:t>
            </a:r>
            <a:r>
              <a:rPr lang="en-US" altLang="ja-JP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Copyright © United Super Market Holdings Inc. All Rights Reserved.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719E7A4-F951-4865-9294-396B6A7AC2B9}"/>
              </a:ext>
            </a:extLst>
          </p:cNvPr>
          <p:cNvSpPr/>
          <p:nvPr userDrawn="1"/>
        </p:nvSpPr>
        <p:spPr>
          <a:xfrm>
            <a:off x="10550966" y="249216"/>
            <a:ext cx="15937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0" b="0" i="1" baseline="0" dirty="0">
                <a:solidFill>
                  <a:srgbClr val="EE391B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Gisha" panose="020B0604020202020204" pitchFamily="34" charset="-79"/>
              </a:rPr>
              <a:t>Art, Science, Craft, New Business Model</a:t>
            </a:r>
            <a:endParaRPr lang="ja-JP" altLang="en-US" sz="600" b="0" i="1" dirty="0">
              <a:solidFill>
                <a:srgbClr val="EE391B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Gisha" panose="020B0604020202020204" pitchFamily="34" charset="-79"/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0" y="6625818"/>
            <a:ext cx="12192000" cy="2405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750">
              <a:solidFill>
                <a:schemeClr val="tx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341843" y="131004"/>
            <a:ext cx="10474364" cy="582612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609600" y="1071565"/>
            <a:ext cx="10972800" cy="542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10657420" y="6625821"/>
            <a:ext cx="1390649" cy="220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baseline="0" smtClean="0">
                <a:solidFill>
                  <a:schemeClr val="bg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7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2BD97B02-BEDC-4AA9-B798-97678B0A624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246" y="68094"/>
            <a:ext cx="1534811" cy="20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393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908" r:id="rId3"/>
  </p:sldLayoutIdLst>
  <p:transition>
    <p:zoom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1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4CF4B21-AE22-480A-A95B-6967D6C55E35}"/>
              </a:ext>
            </a:extLst>
          </p:cNvPr>
          <p:cNvSpPr/>
          <p:nvPr userDrawn="1"/>
        </p:nvSpPr>
        <p:spPr>
          <a:xfrm>
            <a:off x="4621875" y="6614397"/>
            <a:ext cx="7570124" cy="24938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900" b="0" i="1" dirty="0">
              <a:solidFill>
                <a:schemeClr val="bg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4" name="テキスト ボックス 11">
            <a:extLst>
              <a:ext uri="{FF2B5EF4-FFF2-40B4-BE49-F238E27FC236}">
                <a16:creationId xmlns:a16="http://schemas.microsoft.com/office/drawing/2014/main" id="{8247F3C4-F3CC-4FC2-9464-AE8C329D81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54596" y="6631817"/>
            <a:ext cx="4368504" cy="21544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CONFIDENTIAL.</a:t>
            </a:r>
            <a:r>
              <a:rPr lang="ja-JP" altLang="en-US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en-US" altLang="ja-JP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 </a:t>
            </a:r>
            <a:r>
              <a:rPr lang="ja-JP" altLang="en-US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Microsoft Sans Serif" panose="020B0604020202020204" pitchFamily="34" charset="0"/>
              </a:rPr>
              <a:t>　</a:t>
            </a:r>
            <a:r>
              <a:rPr lang="en-US" altLang="ja-JP" sz="800" dirty="0">
                <a:solidFill>
                  <a:schemeClr val="tx1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</a:rPr>
              <a:t>Copyright © United Super Market Holdings Inc. All Rights Reserved.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719E7A4-F951-4865-9294-396B6A7AC2B9}"/>
              </a:ext>
            </a:extLst>
          </p:cNvPr>
          <p:cNvSpPr/>
          <p:nvPr userDrawn="1"/>
        </p:nvSpPr>
        <p:spPr>
          <a:xfrm>
            <a:off x="10550966" y="249216"/>
            <a:ext cx="15937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600" b="0" i="1" baseline="0" dirty="0">
                <a:solidFill>
                  <a:srgbClr val="EE391B"/>
                </a:solidFill>
                <a:effectLst/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Gisha" panose="020B0604020202020204" pitchFamily="34" charset="-79"/>
              </a:rPr>
              <a:t>Art, Science, Craft, New Business Model</a:t>
            </a:r>
            <a:endParaRPr lang="ja-JP" altLang="en-US" sz="600" b="0" i="1" dirty="0">
              <a:solidFill>
                <a:srgbClr val="EE391B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  <a:cs typeface="Gisha" panose="020B0604020202020204" pitchFamily="34" charset="-79"/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0" y="6625818"/>
            <a:ext cx="12192000" cy="2405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750">
              <a:solidFill>
                <a:schemeClr val="tx1"/>
              </a:solidFill>
              <a:effectLst/>
              <a:latin typeface="源ノ角ゴシック JP" panose="020B0500000000000000" pitchFamily="34" charset="-128"/>
              <a:ea typeface="源ノ角ゴシック JP" panose="020B0500000000000000" pitchFamily="34" charset="-128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341843" y="131004"/>
            <a:ext cx="10474364" cy="582612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609600" y="1071565"/>
            <a:ext cx="10972800" cy="542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10657420" y="6625821"/>
            <a:ext cx="1390649" cy="220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baseline="0" smtClean="0">
                <a:solidFill>
                  <a:schemeClr val="bg1"/>
                </a:solidFill>
                <a:latin typeface="源ノ角ゴシック JP" panose="020B0500000000000000" pitchFamily="34" charset="-128"/>
                <a:ea typeface="源ノ角ゴシック JP" panose="020B0500000000000000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7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2BD97B02-BEDC-4AA9-B798-97678B0A624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246" y="68094"/>
            <a:ext cx="1534811" cy="20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5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</p:sldLayoutIdLst>
  <p:transition>
    <p:zoom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1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500" kern="1200">
          <a:solidFill>
            <a:schemeClr val="tx1"/>
          </a:solidFill>
          <a:latin typeface="源ノ角ゴシック JP" panose="020B0500000000000000" pitchFamily="34" charset="-128"/>
          <a:ea typeface="源ノ角ゴシック JP" panose="020B0500000000000000" pitchFamily="34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>
            <a:extLst>
              <a:ext uri="{FF2B5EF4-FFF2-40B4-BE49-F238E27FC236}">
                <a16:creationId xmlns:a16="http://schemas.microsoft.com/office/drawing/2014/main" id="{40ECD1A6-1A6B-424D-8080-308AC80A0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95"/>
          <a:stretch/>
        </p:blipFill>
        <p:spPr bwMode="gray">
          <a:xfrm>
            <a:off x="1525" y="-5231"/>
            <a:ext cx="12190476" cy="955200"/>
          </a:xfrm>
          <a:prstGeom prst="rect">
            <a:avLst/>
          </a:prstGeom>
        </p:spPr>
      </p:pic>
      <p:sp>
        <p:nvSpPr>
          <p:cNvPr id="17" name="正方形/長方形 3">
            <a:extLst>
              <a:ext uri="{FF2B5EF4-FFF2-40B4-BE49-F238E27FC236}">
                <a16:creationId xmlns:a16="http://schemas.microsoft.com/office/drawing/2014/main" id="{1818A7E9-356B-4706-BDB8-EF72749A6FC0}"/>
              </a:ext>
            </a:extLst>
          </p:cNvPr>
          <p:cNvSpPr/>
          <p:nvPr userDrawn="1"/>
        </p:nvSpPr>
        <p:spPr bwMode="gray">
          <a:xfrm>
            <a:off x="9694922" y="-2740"/>
            <a:ext cx="2497077" cy="952709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60000"/>
                </a:schemeClr>
              </a:gs>
              <a:gs pos="100000">
                <a:schemeClr val="accent6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333" dirty="0">
              <a:solidFill>
                <a:schemeClr val="tx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12000" y="43200"/>
            <a:ext cx="10080000" cy="873600"/>
          </a:xfrm>
          <a:prstGeom prst="rect">
            <a:avLst/>
          </a:prstGeom>
        </p:spPr>
        <p:txBody>
          <a:bodyPr vert="horz" lIns="0" tIns="108000" rIns="0" bIns="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07200" y="1267200"/>
            <a:ext cx="11572800" cy="504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 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 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</a:t>
            </a:r>
            <a:r>
              <a:rPr lang="ja-JP" altLang="en-US" dirty="0"/>
              <a:t> 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</a:t>
            </a:r>
            <a:r>
              <a:rPr lang="ja-JP" altLang="en-US" dirty="0"/>
              <a:t> レベル</a:t>
            </a:r>
            <a:endParaRPr lang="en-US" altLang="ja-JP" dirty="0"/>
          </a:p>
          <a:p>
            <a:pPr lvl="5"/>
            <a:r>
              <a:rPr lang="ja-JP" altLang="en-US" dirty="0"/>
              <a:t>テキスト</a:t>
            </a:r>
            <a:endParaRPr lang="en-US" altLang="ja-JP" dirty="0"/>
          </a:p>
          <a:p>
            <a:pPr lvl="6"/>
            <a:r>
              <a:rPr lang="ja-JP" altLang="en-US" dirty="0"/>
              <a:t>テキスト</a:t>
            </a:r>
            <a:endParaRPr lang="en-US" altLang="ja-JP" dirty="0"/>
          </a:p>
          <a:p>
            <a:pPr lvl="7"/>
            <a:r>
              <a:rPr lang="ja-JP" altLang="en-US" dirty="0"/>
              <a:t>テキスト</a:t>
            </a:r>
            <a:endParaRPr lang="en-US" altLang="ja-JP" dirty="0"/>
          </a:p>
          <a:p>
            <a:pPr lvl="8"/>
            <a:r>
              <a:rPr lang="ja-JP" altLang="en-US" dirty="0"/>
              <a:t>テキスト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10344000" y="6518400"/>
            <a:ext cx="1540800" cy="144000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93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© 2023 Fujitsu Limited</a:t>
            </a:r>
            <a:endParaRPr lang="de-DE" altLang="ja-JP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46C4A7D1-266B-46A5-B76C-633DB74BB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736000" y="6504000"/>
            <a:ext cx="720000" cy="163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67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21" name="Picture 56" descr="Fujitsu">
            <a:extLst>
              <a:ext uri="{FF2B5EF4-FFF2-40B4-BE49-F238E27FC236}">
                <a16:creationId xmlns:a16="http://schemas.microsoft.com/office/drawing/2014/main" id="{3377C2EC-18A1-44B7-9EE8-5456C65565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67" y="6348"/>
            <a:ext cx="1501477" cy="914400"/>
          </a:xfrm>
          <a:prstGeom prst="rect">
            <a:avLst/>
          </a:prstGeom>
        </p:spPr>
      </p:pic>
      <p:pic>
        <p:nvPicPr>
          <p:cNvPr id="7" name="SD_FUJITSU-CONFIDENTIAL">
            <a:extLst>
              <a:ext uri="{FF2B5EF4-FFF2-40B4-BE49-F238E27FC236}">
                <a16:creationId xmlns:a16="http://schemas.microsoft.com/office/drawing/2014/main" id="{697207AC-5E53-1691-F9AE-E29CD435E5C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00" y="6485166"/>
            <a:ext cx="1928645" cy="22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5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</p:sldLayoutIdLst>
  <p:hf sldNum="0"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3733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87993" indent="-287993" algn="l" defTabSz="914377" rtl="0" eaLnBrk="1" latinLnBrk="0" hangingPunct="1">
        <a:lnSpc>
          <a:spcPct val="100000"/>
        </a:lnSpc>
        <a:spcBef>
          <a:spcPts val="1000"/>
        </a:spcBef>
        <a:buClr>
          <a:schemeClr val="accent6"/>
        </a:buClr>
        <a:buSzPct val="90000"/>
        <a:buFont typeface="Wingdings" panose="05000000000000000000" pitchFamily="2" charset="2"/>
        <a:buChar char="l"/>
        <a:defRPr kumimoji="1" sz="2933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C266D-F061-2106-8767-1C73831EB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74C1BE3-F440-F64E-5D24-D56CE5E2EC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1</a:t>
            </a:fld>
            <a:endParaRPr lang="en-US" altLang="ja-JP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3C77C74-59A5-C9EE-C9EC-8A3E147FEAF1}"/>
              </a:ext>
            </a:extLst>
          </p:cNvPr>
          <p:cNvSpPr txBox="1"/>
          <p:nvPr/>
        </p:nvSpPr>
        <p:spPr>
          <a:xfrm>
            <a:off x="3467" y="18596"/>
            <a:ext cx="614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000" b="1" dirty="0">
                <a:solidFill>
                  <a:schemeClr val="accent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カスミへの電子棚札導入に関して</a:t>
            </a:r>
            <a:endParaRPr lang="en-US" altLang="ja-JP" sz="2000" b="1" dirty="0">
              <a:solidFill>
                <a:schemeClr val="accent2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3637962-1CF9-8228-ACBB-3524FC57D2C4}"/>
              </a:ext>
            </a:extLst>
          </p:cNvPr>
          <p:cNvCxnSpPr/>
          <p:nvPr/>
        </p:nvCxnSpPr>
        <p:spPr>
          <a:xfrm flipH="1">
            <a:off x="0" y="533620"/>
            <a:ext cx="12192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42D3913-1E44-F21C-BE84-C1C6024D864E}"/>
              </a:ext>
            </a:extLst>
          </p:cNvPr>
          <p:cNvSpPr txBox="1"/>
          <p:nvPr/>
        </p:nvSpPr>
        <p:spPr>
          <a:xfrm>
            <a:off x="103804" y="619966"/>
            <a:ext cx="996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6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本来なら</a:t>
            </a:r>
            <a:endParaRPr lang="en-US" altLang="ja-JP" sz="16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6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（案１）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D9A5E9F-E4D4-2647-7219-B854FE6A50B0}"/>
              </a:ext>
            </a:extLst>
          </p:cNvPr>
          <p:cNvSpPr/>
          <p:nvPr/>
        </p:nvSpPr>
        <p:spPr>
          <a:xfrm flipH="1">
            <a:off x="4251621" y="2445975"/>
            <a:ext cx="4784195" cy="1065375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AD74F19-EA09-9B66-7C71-B6AC238AC5D3}"/>
              </a:ext>
            </a:extLst>
          </p:cNvPr>
          <p:cNvSpPr/>
          <p:nvPr/>
        </p:nvSpPr>
        <p:spPr>
          <a:xfrm>
            <a:off x="4247110" y="634120"/>
            <a:ext cx="1975512" cy="12519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4AD6EC2-F06B-7615-F0A8-C0241881622F}"/>
              </a:ext>
            </a:extLst>
          </p:cNvPr>
          <p:cNvSpPr/>
          <p:nvPr/>
        </p:nvSpPr>
        <p:spPr>
          <a:xfrm>
            <a:off x="1446936" y="634121"/>
            <a:ext cx="1937525" cy="11946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27C6D16-0FA7-4702-AC45-A2D56B6300B2}"/>
              </a:ext>
            </a:extLst>
          </p:cNvPr>
          <p:cNvSpPr/>
          <p:nvPr/>
        </p:nvSpPr>
        <p:spPr>
          <a:xfrm>
            <a:off x="4423565" y="2734670"/>
            <a:ext cx="1575274" cy="642938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Windows1.0</a:t>
            </a:r>
          </a:p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ignica</a:t>
            </a:r>
            <a:r>
              <a:rPr lang="ja-JP" altLang="en-US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レジ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0" name="図 30">
            <a:extLst>
              <a:ext uri="{FF2B5EF4-FFF2-40B4-BE49-F238E27FC236}">
                <a16:creationId xmlns:a16="http://schemas.microsoft.com/office/drawing/2014/main" id="{E1EB6EC2-5DCE-2D18-C89A-CB17654B4F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4982" y="2865456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58177C0-F63C-680A-68F8-CADA4C774F32}"/>
              </a:ext>
            </a:extLst>
          </p:cNvPr>
          <p:cNvSpPr/>
          <p:nvPr/>
        </p:nvSpPr>
        <p:spPr>
          <a:xfrm>
            <a:off x="1602583" y="1157242"/>
            <a:ext cx="1639476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基幹システム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r>
              <a:rPr lang="en-US" altLang="ja-JP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Open central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C6BC80-F742-80C1-CB33-319A23F476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8302" y="1187238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CF61D23D-8C98-D13C-B11A-B225C9405840}"/>
              </a:ext>
            </a:extLst>
          </p:cNvPr>
          <p:cNvCxnSpPr>
            <a:cxnSpLocks/>
          </p:cNvCxnSpPr>
          <p:nvPr/>
        </p:nvCxnSpPr>
        <p:spPr>
          <a:xfrm>
            <a:off x="3428705" y="1444182"/>
            <a:ext cx="78343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CAE8279-2771-3A4C-119A-B00280C82524}"/>
              </a:ext>
            </a:extLst>
          </p:cNvPr>
          <p:cNvSpPr/>
          <p:nvPr/>
        </p:nvSpPr>
        <p:spPr>
          <a:xfrm>
            <a:off x="4320909" y="2391111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店舗環境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19CBCAD-1845-7A63-7DCD-904954D8F000}"/>
              </a:ext>
            </a:extLst>
          </p:cNvPr>
          <p:cNvSpPr/>
          <p:nvPr/>
        </p:nvSpPr>
        <p:spPr>
          <a:xfrm>
            <a:off x="4247109" y="630657"/>
            <a:ext cx="974948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Azure</a:t>
            </a:r>
          </a:p>
          <a:p>
            <a:pPr algn="ctr"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(VINX)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24AE289-9CC5-D398-4333-567CEDC0A1D1}"/>
              </a:ext>
            </a:extLst>
          </p:cNvPr>
          <p:cNvSpPr/>
          <p:nvPr/>
        </p:nvSpPr>
        <p:spPr>
          <a:xfrm>
            <a:off x="4406325" y="1134633"/>
            <a:ext cx="1592514" cy="527844"/>
          </a:xfrm>
          <a:prstGeom prst="rect">
            <a:avLst/>
          </a:prstGeom>
          <a:solidFill>
            <a:srgbClr val="92D05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POSserver1.0</a:t>
            </a:r>
          </a:p>
        </p:txBody>
      </p:sp>
      <p:pic>
        <p:nvPicPr>
          <p:cNvPr id="35" name="Picture 11">
            <a:extLst>
              <a:ext uri="{FF2B5EF4-FFF2-40B4-BE49-F238E27FC236}">
                <a16:creationId xmlns:a16="http://schemas.microsoft.com/office/drawing/2014/main" id="{5DC80FB5-C36E-CC83-43B6-FDA317ADA1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5031" y="1151596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FC3C29F-A160-AC88-7AAC-B6AA394D084F}"/>
              </a:ext>
            </a:extLst>
          </p:cNvPr>
          <p:cNvSpPr/>
          <p:nvPr/>
        </p:nvSpPr>
        <p:spPr>
          <a:xfrm>
            <a:off x="7060305" y="634120"/>
            <a:ext cx="1975512" cy="125193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BD453528-FCA6-8CC4-9B13-4C6367EBF8CA}"/>
              </a:ext>
            </a:extLst>
          </p:cNvPr>
          <p:cNvSpPr/>
          <p:nvPr/>
        </p:nvSpPr>
        <p:spPr>
          <a:xfrm>
            <a:off x="7072784" y="620845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3A66902B-07B4-476A-6D92-661E3C908FD6}"/>
              </a:ext>
            </a:extLst>
          </p:cNvPr>
          <p:cNvSpPr/>
          <p:nvPr/>
        </p:nvSpPr>
        <p:spPr>
          <a:xfrm>
            <a:off x="7310615" y="1134633"/>
            <a:ext cx="1592514" cy="527844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Scan&amp;Go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  <a:p>
            <a:pPr algn="l"/>
            <a:r>
              <a:rPr lang="ja-JP" altLang="en-US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40" name="Picture 11">
            <a:extLst>
              <a:ext uri="{FF2B5EF4-FFF2-40B4-BE49-F238E27FC236}">
                <a16:creationId xmlns:a16="http://schemas.microsoft.com/office/drawing/2014/main" id="{93BF23B4-7545-1F3E-FA9C-8022B80D2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9321" y="1151596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D1D47AA4-142F-C886-8F76-99F8235800CD}"/>
              </a:ext>
            </a:extLst>
          </p:cNvPr>
          <p:cNvSpPr/>
          <p:nvPr/>
        </p:nvSpPr>
        <p:spPr>
          <a:xfrm>
            <a:off x="7199206" y="2734670"/>
            <a:ext cx="1575274" cy="642938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Scan&amp;Go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311AAB3A-E60C-5AAD-984F-4BCDC032C3A3}"/>
              </a:ext>
            </a:extLst>
          </p:cNvPr>
          <p:cNvCxnSpPr>
            <a:cxnSpLocks/>
          </p:cNvCxnSpPr>
          <p:nvPr/>
        </p:nvCxnSpPr>
        <p:spPr>
          <a:xfrm>
            <a:off x="5213026" y="330216"/>
            <a:ext cx="5642933" cy="0"/>
          </a:xfrm>
          <a:prstGeom prst="straightConnector1">
            <a:avLst/>
          </a:prstGeom>
          <a:ln w="254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図 87">
            <a:extLst>
              <a:ext uri="{FF2B5EF4-FFF2-40B4-BE49-F238E27FC236}">
                <a16:creationId xmlns:a16="http://schemas.microsoft.com/office/drawing/2014/main" id="{AA6D3A18-0B52-CEAA-B129-3FA54C0A0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798" y="2797893"/>
            <a:ext cx="345350" cy="549976"/>
          </a:xfrm>
          <a:prstGeom prst="rect">
            <a:avLst/>
          </a:prstGeom>
        </p:spPr>
      </p:pic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2E6A5C26-D54F-4F88-A22F-2888FDC48612}"/>
              </a:ext>
            </a:extLst>
          </p:cNvPr>
          <p:cNvCxnSpPr>
            <a:cxnSpLocks/>
          </p:cNvCxnSpPr>
          <p:nvPr/>
        </p:nvCxnSpPr>
        <p:spPr>
          <a:xfrm>
            <a:off x="5214156" y="294968"/>
            <a:ext cx="0" cy="335689"/>
          </a:xfrm>
          <a:prstGeom prst="straightConnector1">
            <a:avLst/>
          </a:prstGeom>
          <a:ln w="254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8E5D5801-CA8B-F1F9-5AB8-AC82702918F2}"/>
              </a:ext>
            </a:extLst>
          </p:cNvPr>
          <p:cNvCxnSpPr>
            <a:cxnSpLocks/>
          </p:cNvCxnSpPr>
          <p:nvPr/>
        </p:nvCxnSpPr>
        <p:spPr>
          <a:xfrm>
            <a:off x="8014938" y="1901257"/>
            <a:ext cx="0" cy="54471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E507AAD4-556B-E518-E05A-1086038B1AB0}"/>
              </a:ext>
            </a:extLst>
          </p:cNvPr>
          <p:cNvCxnSpPr/>
          <p:nvPr/>
        </p:nvCxnSpPr>
        <p:spPr>
          <a:xfrm>
            <a:off x="0" y="3590741"/>
            <a:ext cx="1204806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29A53514-AE2B-06CF-FAEA-00265503A7BB}"/>
              </a:ext>
            </a:extLst>
          </p:cNvPr>
          <p:cNvSpPr/>
          <p:nvPr/>
        </p:nvSpPr>
        <p:spPr>
          <a:xfrm flipH="1">
            <a:off x="4251621" y="5489611"/>
            <a:ext cx="4784195" cy="1065375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46C2DE94-BB80-5234-F5C7-40A7E918F438}"/>
              </a:ext>
            </a:extLst>
          </p:cNvPr>
          <p:cNvSpPr/>
          <p:nvPr/>
        </p:nvSpPr>
        <p:spPr>
          <a:xfrm>
            <a:off x="4247110" y="3677756"/>
            <a:ext cx="1975512" cy="12519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948E45B2-0F55-2D7C-FA6E-0C6B837A76C2}"/>
              </a:ext>
            </a:extLst>
          </p:cNvPr>
          <p:cNvSpPr/>
          <p:nvPr/>
        </p:nvSpPr>
        <p:spPr>
          <a:xfrm>
            <a:off x="1446936" y="3677757"/>
            <a:ext cx="1937525" cy="199300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764C472E-D9ED-4B38-D887-EA608E5880F0}"/>
              </a:ext>
            </a:extLst>
          </p:cNvPr>
          <p:cNvSpPr/>
          <p:nvPr/>
        </p:nvSpPr>
        <p:spPr>
          <a:xfrm>
            <a:off x="4423565" y="5778306"/>
            <a:ext cx="1575274" cy="642938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Windows1.0</a:t>
            </a:r>
          </a:p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ignica</a:t>
            </a:r>
            <a:r>
              <a:rPr lang="ja-JP" altLang="en-US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レジ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63" name="図 30">
            <a:extLst>
              <a:ext uri="{FF2B5EF4-FFF2-40B4-BE49-F238E27FC236}">
                <a16:creationId xmlns:a16="http://schemas.microsoft.com/office/drawing/2014/main" id="{8BD8C9B2-AB85-9623-2659-DB82A885B8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4982" y="5909092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D6E0AD7E-8A0D-1C6E-BBBC-D6005E4B7EBF}"/>
              </a:ext>
            </a:extLst>
          </p:cNvPr>
          <p:cNvSpPr/>
          <p:nvPr/>
        </p:nvSpPr>
        <p:spPr>
          <a:xfrm>
            <a:off x="1602583" y="4200878"/>
            <a:ext cx="1639476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基幹システム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r>
              <a:rPr lang="en-US" altLang="ja-JP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Open central</a:t>
            </a:r>
          </a:p>
        </p:txBody>
      </p:sp>
      <p:pic>
        <p:nvPicPr>
          <p:cNvPr id="71" name="Picture 11">
            <a:extLst>
              <a:ext uri="{FF2B5EF4-FFF2-40B4-BE49-F238E27FC236}">
                <a16:creationId xmlns:a16="http://schemas.microsoft.com/office/drawing/2014/main" id="{B70E1014-8BB3-D560-9EB6-7EEB67AC6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8302" y="423087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AD2D86F0-1010-C128-1518-1505A89AAC9B}"/>
              </a:ext>
            </a:extLst>
          </p:cNvPr>
          <p:cNvCxnSpPr>
            <a:cxnSpLocks/>
          </p:cNvCxnSpPr>
          <p:nvPr/>
        </p:nvCxnSpPr>
        <p:spPr>
          <a:xfrm>
            <a:off x="3428705" y="4487818"/>
            <a:ext cx="78343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D34B3A07-21D4-BB8B-86F0-57830F130201}"/>
              </a:ext>
            </a:extLst>
          </p:cNvPr>
          <p:cNvSpPr/>
          <p:nvPr/>
        </p:nvSpPr>
        <p:spPr>
          <a:xfrm>
            <a:off x="4320909" y="5434747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店舗環境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02A91B6C-1B07-1CC2-1624-A607C9F8FE5C}"/>
              </a:ext>
            </a:extLst>
          </p:cNvPr>
          <p:cNvSpPr/>
          <p:nvPr/>
        </p:nvSpPr>
        <p:spPr>
          <a:xfrm>
            <a:off x="4247109" y="3674293"/>
            <a:ext cx="974948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Azure</a:t>
            </a:r>
          </a:p>
          <a:p>
            <a:pPr algn="ctr"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(VINX)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8BAE7820-ADAA-4A13-20E2-D6316CAD798D}"/>
              </a:ext>
            </a:extLst>
          </p:cNvPr>
          <p:cNvSpPr/>
          <p:nvPr/>
        </p:nvSpPr>
        <p:spPr>
          <a:xfrm>
            <a:off x="4406325" y="4178269"/>
            <a:ext cx="1592514" cy="527844"/>
          </a:xfrm>
          <a:prstGeom prst="rect">
            <a:avLst/>
          </a:prstGeom>
          <a:solidFill>
            <a:srgbClr val="92D05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POSserver1.0</a:t>
            </a:r>
          </a:p>
        </p:txBody>
      </p:sp>
      <p:pic>
        <p:nvPicPr>
          <p:cNvPr id="80" name="Picture 11">
            <a:extLst>
              <a:ext uri="{FF2B5EF4-FFF2-40B4-BE49-F238E27FC236}">
                <a16:creationId xmlns:a16="http://schemas.microsoft.com/office/drawing/2014/main" id="{8BBF2D7F-BE1C-27F3-870B-F861C4CA3E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5031" y="4195232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D1B729B0-CB7A-C58F-5C5F-4BD0856EB80C}"/>
              </a:ext>
            </a:extLst>
          </p:cNvPr>
          <p:cNvSpPr/>
          <p:nvPr/>
        </p:nvSpPr>
        <p:spPr>
          <a:xfrm>
            <a:off x="7060305" y="3677756"/>
            <a:ext cx="1975512" cy="125193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EE9ACA06-3AFC-3630-910B-0AFD1753A423}"/>
              </a:ext>
            </a:extLst>
          </p:cNvPr>
          <p:cNvSpPr/>
          <p:nvPr/>
        </p:nvSpPr>
        <p:spPr>
          <a:xfrm>
            <a:off x="7072784" y="3664481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94EB05B5-C0A8-BC75-97F7-7671F84B7A95}"/>
              </a:ext>
            </a:extLst>
          </p:cNvPr>
          <p:cNvSpPr/>
          <p:nvPr/>
        </p:nvSpPr>
        <p:spPr>
          <a:xfrm>
            <a:off x="7310615" y="4178269"/>
            <a:ext cx="1592514" cy="527844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Scan&amp;Go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  <a:p>
            <a:pPr algn="l"/>
            <a:r>
              <a:rPr lang="ja-JP" altLang="en-US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84" name="Picture 11">
            <a:extLst>
              <a:ext uri="{FF2B5EF4-FFF2-40B4-BE49-F238E27FC236}">
                <a16:creationId xmlns:a16="http://schemas.microsoft.com/office/drawing/2014/main" id="{E7CC4ADD-C441-9A72-C810-8064EFFB79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9321" y="4195232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06BA1869-C49B-EBED-71DD-1B3BD66AC83C}"/>
              </a:ext>
            </a:extLst>
          </p:cNvPr>
          <p:cNvSpPr/>
          <p:nvPr/>
        </p:nvSpPr>
        <p:spPr>
          <a:xfrm>
            <a:off x="7199206" y="5778306"/>
            <a:ext cx="1575274" cy="642938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Scan&amp;Go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636D1093-90B0-B8E3-BD22-B362BE718CAA}"/>
              </a:ext>
            </a:extLst>
          </p:cNvPr>
          <p:cNvCxnSpPr>
            <a:cxnSpLocks/>
          </p:cNvCxnSpPr>
          <p:nvPr/>
        </p:nvCxnSpPr>
        <p:spPr>
          <a:xfrm>
            <a:off x="6244599" y="4487818"/>
            <a:ext cx="78343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図 95">
            <a:extLst>
              <a:ext uri="{FF2B5EF4-FFF2-40B4-BE49-F238E27FC236}">
                <a16:creationId xmlns:a16="http://schemas.microsoft.com/office/drawing/2014/main" id="{DD0AF0DB-FFD3-510C-485A-6E4F56D4F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798" y="5841529"/>
            <a:ext cx="345350" cy="549976"/>
          </a:xfrm>
          <a:prstGeom prst="rect">
            <a:avLst/>
          </a:prstGeom>
        </p:spPr>
      </p:pic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A80697D3-53F2-F861-4F19-F76373D72712}"/>
              </a:ext>
            </a:extLst>
          </p:cNvPr>
          <p:cNvCxnSpPr>
            <a:cxnSpLocks/>
          </p:cNvCxnSpPr>
          <p:nvPr/>
        </p:nvCxnSpPr>
        <p:spPr>
          <a:xfrm>
            <a:off x="5198278" y="4944893"/>
            <a:ext cx="0" cy="54471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33C5C2E1-C383-19F7-0ECC-58984BDA3E55}"/>
              </a:ext>
            </a:extLst>
          </p:cNvPr>
          <p:cNvCxnSpPr>
            <a:cxnSpLocks/>
          </p:cNvCxnSpPr>
          <p:nvPr/>
        </p:nvCxnSpPr>
        <p:spPr>
          <a:xfrm>
            <a:off x="8014938" y="4944893"/>
            <a:ext cx="0" cy="54471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BD954953-6107-B055-CAC6-E541DF79B613}"/>
              </a:ext>
            </a:extLst>
          </p:cNvPr>
          <p:cNvCxnSpPr>
            <a:cxnSpLocks/>
          </p:cNvCxnSpPr>
          <p:nvPr/>
        </p:nvCxnSpPr>
        <p:spPr>
          <a:xfrm>
            <a:off x="2279176" y="5315269"/>
            <a:ext cx="7148357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9F46AC03-4AFB-27B8-4DC5-35F71A58F1CD}"/>
              </a:ext>
            </a:extLst>
          </p:cNvPr>
          <p:cNvSpPr/>
          <p:nvPr/>
        </p:nvSpPr>
        <p:spPr>
          <a:xfrm>
            <a:off x="9853455" y="3692957"/>
            <a:ext cx="1975512" cy="12519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1F316843-0122-2102-2E8A-C0CE43F86C83}"/>
              </a:ext>
            </a:extLst>
          </p:cNvPr>
          <p:cNvSpPr/>
          <p:nvPr/>
        </p:nvSpPr>
        <p:spPr>
          <a:xfrm>
            <a:off x="9853454" y="3689494"/>
            <a:ext cx="1237922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イシダ様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棚札サーバ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67C63F4C-8B20-D424-7108-B114543F5078}"/>
              </a:ext>
            </a:extLst>
          </p:cNvPr>
          <p:cNvSpPr/>
          <p:nvPr/>
        </p:nvSpPr>
        <p:spPr>
          <a:xfrm>
            <a:off x="10012670" y="4193470"/>
            <a:ext cx="1592514" cy="5278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棚札サーバ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03" name="Picture 11">
            <a:extLst>
              <a:ext uri="{FF2B5EF4-FFF2-40B4-BE49-F238E27FC236}">
                <a16:creationId xmlns:a16="http://schemas.microsoft.com/office/drawing/2014/main" id="{2140AD8E-D538-6ED8-313B-F2CD49F17E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91376" y="4210433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24300FEC-7734-21D8-04B0-D9166956BD62}"/>
              </a:ext>
            </a:extLst>
          </p:cNvPr>
          <p:cNvSpPr/>
          <p:nvPr/>
        </p:nvSpPr>
        <p:spPr>
          <a:xfrm>
            <a:off x="9853455" y="679054"/>
            <a:ext cx="1975512" cy="12519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4ED5018F-F622-E856-B1A8-BED7BBAE25C4}"/>
              </a:ext>
            </a:extLst>
          </p:cNvPr>
          <p:cNvSpPr/>
          <p:nvPr/>
        </p:nvSpPr>
        <p:spPr>
          <a:xfrm>
            <a:off x="9853454" y="675591"/>
            <a:ext cx="1237922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イシダ様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棚札サーバ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501440F7-8DEC-015A-C61B-68DC6A1D7744}"/>
              </a:ext>
            </a:extLst>
          </p:cNvPr>
          <p:cNvSpPr/>
          <p:nvPr/>
        </p:nvSpPr>
        <p:spPr>
          <a:xfrm>
            <a:off x="10012670" y="1179567"/>
            <a:ext cx="1592514" cy="5278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棚札サーバ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09" name="Picture 11">
            <a:extLst>
              <a:ext uri="{FF2B5EF4-FFF2-40B4-BE49-F238E27FC236}">
                <a16:creationId xmlns:a16="http://schemas.microsoft.com/office/drawing/2014/main" id="{33371114-4124-04BD-E21D-2102CDECC7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91376" y="1196530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1" name="図 110">
            <a:extLst>
              <a:ext uri="{FF2B5EF4-FFF2-40B4-BE49-F238E27FC236}">
                <a16:creationId xmlns:a16="http://schemas.microsoft.com/office/drawing/2014/main" id="{B52DD485-5B29-D0B3-3516-1CFA62C87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6860" y="2073933"/>
            <a:ext cx="771633" cy="533474"/>
          </a:xfrm>
          <a:prstGeom prst="rect">
            <a:avLst/>
          </a:prstGeom>
        </p:spPr>
      </p:pic>
      <p:pic>
        <p:nvPicPr>
          <p:cNvPr id="112" name="図 111">
            <a:extLst>
              <a:ext uri="{FF2B5EF4-FFF2-40B4-BE49-F238E27FC236}">
                <a16:creationId xmlns:a16="http://schemas.microsoft.com/office/drawing/2014/main" id="{F429E053-29DC-7D0E-32F2-869FCDC0FB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1211" y="2073933"/>
            <a:ext cx="771633" cy="533474"/>
          </a:xfrm>
          <a:prstGeom prst="rect">
            <a:avLst/>
          </a:prstGeom>
        </p:spPr>
      </p:pic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122FF923-40FF-97AA-7925-6E8FDCFCD49A}"/>
              </a:ext>
            </a:extLst>
          </p:cNvPr>
          <p:cNvSpPr txBox="1"/>
          <p:nvPr/>
        </p:nvSpPr>
        <p:spPr>
          <a:xfrm>
            <a:off x="103804" y="3689494"/>
            <a:ext cx="9968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6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（案２）</a:t>
            </a:r>
          </a:p>
        </p:txBody>
      </p:sp>
      <p:pic>
        <p:nvPicPr>
          <p:cNvPr id="114" name="図 113">
            <a:extLst>
              <a:ext uri="{FF2B5EF4-FFF2-40B4-BE49-F238E27FC236}">
                <a16:creationId xmlns:a16="http://schemas.microsoft.com/office/drawing/2014/main" id="{CE8E8D17-FBB8-93B2-A83A-F89C6C9905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9250" y="5296273"/>
            <a:ext cx="2072820" cy="1359526"/>
          </a:xfrm>
          <a:prstGeom prst="rect">
            <a:avLst/>
          </a:prstGeom>
          <a:solidFill>
            <a:srgbClr val="FFC000"/>
          </a:solidFill>
        </p:spPr>
      </p:pic>
      <p:cxnSp>
        <p:nvCxnSpPr>
          <p:cNvPr id="116" name="直線矢印コネクタ 115">
            <a:extLst>
              <a:ext uri="{FF2B5EF4-FFF2-40B4-BE49-F238E27FC236}">
                <a16:creationId xmlns:a16="http://schemas.microsoft.com/office/drawing/2014/main" id="{4A3866B3-01BC-A283-C790-088B68CCE3EF}"/>
              </a:ext>
            </a:extLst>
          </p:cNvPr>
          <p:cNvCxnSpPr>
            <a:cxnSpLocks/>
          </p:cNvCxnSpPr>
          <p:nvPr/>
        </p:nvCxnSpPr>
        <p:spPr>
          <a:xfrm>
            <a:off x="9427533" y="4442191"/>
            <a:ext cx="0" cy="1580107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B543A93C-8B08-5663-5C62-11F940C76AFC}"/>
              </a:ext>
            </a:extLst>
          </p:cNvPr>
          <p:cNvCxnSpPr>
            <a:cxnSpLocks/>
          </p:cNvCxnSpPr>
          <p:nvPr/>
        </p:nvCxnSpPr>
        <p:spPr>
          <a:xfrm>
            <a:off x="9427533" y="6007550"/>
            <a:ext cx="425921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40324A4C-FE46-ACE8-3A9F-F76DC330EDDD}"/>
              </a:ext>
            </a:extLst>
          </p:cNvPr>
          <p:cNvCxnSpPr>
            <a:cxnSpLocks/>
          </p:cNvCxnSpPr>
          <p:nvPr/>
        </p:nvCxnSpPr>
        <p:spPr>
          <a:xfrm>
            <a:off x="11196857" y="4944893"/>
            <a:ext cx="0" cy="35138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95E39C8B-39DC-1B14-D149-51B819D58BED}"/>
              </a:ext>
            </a:extLst>
          </p:cNvPr>
          <p:cNvCxnSpPr>
            <a:cxnSpLocks/>
          </p:cNvCxnSpPr>
          <p:nvPr/>
        </p:nvCxnSpPr>
        <p:spPr>
          <a:xfrm>
            <a:off x="9035816" y="4460522"/>
            <a:ext cx="391717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矢印コネクタ 134">
            <a:extLst>
              <a:ext uri="{FF2B5EF4-FFF2-40B4-BE49-F238E27FC236}">
                <a16:creationId xmlns:a16="http://schemas.microsoft.com/office/drawing/2014/main" id="{204E3672-CC83-28CA-E109-8DD837359499}"/>
              </a:ext>
            </a:extLst>
          </p:cNvPr>
          <p:cNvCxnSpPr>
            <a:cxnSpLocks/>
          </p:cNvCxnSpPr>
          <p:nvPr/>
        </p:nvCxnSpPr>
        <p:spPr>
          <a:xfrm>
            <a:off x="9427533" y="4487818"/>
            <a:ext cx="0" cy="153448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3B144BF7-89BB-09F6-3520-EE0674988817}"/>
              </a:ext>
            </a:extLst>
          </p:cNvPr>
          <p:cNvCxnSpPr>
            <a:cxnSpLocks/>
          </p:cNvCxnSpPr>
          <p:nvPr/>
        </p:nvCxnSpPr>
        <p:spPr>
          <a:xfrm>
            <a:off x="9427533" y="6833183"/>
            <a:ext cx="425921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9618B1D5-CEFB-D266-4AE6-1FBAF7C1CF00}"/>
              </a:ext>
            </a:extLst>
          </p:cNvPr>
          <p:cNvSpPr txBox="1"/>
          <p:nvPr/>
        </p:nvSpPr>
        <p:spPr>
          <a:xfrm>
            <a:off x="9019875" y="4475360"/>
            <a:ext cx="25680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  <a:endParaRPr lang="en-US" altLang="ja-JP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売価（現在売価）</a:t>
            </a:r>
            <a:endParaRPr lang="en-US" altLang="ja-JP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特売・１７８売価・定番</a:t>
            </a:r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C1107C04-000D-126E-16C6-C6A773DB7159}"/>
              </a:ext>
            </a:extLst>
          </p:cNvPr>
          <p:cNvSpPr txBox="1"/>
          <p:nvPr/>
        </p:nvSpPr>
        <p:spPr>
          <a:xfrm>
            <a:off x="1612930" y="5792992"/>
            <a:ext cx="179578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①棚情報連携</a:t>
            </a:r>
            <a:endParaRPr lang="en-US" altLang="ja-JP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2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仕入先コード</a:t>
            </a:r>
            <a:endParaRPr lang="en-US" altLang="ja-JP" sz="12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2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入数</a:t>
            </a:r>
            <a:endParaRPr lang="en-US" altLang="ja-JP" sz="12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2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販売期限</a:t>
            </a: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38650BCC-CEAF-06DA-A22C-B82FC04A16B8}"/>
              </a:ext>
            </a:extLst>
          </p:cNvPr>
          <p:cNvSpPr txBox="1"/>
          <p:nvPr/>
        </p:nvSpPr>
        <p:spPr>
          <a:xfrm>
            <a:off x="6507239" y="4985167"/>
            <a:ext cx="2920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売価ロジックの横取り</a:t>
            </a:r>
            <a:endParaRPr lang="en-US" altLang="ja-JP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売価ロジックの開発が必要（ルビナ</a:t>
            </a:r>
            <a:r>
              <a:rPr lang="en-US" altLang="ja-JP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lang="ja-JP" altLang="en-US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1D2F4FC-0529-8B0D-03FC-2A0766E6372A}"/>
              </a:ext>
            </a:extLst>
          </p:cNvPr>
          <p:cNvSpPr txBox="1"/>
          <p:nvPr/>
        </p:nvSpPr>
        <p:spPr>
          <a:xfrm>
            <a:off x="3820422" y="28107"/>
            <a:ext cx="26182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棚札への売価、棚情報の連携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CF816FC6-3B3C-C36E-F549-66F627FF4B82}"/>
              </a:ext>
            </a:extLst>
          </p:cNvPr>
          <p:cNvCxnSpPr>
            <a:cxnSpLocks/>
            <a:endCxn id="106" idx="0"/>
          </p:cNvCxnSpPr>
          <p:nvPr/>
        </p:nvCxnSpPr>
        <p:spPr>
          <a:xfrm>
            <a:off x="10841211" y="294968"/>
            <a:ext cx="0" cy="384086"/>
          </a:xfrm>
          <a:prstGeom prst="straightConnector1">
            <a:avLst/>
          </a:prstGeom>
          <a:ln w="254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89595D8B-B06A-36C5-9FCD-421034160379}"/>
              </a:ext>
            </a:extLst>
          </p:cNvPr>
          <p:cNvCxnSpPr>
            <a:cxnSpLocks/>
          </p:cNvCxnSpPr>
          <p:nvPr/>
        </p:nvCxnSpPr>
        <p:spPr>
          <a:xfrm>
            <a:off x="5257531" y="1901257"/>
            <a:ext cx="0" cy="54471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C79EE4B6-0B72-5093-8FE6-1681F2CAEEDD}"/>
              </a:ext>
            </a:extLst>
          </p:cNvPr>
          <p:cNvCxnSpPr>
            <a:cxnSpLocks/>
          </p:cNvCxnSpPr>
          <p:nvPr/>
        </p:nvCxnSpPr>
        <p:spPr>
          <a:xfrm>
            <a:off x="6289350" y="1444182"/>
            <a:ext cx="78343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8768C94-1081-08B8-4ABD-1944CBA0BD75}"/>
              </a:ext>
            </a:extLst>
          </p:cNvPr>
          <p:cNvSpPr txBox="1"/>
          <p:nvPr/>
        </p:nvSpPr>
        <p:spPr>
          <a:xfrm>
            <a:off x="1312803" y="5533752"/>
            <a:ext cx="26182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棚情報の連携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A881A3B3-70E6-5F63-579A-872D144B061C}"/>
              </a:ext>
            </a:extLst>
          </p:cNvPr>
          <p:cNvSpPr/>
          <p:nvPr/>
        </p:nvSpPr>
        <p:spPr>
          <a:xfrm>
            <a:off x="1602583" y="4911427"/>
            <a:ext cx="1639476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r>
              <a:rPr lang="en-US" altLang="ja-JP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SB</a:t>
            </a:r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システム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シャープ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33" name="Picture 11">
            <a:extLst>
              <a:ext uri="{FF2B5EF4-FFF2-40B4-BE49-F238E27FC236}">
                <a16:creationId xmlns:a16="http://schemas.microsoft.com/office/drawing/2014/main" id="{F942FFB1-B9FA-2603-5CD3-6A9156ED60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8302" y="4941423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03D4A0F-E282-DEDA-60F5-0103E7CDBFB1}"/>
              </a:ext>
            </a:extLst>
          </p:cNvPr>
          <p:cNvCxnSpPr>
            <a:cxnSpLocks/>
          </p:cNvCxnSpPr>
          <p:nvPr/>
        </p:nvCxnSpPr>
        <p:spPr>
          <a:xfrm>
            <a:off x="3802687" y="4460508"/>
            <a:ext cx="0" cy="683686"/>
          </a:xfrm>
          <a:prstGeom prst="straightConnector1">
            <a:avLst/>
          </a:prstGeom>
          <a:ln w="254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7EE50642-8800-3D0F-062A-768783AC06C3}"/>
              </a:ext>
            </a:extLst>
          </p:cNvPr>
          <p:cNvCxnSpPr>
            <a:cxnSpLocks/>
          </p:cNvCxnSpPr>
          <p:nvPr/>
        </p:nvCxnSpPr>
        <p:spPr>
          <a:xfrm>
            <a:off x="3428705" y="5120583"/>
            <a:ext cx="391717" cy="0"/>
          </a:xfrm>
          <a:prstGeom prst="straightConnector1">
            <a:avLst/>
          </a:prstGeom>
          <a:ln w="254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3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57C9A-E1F2-5A8A-EE8B-61761A67A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5285A4F-DE06-78E8-A4FE-E970A224A1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A81666-E530-49EF-906E-39D0DAC71AD5}" type="slidenum">
              <a:rPr lang="ja-JP" altLang="en-US" smtClean="0"/>
              <a:pPr>
                <a:defRPr/>
              </a:pPr>
              <a:t>2</a:t>
            </a:fld>
            <a:endParaRPr lang="en-US" altLang="ja-JP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9FFF375-FE5D-BD9A-CA92-8496AF70E427}"/>
              </a:ext>
            </a:extLst>
          </p:cNvPr>
          <p:cNvSpPr txBox="1"/>
          <p:nvPr/>
        </p:nvSpPr>
        <p:spPr>
          <a:xfrm>
            <a:off x="3467" y="18596"/>
            <a:ext cx="614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2000" b="1" dirty="0">
                <a:solidFill>
                  <a:schemeClr val="accent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カスミへの電子棚札導入に関して</a:t>
            </a:r>
            <a:endParaRPr lang="en-US" altLang="ja-JP" sz="2000" b="1" dirty="0">
              <a:solidFill>
                <a:schemeClr val="accent2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50113CB-57E5-6D96-5EBE-9A1B3400078E}"/>
              </a:ext>
            </a:extLst>
          </p:cNvPr>
          <p:cNvCxnSpPr/>
          <p:nvPr/>
        </p:nvCxnSpPr>
        <p:spPr>
          <a:xfrm flipH="1">
            <a:off x="0" y="533620"/>
            <a:ext cx="12192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F829308-EC35-18D1-98D7-EA6922382247}"/>
              </a:ext>
            </a:extLst>
          </p:cNvPr>
          <p:cNvSpPr txBox="1"/>
          <p:nvPr/>
        </p:nvSpPr>
        <p:spPr>
          <a:xfrm>
            <a:off x="103804" y="619966"/>
            <a:ext cx="996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6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本来なら</a:t>
            </a:r>
            <a:endParaRPr lang="en-US" altLang="ja-JP" sz="16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6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（案１）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FA14BD8-7180-15FE-A4FE-65FDD3888D4C}"/>
              </a:ext>
            </a:extLst>
          </p:cNvPr>
          <p:cNvSpPr/>
          <p:nvPr/>
        </p:nvSpPr>
        <p:spPr>
          <a:xfrm flipH="1">
            <a:off x="4251621" y="2445975"/>
            <a:ext cx="4784195" cy="1065375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EFE1BAD-B7C2-B06A-B269-9893ADC9597D}"/>
              </a:ext>
            </a:extLst>
          </p:cNvPr>
          <p:cNvSpPr/>
          <p:nvPr/>
        </p:nvSpPr>
        <p:spPr>
          <a:xfrm>
            <a:off x="4247110" y="634120"/>
            <a:ext cx="1975512" cy="12519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014DE3A-343B-D6F2-3B61-A2CB82C05FA8}"/>
              </a:ext>
            </a:extLst>
          </p:cNvPr>
          <p:cNvSpPr/>
          <p:nvPr/>
        </p:nvSpPr>
        <p:spPr>
          <a:xfrm>
            <a:off x="1446936" y="634121"/>
            <a:ext cx="1937525" cy="11946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45D6C0C-6502-682D-CB68-46D54B6C8F34}"/>
              </a:ext>
            </a:extLst>
          </p:cNvPr>
          <p:cNvSpPr/>
          <p:nvPr/>
        </p:nvSpPr>
        <p:spPr>
          <a:xfrm>
            <a:off x="4423565" y="2734670"/>
            <a:ext cx="1575274" cy="642938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Windows1.0</a:t>
            </a:r>
          </a:p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ignica</a:t>
            </a:r>
            <a:r>
              <a:rPr lang="ja-JP" altLang="en-US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レジ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0" name="図 30">
            <a:extLst>
              <a:ext uri="{FF2B5EF4-FFF2-40B4-BE49-F238E27FC236}">
                <a16:creationId xmlns:a16="http://schemas.microsoft.com/office/drawing/2014/main" id="{754FC7E9-6013-9C3F-D6E3-AB1045E567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4982" y="2865456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C53B489-8F58-C4F5-61CF-02843E3F49E7}"/>
              </a:ext>
            </a:extLst>
          </p:cNvPr>
          <p:cNvSpPr/>
          <p:nvPr/>
        </p:nvSpPr>
        <p:spPr>
          <a:xfrm>
            <a:off x="1602583" y="1157242"/>
            <a:ext cx="1639476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基幹システム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r>
              <a:rPr lang="en-US" altLang="ja-JP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Open central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9EAC63-C452-43D6-9FDB-AD39EE4225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8302" y="1187238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CDD6C62B-1E7C-16E9-C84C-77CD678CDF51}"/>
              </a:ext>
            </a:extLst>
          </p:cNvPr>
          <p:cNvCxnSpPr>
            <a:cxnSpLocks/>
          </p:cNvCxnSpPr>
          <p:nvPr/>
        </p:nvCxnSpPr>
        <p:spPr>
          <a:xfrm>
            <a:off x="3428705" y="1444182"/>
            <a:ext cx="78343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0EFF2A2-7E8E-B5CD-F883-F0BCB2A21FDC}"/>
              </a:ext>
            </a:extLst>
          </p:cNvPr>
          <p:cNvSpPr/>
          <p:nvPr/>
        </p:nvSpPr>
        <p:spPr>
          <a:xfrm>
            <a:off x="4320909" y="2391111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店舗環境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B950654-0FD0-BA43-EA0B-5A799DE79FFE}"/>
              </a:ext>
            </a:extLst>
          </p:cNvPr>
          <p:cNvSpPr/>
          <p:nvPr/>
        </p:nvSpPr>
        <p:spPr>
          <a:xfrm>
            <a:off x="4247109" y="630657"/>
            <a:ext cx="974948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Azure</a:t>
            </a:r>
          </a:p>
          <a:p>
            <a:pPr algn="ctr"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(VINX)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49471EE-F846-9C57-08FA-5DEA4DF5E228}"/>
              </a:ext>
            </a:extLst>
          </p:cNvPr>
          <p:cNvSpPr/>
          <p:nvPr/>
        </p:nvSpPr>
        <p:spPr>
          <a:xfrm>
            <a:off x="4406325" y="1134633"/>
            <a:ext cx="1592514" cy="527844"/>
          </a:xfrm>
          <a:prstGeom prst="rect">
            <a:avLst/>
          </a:prstGeom>
          <a:solidFill>
            <a:srgbClr val="92D05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POSserver1.0</a:t>
            </a:r>
          </a:p>
        </p:txBody>
      </p:sp>
      <p:pic>
        <p:nvPicPr>
          <p:cNvPr id="35" name="Picture 11">
            <a:extLst>
              <a:ext uri="{FF2B5EF4-FFF2-40B4-BE49-F238E27FC236}">
                <a16:creationId xmlns:a16="http://schemas.microsoft.com/office/drawing/2014/main" id="{DBFF166F-8CB3-B440-42E3-BE3A658CB3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5031" y="1151596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8AA600B-B0B3-5CB4-04DD-CE39B22BD360}"/>
              </a:ext>
            </a:extLst>
          </p:cNvPr>
          <p:cNvSpPr/>
          <p:nvPr/>
        </p:nvSpPr>
        <p:spPr>
          <a:xfrm>
            <a:off x="7060305" y="634120"/>
            <a:ext cx="1975512" cy="125193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DE517E1B-764E-EED4-EA1D-519D9AA7548C}"/>
              </a:ext>
            </a:extLst>
          </p:cNvPr>
          <p:cNvSpPr/>
          <p:nvPr/>
        </p:nvSpPr>
        <p:spPr>
          <a:xfrm>
            <a:off x="7072784" y="620845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72CECB5B-480D-5176-7BF8-E3170FAB644E}"/>
              </a:ext>
            </a:extLst>
          </p:cNvPr>
          <p:cNvSpPr/>
          <p:nvPr/>
        </p:nvSpPr>
        <p:spPr>
          <a:xfrm>
            <a:off x="7310615" y="1134633"/>
            <a:ext cx="1592514" cy="527844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Scan&amp;Go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  <a:p>
            <a:pPr algn="l"/>
            <a:r>
              <a:rPr lang="ja-JP" altLang="en-US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40" name="Picture 11">
            <a:extLst>
              <a:ext uri="{FF2B5EF4-FFF2-40B4-BE49-F238E27FC236}">
                <a16:creationId xmlns:a16="http://schemas.microsoft.com/office/drawing/2014/main" id="{1A532E85-8DDA-4D33-AE08-CB9171D1EE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9321" y="1151596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F69C3F3-8CDF-5B73-F4ED-7C9CC8834126}"/>
              </a:ext>
            </a:extLst>
          </p:cNvPr>
          <p:cNvSpPr/>
          <p:nvPr/>
        </p:nvSpPr>
        <p:spPr>
          <a:xfrm>
            <a:off x="7199206" y="2734670"/>
            <a:ext cx="1575274" cy="642938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Scan&amp;Go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13066459-64CD-6E6A-B72C-FADB84046E02}"/>
              </a:ext>
            </a:extLst>
          </p:cNvPr>
          <p:cNvCxnSpPr>
            <a:cxnSpLocks/>
          </p:cNvCxnSpPr>
          <p:nvPr/>
        </p:nvCxnSpPr>
        <p:spPr>
          <a:xfrm>
            <a:off x="5213026" y="330216"/>
            <a:ext cx="5642933" cy="0"/>
          </a:xfrm>
          <a:prstGeom prst="straightConnector1">
            <a:avLst/>
          </a:prstGeom>
          <a:ln w="254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図 87">
            <a:extLst>
              <a:ext uri="{FF2B5EF4-FFF2-40B4-BE49-F238E27FC236}">
                <a16:creationId xmlns:a16="http://schemas.microsoft.com/office/drawing/2014/main" id="{DC640D33-8EB7-2B57-79A8-31B59A365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798" y="2797893"/>
            <a:ext cx="345350" cy="549976"/>
          </a:xfrm>
          <a:prstGeom prst="rect">
            <a:avLst/>
          </a:prstGeom>
        </p:spPr>
      </p:pic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656AB1CD-B446-B441-6885-1606762DD184}"/>
              </a:ext>
            </a:extLst>
          </p:cNvPr>
          <p:cNvCxnSpPr>
            <a:cxnSpLocks/>
          </p:cNvCxnSpPr>
          <p:nvPr/>
        </p:nvCxnSpPr>
        <p:spPr>
          <a:xfrm>
            <a:off x="5214156" y="294968"/>
            <a:ext cx="0" cy="335689"/>
          </a:xfrm>
          <a:prstGeom prst="straightConnector1">
            <a:avLst/>
          </a:prstGeom>
          <a:ln w="254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7E9B1E22-D4DB-09AB-39D7-C55B28F78549}"/>
              </a:ext>
            </a:extLst>
          </p:cNvPr>
          <p:cNvCxnSpPr>
            <a:cxnSpLocks/>
          </p:cNvCxnSpPr>
          <p:nvPr/>
        </p:nvCxnSpPr>
        <p:spPr>
          <a:xfrm>
            <a:off x="8014938" y="1901257"/>
            <a:ext cx="0" cy="54471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61C8F0FC-676A-2EAC-DC19-9DED368C7919}"/>
              </a:ext>
            </a:extLst>
          </p:cNvPr>
          <p:cNvCxnSpPr/>
          <p:nvPr/>
        </p:nvCxnSpPr>
        <p:spPr>
          <a:xfrm>
            <a:off x="0" y="3590741"/>
            <a:ext cx="1204806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237DA86E-77E7-CD63-0DA8-865CEC013F7D}"/>
              </a:ext>
            </a:extLst>
          </p:cNvPr>
          <p:cNvSpPr/>
          <p:nvPr/>
        </p:nvSpPr>
        <p:spPr>
          <a:xfrm flipH="1">
            <a:off x="4251621" y="5489611"/>
            <a:ext cx="4784195" cy="1065375"/>
          </a:xfrm>
          <a:prstGeom prst="rect">
            <a:avLst/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en-US" altLang="ja-JP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56E22B0E-1EAB-558A-C6DC-BD58B576102B}"/>
              </a:ext>
            </a:extLst>
          </p:cNvPr>
          <p:cNvSpPr/>
          <p:nvPr/>
        </p:nvSpPr>
        <p:spPr>
          <a:xfrm>
            <a:off x="4247110" y="3677756"/>
            <a:ext cx="1975512" cy="12519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28B2DBBF-4DEC-9DF7-7788-2F21DC593CA7}"/>
              </a:ext>
            </a:extLst>
          </p:cNvPr>
          <p:cNvSpPr/>
          <p:nvPr/>
        </p:nvSpPr>
        <p:spPr>
          <a:xfrm>
            <a:off x="1446936" y="3677757"/>
            <a:ext cx="1937525" cy="199300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0CEC8DBF-CFD2-7F10-A01B-644A0801DDFF}"/>
              </a:ext>
            </a:extLst>
          </p:cNvPr>
          <p:cNvSpPr/>
          <p:nvPr/>
        </p:nvSpPr>
        <p:spPr>
          <a:xfrm>
            <a:off x="4423565" y="5778306"/>
            <a:ext cx="1575274" cy="642938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Windows1.0</a:t>
            </a:r>
          </a:p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ignica</a:t>
            </a:r>
            <a:r>
              <a:rPr lang="ja-JP" altLang="en-US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レジ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63" name="図 30">
            <a:extLst>
              <a:ext uri="{FF2B5EF4-FFF2-40B4-BE49-F238E27FC236}">
                <a16:creationId xmlns:a16="http://schemas.microsoft.com/office/drawing/2014/main" id="{2043D2D7-20A8-2AC4-0F2E-532D4A67A7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4982" y="5909092"/>
            <a:ext cx="379413" cy="43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21C3BC1B-62E8-D6E0-9AE9-5CAAA475BE8A}"/>
              </a:ext>
            </a:extLst>
          </p:cNvPr>
          <p:cNvSpPr/>
          <p:nvPr/>
        </p:nvSpPr>
        <p:spPr>
          <a:xfrm>
            <a:off x="1602583" y="4200878"/>
            <a:ext cx="1639476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基幹システム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r>
              <a:rPr lang="en-US" altLang="ja-JP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Open central</a:t>
            </a:r>
          </a:p>
        </p:txBody>
      </p:sp>
      <p:pic>
        <p:nvPicPr>
          <p:cNvPr id="71" name="Picture 11">
            <a:extLst>
              <a:ext uri="{FF2B5EF4-FFF2-40B4-BE49-F238E27FC236}">
                <a16:creationId xmlns:a16="http://schemas.microsoft.com/office/drawing/2014/main" id="{4A4BDDAF-BC71-0E51-5B34-3258C3994A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8302" y="4230874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D285992C-8D45-E54F-2A1D-D223CB97F8B7}"/>
              </a:ext>
            </a:extLst>
          </p:cNvPr>
          <p:cNvCxnSpPr>
            <a:cxnSpLocks/>
          </p:cNvCxnSpPr>
          <p:nvPr/>
        </p:nvCxnSpPr>
        <p:spPr>
          <a:xfrm>
            <a:off x="3428705" y="4487818"/>
            <a:ext cx="78343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88121D2E-09CA-045D-A745-AF142B3053A1}"/>
              </a:ext>
            </a:extLst>
          </p:cNvPr>
          <p:cNvSpPr/>
          <p:nvPr/>
        </p:nvSpPr>
        <p:spPr>
          <a:xfrm>
            <a:off x="4320909" y="5434747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店舗環境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13B3508B-E612-20A2-2727-37234DDD1BDE}"/>
              </a:ext>
            </a:extLst>
          </p:cNvPr>
          <p:cNvSpPr/>
          <p:nvPr/>
        </p:nvSpPr>
        <p:spPr>
          <a:xfrm>
            <a:off x="4247109" y="3674293"/>
            <a:ext cx="974948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Azure</a:t>
            </a:r>
          </a:p>
          <a:p>
            <a:pPr algn="ctr"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(VINX)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4AFC2B79-380A-5775-5919-50D0FDC9EE7E}"/>
              </a:ext>
            </a:extLst>
          </p:cNvPr>
          <p:cNvSpPr/>
          <p:nvPr/>
        </p:nvSpPr>
        <p:spPr>
          <a:xfrm>
            <a:off x="4406325" y="4178269"/>
            <a:ext cx="1592514" cy="527844"/>
          </a:xfrm>
          <a:prstGeom prst="rect">
            <a:avLst/>
          </a:prstGeom>
          <a:solidFill>
            <a:srgbClr val="92D05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POSserver1.0</a:t>
            </a:r>
          </a:p>
        </p:txBody>
      </p:sp>
      <p:pic>
        <p:nvPicPr>
          <p:cNvPr id="80" name="Picture 11">
            <a:extLst>
              <a:ext uri="{FF2B5EF4-FFF2-40B4-BE49-F238E27FC236}">
                <a16:creationId xmlns:a16="http://schemas.microsoft.com/office/drawing/2014/main" id="{9F0E27A6-E2E6-8D3F-3CB9-CDD17803FF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5031" y="4195232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47D48781-B997-1CBE-8FCF-C33C79C09A1C}"/>
              </a:ext>
            </a:extLst>
          </p:cNvPr>
          <p:cNvSpPr/>
          <p:nvPr/>
        </p:nvSpPr>
        <p:spPr>
          <a:xfrm>
            <a:off x="7060305" y="3677756"/>
            <a:ext cx="1975512" cy="125193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8204A2CF-144A-BF05-CD17-5E518846D601}"/>
              </a:ext>
            </a:extLst>
          </p:cNvPr>
          <p:cNvSpPr/>
          <p:nvPr/>
        </p:nvSpPr>
        <p:spPr>
          <a:xfrm>
            <a:off x="7072784" y="3664481"/>
            <a:ext cx="856316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altLang="ja-JP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AWS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35C96C26-DFBC-108A-CF9C-7ED5FD17DD51}"/>
              </a:ext>
            </a:extLst>
          </p:cNvPr>
          <p:cNvSpPr/>
          <p:nvPr/>
        </p:nvSpPr>
        <p:spPr>
          <a:xfrm>
            <a:off x="7310615" y="4178269"/>
            <a:ext cx="1592514" cy="527844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Scan&amp;Go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  <a:p>
            <a:pPr algn="l"/>
            <a:r>
              <a:rPr lang="ja-JP" altLang="en-US" sz="1100" dirty="0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サーバ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84" name="Picture 11">
            <a:extLst>
              <a:ext uri="{FF2B5EF4-FFF2-40B4-BE49-F238E27FC236}">
                <a16:creationId xmlns:a16="http://schemas.microsoft.com/office/drawing/2014/main" id="{C28156B2-A050-67D4-61F3-8D650D62C1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9321" y="4195232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23F3122E-4EC1-3755-179C-6077B03B2FF7}"/>
              </a:ext>
            </a:extLst>
          </p:cNvPr>
          <p:cNvSpPr/>
          <p:nvPr/>
        </p:nvSpPr>
        <p:spPr>
          <a:xfrm>
            <a:off x="7199206" y="5778306"/>
            <a:ext cx="1575274" cy="642938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en-US" altLang="ja-JP" sz="1100" dirty="0" err="1">
                <a:solidFill>
                  <a:schemeClr val="tx1"/>
                </a:solidFill>
                <a:effectLst/>
                <a:latin typeface="メイリオ" pitchFamily="50" charset="-128"/>
                <a:ea typeface="メイリオ" pitchFamily="50" charset="-128"/>
              </a:rPr>
              <a:t>Scan&amp;Go</a:t>
            </a:r>
            <a:endParaRPr lang="en-US" altLang="ja-JP" sz="1100" dirty="0">
              <a:solidFill>
                <a:schemeClr val="tx1"/>
              </a:solidFill>
              <a:effectLst/>
              <a:latin typeface="メイリオ" pitchFamily="50" charset="-128"/>
              <a:ea typeface="メイリオ" pitchFamily="50" charset="-128"/>
            </a:endParaRPr>
          </a:p>
        </p:txBody>
      </p: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5C1D5397-8457-1805-5997-508E2ACF2B73}"/>
              </a:ext>
            </a:extLst>
          </p:cNvPr>
          <p:cNvCxnSpPr>
            <a:cxnSpLocks/>
          </p:cNvCxnSpPr>
          <p:nvPr/>
        </p:nvCxnSpPr>
        <p:spPr>
          <a:xfrm>
            <a:off x="6244599" y="4487818"/>
            <a:ext cx="78343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図 95">
            <a:extLst>
              <a:ext uri="{FF2B5EF4-FFF2-40B4-BE49-F238E27FC236}">
                <a16:creationId xmlns:a16="http://schemas.microsoft.com/office/drawing/2014/main" id="{129B5511-11BA-85BF-2474-C1769419E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798" y="5841529"/>
            <a:ext cx="345350" cy="549976"/>
          </a:xfrm>
          <a:prstGeom prst="rect">
            <a:avLst/>
          </a:prstGeom>
        </p:spPr>
      </p:pic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BB352EAF-C903-ECD1-A075-BABB30E12C48}"/>
              </a:ext>
            </a:extLst>
          </p:cNvPr>
          <p:cNvCxnSpPr>
            <a:cxnSpLocks/>
          </p:cNvCxnSpPr>
          <p:nvPr/>
        </p:nvCxnSpPr>
        <p:spPr>
          <a:xfrm>
            <a:off x="5198278" y="4944893"/>
            <a:ext cx="0" cy="54471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364C65B2-030F-EFC1-0867-8BDA8F9033FA}"/>
              </a:ext>
            </a:extLst>
          </p:cNvPr>
          <p:cNvCxnSpPr>
            <a:cxnSpLocks/>
          </p:cNvCxnSpPr>
          <p:nvPr/>
        </p:nvCxnSpPr>
        <p:spPr>
          <a:xfrm>
            <a:off x="8014938" y="4944893"/>
            <a:ext cx="0" cy="54471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E96786B5-0BC4-A61A-A4AF-A95E546036AB}"/>
              </a:ext>
            </a:extLst>
          </p:cNvPr>
          <p:cNvCxnSpPr>
            <a:cxnSpLocks/>
          </p:cNvCxnSpPr>
          <p:nvPr/>
        </p:nvCxnSpPr>
        <p:spPr>
          <a:xfrm>
            <a:off x="4059936" y="5315269"/>
            <a:ext cx="5367597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D871C318-74BA-B8A4-840B-4C981C346386}"/>
              </a:ext>
            </a:extLst>
          </p:cNvPr>
          <p:cNvSpPr/>
          <p:nvPr/>
        </p:nvSpPr>
        <p:spPr>
          <a:xfrm>
            <a:off x="9853455" y="3692957"/>
            <a:ext cx="1975512" cy="12519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DD9AE4A1-C6CB-18DA-C49E-CFF5EA38612A}"/>
              </a:ext>
            </a:extLst>
          </p:cNvPr>
          <p:cNvSpPr/>
          <p:nvPr/>
        </p:nvSpPr>
        <p:spPr>
          <a:xfrm>
            <a:off x="9853454" y="3689494"/>
            <a:ext cx="1237922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イシダ様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棚札サーバ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480A8B0D-CC3C-F944-0D73-CE3D6F27E375}"/>
              </a:ext>
            </a:extLst>
          </p:cNvPr>
          <p:cNvSpPr/>
          <p:nvPr/>
        </p:nvSpPr>
        <p:spPr>
          <a:xfrm>
            <a:off x="10012670" y="4193470"/>
            <a:ext cx="1592514" cy="5278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棚札サーバ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03" name="Picture 11">
            <a:extLst>
              <a:ext uri="{FF2B5EF4-FFF2-40B4-BE49-F238E27FC236}">
                <a16:creationId xmlns:a16="http://schemas.microsoft.com/office/drawing/2014/main" id="{B5B3217A-8083-7888-77B4-51A255245F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91376" y="4210433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8E0601E3-C66D-4A7F-9242-1DB1073A3CD0}"/>
              </a:ext>
            </a:extLst>
          </p:cNvPr>
          <p:cNvSpPr/>
          <p:nvPr/>
        </p:nvSpPr>
        <p:spPr>
          <a:xfrm>
            <a:off x="9853455" y="679054"/>
            <a:ext cx="1975512" cy="125193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22751FEC-F1E0-B7B1-1AA7-7310AF4A9970}"/>
              </a:ext>
            </a:extLst>
          </p:cNvPr>
          <p:cNvSpPr/>
          <p:nvPr/>
        </p:nvSpPr>
        <p:spPr>
          <a:xfrm>
            <a:off x="9853454" y="675591"/>
            <a:ext cx="1237922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イシダ様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r>
              <a:rPr lang="ja-JP" altLang="en-US" sz="12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棚札サーバ</a:t>
            </a:r>
            <a:endParaRPr lang="en-US" altLang="ja-JP" sz="12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87383619-0A95-DD41-1E67-DEA3C522A86A}"/>
              </a:ext>
            </a:extLst>
          </p:cNvPr>
          <p:cNvSpPr/>
          <p:nvPr/>
        </p:nvSpPr>
        <p:spPr>
          <a:xfrm>
            <a:off x="10012670" y="1179567"/>
            <a:ext cx="1592514" cy="5278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l"/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棚札サーバ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09" name="Picture 11">
            <a:extLst>
              <a:ext uri="{FF2B5EF4-FFF2-40B4-BE49-F238E27FC236}">
                <a16:creationId xmlns:a16="http://schemas.microsoft.com/office/drawing/2014/main" id="{1102538A-8EAB-DFCF-4C0E-6158B0D6EB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91376" y="1196530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1" name="図 110">
            <a:extLst>
              <a:ext uri="{FF2B5EF4-FFF2-40B4-BE49-F238E27FC236}">
                <a16:creationId xmlns:a16="http://schemas.microsoft.com/office/drawing/2014/main" id="{33893CB6-8061-DC80-DE83-18A69A5411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6860" y="2073933"/>
            <a:ext cx="771633" cy="533474"/>
          </a:xfrm>
          <a:prstGeom prst="rect">
            <a:avLst/>
          </a:prstGeom>
        </p:spPr>
      </p:pic>
      <p:pic>
        <p:nvPicPr>
          <p:cNvPr id="112" name="図 111">
            <a:extLst>
              <a:ext uri="{FF2B5EF4-FFF2-40B4-BE49-F238E27FC236}">
                <a16:creationId xmlns:a16="http://schemas.microsoft.com/office/drawing/2014/main" id="{4E2BC02F-24D4-A9B2-0BFF-76FC10D32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1211" y="2073933"/>
            <a:ext cx="771633" cy="533474"/>
          </a:xfrm>
          <a:prstGeom prst="rect">
            <a:avLst/>
          </a:prstGeom>
        </p:spPr>
      </p:pic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2C6497B8-1B3B-D862-F116-8A368330B33E}"/>
              </a:ext>
            </a:extLst>
          </p:cNvPr>
          <p:cNvSpPr txBox="1"/>
          <p:nvPr/>
        </p:nvSpPr>
        <p:spPr>
          <a:xfrm>
            <a:off x="103804" y="3689494"/>
            <a:ext cx="9968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6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（案２）</a:t>
            </a:r>
          </a:p>
        </p:txBody>
      </p:sp>
      <p:pic>
        <p:nvPicPr>
          <p:cNvPr id="114" name="図 113">
            <a:extLst>
              <a:ext uri="{FF2B5EF4-FFF2-40B4-BE49-F238E27FC236}">
                <a16:creationId xmlns:a16="http://schemas.microsoft.com/office/drawing/2014/main" id="{D227B55A-6DE5-8791-D4AE-3EF0B3F7D3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9250" y="5296273"/>
            <a:ext cx="2072820" cy="1359526"/>
          </a:xfrm>
          <a:prstGeom prst="rect">
            <a:avLst/>
          </a:prstGeom>
          <a:solidFill>
            <a:srgbClr val="FFC000"/>
          </a:solidFill>
        </p:spPr>
      </p:pic>
      <p:cxnSp>
        <p:nvCxnSpPr>
          <p:cNvPr id="116" name="直線矢印コネクタ 115">
            <a:extLst>
              <a:ext uri="{FF2B5EF4-FFF2-40B4-BE49-F238E27FC236}">
                <a16:creationId xmlns:a16="http://schemas.microsoft.com/office/drawing/2014/main" id="{68844DC6-915C-5758-3FCA-126BBB434E13}"/>
              </a:ext>
            </a:extLst>
          </p:cNvPr>
          <p:cNvCxnSpPr>
            <a:cxnSpLocks/>
          </p:cNvCxnSpPr>
          <p:nvPr/>
        </p:nvCxnSpPr>
        <p:spPr>
          <a:xfrm>
            <a:off x="9427533" y="4442191"/>
            <a:ext cx="0" cy="1580107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ACA74F0A-831D-F199-4005-CF24008FA300}"/>
              </a:ext>
            </a:extLst>
          </p:cNvPr>
          <p:cNvCxnSpPr>
            <a:cxnSpLocks/>
          </p:cNvCxnSpPr>
          <p:nvPr/>
        </p:nvCxnSpPr>
        <p:spPr>
          <a:xfrm>
            <a:off x="9427533" y="6007550"/>
            <a:ext cx="425921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D14F0985-F613-1E02-5444-7CB472589BC6}"/>
              </a:ext>
            </a:extLst>
          </p:cNvPr>
          <p:cNvCxnSpPr>
            <a:cxnSpLocks/>
          </p:cNvCxnSpPr>
          <p:nvPr/>
        </p:nvCxnSpPr>
        <p:spPr>
          <a:xfrm>
            <a:off x="11196857" y="4944893"/>
            <a:ext cx="0" cy="35138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B41D4338-C688-47F6-1932-EF052D3D6CD1}"/>
              </a:ext>
            </a:extLst>
          </p:cNvPr>
          <p:cNvCxnSpPr>
            <a:cxnSpLocks/>
          </p:cNvCxnSpPr>
          <p:nvPr/>
        </p:nvCxnSpPr>
        <p:spPr>
          <a:xfrm>
            <a:off x="9035816" y="4460522"/>
            <a:ext cx="391717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矢印コネクタ 134">
            <a:extLst>
              <a:ext uri="{FF2B5EF4-FFF2-40B4-BE49-F238E27FC236}">
                <a16:creationId xmlns:a16="http://schemas.microsoft.com/office/drawing/2014/main" id="{062E27EE-6DD0-454D-D476-955847D8505F}"/>
              </a:ext>
            </a:extLst>
          </p:cNvPr>
          <p:cNvCxnSpPr>
            <a:cxnSpLocks/>
          </p:cNvCxnSpPr>
          <p:nvPr/>
        </p:nvCxnSpPr>
        <p:spPr>
          <a:xfrm>
            <a:off x="9427533" y="4487818"/>
            <a:ext cx="0" cy="153448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8D3968AB-2BF6-D35D-6289-95D671DACE4C}"/>
              </a:ext>
            </a:extLst>
          </p:cNvPr>
          <p:cNvCxnSpPr>
            <a:cxnSpLocks/>
          </p:cNvCxnSpPr>
          <p:nvPr/>
        </p:nvCxnSpPr>
        <p:spPr>
          <a:xfrm>
            <a:off x="9427533" y="6833183"/>
            <a:ext cx="425921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477C6BF0-BFFF-84F8-704E-5C40EDBED8E3}"/>
              </a:ext>
            </a:extLst>
          </p:cNvPr>
          <p:cNvSpPr txBox="1"/>
          <p:nvPr/>
        </p:nvSpPr>
        <p:spPr>
          <a:xfrm>
            <a:off x="9019875" y="4475360"/>
            <a:ext cx="25680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  <a:endParaRPr lang="en-US" altLang="ja-JP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売価（現在売価）</a:t>
            </a:r>
            <a:endParaRPr lang="en-US" altLang="ja-JP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特売・１７８売価・定番</a:t>
            </a:r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EA801484-E190-E6D4-DEFC-4F672D759DDF}"/>
              </a:ext>
            </a:extLst>
          </p:cNvPr>
          <p:cNvSpPr txBox="1"/>
          <p:nvPr/>
        </p:nvSpPr>
        <p:spPr>
          <a:xfrm>
            <a:off x="1632923" y="6124099"/>
            <a:ext cx="179578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①棚情報連携</a:t>
            </a:r>
            <a:endParaRPr lang="en-US" altLang="ja-JP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2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仕入先コード</a:t>
            </a:r>
            <a:endParaRPr lang="en-US" altLang="ja-JP" sz="12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2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入数</a:t>
            </a:r>
            <a:endParaRPr lang="en-US" altLang="ja-JP" sz="12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2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販売期限</a:t>
            </a: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C17D8A4C-8FE8-2242-E74D-25DBA1EE61D5}"/>
              </a:ext>
            </a:extLst>
          </p:cNvPr>
          <p:cNvSpPr txBox="1"/>
          <p:nvPr/>
        </p:nvSpPr>
        <p:spPr>
          <a:xfrm>
            <a:off x="6507239" y="4985167"/>
            <a:ext cx="2920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売価ロジックの横取り</a:t>
            </a:r>
            <a:endParaRPr lang="en-US" altLang="ja-JP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売価ロジックの開発が必要（ルビナ</a:t>
            </a:r>
            <a:r>
              <a:rPr lang="en-US" altLang="ja-JP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lang="ja-JP" altLang="en-US" sz="1400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1700D09-85A8-B108-D35B-6E47B62793B2}"/>
              </a:ext>
            </a:extLst>
          </p:cNvPr>
          <p:cNvSpPr txBox="1"/>
          <p:nvPr/>
        </p:nvSpPr>
        <p:spPr>
          <a:xfrm>
            <a:off x="3820422" y="28107"/>
            <a:ext cx="26182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棚札への売価、棚情報の連携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F51B91B3-B1C5-0EE1-58F3-D1B48BE8BD83}"/>
              </a:ext>
            </a:extLst>
          </p:cNvPr>
          <p:cNvCxnSpPr>
            <a:cxnSpLocks/>
            <a:endCxn id="106" idx="0"/>
          </p:cNvCxnSpPr>
          <p:nvPr/>
        </p:nvCxnSpPr>
        <p:spPr>
          <a:xfrm>
            <a:off x="10841211" y="294968"/>
            <a:ext cx="0" cy="384086"/>
          </a:xfrm>
          <a:prstGeom prst="straightConnector1">
            <a:avLst/>
          </a:prstGeom>
          <a:ln w="254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62CC00BC-656B-579D-9118-062B70DCA7D5}"/>
              </a:ext>
            </a:extLst>
          </p:cNvPr>
          <p:cNvCxnSpPr>
            <a:cxnSpLocks/>
          </p:cNvCxnSpPr>
          <p:nvPr/>
        </p:nvCxnSpPr>
        <p:spPr>
          <a:xfrm>
            <a:off x="5257531" y="1901257"/>
            <a:ext cx="0" cy="54471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0AA96E9C-941A-247C-1670-0594FB2CB46B}"/>
              </a:ext>
            </a:extLst>
          </p:cNvPr>
          <p:cNvCxnSpPr>
            <a:cxnSpLocks/>
          </p:cNvCxnSpPr>
          <p:nvPr/>
        </p:nvCxnSpPr>
        <p:spPr>
          <a:xfrm>
            <a:off x="6289350" y="1444182"/>
            <a:ext cx="783434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D929315-BCA1-B58D-991C-0ADCFD8C6FFF}"/>
              </a:ext>
            </a:extLst>
          </p:cNvPr>
          <p:cNvSpPr txBox="1"/>
          <p:nvPr/>
        </p:nvSpPr>
        <p:spPr>
          <a:xfrm>
            <a:off x="1269222" y="5853661"/>
            <a:ext cx="26182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棚情報の連携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CFC3BCD-14EA-5179-7078-1320798BCDBD}"/>
              </a:ext>
            </a:extLst>
          </p:cNvPr>
          <p:cNvSpPr/>
          <p:nvPr/>
        </p:nvSpPr>
        <p:spPr>
          <a:xfrm>
            <a:off x="1602583" y="4911427"/>
            <a:ext cx="1639476" cy="53198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l">
              <a:defRPr/>
            </a:pP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r>
              <a:rPr lang="en-US" altLang="ja-JP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SB</a:t>
            </a:r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システム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r>
              <a:rPr lang="ja-JP" altLang="en-US" sz="1100" dirty="0">
                <a:effectLst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シャープ</a:t>
            </a: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l">
              <a:defRPr/>
            </a:pPr>
            <a:endParaRPr lang="en-US" altLang="ja-JP" sz="1100" dirty="0">
              <a:effectLst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33" name="Picture 11">
            <a:extLst>
              <a:ext uri="{FF2B5EF4-FFF2-40B4-BE49-F238E27FC236}">
                <a16:creationId xmlns:a16="http://schemas.microsoft.com/office/drawing/2014/main" id="{6E5596D8-507F-FDC0-09CF-4A94CD9AC8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98302" y="4941423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98E1E97E-018E-D1D4-770E-5A9A5B271B97}"/>
              </a:ext>
            </a:extLst>
          </p:cNvPr>
          <p:cNvCxnSpPr>
            <a:cxnSpLocks/>
          </p:cNvCxnSpPr>
          <p:nvPr/>
        </p:nvCxnSpPr>
        <p:spPr>
          <a:xfrm>
            <a:off x="3802687" y="4460508"/>
            <a:ext cx="0" cy="683686"/>
          </a:xfrm>
          <a:prstGeom prst="straightConnector1">
            <a:avLst/>
          </a:prstGeom>
          <a:ln w="254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816F694A-93FB-06A5-DDF2-D9D6B8185A11}"/>
              </a:ext>
            </a:extLst>
          </p:cNvPr>
          <p:cNvCxnSpPr>
            <a:cxnSpLocks/>
          </p:cNvCxnSpPr>
          <p:nvPr/>
        </p:nvCxnSpPr>
        <p:spPr>
          <a:xfrm>
            <a:off x="3428705" y="5120583"/>
            <a:ext cx="391717" cy="0"/>
          </a:xfrm>
          <a:prstGeom prst="straightConnector1">
            <a:avLst/>
          </a:prstGeom>
          <a:ln w="254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9001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agetech201505">
  <a:themeElements>
    <a:clrScheme name="ユーザー定義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8D233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SUMI">
      <a:majorFont>
        <a:latin typeface="Arial"/>
        <a:ea typeface="HGPｺﾞｼｯｸE"/>
        <a:cs typeface=""/>
      </a:majorFont>
      <a:minorFont>
        <a:latin typeface="Arial"/>
        <a:ea typeface="HGPｺﾞｼｯｸ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2060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dirty="0" smtClean="0">
            <a:effectLst/>
            <a:latin typeface="ＭＳ Ｐゴシック" panose="020B0600070205080204" pitchFamily="50" charset="-128"/>
            <a:ea typeface="ＭＳ Ｐゴシック" panose="020B0600070205080204" pitchFamily="50" charset="-128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>
          <a:solidFill>
            <a:srgbClr val="00206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asumi2019W.potx" id="{71512FE8-BC14-4D4F-B216-C3015C79EBAA}" vid="{17AA2515-9812-47F1-9BE3-19D248940889}"/>
    </a:ext>
  </a:extLst>
</a:theme>
</file>

<file path=ppt/theme/theme2.xml><?xml version="1.0" encoding="utf-8"?>
<a:theme xmlns:a="http://schemas.openxmlformats.org/drawingml/2006/main" name="3_agetech201505">
  <a:themeElements>
    <a:clrScheme name="ユーザー定義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8D233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SUMI">
      <a:majorFont>
        <a:latin typeface="Arial"/>
        <a:ea typeface="HGPｺﾞｼｯｸE"/>
        <a:cs typeface=""/>
      </a:majorFont>
      <a:minorFont>
        <a:latin typeface="Arial"/>
        <a:ea typeface="HGPｺﾞｼｯｸ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6350">
          <a:solidFill>
            <a:schemeClr val="bg1">
              <a:lumMod val="5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400" b="0" i="0" u="none" strike="noStrike" kern="1200" cap="none" spc="0" normalizeH="0" baseline="0" noProof="0" dirty="0" smtClean="0">
            <a:ln>
              <a:noFill/>
            </a:ln>
            <a:solidFill>
              <a:sysClr val="windowText" lastClr="000000"/>
            </a:solidFill>
            <a:effectLst/>
            <a:uLnTx/>
            <a:uFillTx/>
            <a:latin typeface="源ノ角ゴシック JP" panose="020B0500000000000000" pitchFamily="34" charset="-128"/>
            <a:ea typeface="源ノ角ゴシック JP" panose="020B0500000000000000" pitchFamily="34" charset="-128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>
          <a:solidFill>
            <a:srgbClr val="00206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Kasumi2019W.potx" id="{71512FE8-BC14-4D4F-B216-C3015C79EBAA}" vid="{17AA2515-9812-47F1-9BE3-19D248940889}"/>
    </a:ext>
  </a:extLst>
</a:theme>
</file>

<file path=ppt/theme/theme3.xml><?xml version="1.0" encoding="utf-8"?>
<a:theme xmlns:a="http://schemas.openxmlformats.org/drawingml/2006/main" name="F_Tool_T2_01_JP_Emerald">
  <a:themeElements>
    <a:clrScheme name="F_Tool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EA0000"/>
      </a:accent1>
      <a:accent2>
        <a:srgbClr val="FF8000"/>
      </a:accent2>
      <a:accent3>
        <a:srgbClr val="D80084"/>
      </a:accent3>
      <a:accent4>
        <a:srgbClr val="2400B0"/>
      </a:accent4>
      <a:accent5>
        <a:srgbClr val="61D600"/>
      </a:accent5>
      <a:accent6>
        <a:srgbClr val="008224"/>
      </a:accent6>
      <a:hlink>
        <a:srgbClr val="0563C1"/>
      </a:hlink>
      <a:folHlink>
        <a:srgbClr val="954F72"/>
      </a:folHlink>
    </a:clrScheme>
    <a:fontScheme name="F_Tool_JP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 kumimoji="1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061277-4544-44b5-aa35-148cda3b8e6b">
      <Terms xmlns="http://schemas.microsoft.com/office/infopath/2007/PartnerControls"/>
    </lcf76f155ced4ddcb4097134ff3c332f>
    <TaxCatchAll xmlns="5de495b9-8774-4338-a5e9-d0d1545702c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9C9A0A944670C40B3577B9A3C159E6D" ma:contentTypeVersion="11" ma:contentTypeDescription="新しいドキュメントを作成します。" ma:contentTypeScope="" ma:versionID="cbf9107b787b8c80f1caf56481095063">
  <xsd:schema xmlns:xsd="http://www.w3.org/2001/XMLSchema" xmlns:xs="http://www.w3.org/2001/XMLSchema" xmlns:p="http://schemas.microsoft.com/office/2006/metadata/properties" xmlns:ns2="1a061277-4544-44b5-aa35-148cda3b8e6b" xmlns:ns3="5de495b9-8774-4338-a5e9-d0d1545702c3" targetNamespace="http://schemas.microsoft.com/office/2006/metadata/properties" ma:root="true" ma:fieldsID="29d734f20265dff99a1fba5ac5bc5233" ns2:_="" ns3:_="">
    <xsd:import namespace="1a061277-4544-44b5-aa35-148cda3b8e6b"/>
    <xsd:import namespace="5de495b9-8774-4338-a5e9-d0d1545702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061277-4544-44b5-aa35-148cda3b8e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495b9-8774-4338-a5e9-d0d1545702c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eedddc5-5dad-4556-bd52-45f7169729cc}" ma:internalName="TaxCatchAll" ma:showField="CatchAllData" ma:web="5de495b9-8774-4338-a5e9-d0d1545702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4CF8C3-65DE-4D99-8578-ED8532A86FE7}">
  <ds:schemaRefs>
    <ds:schemaRef ds:uri="http://purl.org/dc/elements/1.1/"/>
    <ds:schemaRef ds:uri="http://www.w3.org/XML/1998/namespace"/>
    <ds:schemaRef ds:uri="4f5d1ef4-dbf8-4c6a-90e6-a23c32b4a121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C5E6B12-0B79-4D57-99D1-E1382ECC4591}"/>
</file>

<file path=customXml/itemProps3.xml><?xml version="1.0" encoding="utf-8"?>
<ds:datastoreItem xmlns:ds="http://schemas.openxmlformats.org/officeDocument/2006/customXml" ds:itemID="{EDF12B62-8DA2-419D-BBD7-A44087A237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45732</TotalTime>
  <Words>262</Words>
  <Application>Microsoft Office PowerPoint</Application>
  <PresentationFormat>ワイド画面</PresentationFormat>
  <Paragraphs>350</Paragraphs>
  <Slides>2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15" baseType="lpstr">
      <vt:lpstr>Brooklyn Heavy</vt:lpstr>
      <vt:lpstr>Brooklyn Normal</vt:lpstr>
      <vt:lpstr>HG丸ｺﾞｼｯｸM-PRO</vt:lpstr>
      <vt:lpstr>Meiryo UI</vt:lpstr>
      <vt:lpstr>ＭＳ Ｐゴシック</vt:lpstr>
      <vt:lpstr>メイリオ</vt:lpstr>
      <vt:lpstr>源ノ角ゴシック JP</vt:lpstr>
      <vt:lpstr>Arial</vt:lpstr>
      <vt:lpstr>Wingdings</vt:lpstr>
      <vt:lpstr>2_agetech201505</vt:lpstr>
      <vt:lpstr>3_agetech201505</vt:lpstr>
      <vt:lpstr>F_Tool_T2_01_JP_Emerald</vt:lpstr>
      <vt:lpstr>think-cell スライド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オンラインデリバリー事業戦略</dc:title>
  <dc:creator>KS158780</dc:creator>
  <cp:lastModifiedBy>佐々木  大助</cp:lastModifiedBy>
  <cp:revision>886</cp:revision>
  <cp:lastPrinted>2020-09-14T08:44:14Z</cp:lastPrinted>
  <dcterms:created xsi:type="dcterms:W3CDTF">2020-07-27T13:28:51Z</dcterms:created>
  <dcterms:modified xsi:type="dcterms:W3CDTF">2025-04-10T06:11:25Z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0x010100E9C9A0A944670C40B3577B9A3C159E6D</vt:lpwstr>
  </property>
</Properties>
</file>