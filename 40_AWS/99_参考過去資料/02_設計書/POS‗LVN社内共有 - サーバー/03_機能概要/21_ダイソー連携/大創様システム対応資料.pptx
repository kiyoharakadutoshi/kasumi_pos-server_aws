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8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10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4"/>
    <p:sldMasterId id="2147483724" r:id="rId5"/>
    <p:sldMasterId id="2147483773" r:id="rId6"/>
    <p:sldMasterId id="2147483790" r:id="rId7"/>
    <p:sldMasterId id="2147483819" r:id="rId8"/>
    <p:sldMasterId id="2147483804" r:id="rId9"/>
    <p:sldMasterId id="2147483814" r:id="rId10"/>
    <p:sldMasterId id="2147483831" r:id="rId11"/>
    <p:sldMasterId id="2147483843" r:id="rId12"/>
    <p:sldMasterId id="2147483852" r:id="rId13"/>
    <p:sldMasterId id="2147483856" r:id="rId14"/>
  </p:sldMasterIdLst>
  <p:notesMasterIdLst>
    <p:notesMasterId r:id="rId21"/>
  </p:notesMasterIdLst>
  <p:handoutMasterIdLst>
    <p:handoutMasterId r:id="rId22"/>
  </p:handoutMasterIdLst>
  <p:sldIdLst>
    <p:sldId id="2147380506" r:id="rId15"/>
    <p:sldId id="2147380507" r:id="rId16"/>
    <p:sldId id="2147380516" r:id="rId17"/>
    <p:sldId id="2147380517" r:id="rId18"/>
    <p:sldId id="2147380518" r:id="rId19"/>
    <p:sldId id="2147380519" r:id="rId20"/>
  </p:sldIdLst>
  <p:sldSz cx="12192000" cy="6858000"/>
  <p:notesSz cx="6735763" cy="98663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1pPr>
    <a:lvl2pPr marL="457182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2pPr>
    <a:lvl3pPr marL="914363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3pPr>
    <a:lvl4pPr marL="1371545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4pPr>
    <a:lvl5pPr marL="1828727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5pPr>
    <a:lvl6pPr marL="2285909" algn="l" defTabSz="914363" rtl="0" eaLnBrk="1" latinLnBrk="0" hangingPunct="1"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6pPr>
    <a:lvl7pPr marL="2743090" algn="l" defTabSz="914363" rtl="0" eaLnBrk="1" latinLnBrk="0" hangingPunct="1"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7pPr>
    <a:lvl8pPr marL="3200272" algn="l" defTabSz="914363" rtl="0" eaLnBrk="1" latinLnBrk="0" hangingPunct="1"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8pPr>
    <a:lvl9pPr marL="3657454" algn="l" defTabSz="914363" rtl="0" eaLnBrk="1" latinLnBrk="0" hangingPunct="1">
      <a:defRPr kumimoji="1" kern="1200">
        <a:solidFill>
          <a:schemeClr val="tx1"/>
        </a:solidFill>
        <a:latin typeface="Verdana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 userDrawn="1">
          <p15:clr>
            <a:srgbClr val="A4A3A4"/>
          </p15:clr>
        </p15:guide>
        <p15:guide id="2" pos="212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鈴木　素" initials="鈴木　素" lastIdx="1" clrIdx="0">
    <p:extLst>
      <p:ext uri="{19B8F6BF-5375-455C-9EA6-DF929625EA0E}">
        <p15:presenceInfo xmlns:p15="http://schemas.microsoft.com/office/powerpoint/2012/main" userId="鈴木　素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70C0"/>
    <a:srgbClr val="CCFFFF"/>
    <a:srgbClr val="FFFF99"/>
    <a:srgbClr val="99D6FF"/>
    <a:srgbClr val="0073BF"/>
    <a:srgbClr val="FFFFCC"/>
    <a:srgbClr val="FFC2C2"/>
    <a:srgbClr val="66C2FF"/>
    <a:srgbClr val="FF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99D6F6-264F-4046-9914-95B0A860C248}" v="57" dt="2023-02-13T05:00:05.4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淡色スタイル 3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テーマ スタイル 2 - アクセント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8034E78-7F5D-4C2E-B375-FC64B27BC917}" styleName="スタイル (濃色)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5" autoAdjust="0"/>
    <p:restoredTop sz="94660"/>
  </p:normalViewPr>
  <p:slideViewPr>
    <p:cSldViewPr snapToGrid="0">
      <p:cViewPr>
        <p:scale>
          <a:sx n="100" d="100"/>
          <a:sy n="100" d="100"/>
        </p:scale>
        <p:origin x="120" y="21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7"/>
        <p:guide pos="212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安藤　元一" userId="aaacf712-7740-4f7a-86dc-21596742342f" providerId="ADAL" clId="{6799D6F6-264F-4046-9914-95B0A860C248}"/>
    <pc:docChg chg="custSel delSld modSld">
      <pc:chgData name="安藤　元一" userId="aaacf712-7740-4f7a-86dc-21596742342f" providerId="ADAL" clId="{6799D6F6-264F-4046-9914-95B0A860C248}" dt="2023-02-15T05:22:02.424" v="91" actId="6549"/>
      <pc:docMkLst>
        <pc:docMk/>
      </pc:docMkLst>
      <pc:sldChg chg="modSp mod">
        <pc:chgData name="安藤　元一" userId="aaacf712-7740-4f7a-86dc-21596742342f" providerId="ADAL" clId="{6799D6F6-264F-4046-9914-95B0A860C248}" dt="2023-02-13T04:06:27.160" v="8" actId="20577"/>
        <pc:sldMkLst>
          <pc:docMk/>
          <pc:sldMk cId="3083448361" sldId="2147380506"/>
        </pc:sldMkLst>
        <pc:spChg chg="mod">
          <ac:chgData name="安藤　元一" userId="aaacf712-7740-4f7a-86dc-21596742342f" providerId="ADAL" clId="{6799D6F6-264F-4046-9914-95B0A860C248}" dt="2023-02-13T04:06:27.160" v="8" actId="20577"/>
          <ac:spMkLst>
            <pc:docMk/>
            <pc:sldMk cId="3083448361" sldId="2147380506"/>
            <ac:spMk id="3" creationId="{7C423728-1A0D-48BC-AAD9-CC5D687D8B8A}"/>
          </ac:spMkLst>
        </pc:spChg>
      </pc:sldChg>
      <pc:sldChg chg="addSp modSp mod">
        <pc:chgData name="安藤　元一" userId="aaacf712-7740-4f7a-86dc-21596742342f" providerId="ADAL" clId="{6799D6F6-264F-4046-9914-95B0A860C248}" dt="2023-02-13T04:06:43.456" v="10" actId="20577"/>
        <pc:sldMkLst>
          <pc:docMk/>
          <pc:sldMk cId="1380850783" sldId="2147380507"/>
        </pc:sldMkLst>
        <pc:spChg chg="add mod">
          <ac:chgData name="安藤　元一" userId="aaacf712-7740-4f7a-86dc-21596742342f" providerId="ADAL" clId="{6799D6F6-264F-4046-9914-95B0A860C248}" dt="2023-02-13T04:06:03.852" v="4"/>
          <ac:spMkLst>
            <pc:docMk/>
            <pc:sldMk cId="1380850783" sldId="2147380507"/>
            <ac:spMk id="2" creationId="{CD540619-1EE4-A79F-ADB1-D3001A7A9823}"/>
          </ac:spMkLst>
        </pc:spChg>
        <pc:spChg chg="mod">
          <ac:chgData name="安藤　元一" userId="aaacf712-7740-4f7a-86dc-21596742342f" providerId="ADAL" clId="{6799D6F6-264F-4046-9914-95B0A860C248}" dt="2023-02-13T04:06:43.456" v="10" actId="20577"/>
          <ac:spMkLst>
            <pc:docMk/>
            <pc:sldMk cId="1380850783" sldId="2147380507"/>
            <ac:spMk id="9" creationId="{00000000-0000-0000-0000-000000000000}"/>
          </ac:spMkLst>
        </pc:spChg>
      </pc:sldChg>
      <pc:sldChg chg="del">
        <pc:chgData name="安藤　元一" userId="aaacf712-7740-4f7a-86dc-21596742342f" providerId="ADAL" clId="{6799D6F6-264F-4046-9914-95B0A860C248}" dt="2023-02-13T04:04:30.383" v="0" actId="2696"/>
        <pc:sldMkLst>
          <pc:docMk/>
          <pc:sldMk cId="1376359880" sldId="2147380515"/>
        </pc:sldMkLst>
      </pc:sldChg>
      <pc:sldChg chg="addSp delSp modSp mod">
        <pc:chgData name="安藤　元一" userId="aaacf712-7740-4f7a-86dc-21596742342f" providerId="ADAL" clId="{6799D6F6-264F-4046-9914-95B0A860C248}" dt="2023-02-13T04:59:50.519" v="82" actId="688"/>
        <pc:sldMkLst>
          <pc:docMk/>
          <pc:sldMk cId="1877151076" sldId="2147380516"/>
        </pc:sldMkLst>
        <pc:spChg chg="add mod">
          <ac:chgData name="安藤　元一" userId="aaacf712-7740-4f7a-86dc-21596742342f" providerId="ADAL" clId="{6799D6F6-264F-4046-9914-95B0A860C248}" dt="2023-02-13T04:06:12.311" v="5"/>
          <ac:spMkLst>
            <pc:docMk/>
            <pc:sldMk cId="1877151076" sldId="2147380516"/>
            <ac:spMk id="5" creationId="{85E0BE81-B37C-E0DB-E35E-42E0611C2740}"/>
          </ac:spMkLst>
        </pc:spChg>
        <pc:grpChg chg="del">
          <ac:chgData name="安藤　元一" userId="aaacf712-7740-4f7a-86dc-21596742342f" providerId="ADAL" clId="{6799D6F6-264F-4046-9914-95B0A860C248}" dt="2023-02-13T04:56:53.960" v="11" actId="478"/>
          <ac:grpSpMkLst>
            <pc:docMk/>
            <pc:sldMk cId="1877151076" sldId="2147380516"/>
            <ac:grpSpMk id="2" creationId="{00000000-0000-0000-0000-000000000000}"/>
          </ac:grpSpMkLst>
        </pc:grpChg>
        <pc:grpChg chg="add mod">
          <ac:chgData name="安藤　元一" userId="aaacf712-7740-4f7a-86dc-21596742342f" providerId="ADAL" clId="{6799D6F6-264F-4046-9914-95B0A860C248}" dt="2023-02-13T04:59:09.957" v="77" actId="1076"/>
          <ac:grpSpMkLst>
            <pc:docMk/>
            <pc:sldMk cId="1877151076" sldId="2147380516"/>
            <ac:grpSpMk id="14" creationId="{020B3F64-B245-4CE1-CA11-D386F3EE9934}"/>
          </ac:grpSpMkLst>
        </pc:grpChg>
        <pc:picChg chg="add mod">
          <ac:chgData name="安藤　元一" userId="aaacf712-7740-4f7a-86dc-21596742342f" providerId="ADAL" clId="{6799D6F6-264F-4046-9914-95B0A860C248}" dt="2023-02-13T04:59:09.957" v="77" actId="1076"/>
          <ac:picMkLst>
            <pc:docMk/>
            <pc:sldMk cId="1877151076" sldId="2147380516"/>
            <ac:picMk id="12" creationId="{E1FB6C68-1912-60C9-5E69-B93451A00630}"/>
          </ac:picMkLst>
        </pc:picChg>
        <pc:picChg chg="add mod">
          <ac:chgData name="安藤　元一" userId="aaacf712-7740-4f7a-86dc-21596742342f" providerId="ADAL" clId="{6799D6F6-264F-4046-9914-95B0A860C248}" dt="2023-02-13T04:58:27.817" v="24" actId="1076"/>
          <ac:picMkLst>
            <pc:docMk/>
            <pc:sldMk cId="1877151076" sldId="2147380516"/>
            <ac:picMk id="16" creationId="{86508025-6DDF-0D8B-F223-A502C1E3EF73}"/>
          </ac:picMkLst>
        </pc:picChg>
        <pc:picChg chg="add mod">
          <ac:chgData name="安藤　元一" userId="aaacf712-7740-4f7a-86dc-21596742342f" providerId="ADAL" clId="{6799D6F6-264F-4046-9914-95B0A860C248}" dt="2023-02-13T04:59:06.787" v="76" actId="1076"/>
          <ac:picMkLst>
            <pc:docMk/>
            <pc:sldMk cId="1877151076" sldId="2147380516"/>
            <ac:picMk id="18" creationId="{E026CAF1-B17F-4EF9-9409-78083672DE82}"/>
          </ac:picMkLst>
        </pc:picChg>
        <pc:picChg chg="add mod">
          <ac:chgData name="安藤　元一" userId="aaacf712-7740-4f7a-86dc-21596742342f" providerId="ADAL" clId="{6799D6F6-264F-4046-9914-95B0A860C248}" dt="2023-02-13T04:59:50.519" v="82" actId="688"/>
          <ac:picMkLst>
            <pc:docMk/>
            <pc:sldMk cId="1877151076" sldId="2147380516"/>
            <ac:picMk id="19" creationId="{24A126E2-A2AE-A806-EF3D-145952FF51C5}"/>
          </ac:picMkLst>
        </pc:picChg>
        <pc:picChg chg="mod">
          <ac:chgData name="安藤　元一" userId="aaacf712-7740-4f7a-86dc-21596742342f" providerId="ADAL" clId="{6799D6F6-264F-4046-9914-95B0A860C248}" dt="2023-02-13T04:59:09.957" v="77" actId="1076"/>
          <ac:picMkLst>
            <pc:docMk/>
            <pc:sldMk cId="1877151076" sldId="2147380516"/>
            <ac:picMk id="1026" creationId="{00000000-0000-0000-0000-000000000000}"/>
          </ac:picMkLst>
        </pc:picChg>
      </pc:sldChg>
      <pc:sldChg chg="addSp modSp">
        <pc:chgData name="安藤　元一" userId="aaacf712-7740-4f7a-86dc-21596742342f" providerId="ADAL" clId="{6799D6F6-264F-4046-9914-95B0A860C248}" dt="2023-02-13T04:06:17.266" v="6"/>
        <pc:sldMkLst>
          <pc:docMk/>
          <pc:sldMk cId="1169017939" sldId="2147380517"/>
        </pc:sldMkLst>
        <pc:spChg chg="add mod">
          <ac:chgData name="安藤　元一" userId="aaacf712-7740-4f7a-86dc-21596742342f" providerId="ADAL" clId="{6799D6F6-264F-4046-9914-95B0A860C248}" dt="2023-02-13T04:06:17.266" v="6"/>
          <ac:spMkLst>
            <pc:docMk/>
            <pc:sldMk cId="1169017939" sldId="2147380517"/>
            <ac:spMk id="2" creationId="{B82108E1-882D-B0F7-1B3C-981BF6B96140}"/>
          </ac:spMkLst>
        </pc:spChg>
      </pc:sldChg>
      <pc:sldChg chg="addSp delSp modSp mod">
        <pc:chgData name="安藤　元一" userId="aaacf712-7740-4f7a-86dc-21596742342f" providerId="ADAL" clId="{6799D6F6-264F-4046-9914-95B0A860C248}" dt="2023-02-15T05:22:02.424" v="91" actId="6549"/>
        <pc:sldMkLst>
          <pc:docMk/>
          <pc:sldMk cId="1815024050" sldId="2147380518"/>
        </pc:sldMkLst>
        <pc:spChg chg="mod">
          <ac:chgData name="安藤　元一" userId="aaacf712-7740-4f7a-86dc-21596742342f" providerId="ADAL" clId="{6799D6F6-264F-4046-9914-95B0A860C248}" dt="2023-02-13T04:04:45.073" v="1"/>
          <ac:spMkLst>
            <pc:docMk/>
            <pc:sldMk cId="1815024050" sldId="2147380518"/>
            <ac:spMk id="2" creationId="{5C1088A6-A888-ACA9-2A99-3065C8BD5006}"/>
          </ac:spMkLst>
        </pc:spChg>
        <pc:spChg chg="mod">
          <ac:chgData name="安藤　元一" userId="aaacf712-7740-4f7a-86dc-21596742342f" providerId="ADAL" clId="{6799D6F6-264F-4046-9914-95B0A860C248}" dt="2023-02-13T04:05:00.510" v="3" actId="113"/>
          <ac:spMkLst>
            <pc:docMk/>
            <pc:sldMk cId="1815024050" sldId="2147380518"/>
            <ac:spMk id="3" creationId="{E87E40C0-3F62-D149-4E6E-CE069CAD634C}"/>
          </ac:spMkLst>
        </pc:spChg>
        <pc:spChg chg="del">
          <ac:chgData name="安藤　元一" userId="aaacf712-7740-4f7a-86dc-21596742342f" providerId="ADAL" clId="{6799D6F6-264F-4046-9914-95B0A860C248}" dt="2023-02-13T05:11:05.694" v="88" actId="478"/>
          <ac:spMkLst>
            <pc:docMk/>
            <pc:sldMk cId="1815024050" sldId="2147380518"/>
            <ac:spMk id="10" creationId="{CF1BDF99-F0F2-517B-C356-2023CBB22BB0}"/>
          </ac:spMkLst>
        </pc:spChg>
        <pc:spChg chg="add mod">
          <ac:chgData name="安藤　元一" userId="aaacf712-7740-4f7a-86dc-21596742342f" providerId="ADAL" clId="{6799D6F6-264F-4046-9914-95B0A860C248}" dt="2023-02-13T04:06:22.259" v="7"/>
          <ac:spMkLst>
            <pc:docMk/>
            <pc:sldMk cId="1815024050" sldId="2147380518"/>
            <ac:spMk id="12" creationId="{9B9D99AC-7CA6-CE3E-EBF5-2235DB76ABE3}"/>
          </ac:spMkLst>
        </pc:spChg>
        <pc:spChg chg="mod">
          <ac:chgData name="安藤　元一" userId="aaacf712-7740-4f7a-86dc-21596742342f" providerId="ADAL" clId="{6799D6F6-264F-4046-9914-95B0A860C248}" dt="2023-02-15T05:22:02.424" v="91" actId="6549"/>
          <ac:spMkLst>
            <pc:docMk/>
            <pc:sldMk cId="1815024050" sldId="2147380518"/>
            <ac:spMk id="30" creationId="{60CD7E2E-458B-B6F3-9F2F-DDA5066101BD}"/>
          </ac:spMkLst>
        </pc:spChg>
        <pc:grpChg chg="del">
          <ac:chgData name="安藤　元一" userId="aaacf712-7740-4f7a-86dc-21596742342f" providerId="ADAL" clId="{6799D6F6-264F-4046-9914-95B0A860C248}" dt="2023-02-13T05:00:04.693" v="83" actId="478"/>
          <ac:grpSpMkLst>
            <pc:docMk/>
            <pc:sldMk cId="1815024050" sldId="2147380518"/>
            <ac:grpSpMk id="4" creationId="{7623847A-BE69-28BF-9DFC-B991090C88C0}"/>
          </ac:grpSpMkLst>
        </pc:grpChg>
        <pc:picChg chg="add mod">
          <ac:chgData name="安藤　元一" userId="aaacf712-7740-4f7a-86dc-21596742342f" providerId="ADAL" clId="{6799D6F6-264F-4046-9914-95B0A860C248}" dt="2023-02-13T05:11:10.250" v="89" actId="1076"/>
          <ac:picMkLst>
            <pc:docMk/>
            <pc:sldMk cId="1815024050" sldId="2147380518"/>
            <ac:picMk id="14" creationId="{2FFAF779-6747-6A41-7F88-52BDC020359D}"/>
          </ac:picMkLst>
        </pc:picChg>
        <pc:picChg chg="add mod">
          <ac:chgData name="安藤　元一" userId="aaacf712-7740-4f7a-86dc-21596742342f" providerId="ADAL" clId="{6799D6F6-264F-4046-9914-95B0A860C248}" dt="2023-02-13T05:00:09.764" v="85" actId="1076"/>
          <ac:picMkLst>
            <pc:docMk/>
            <pc:sldMk cId="1815024050" sldId="2147380518"/>
            <ac:picMk id="15" creationId="{A0B34DA3-1A78-2A21-6090-894DE9F8F276}"/>
          </ac:picMkLst>
        </pc:picChg>
        <pc:cxnChg chg="mod ord">
          <ac:chgData name="安藤　元一" userId="aaacf712-7740-4f7a-86dc-21596742342f" providerId="ADAL" clId="{6799D6F6-264F-4046-9914-95B0A860C248}" dt="2023-02-13T05:11:05.694" v="88" actId="478"/>
          <ac:cxnSpMkLst>
            <pc:docMk/>
            <pc:sldMk cId="1815024050" sldId="2147380518"/>
            <ac:cxnSpMk id="13" creationId="{B953745C-3B5D-0A0E-C50D-29808AE14041}"/>
          </ac:cxnSpMkLst>
        </pc:cxnChg>
      </pc:sldChg>
      <pc:sldChg chg="del">
        <pc:chgData name="安藤　元一" userId="aaacf712-7740-4f7a-86dc-21596742342f" providerId="ADAL" clId="{6799D6F6-264F-4046-9914-95B0A860C248}" dt="2023-02-15T05:21:56.351" v="90" actId="47"/>
        <pc:sldMkLst>
          <pc:docMk/>
          <pc:sldMk cId="809381936" sldId="2147380519"/>
        </pc:sldMkLst>
      </pc:sldChg>
      <pc:sldChg chg="del">
        <pc:chgData name="安藤　元一" userId="aaacf712-7740-4f7a-86dc-21596742342f" providerId="ADAL" clId="{6799D6F6-264F-4046-9914-95B0A860C248}" dt="2023-02-15T05:21:56.351" v="90" actId="47"/>
        <pc:sldMkLst>
          <pc:docMk/>
          <pc:sldMk cId="3981115205" sldId="2147380520"/>
        </pc:sldMkLst>
      </pc:sldChg>
      <pc:sldChg chg="del">
        <pc:chgData name="安藤　元一" userId="aaacf712-7740-4f7a-86dc-21596742342f" providerId="ADAL" clId="{6799D6F6-264F-4046-9914-95B0A860C248}" dt="2023-02-15T05:21:56.351" v="90" actId="47"/>
        <pc:sldMkLst>
          <pc:docMk/>
          <pc:sldMk cId="2430249092" sldId="214738052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2919413" cy="493713"/>
          </a:xfrm>
          <a:prstGeom prst="rect">
            <a:avLst/>
          </a:prstGeom>
        </p:spPr>
        <p:txBody>
          <a:bodyPr vert="horz" lIns="91406" tIns="45704" rIns="91406" bIns="45704" rtlCol="0"/>
          <a:lstStyle>
            <a:lvl1pPr algn="l">
              <a:defRPr sz="1200"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4763" y="4"/>
            <a:ext cx="2919412" cy="493713"/>
          </a:xfrm>
          <a:prstGeom prst="rect">
            <a:avLst/>
          </a:prstGeom>
        </p:spPr>
        <p:txBody>
          <a:bodyPr vert="horz" lIns="91406" tIns="45704" rIns="91406" bIns="45704" rtlCol="0"/>
          <a:lstStyle>
            <a:lvl1pPr algn="r">
              <a:defRPr sz="1200" smtClean="0"/>
            </a:lvl1pPr>
          </a:lstStyle>
          <a:p>
            <a:pPr>
              <a:defRPr/>
            </a:pPr>
            <a:fld id="{D502BE3A-0353-4F18-AE69-F50CD9BE86DB}" type="datetimeFigureOut">
              <a:rPr lang="ja-JP" altLang="en-US"/>
              <a:pPr>
                <a:defRPr/>
              </a:pPr>
              <a:t>2023/2/16</a:t>
            </a:fld>
            <a:endParaRPr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3" y="9371013"/>
            <a:ext cx="2919413" cy="493712"/>
          </a:xfrm>
          <a:prstGeom prst="rect">
            <a:avLst/>
          </a:prstGeom>
        </p:spPr>
        <p:txBody>
          <a:bodyPr vert="horz" lIns="91406" tIns="45704" rIns="91406" bIns="45704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06" tIns="45704" rIns="91406" bIns="45704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2BAA5A3-7783-4D5C-9E12-6E3BDD157CE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60187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4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6" tIns="45704" rIns="91406" bIns="4570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4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6" tIns="45704" rIns="91406" bIns="4570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158750" y="606425"/>
            <a:ext cx="7056438" cy="3970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4" y="4686300"/>
            <a:ext cx="538956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6" tIns="45704" rIns="91406" bIns="457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371013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6" tIns="45704" rIns="91406" bIns="4570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6" tIns="45704" rIns="91406" bIns="4570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3C30D30-6E87-4095-9B34-CED26FF332F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731716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182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36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545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727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5909" algn="l" defTabSz="914363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スライド イメージ プレースホルダ 1">
            <a:extLst>
              <a:ext uri="{FF2B5EF4-FFF2-40B4-BE49-F238E27FC236}">
                <a16:creationId xmlns:a16="http://schemas.microsoft.com/office/drawing/2014/main" id="{2EBD8055-234B-4DBF-8CDF-77A797BE4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58750" y="606425"/>
            <a:ext cx="7056438" cy="3970338"/>
          </a:xfrm>
          <a:ln/>
        </p:spPr>
      </p:sp>
      <p:sp>
        <p:nvSpPr>
          <p:cNvPr id="6147" name="ノート プレースホルダ 2">
            <a:extLst>
              <a:ext uri="{FF2B5EF4-FFF2-40B4-BE49-F238E27FC236}">
                <a16:creationId xmlns:a16="http://schemas.microsoft.com/office/drawing/2014/main" id="{013B7DFC-E267-4BE0-9761-FFF08B332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>
              <a:latin typeface="Arial" panose="020B0604020202020204" pitchFamily="34" charset="0"/>
              <a:ea typeface="ＭＳ Ｐ明朝" panose="02020600040205080304" pitchFamily="18" charset="-128"/>
            </a:endParaRPr>
          </a:p>
        </p:txBody>
      </p:sp>
      <p:sp>
        <p:nvSpPr>
          <p:cNvPr id="6148" name="スライド番号プレースホルダ 3">
            <a:extLst>
              <a:ext uri="{FF2B5EF4-FFF2-40B4-BE49-F238E27FC236}">
                <a16:creationId xmlns:a16="http://schemas.microsoft.com/office/drawing/2014/main" id="{BF9895BB-35E2-46E2-985F-EBCAC3E2B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2889" indent="-28572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42906" indent="-22858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00068" indent="-22858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57230" indent="-22858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14392" indent="-22858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71554" indent="-22858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28717" indent="-22858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885879" indent="-22858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4A87FC-2C9F-4E85-8CB6-B92BEAF24402}" type="slidenum"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189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58750" y="606425"/>
            <a:ext cx="7056438" cy="39703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C30D30-6E87-4095-9B34-CED26FF332F8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174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58750" y="606425"/>
            <a:ext cx="7056438" cy="39703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C30D30-6E87-4095-9B34-CED26FF332F8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174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58750" y="606425"/>
            <a:ext cx="7056438" cy="39703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C30D30-6E87-4095-9B34-CED26FF332F8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322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58750" y="606425"/>
            <a:ext cx="7056438" cy="39703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C30D30-6E87-4095-9B34-CED26FF332F8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954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58750" y="606425"/>
            <a:ext cx="7056438" cy="39703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C30D30-6E87-4095-9B34-CED26FF332F8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592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8.svg"/><Relationship Id="rId7" Type="http://schemas.openxmlformats.org/officeDocument/2006/relationships/image" Target="../media/image2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9.png"/><Relationship Id="rId5" Type="http://schemas.openxmlformats.org/officeDocument/2006/relationships/image" Target="../media/image19.svg"/><Relationship Id="rId4" Type="http://schemas.openxmlformats.org/officeDocument/2006/relationships/image" Target="../media/image7.png"/><Relationship Id="rId9" Type="http://schemas.openxmlformats.org/officeDocument/2006/relationships/image" Target="../media/image21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3278554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0286168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8988535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5C0A4CD4-083C-4963-ADEC-4D9E920B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CAD6135E-38A4-4479-A6DA-B3F82735CC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569" y="5805491"/>
            <a:ext cx="4224867" cy="82867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ja-JP" sz="18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</a:t>
            </a:r>
          </a:p>
          <a:p>
            <a:pPr algn="ctr" eaLnBrk="1" hangingPunct="1">
              <a:defRPr/>
            </a:pPr>
            <a:r>
              <a:rPr kumimoji="0" lang="en-US" altLang="ja-JP" sz="9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BDCC19-67FA-4BF4-A977-CCFDFC41A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0014-E06D-46A6-88E1-F9C02FA5A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A6F01A-24FA-41C0-9544-ABF48303FDE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6960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6AB895B-DBF5-49B7-B103-C06F9C55C1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C61C9F8-CF2C-45E8-8541-52EC99C23D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37EA1-3FC9-4A0A-8578-FB012C5D174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0482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CDE9F-B11C-40C9-B637-553A9ABF3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B816523-061C-44DC-8A85-E9657CF3B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616C78-4216-4D83-B700-D0CB7A4C4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6D8932-EABA-46E6-8882-A858710C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8DA397-62A7-4296-B6E6-8D632B13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685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9D1E03-1941-464D-8E86-71C835F82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3D2B46-AC5E-426F-97DF-1606E1DDE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C5E383-5EDD-42EE-8E80-4AC6F772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5179CA-4D88-41D8-8130-EC7AE35D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B42B11-6ED8-493B-BF66-4036A3212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32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A8025D-5CBD-4639-A192-60CA9E69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45D33F-6423-4D34-8F31-6BBDBA04A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38D6ED-3DFB-48CA-B312-25617A85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90384-C45D-4439-89B1-B474859EB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6A8F7B-CF06-4A89-B678-450E8576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04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48F08-343F-4196-8C1D-F84B913B5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1BC7E4-BE7F-4BAC-8EB3-FBE6BFB9B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C15BC7-DBD9-4326-8432-FCC838294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C87587-C022-4971-A689-3259BFED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73ED5F-37D4-41C9-BD9F-FFB23787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D14CB7-EB94-4D7F-B3E9-D8509E98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579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7EBD4D-9B1A-4497-9CCA-7BF0ADD0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9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63ECCA-D598-4109-932D-991616DB7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1DF87A2-7872-4442-8BCB-09EA70112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9" y="2505076"/>
            <a:ext cx="5158316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502544A-4F54-4FC4-AB9C-D1939D970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28DEBF0-B5EE-44E6-98D6-D2F25ACE6F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71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6DA555-BF6C-46A7-9390-E582B6B0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8963676-67AE-4DA7-9B87-247437B17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C1291C-0052-4316-B9FD-A7441104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272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DB8F52-82DB-498F-A48E-013B1A834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934EA-7E26-41CC-B529-F79F1D26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7F53A3A-70E8-4149-9F4F-EAFAF880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4EDB896-75F7-4145-9FC8-B49FAC98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45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8ECD3D5-2DA3-4E62-AB5E-41BEB0E3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57BA63B-69B0-41D4-A4CF-96FD36C8F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444AAC-5045-4642-9DC2-E39B6145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896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BA2643-1732-4ECE-8324-882DBB7E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21" y="457200"/>
            <a:ext cx="393276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30DD3D-9D60-48D5-8CC8-16501FA2F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03307-CCB0-414A-9175-788E31B5F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21" y="2057400"/>
            <a:ext cx="393276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0B4CAC-F55F-4251-A2EB-E600F5CC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89D341-3823-4AAF-9D9B-37AA2986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22CA85-85AA-4939-A159-6C9491B6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4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01733E-770C-41B0-97B5-4A2EEE8F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21" y="457200"/>
            <a:ext cx="393276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FEE0354-23AF-448A-8AB6-645914EB76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F2EBB0-EF0D-4018-8AF3-916460393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21" y="2057400"/>
            <a:ext cx="393276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85714C-47FA-460D-A75D-DE1D6F02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92647E-2963-4912-8D8A-CA6BBA7B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901632-1A01-4D0C-BB19-7C55AD97A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0552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96B814-21A8-483D-AE90-2F8C289D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BA44092-4C06-457A-8D19-7F5A07B28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F3D95C-65F8-4418-8FCB-0952518FB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F5D918-E34D-48B7-BBF9-92DB81102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7CCA8C-480D-4F17-B12D-7AB4AF95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0188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38DB736-8F18-40A2-B906-97E9C27D7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0E69A4-EDBA-4447-AE78-B84C4FB44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6835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47326C-52E5-41C8-82E7-AFA848E8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44CF0-70B4-41F9-9D39-3EF0DE1E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223720-7E2A-4ED7-ACCB-52097495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2994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時計, フィールド, 大きい, 立つ が含まれている画像&#10;&#10;自動的に生成された説明">
            <a:extLst>
              <a:ext uri="{FF2B5EF4-FFF2-40B4-BE49-F238E27FC236}">
                <a16:creationId xmlns:a16="http://schemas.microsoft.com/office/drawing/2014/main" id="{EED84D75-62B9-49BE-9B20-DAF1F27057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03838"/>
            <a:ext cx="12192000" cy="3450325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18DA035-B744-4189-9547-C6E67E841E7E}"/>
              </a:ext>
            </a:extLst>
          </p:cNvPr>
          <p:cNvSpPr/>
          <p:nvPr userDrawn="1"/>
        </p:nvSpPr>
        <p:spPr>
          <a:xfrm>
            <a:off x="469980" y="1916833"/>
            <a:ext cx="6938105" cy="197257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  <a:softEdge rad="1270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E7C4AC3-2594-4F22-B9E9-AF046F2486C0}"/>
              </a:ext>
            </a:extLst>
          </p:cNvPr>
          <p:cNvSpPr/>
          <p:nvPr userDrawn="1"/>
        </p:nvSpPr>
        <p:spPr>
          <a:xfrm>
            <a:off x="469980" y="4140077"/>
            <a:ext cx="6938105" cy="88651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  <a:softEdge rad="1270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27381" y="2003880"/>
            <a:ext cx="6757144" cy="1785160"/>
          </a:xfrm>
          <a:prstGeom prst="rect">
            <a:avLst/>
          </a:prstGeom>
        </p:spPr>
        <p:txBody>
          <a:bodyPr/>
          <a:lstStyle>
            <a:lvl1pPr algn="ctr">
              <a:defRPr sz="3300"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27381" y="4200515"/>
            <a:ext cx="6757144" cy="723733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C28901-FB45-4877-931D-759FD243F812}" type="datetime1">
              <a:rPr lang="ja-JP" altLang="es-ES" smtClean="0"/>
              <a:pPr>
                <a:defRPr/>
              </a:pPr>
              <a:t>2023/2/16</a:t>
            </a:fld>
            <a:endParaRPr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94B68-832D-4AEC-AF84-44A0A77BC684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25917"/>
      </p:ext>
    </p:extLst>
  </p:cSld>
  <p:clrMapOvr>
    <a:masterClrMapping/>
  </p:clrMapOvr>
  <p:transition>
    <p:zoom/>
  </p:transition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745B3-C44D-4952-AB12-9BBC385CCB4A}" type="datetime1">
              <a:rPr lang="ja-JP" altLang="es-ES" smtClean="0"/>
              <a:pPr>
                <a:defRPr/>
              </a:pPr>
              <a:t>2023/2/16</a:t>
            </a:fld>
            <a:endParaRPr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90353701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CEE3B-53FB-4215-8F97-34DFAA02986F}" type="datetime1">
              <a:rPr lang="ja-JP" altLang="es-ES" smtClean="0"/>
              <a:pPr>
                <a:defRPr/>
              </a:pPr>
              <a:t>2023/2/16</a:t>
            </a:fld>
            <a:endParaRPr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コンテンツ プレースホルダー 38">
            <a:extLst>
              <a:ext uri="{FF2B5EF4-FFF2-40B4-BE49-F238E27FC236}">
                <a16:creationId xmlns:a16="http://schemas.microsoft.com/office/drawing/2014/main" id="{510931C9-AFB9-4108-9E8F-A9AE55DA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055" y="766824"/>
            <a:ext cx="10972800" cy="624346"/>
          </a:xfrm>
        </p:spPr>
        <p:txBody>
          <a:bodyPr/>
          <a:lstStyle/>
          <a:p>
            <a:pPr marL="0" indent="0">
              <a:buNone/>
            </a:pPr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997582968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500" b="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43841" y="630314"/>
            <a:ext cx="11715120" cy="579711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スライド番号プレースホルダー 2">
            <a:extLst>
              <a:ext uri="{FF2B5EF4-FFF2-40B4-BE49-F238E27FC236}">
                <a16:creationId xmlns:a16="http://schemas.microsoft.com/office/drawing/2014/main" id="{1ED57AD8-A584-4132-B88F-2BAB06241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71083" y="6632156"/>
            <a:ext cx="765264" cy="2107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fld id="{4845D396-92EC-469D-9208-3BF91BA2B9A0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7227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538490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2277121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5745612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50531231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78" y="6568450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1100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8257564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5C0A4CD4-083C-4963-ADEC-4D9E920B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CAD6135E-38A4-4479-A6DA-B3F82735CC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567" y="5805489"/>
            <a:ext cx="4224867" cy="8286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ja-JP" sz="24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</a:t>
            </a:r>
          </a:p>
          <a:p>
            <a:pPr algn="ctr" eaLnBrk="1" hangingPunct="1">
              <a:defRPr/>
            </a:pPr>
            <a:r>
              <a:rPr kumimoji="0" lang="en-US" altLang="ja-JP" sz="12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BDCC19-67FA-4BF4-A977-CCFDFC41A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0014-E06D-46A6-88E1-F9C02FA5A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7267" y="6488114"/>
            <a:ext cx="2540000" cy="1809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A6F01A-24FA-41C0-9544-ABF48303FDE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119038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16559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06353306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884958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1046030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78" y="6568450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1100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55674726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44094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0721410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61466111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7552125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29930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5C0A4CD4-083C-4963-ADEC-4D9E920B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CAD6135E-38A4-4479-A6DA-B3F82735CC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569" y="5805491"/>
            <a:ext cx="4224867" cy="82867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ja-JP" sz="18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</a:t>
            </a:r>
          </a:p>
          <a:p>
            <a:pPr algn="ctr" eaLnBrk="1" hangingPunct="1">
              <a:defRPr/>
            </a:pPr>
            <a:r>
              <a:rPr kumimoji="0" lang="en-US" altLang="ja-JP" sz="9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BDCC19-67FA-4BF4-A977-CCFDFC41A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0014-E06D-46A6-88E1-F9C02FA5A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A6F01A-24FA-41C0-9544-ABF48303FDE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11585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>
                <a:latin typeface="BIZ UDゴシック" panose="020B0400000000000000" pitchFamily="49" charset="-128"/>
                <a:ea typeface="BIZ UDゴシック" panose="020B0400000000000000" pitchFamily="49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56634861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" y="0"/>
            <a:ext cx="10474364" cy="582612"/>
          </a:xfrm>
        </p:spPr>
        <p:txBody>
          <a:bodyPr/>
          <a:lstStyle>
            <a:lvl1pPr>
              <a:defRPr>
                <a:latin typeface="BIZ UDゴシック" panose="020B0400000000000000" pitchFamily="49" charset="-128"/>
                <a:ea typeface="BIZ UDゴシック" panose="020B0400000000000000" pitchFamily="49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コンテンツ プレースホルダー 38">
            <a:extLst>
              <a:ext uri="{FF2B5EF4-FFF2-40B4-BE49-F238E27FC236}">
                <a16:creationId xmlns:a16="http://schemas.microsoft.com/office/drawing/2014/main" id="{510931C9-AFB9-4108-9E8F-A9AE55DA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43" y="655764"/>
            <a:ext cx="10972800" cy="624346"/>
          </a:xfrm>
        </p:spPr>
        <p:txBody>
          <a:bodyPr/>
          <a:lstStyle>
            <a:lvl1pPr marL="0" indent="0">
              <a:buNone/>
              <a:defRPr>
                <a:latin typeface="BIZ UDゴシック" panose="020B0400000000000000" pitchFamily="49" charset="-128"/>
                <a:ea typeface="BIZ UDゴシック" panose="020B0400000000000000" pitchFamily="49" charset="-128"/>
              </a:defRPr>
            </a:lvl1pPr>
          </a:lstStyle>
          <a:p>
            <a:pPr marL="0" indent="0">
              <a:buNone/>
            </a:pPr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996000141"/>
      </p:ext>
    </p:extLst>
  </p:cSld>
  <p:clrMapOvr>
    <a:masterClrMapping/>
  </p:clrMapOvr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95BEB9-E0EF-41AE-9133-446EC6F3D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74CC16-456B-4AF5-B605-6F6AFE8E0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BE5A8F-CAD7-4311-9B31-F803897B8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1EF79-7B8F-4988-A120-302A9E44F3C9}" type="datetime1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43E8BE-7C0C-4E6B-916A-5B5AF213F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© 2022 USMH. All Rights Reserved. 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19AD4C-D826-4BF4-99DD-D52A446B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F242-D5E2-4409-97DF-20BD301D2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41587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239361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24712685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95712700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9902989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828230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60337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938C48C-C452-42BB-AE38-78013566E3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37619A-ED08-4B3A-B641-1D775373DCC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92142811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248A3827-2C6B-490C-B291-C0D3F2A6D78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109B00-7371-47F7-8D89-BD8E8A5E39F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04000980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EA575707-C750-43F5-802A-39DE4CF4B30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5AD6D0-F9E1-45B8-B70D-CB275385AA2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83064700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13FEE7E5-9344-49B2-8CE6-D8EA083951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E007D-28F9-423A-8788-73A025DF951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98982785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91DA8FA4-9D4A-4F42-82A8-78DB73F2B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955A04C6-E8A3-4C71-94CC-4A39CA978A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038" y="5805488"/>
            <a:ext cx="4225925" cy="8286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ＭＳ Ｐゴシック" charset="-128"/>
              </a:rPr>
              <a:t>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sz="9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7F8E5F3-ACD7-4698-B2A5-84981555D6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99988F-2643-4D6B-B115-08FB097C48D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6738" y="6488113"/>
            <a:ext cx="2540000" cy="1809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BA6671-11F6-470D-98FB-E5BF16A8D57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928306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C38CE8B-B2FB-4FD0-A5FE-B37C2FA8738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7D360-881A-4228-B49D-3CDC49A068D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60783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77212" y="4406903"/>
            <a:ext cx="8649071" cy="1362075"/>
          </a:xfrm>
        </p:spPr>
        <p:txBody>
          <a:bodyPr anchor="t"/>
          <a:lstStyle>
            <a:lvl1pPr algn="l">
              <a:defRPr sz="3000" b="1" cap="all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2677212" y="2906713"/>
            <a:ext cx="8649071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7FEA90F-998A-0F08-7321-9145F81548DC}"/>
              </a:ext>
            </a:extLst>
          </p:cNvPr>
          <p:cNvSpPr/>
          <p:nvPr userDrawn="1"/>
        </p:nvSpPr>
        <p:spPr>
          <a:xfrm>
            <a:off x="59675" y="5542961"/>
            <a:ext cx="1915566" cy="5401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baseline="0">
                <a:solidFill>
                  <a:srgbClr val="F56D4D"/>
                </a:solidFill>
                <a:effectLst/>
                <a:latin typeface="Brooklyn Heavy" panose="00000A00000000000000" pitchFamily="50" charset="0"/>
                <a:ea typeface="ＭＳ Ｐゴシック" panose="020B0600070205080204" pitchFamily="50" charset="-128"/>
              </a:rPr>
              <a:t>USMH 2023</a:t>
            </a:r>
          </a:p>
          <a:p>
            <a:pPr algn="r"/>
            <a:r>
              <a:rPr kumimoji="1" lang="en-US" altLang="ja-JP" sz="2000" b="1" baseline="0">
                <a:solidFill>
                  <a:srgbClr val="F56D4D"/>
                </a:solidFill>
                <a:effectLst/>
                <a:latin typeface="Brooklyn Heavy" panose="00000A00000000000000" pitchFamily="50" charset="0"/>
                <a:ea typeface="ＭＳ Ｐゴシック" panose="020B0600070205080204" pitchFamily="50" charset="-128"/>
              </a:rPr>
              <a:t>POLYGON</a:t>
            </a:r>
          </a:p>
        </p:txBody>
      </p:sp>
      <p:pic>
        <p:nvPicPr>
          <p:cNvPr id="27" name="グラフィックス 26">
            <a:extLst>
              <a:ext uri="{FF2B5EF4-FFF2-40B4-BE49-F238E27FC236}">
                <a16:creationId xmlns:a16="http://schemas.microsoft.com/office/drawing/2014/main" id="{B072A31F-098A-46C0-4631-D85C75B71A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625" y="3176835"/>
            <a:ext cx="2035117" cy="2328421"/>
          </a:xfrm>
          <a:prstGeom prst="rect">
            <a:avLst/>
          </a:prstGeom>
        </p:spPr>
      </p:pic>
      <p:pic>
        <p:nvPicPr>
          <p:cNvPr id="31" name="グラフィックス 30">
            <a:extLst>
              <a:ext uri="{FF2B5EF4-FFF2-40B4-BE49-F238E27FC236}">
                <a16:creationId xmlns:a16="http://schemas.microsoft.com/office/drawing/2014/main" id="{B0737C59-F66F-77A9-C173-6ABA717B22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1105" y="5524112"/>
            <a:ext cx="426460" cy="540182"/>
          </a:xfrm>
          <a:prstGeom prst="rect">
            <a:avLst/>
          </a:prstGeom>
        </p:spPr>
      </p:pic>
      <p:pic>
        <p:nvPicPr>
          <p:cNvPr id="29" name="グラフィックス 28">
            <a:extLst>
              <a:ext uri="{FF2B5EF4-FFF2-40B4-BE49-F238E27FC236}">
                <a16:creationId xmlns:a16="http://schemas.microsoft.com/office/drawing/2014/main" id="{677A0C48-9B36-FB40-0FD0-8965C6BC0CE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32067" y="5524111"/>
            <a:ext cx="426460" cy="540183"/>
          </a:xfrm>
          <a:prstGeom prst="rect">
            <a:avLst/>
          </a:prstGeom>
        </p:spPr>
      </p:pic>
      <p:pic>
        <p:nvPicPr>
          <p:cNvPr id="32" name="グラフィックス 31">
            <a:extLst>
              <a:ext uri="{FF2B5EF4-FFF2-40B4-BE49-F238E27FC236}">
                <a16:creationId xmlns:a16="http://schemas.microsoft.com/office/drawing/2014/main" id="{F4AE13D3-E1FA-F5DD-FBB9-B0978BB2EF8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625" y="3044858"/>
            <a:ext cx="482589" cy="49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23914"/>
      </p:ext>
    </p:extLst>
  </p:cSld>
  <p:clrMapOvr>
    <a:masterClrMapping/>
  </p:clrMapOvr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" y="0"/>
            <a:ext cx="10474364" cy="582612"/>
          </a:xfrm>
        </p:spPr>
        <p:txBody>
          <a:bodyPr/>
          <a:lstStyle>
            <a:lvl1pPr>
              <a:defRPr sz="24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コンテンツ プレースホルダー 38">
            <a:extLst>
              <a:ext uri="{FF2B5EF4-FFF2-40B4-BE49-F238E27FC236}">
                <a16:creationId xmlns:a16="http://schemas.microsoft.com/office/drawing/2014/main" id="{510931C9-AFB9-4108-9E8F-A9AE55DA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43" y="655764"/>
            <a:ext cx="10972800" cy="624346"/>
          </a:xfrm>
        </p:spPr>
        <p:txBody>
          <a:bodyPr/>
          <a:lstStyle>
            <a:lvl1pPr marL="0" indent="0">
              <a:buNone/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 marL="0" indent="0">
              <a:buNone/>
            </a:pPr>
            <a:endParaRPr kumimoji="1" lang="ja-JP" altLang="en-US" sz="180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112AF2E-F9E2-73C1-4779-6F880CA7DA7E}"/>
              </a:ext>
            </a:extLst>
          </p:cNvPr>
          <p:cNvSpPr/>
          <p:nvPr userDrawn="1"/>
        </p:nvSpPr>
        <p:spPr>
          <a:xfrm>
            <a:off x="6829679" y="6616393"/>
            <a:ext cx="3610466" cy="2489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1400" b="0" baseline="0">
                <a:solidFill>
                  <a:schemeClr val="bg1"/>
                </a:solidFill>
                <a:effectLst/>
                <a:latin typeface="Brooklyn Normal" panose="00000500000000000000" pitchFamily="50" charset="0"/>
                <a:ea typeface="ＭＳ Ｐゴシック" panose="020B0600070205080204" pitchFamily="50" charset="-128"/>
              </a:rPr>
              <a:t>PROGRAM POLYGON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FC9D32F5-3311-13EE-1E26-CC98CD202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1970" y="6650865"/>
            <a:ext cx="157384" cy="180000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87863D1E-A9D5-348F-5070-FEE86BAD79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1400" y="6650865"/>
            <a:ext cx="1764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68620"/>
      </p:ext>
    </p:extLst>
  </p:cSld>
  <p:clrMapOvr>
    <a:masterClrMapping/>
  </p:clrMapOvr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217144"/>
            <a:ext cx="5384800" cy="5196015"/>
          </a:xfrm>
        </p:spPr>
        <p:txBody>
          <a:bodyPr/>
          <a:lstStyle>
            <a:lvl1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2pPr>
            <a:lvl3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3pPr>
            <a:lvl4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4pPr>
            <a:lvl5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217144"/>
            <a:ext cx="5384800" cy="5196015"/>
          </a:xfrm>
        </p:spPr>
        <p:txBody>
          <a:bodyPr/>
          <a:lstStyle>
            <a:lvl1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2pPr>
            <a:lvl3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3pPr>
            <a:lvl4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4pPr>
            <a:lvl5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9FCD72-6D1A-21CD-588A-D1D3B99AA279}"/>
              </a:ext>
            </a:extLst>
          </p:cNvPr>
          <p:cNvSpPr/>
          <p:nvPr userDrawn="1"/>
        </p:nvSpPr>
        <p:spPr>
          <a:xfrm>
            <a:off x="6835343" y="6616393"/>
            <a:ext cx="3610466" cy="2489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1400" b="0" baseline="0">
                <a:solidFill>
                  <a:schemeClr val="bg1"/>
                </a:solidFill>
                <a:effectLst/>
                <a:latin typeface="Brooklyn Normal" panose="00000500000000000000" pitchFamily="50" charset="0"/>
                <a:ea typeface="ＭＳ Ｐゴシック" panose="020B0600070205080204" pitchFamily="50" charset="-128"/>
              </a:rPr>
              <a:t>PROGRAM POLYGON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F1208D1D-4492-7B3D-5BE0-B5768BF203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8679" y="6649985"/>
            <a:ext cx="158924" cy="181761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D5007C3-39D3-F4D1-9F05-3865F6E423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3549" y="6649985"/>
            <a:ext cx="158924" cy="18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49565"/>
      </p:ext>
    </p:extLst>
  </p:cSld>
  <p:clrMapOvr>
    <a:masterClrMapping/>
  </p:clrMapOvr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77212" y="4406903"/>
            <a:ext cx="8649071" cy="1362075"/>
          </a:xfrm>
        </p:spPr>
        <p:txBody>
          <a:bodyPr anchor="t"/>
          <a:lstStyle>
            <a:lvl1pPr algn="l">
              <a:defRPr sz="3000" b="1" cap="all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2677212" y="2906713"/>
            <a:ext cx="8649071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7FEA90F-998A-0F08-7321-9145F81548DC}"/>
              </a:ext>
            </a:extLst>
          </p:cNvPr>
          <p:cNvSpPr/>
          <p:nvPr userDrawn="1"/>
        </p:nvSpPr>
        <p:spPr>
          <a:xfrm>
            <a:off x="59675" y="5542961"/>
            <a:ext cx="1915566" cy="5401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baseline="0">
                <a:solidFill>
                  <a:srgbClr val="F56D4D"/>
                </a:solidFill>
                <a:effectLst/>
                <a:latin typeface="Brooklyn Heavy" panose="00000A00000000000000" pitchFamily="50" charset="0"/>
                <a:ea typeface="ＭＳ Ｐゴシック" panose="020B0600070205080204" pitchFamily="50" charset="-128"/>
              </a:rPr>
              <a:t>USMH 2023</a:t>
            </a:r>
          </a:p>
          <a:p>
            <a:pPr algn="r"/>
            <a:r>
              <a:rPr kumimoji="1" lang="en-US" altLang="ja-JP" sz="2000" b="1" baseline="0">
                <a:solidFill>
                  <a:srgbClr val="F56D4D"/>
                </a:solidFill>
                <a:effectLst/>
                <a:latin typeface="Brooklyn Heavy" panose="00000A00000000000000" pitchFamily="50" charset="0"/>
                <a:ea typeface="ＭＳ Ｐゴシック" panose="020B0600070205080204" pitchFamily="50" charset="-128"/>
              </a:rPr>
              <a:t>POLYGON</a:t>
            </a:r>
          </a:p>
        </p:txBody>
      </p:sp>
      <p:pic>
        <p:nvPicPr>
          <p:cNvPr id="27" name="グラフィックス 26">
            <a:extLst>
              <a:ext uri="{FF2B5EF4-FFF2-40B4-BE49-F238E27FC236}">
                <a16:creationId xmlns:a16="http://schemas.microsoft.com/office/drawing/2014/main" id="{B072A31F-098A-46C0-4631-D85C75B71A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625" y="3176835"/>
            <a:ext cx="2035117" cy="2328421"/>
          </a:xfrm>
          <a:prstGeom prst="rect">
            <a:avLst/>
          </a:prstGeom>
        </p:spPr>
      </p:pic>
      <p:pic>
        <p:nvPicPr>
          <p:cNvPr id="31" name="グラフィックス 30">
            <a:extLst>
              <a:ext uri="{FF2B5EF4-FFF2-40B4-BE49-F238E27FC236}">
                <a16:creationId xmlns:a16="http://schemas.microsoft.com/office/drawing/2014/main" id="{B0737C59-F66F-77A9-C173-6ABA717B22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1105" y="5524112"/>
            <a:ext cx="426460" cy="540182"/>
          </a:xfrm>
          <a:prstGeom prst="rect">
            <a:avLst/>
          </a:prstGeom>
        </p:spPr>
      </p:pic>
      <p:pic>
        <p:nvPicPr>
          <p:cNvPr id="29" name="グラフィックス 28">
            <a:extLst>
              <a:ext uri="{FF2B5EF4-FFF2-40B4-BE49-F238E27FC236}">
                <a16:creationId xmlns:a16="http://schemas.microsoft.com/office/drawing/2014/main" id="{677A0C48-9B36-FB40-0FD0-8965C6BC0CE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32067" y="5524111"/>
            <a:ext cx="426460" cy="540183"/>
          </a:xfrm>
          <a:prstGeom prst="rect">
            <a:avLst/>
          </a:prstGeom>
        </p:spPr>
      </p:pic>
      <p:pic>
        <p:nvPicPr>
          <p:cNvPr id="32" name="グラフィックス 31">
            <a:extLst>
              <a:ext uri="{FF2B5EF4-FFF2-40B4-BE49-F238E27FC236}">
                <a16:creationId xmlns:a16="http://schemas.microsoft.com/office/drawing/2014/main" id="{F4AE13D3-E1FA-F5DD-FBB9-B0978BB2EF8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625" y="3044858"/>
            <a:ext cx="482589" cy="49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587598"/>
      </p:ext>
    </p:extLst>
  </p:cSld>
  <p:clrMapOvr>
    <a:masterClrMapping/>
  </p:clrMapOvr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" y="0"/>
            <a:ext cx="10474364" cy="582612"/>
          </a:xfrm>
        </p:spPr>
        <p:txBody>
          <a:bodyPr/>
          <a:lstStyle>
            <a:lvl1pPr>
              <a:defRPr sz="24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コンテンツ プレースホルダー 38">
            <a:extLst>
              <a:ext uri="{FF2B5EF4-FFF2-40B4-BE49-F238E27FC236}">
                <a16:creationId xmlns:a16="http://schemas.microsoft.com/office/drawing/2014/main" id="{510931C9-AFB9-4108-9E8F-A9AE55DA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43" y="655764"/>
            <a:ext cx="10972800" cy="624346"/>
          </a:xfrm>
        </p:spPr>
        <p:txBody>
          <a:bodyPr/>
          <a:lstStyle>
            <a:lvl1pPr marL="0" indent="0">
              <a:buNone/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 marL="0" indent="0">
              <a:buNone/>
            </a:pPr>
            <a:endParaRPr kumimoji="1" lang="ja-JP" altLang="en-US" sz="180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112AF2E-F9E2-73C1-4779-6F880CA7DA7E}"/>
              </a:ext>
            </a:extLst>
          </p:cNvPr>
          <p:cNvSpPr/>
          <p:nvPr userDrawn="1"/>
        </p:nvSpPr>
        <p:spPr>
          <a:xfrm>
            <a:off x="6829679" y="6616393"/>
            <a:ext cx="3610466" cy="2489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1400" b="0" baseline="0">
                <a:solidFill>
                  <a:schemeClr val="bg1"/>
                </a:solidFill>
                <a:effectLst/>
                <a:latin typeface="Brooklyn Normal" panose="00000500000000000000" pitchFamily="50" charset="0"/>
                <a:ea typeface="ＭＳ Ｐゴシック" panose="020B0600070205080204" pitchFamily="50" charset="-128"/>
              </a:rPr>
              <a:t>PROGRAM POLYGON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FC9D32F5-3311-13EE-1E26-CC98CD202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1970" y="6650865"/>
            <a:ext cx="157384" cy="180000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87863D1E-A9D5-348F-5070-FEE86BAD79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1400" y="6650865"/>
            <a:ext cx="1764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295169"/>
      </p:ext>
    </p:extLst>
  </p:cSld>
  <p:clrMapOvr>
    <a:masterClrMapping/>
  </p:clrMapOvr>
  <p:hf hd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217144"/>
            <a:ext cx="5384800" cy="5196015"/>
          </a:xfrm>
        </p:spPr>
        <p:txBody>
          <a:bodyPr/>
          <a:lstStyle>
            <a:lvl1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2pPr>
            <a:lvl3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3pPr>
            <a:lvl4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4pPr>
            <a:lvl5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217144"/>
            <a:ext cx="5384800" cy="5196015"/>
          </a:xfrm>
        </p:spPr>
        <p:txBody>
          <a:bodyPr/>
          <a:lstStyle>
            <a:lvl1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2pPr>
            <a:lvl3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3pPr>
            <a:lvl4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4pPr>
            <a:lvl5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9FCD72-6D1A-21CD-588A-D1D3B99AA279}"/>
              </a:ext>
            </a:extLst>
          </p:cNvPr>
          <p:cNvSpPr/>
          <p:nvPr userDrawn="1"/>
        </p:nvSpPr>
        <p:spPr>
          <a:xfrm>
            <a:off x="6835343" y="6616393"/>
            <a:ext cx="3610466" cy="2489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1400" b="0" baseline="0">
                <a:solidFill>
                  <a:schemeClr val="bg1"/>
                </a:solidFill>
                <a:effectLst/>
                <a:latin typeface="Brooklyn Normal" panose="00000500000000000000" pitchFamily="50" charset="0"/>
                <a:ea typeface="ＭＳ Ｐゴシック" panose="020B0600070205080204" pitchFamily="50" charset="-128"/>
              </a:rPr>
              <a:t>PROGRAM POLYGON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F1208D1D-4492-7B3D-5BE0-B5768BF203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8679" y="6649985"/>
            <a:ext cx="158924" cy="181761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D5007C3-39D3-F4D1-9F05-3865F6E423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3549" y="6649985"/>
            <a:ext cx="158924" cy="18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887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4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9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4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4.png"/><Relationship Id="rId4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8" y="642922"/>
            <a:ext cx="11713633" cy="142876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18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51"/>
            <a:ext cx="11664949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3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9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4"/>
            <a:ext cx="1143000" cy="2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825" kern="0" dirty="0">
                <a:solidFill>
                  <a:schemeClr val="bg1">
                    <a:lumMod val="50000"/>
                  </a:schemeClr>
                </a:solidFill>
              </a:rPr>
              <a:t>Copyright © KASUMI CO., LTD. All Rights Reserved.</a:t>
            </a:r>
            <a:endParaRPr lang="en-US" altLang="ja-JP" sz="825" kern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2" r:id="rId2"/>
    <p:sldLayoutId id="2147483723" r:id="rId3"/>
    <p:sldLayoutId id="2147483719" r:id="rId4"/>
    <p:sldLayoutId id="2147483720" r:id="rId5"/>
    <p:sldLayoutId id="2147483721" r:id="rId6"/>
    <p:sldLayoutId id="2147483736" r:id="rId7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2417" indent="-35241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251">
          <a:solidFill>
            <a:schemeClr val="tx1"/>
          </a:solidFill>
          <a:latin typeface="+mn-lt"/>
          <a:ea typeface="+mn-ea"/>
          <a:cs typeface="+mn-cs"/>
        </a:defRPr>
      </a:lvl1pPr>
      <a:lvl2pPr marL="681022" indent="-32741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951">
          <a:solidFill>
            <a:schemeClr val="tx1"/>
          </a:solidFill>
          <a:latin typeface="+mn-lt"/>
          <a:ea typeface="+mn-ea"/>
        </a:defRPr>
      </a:lvl2pPr>
      <a:lvl3pPr marL="978670" indent="-29645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1725">
          <a:solidFill>
            <a:schemeClr val="tx1"/>
          </a:solidFill>
          <a:latin typeface="+mn-lt"/>
          <a:ea typeface="+mn-ea"/>
        </a:defRPr>
      </a:lvl3pPr>
      <a:lvl4pPr marL="1270366" indent="-29050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395" indent="-298839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DF98715-C65E-4F99-AFB7-9785C77AF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3BBDD3-37E0-47D5-B490-328D4B09B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C70637-F916-4497-ACDF-694BA03A0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31292-4942-4C91-8B99-39B18F9984A6}" type="datetimeFigureOut">
              <a:rPr kumimoji="1" lang="ja-JP" altLang="en-US" smtClean="0"/>
              <a:t>2023/2/16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3232DA-597D-4929-8A10-8A6970A71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4F2C46-39EC-4AA4-9260-6620C4056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0FACD-5819-4175-B352-A564B850E1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0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0" y="6634114"/>
            <a:ext cx="12192000" cy="209194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900" b="0" i="1">
              <a:solidFill>
                <a:schemeClr val="bg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0" y="6625818"/>
            <a:ext cx="12192000" cy="240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75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341843" y="131004"/>
            <a:ext cx="10474364" cy="582612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609600" y="1071565"/>
            <a:ext cx="10972800" cy="542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143933" y="6628996"/>
            <a:ext cx="1390651" cy="214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 baseline="0" smtClean="0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956003-F882-413D-A31F-7B314714E226}" type="datetime1">
              <a:rPr lang="ja-JP" altLang="es-ES" smtClean="0"/>
              <a:pPr>
                <a:defRPr/>
              </a:pPr>
              <a:t>2023/2/16</a:t>
            </a:fld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657420" y="6625821"/>
            <a:ext cx="1390649" cy="220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baseline="0" smtClean="0">
                <a:solidFill>
                  <a:schemeClr val="bg1"/>
                </a:solidFill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32" name="テキスト ボックス 11"/>
          <p:cNvSpPr txBox="1">
            <a:spLocks noChangeArrowheads="1"/>
          </p:cNvSpPr>
          <p:nvPr/>
        </p:nvSpPr>
        <p:spPr bwMode="auto">
          <a:xfrm>
            <a:off x="3800426" y="6615996"/>
            <a:ext cx="3435556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 eaLnBrk="1" hangingPunct="1"/>
            <a:r>
              <a:rPr lang="en-US" altLang="ja-JP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CONFIDENTIAL.</a:t>
            </a:r>
            <a:r>
              <a:rPr lang="ja-JP" altLang="en-US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ja-JP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 </a:t>
            </a:r>
            <a:r>
              <a:rPr lang="ja-JP" altLang="en-US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　</a:t>
            </a:r>
            <a:r>
              <a:rPr lang="en-US" altLang="ja-JP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Copyright</a:t>
            </a:r>
            <a:r>
              <a:rPr lang="ja-JP" altLang="en-US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ja-JP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2014-2020,  KASUMI Co.,</a:t>
            </a:r>
            <a:r>
              <a:rPr lang="ja-JP" altLang="en-US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ja-JP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Ltd. </a:t>
            </a:r>
            <a:r>
              <a:rPr lang="ja-JP" altLang="en-US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　</a:t>
            </a:r>
            <a:r>
              <a:rPr lang="en-US" altLang="ja-JP" sz="675">
                <a:solidFill>
                  <a:schemeClr val="bg1"/>
                </a:solidFill>
                <a:effectLst/>
                <a:latin typeface="Arial" panose="020B0604020202020204" pitchFamily="34" charset="0"/>
                <a:ea typeface="Adobe Fan Heiti Std B" panose="020B0700000000000000" pitchFamily="34" charset="-128"/>
                <a:cs typeface="Arial" panose="020B0604020202020204" pitchFamily="34" charset="0"/>
              </a:rPr>
              <a:t>All Rights Reserved.</a:t>
            </a:r>
            <a:endParaRPr lang="ja-JP" altLang="en-US" sz="675">
              <a:solidFill>
                <a:schemeClr val="bg1"/>
              </a:solidFill>
              <a:effectLst/>
              <a:latin typeface="Arial" panose="020B0604020202020204" pitchFamily="34" charset="0"/>
              <a:ea typeface="Adobe Fan Heiti Std B" panose="020B07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7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32E7FBB-2488-44E5-B269-B61BA2C496ED}"/>
              </a:ext>
            </a:extLst>
          </p:cNvPr>
          <p:cNvSpPr/>
          <p:nvPr userDrawn="1"/>
        </p:nvSpPr>
        <p:spPr>
          <a:xfrm>
            <a:off x="10634322" y="404664"/>
            <a:ext cx="1510350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0" i="1" baseline="0">
                <a:solidFill>
                  <a:srgbClr val="C2143E"/>
                </a:solidFill>
                <a:effectLst/>
                <a:latin typeface="Gisha" panose="020B0604020202020204" pitchFamily="34" charset="-79"/>
                <a:ea typeface="Microsoft JhengHei" panose="020B0604030504040204" pitchFamily="34" charset="-120"/>
                <a:cs typeface="Gisha" panose="020B0604020202020204" pitchFamily="34" charset="-79"/>
              </a:rPr>
              <a:t>Art, Science, Craft, New Business Model</a:t>
            </a:r>
            <a:endParaRPr lang="ja-JP" altLang="en-US" sz="600" b="0" i="1">
              <a:solidFill>
                <a:srgbClr val="C2143E"/>
              </a:solidFill>
              <a:effectLst/>
              <a:latin typeface="Gisha" panose="020B0604020202020204" pitchFamily="34" charset="-79"/>
              <a:ea typeface="Microsoft JhengHei" panose="020B0604030504040204" pitchFamily="34" charset="-120"/>
              <a:cs typeface="Gisha" panose="020B0604020202020204" pitchFamily="34" charset="-79"/>
            </a:endParaRPr>
          </a:p>
        </p:txBody>
      </p:sp>
      <p:pic>
        <p:nvPicPr>
          <p:cNvPr id="7" name="図 6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C8E6A61D-6E1D-4FAF-9F8A-824E4BF1BAA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2015" y="130182"/>
            <a:ext cx="1711515" cy="29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27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6" r:id="rId2"/>
    <p:sldLayoutId id="2147483775" r:id="rId3"/>
    <p:sldLayoutId id="2147483782" r:id="rId4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kern="12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5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5" y="642919"/>
            <a:ext cx="11713633" cy="142875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24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48"/>
            <a:ext cx="11664949" cy="1587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0"/>
            <a:ext cx="2641600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1"/>
            <a:ext cx="11430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78" y="6568450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1100" kern="0">
                <a:solidFill>
                  <a:schemeClr val="bg1">
                    <a:lumMod val="50000"/>
                  </a:schemeClr>
                </a:solidFill>
              </a:rPr>
              <a:t>Copyright © 2019 KASUMI CO., LTD. All Rights Reserved.</a:t>
            </a:r>
            <a:endParaRPr lang="en-US" altLang="ja-JP" sz="1100" ker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99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5" y="642919"/>
            <a:ext cx="11713633" cy="142875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24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48"/>
            <a:ext cx="11664949" cy="1587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0"/>
            <a:ext cx="2641600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1"/>
            <a:ext cx="11430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78" y="6568450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1100" kern="0">
                <a:solidFill>
                  <a:schemeClr val="bg1">
                    <a:lumMod val="50000"/>
                  </a:schemeClr>
                </a:solidFill>
              </a:rPr>
              <a:t>Copyright © 2019 KASUMI CO., LTD. All Rights Reserved.</a:t>
            </a:r>
            <a:endParaRPr lang="en-US" altLang="ja-JP" sz="1100" ker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59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3" r:id="rId2"/>
    <p:sldLayoutId id="2147483824" r:id="rId3"/>
    <p:sldLayoutId id="2147483825" r:id="rId4"/>
    <p:sldLayoutId id="2147483826" r:id="rId5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8" y="642922"/>
            <a:ext cx="11713633" cy="142876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18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51"/>
            <a:ext cx="11664949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3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9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4"/>
            <a:ext cx="1143000" cy="2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825" kern="0">
                <a:solidFill>
                  <a:schemeClr val="bg1">
                    <a:lumMod val="50000"/>
                  </a:schemeClr>
                </a:solidFill>
              </a:rPr>
              <a:t>Copyright © 2019 KASUMI CO., LTD. All Rights Reserved.</a:t>
            </a:r>
            <a:endParaRPr lang="en-US" altLang="ja-JP" sz="825" ker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53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2417" indent="-35241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251">
          <a:solidFill>
            <a:schemeClr val="tx1"/>
          </a:solidFill>
          <a:latin typeface="+mn-lt"/>
          <a:ea typeface="+mn-ea"/>
          <a:cs typeface="+mn-cs"/>
        </a:defRPr>
      </a:lvl1pPr>
      <a:lvl2pPr marL="681022" indent="-32741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951">
          <a:solidFill>
            <a:schemeClr val="tx1"/>
          </a:solidFill>
          <a:latin typeface="+mn-lt"/>
          <a:ea typeface="+mn-ea"/>
        </a:defRPr>
      </a:lvl2pPr>
      <a:lvl3pPr marL="978670" indent="-29645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1725">
          <a:solidFill>
            <a:schemeClr val="tx1"/>
          </a:solidFill>
          <a:latin typeface="+mn-lt"/>
          <a:ea typeface="+mn-ea"/>
        </a:defRPr>
      </a:lvl3pPr>
      <a:lvl4pPr marL="1270366" indent="-29050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395" indent="-298839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4CF4B21-AE22-480A-A95B-6967D6C55E35}"/>
              </a:ext>
            </a:extLst>
          </p:cNvPr>
          <p:cNvSpPr/>
          <p:nvPr userDrawn="1"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900" b="0" i="1">
              <a:solidFill>
                <a:schemeClr val="bg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1">
            <a:extLst>
              <a:ext uri="{FF2B5EF4-FFF2-40B4-BE49-F238E27FC236}">
                <a16:creationId xmlns:a16="http://schemas.microsoft.com/office/drawing/2014/main" id="{8247F3C4-F3CC-4FC2-9464-AE8C329D81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4596" y="6631817"/>
            <a:ext cx="4368504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CONFIDENTIAL.</a:t>
            </a:r>
            <a:r>
              <a:rPr lang="ja-JP" altLang="en-US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ja-JP" altLang="en-US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　</a:t>
            </a: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Copyright © United Super Market Holdings Inc. All Rights Reserved.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719E7A4-F951-4865-9294-396B6A7AC2B9}"/>
              </a:ext>
            </a:extLst>
          </p:cNvPr>
          <p:cNvSpPr/>
          <p:nvPr userDrawn="1"/>
        </p:nvSpPr>
        <p:spPr>
          <a:xfrm>
            <a:off x="10550966" y="249216"/>
            <a:ext cx="15937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0" i="1" baseline="0">
                <a:solidFill>
                  <a:srgbClr val="EE391B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Gisha" panose="020B0604020202020204" pitchFamily="34" charset="-79"/>
              </a:rPr>
              <a:t>Art, Science, Craft, New Business Model</a:t>
            </a:r>
            <a:endParaRPr lang="ja-JP" altLang="en-US" sz="600" b="0" i="1">
              <a:solidFill>
                <a:srgbClr val="EE391B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Gisha" panose="020B0604020202020204" pitchFamily="34" charset="-79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0" y="6625818"/>
            <a:ext cx="12192000" cy="240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750">
              <a:solidFill>
                <a:schemeClr val="tx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341843" y="131004"/>
            <a:ext cx="10474364" cy="582612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609600" y="1071565"/>
            <a:ext cx="10972800" cy="542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657420" y="6625821"/>
            <a:ext cx="1390649" cy="220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baseline="0" smtClean="0">
                <a:solidFill>
                  <a:schemeClr val="bg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7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2BD97B02-BEDC-4AA9-B798-97678B0A624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246" y="68094"/>
            <a:ext cx="1534811" cy="2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0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kern="1200">
          <a:solidFill>
            <a:schemeClr val="tx1"/>
          </a:solidFill>
          <a:latin typeface="BIZ UDゴシック" panose="020B0400000000000000" pitchFamily="49" charset="-128"/>
          <a:ea typeface="BIZ UDゴシック" panose="020B0400000000000000" pitchFamily="49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BIZ UDゴシック" panose="020B0400000000000000" pitchFamily="49" charset="-128"/>
          <a:ea typeface="BIZ UDゴシック" panose="020B0400000000000000" pitchFamily="49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BIZ UDゴシック" panose="020B0400000000000000" pitchFamily="49" charset="-128"/>
          <a:ea typeface="BIZ UDゴシック" panose="020B0400000000000000" pitchFamily="49" charset="-128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BIZ UDゴシック" panose="020B0400000000000000" pitchFamily="49" charset="-128"/>
          <a:ea typeface="BIZ UDゴシック" panose="020B0400000000000000" pitchFamily="49" charset="-128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BIZ UDゴシック" panose="020B0400000000000000" pitchFamily="49" charset="-128"/>
          <a:ea typeface="BIZ UDゴシック" panose="020B0400000000000000" pitchFamily="49" charset="-128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500" kern="1200">
          <a:solidFill>
            <a:schemeClr val="tx1"/>
          </a:solidFill>
          <a:latin typeface="BIZ UDゴシック" panose="020B0400000000000000" pitchFamily="49" charset="-128"/>
          <a:ea typeface="BIZ UDゴシック" panose="020B0400000000000000" pitchFamily="49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8" y="642922"/>
            <a:ext cx="11713633" cy="142876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18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51"/>
            <a:ext cx="11664949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3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9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4"/>
            <a:ext cx="1143000" cy="2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825" kern="0">
                <a:solidFill>
                  <a:schemeClr val="bg1">
                    <a:lumMod val="50000"/>
                  </a:schemeClr>
                </a:solidFill>
              </a:rPr>
              <a:t>Copyright © 2019 KASUMI CO., LTD. All Rights Reserved.</a:t>
            </a:r>
            <a:endParaRPr lang="en-US" altLang="ja-JP" sz="825" ker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5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2417" indent="-35241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251">
          <a:solidFill>
            <a:schemeClr val="tx1"/>
          </a:solidFill>
          <a:latin typeface="+mn-lt"/>
          <a:ea typeface="+mn-ea"/>
          <a:cs typeface="+mn-cs"/>
        </a:defRPr>
      </a:lvl1pPr>
      <a:lvl2pPr marL="681022" indent="-32741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951">
          <a:solidFill>
            <a:schemeClr val="tx1"/>
          </a:solidFill>
          <a:latin typeface="+mn-lt"/>
          <a:ea typeface="+mn-ea"/>
        </a:defRPr>
      </a:lvl2pPr>
      <a:lvl3pPr marL="978670" indent="-29645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1725">
          <a:solidFill>
            <a:schemeClr val="tx1"/>
          </a:solidFill>
          <a:latin typeface="+mn-lt"/>
          <a:ea typeface="+mn-ea"/>
        </a:defRPr>
      </a:lvl3pPr>
      <a:lvl4pPr marL="1270366" indent="-29050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395" indent="-298839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4">
            <a:extLst>
              <a:ext uri="{FF2B5EF4-FFF2-40B4-BE49-F238E27FC236}">
                <a16:creationId xmlns:a16="http://schemas.microsoft.com/office/drawing/2014/main" id="{2687C417-6448-4609-AA94-C6849339C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13" y="642938"/>
            <a:ext cx="11712575" cy="142875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27" name="Line 5">
            <a:extLst>
              <a:ext uri="{FF2B5EF4-FFF2-40B4-BE49-F238E27FC236}">
                <a16:creationId xmlns:a16="http://schemas.microsoft.com/office/drawing/2014/main" id="{F6069A4D-F179-4E01-A100-E16106C2CB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713" y="6499225"/>
            <a:ext cx="11664950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1208" name="Rectangle 8">
            <a:extLst>
              <a:ext uri="{FF2B5EF4-FFF2-40B4-BE49-F238E27FC236}">
                <a16:creationId xmlns:a16="http://schemas.microsoft.com/office/drawing/2014/main" id="{B5376E14-ECED-48A9-9C92-13874699D1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275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900">
                <a:latin typeface="+mn-ea"/>
                <a:ea typeface="+mn-ea"/>
              </a:defRPr>
            </a:lvl1pPr>
          </a:lstStyle>
          <a:p>
            <a:pPr>
              <a:defRPr/>
            </a:pPr>
            <a:fld id="{FD2ACA9E-018C-4C16-A9E3-BECADB73911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29" name="図 8" descr="カスミロゴ.gif">
            <a:extLst>
              <a:ext uri="{FF2B5EF4-FFF2-40B4-BE49-F238E27FC236}">
                <a16:creationId xmlns:a16="http://schemas.microsoft.com/office/drawing/2014/main" id="{FB05AFE3-D12F-4EA4-AD55-ECE108BA2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6537325"/>
            <a:ext cx="1143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8A88437A-26D4-42C2-96F0-E92555CB353A}"/>
              </a:ext>
            </a:extLst>
          </p:cNvPr>
          <p:cNvSpPr txBox="1">
            <a:spLocks/>
          </p:cNvSpPr>
          <p:nvPr userDrawn="1"/>
        </p:nvSpPr>
        <p:spPr>
          <a:xfrm>
            <a:off x="1392238" y="6569075"/>
            <a:ext cx="9983787" cy="21748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pPr>
              <a:defRPr/>
            </a:pPr>
            <a:r>
              <a:rPr sz="825" kern="0">
                <a:solidFill>
                  <a:schemeClr val="bg1">
                    <a:lumMod val="50000"/>
                  </a:schemeClr>
                </a:solidFill>
              </a:rPr>
              <a:t>Copyright © 2019 KASUMI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6616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1" r:id="rId7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0838" indent="-350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200">
          <a:solidFill>
            <a:schemeClr val="tx1"/>
          </a:solidFill>
          <a:latin typeface="+mn-lt"/>
          <a:ea typeface="+mn-ea"/>
          <a:cs typeface="+mn-cs"/>
        </a:defRPr>
      </a:lvl1pPr>
      <a:lvl2pPr marL="679450" indent="-32702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1900">
          <a:solidFill>
            <a:schemeClr val="tx1"/>
          </a:solidFill>
          <a:latin typeface="+mn-lt"/>
          <a:ea typeface="+mn-ea"/>
        </a:defRPr>
      </a:lvl2pPr>
      <a:lvl3pPr marL="977900" indent="-29527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1700">
          <a:solidFill>
            <a:schemeClr val="tx1"/>
          </a:solidFill>
          <a:latin typeface="+mn-lt"/>
          <a:ea typeface="+mn-ea"/>
        </a:defRPr>
      </a:lvl3pPr>
      <a:lvl4pPr marL="1270000" indent="-28892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038" indent="-29845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4CF4B21-AE22-480A-A95B-6967D6C55E35}"/>
              </a:ext>
            </a:extLst>
          </p:cNvPr>
          <p:cNvSpPr/>
          <p:nvPr userDrawn="1"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900" b="0" i="1">
              <a:solidFill>
                <a:schemeClr val="bg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1">
            <a:extLst>
              <a:ext uri="{FF2B5EF4-FFF2-40B4-BE49-F238E27FC236}">
                <a16:creationId xmlns:a16="http://schemas.microsoft.com/office/drawing/2014/main" id="{8247F3C4-F3CC-4FC2-9464-AE8C329D81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4596" y="6631817"/>
            <a:ext cx="4368504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CONFIDENTIAL.</a:t>
            </a:r>
            <a:r>
              <a:rPr lang="ja-JP" altLang="en-US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ja-JP" altLang="en-US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　</a:t>
            </a: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Copyright © United Super Market Holdings Inc. All Rights Reserved.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719E7A4-F951-4865-9294-396B6A7AC2B9}"/>
              </a:ext>
            </a:extLst>
          </p:cNvPr>
          <p:cNvSpPr/>
          <p:nvPr userDrawn="1"/>
        </p:nvSpPr>
        <p:spPr>
          <a:xfrm>
            <a:off x="10550966" y="249216"/>
            <a:ext cx="15937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0" i="1" baseline="0">
                <a:solidFill>
                  <a:srgbClr val="EE391B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Gisha" panose="020B0604020202020204" pitchFamily="34" charset="-79"/>
              </a:rPr>
              <a:t>Art, Science, Craft, New Business Model</a:t>
            </a:r>
            <a:endParaRPr lang="ja-JP" altLang="en-US" sz="600" b="0" i="1">
              <a:solidFill>
                <a:srgbClr val="EE391B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Gisha" panose="020B0604020202020204" pitchFamily="34" charset="-79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0" y="6625818"/>
            <a:ext cx="12192000" cy="240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750">
              <a:solidFill>
                <a:schemeClr val="tx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341843" y="131004"/>
            <a:ext cx="10474364" cy="582612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609600" y="1071565"/>
            <a:ext cx="10972800" cy="542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657420" y="6625821"/>
            <a:ext cx="1390649" cy="220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baseline="0" smtClean="0">
                <a:solidFill>
                  <a:schemeClr val="bg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7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2BD97B02-BEDC-4AA9-B798-97678B0A624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246" y="68094"/>
            <a:ext cx="1534811" cy="2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35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4CF4B21-AE22-480A-A95B-6967D6C55E35}"/>
              </a:ext>
            </a:extLst>
          </p:cNvPr>
          <p:cNvSpPr/>
          <p:nvPr userDrawn="1"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900" b="0" i="1">
              <a:solidFill>
                <a:schemeClr val="bg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1">
            <a:extLst>
              <a:ext uri="{FF2B5EF4-FFF2-40B4-BE49-F238E27FC236}">
                <a16:creationId xmlns:a16="http://schemas.microsoft.com/office/drawing/2014/main" id="{8247F3C4-F3CC-4FC2-9464-AE8C329D81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4596" y="6631817"/>
            <a:ext cx="4368504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CONFIDENTIAL.</a:t>
            </a:r>
            <a:r>
              <a:rPr lang="ja-JP" altLang="en-US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ja-JP" altLang="en-US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　</a:t>
            </a:r>
            <a:r>
              <a:rPr lang="en-US" altLang="ja-JP" sz="80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Copyright © United Super Market Holdings Inc. All Rights Reserved.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719E7A4-F951-4865-9294-396B6A7AC2B9}"/>
              </a:ext>
            </a:extLst>
          </p:cNvPr>
          <p:cNvSpPr/>
          <p:nvPr userDrawn="1"/>
        </p:nvSpPr>
        <p:spPr>
          <a:xfrm>
            <a:off x="10550966" y="249216"/>
            <a:ext cx="15937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0" i="1" baseline="0">
                <a:solidFill>
                  <a:srgbClr val="EE391B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Gisha" panose="020B0604020202020204" pitchFamily="34" charset="-79"/>
              </a:rPr>
              <a:t>Art, Science, Craft, New Business Model</a:t>
            </a:r>
            <a:endParaRPr lang="ja-JP" altLang="en-US" sz="600" b="0" i="1">
              <a:solidFill>
                <a:srgbClr val="EE391B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Gisha" panose="020B0604020202020204" pitchFamily="34" charset="-79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0" y="6625818"/>
            <a:ext cx="12192000" cy="240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750">
              <a:solidFill>
                <a:schemeClr val="tx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341843" y="131004"/>
            <a:ext cx="10474364" cy="582612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609600" y="1071565"/>
            <a:ext cx="10972800" cy="542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657420" y="6625821"/>
            <a:ext cx="1390649" cy="220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baseline="0" smtClean="0">
                <a:solidFill>
                  <a:schemeClr val="bg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7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2BD97B02-BEDC-4AA9-B798-97678B0A624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246" y="68094"/>
            <a:ext cx="1534811" cy="2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9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テキスト ボックス 5">
            <a:extLst>
              <a:ext uri="{FF2B5EF4-FFF2-40B4-BE49-F238E27FC236}">
                <a16:creationId xmlns:a16="http://schemas.microsoft.com/office/drawing/2014/main" id="{4273E5F1-FF76-4FD0-AF13-83F2C4172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356" y="5199904"/>
            <a:ext cx="37466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3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3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2023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年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2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月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17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日（</a:t>
            </a:r>
            <a:r>
              <a:rPr lang="ja-JP" altLang="en-US" sz="2000" dirty="0">
                <a:solidFill>
                  <a:srgbClr val="000000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金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）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50A807B-915E-44DD-8C14-73BA21B6AB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20E60D-3D3B-43FD-AFC3-5F5EBF515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47" y="3429000"/>
            <a:ext cx="3606496" cy="26341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D0AF11-C727-238C-17AC-7D7A198FCEEF}"/>
              </a:ext>
            </a:extLst>
          </p:cNvPr>
          <p:cNvSpPr txBox="1"/>
          <p:nvPr/>
        </p:nvSpPr>
        <p:spPr>
          <a:xfrm>
            <a:off x="250489" y="1592785"/>
            <a:ext cx="11691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4000" b="1" dirty="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lt"/>
              </a:rPr>
              <a:t>カスミ＆</a:t>
            </a:r>
            <a:r>
              <a:rPr kumimoji="1" lang="ja-JP" altLang="ja-JP" sz="4000" b="1" dirty="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lt"/>
              </a:rPr>
              <a:t>ダイソー</a:t>
            </a:r>
            <a:r>
              <a:rPr lang="ja-JP" altLang="ja-JP" sz="4000" b="1" dirty="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lt"/>
              </a:rPr>
              <a:t>商品におけるＰＯＳの共通化について</a:t>
            </a:r>
            <a:endParaRPr lang="ja-JP" altLang="ja-JP" sz="4000" dirty="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5135622-A2DC-CCBE-1090-D2346C4D53CE}"/>
              </a:ext>
            </a:extLst>
          </p:cNvPr>
          <p:cNvSpPr txBox="1"/>
          <p:nvPr/>
        </p:nvSpPr>
        <p:spPr>
          <a:xfrm>
            <a:off x="7860403" y="5709231"/>
            <a:ext cx="4093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ＵＳＭＨ　デジタル本部</a:t>
            </a: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カスミ   システム管理部</a:t>
            </a:r>
            <a:r>
              <a:rPr kumimoji="1" lang="ja-JP" altLang="en-US" sz="2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 </a:t>
            </a:r>
            <a:r>
              <a:rPr kumimoji="1" lang="en-US" altLang="ja-JP" sz="2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IT</a:t>
            </a:r>
            <a:r>
              <a:rPr kumimoji="1" lang="ja-JP" altLang="en-US" sz="2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サービス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　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C423728-1A0D-48BC-AAD9-CC5D687D8B8A}"/>
              </a:ext>
            </a:extLst>
          </p:cNvPr>
          <p:cNvSpPr txBox="1"/>
          <p:nvPr/>
        </p:nvSpPr>
        <p:spPr>
          <a:xfrm>
            <a:off x="8847011" y="6451190"/>
            <a:ext cx="8787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全６頁</a:t>
            </a:r>
          </a:p>
        </p:txBody>
      </p:sp>
    </p:spTree>
    <p:extLst>
      <p:ext uri="{BB962C8B-B14F-4D97-AF65-F5344CB8AC3E}">
        <p14:creationId xmlns:p14="http://schemas.microsoft.com/office/powerpoint/2010/main" val="3083448361"/>
      </p:ext>
    </p:extLst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30EB95-E877-4CF1-B2C9-BE9437374814}"/>
              </a:ext>
            </a:extLst>
          </p:cNvPr>
          <p:cNvSpPr txBox="1"/>
          <p:nvPr/>
        </p:nvSpPr>
        <p:spPr>
          <a:xfrm>
            <a:off x="162802" y="214739"/>
            <a:ext cx="10163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１．システム全体図</a:t>
            </a:r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6" name="AutoShape 4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3714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6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5238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AutoShape 9" descr="data:image/jpg;base64,%20/9j/4AAQSkZJRgABAQEAYABgAAD/2wBDAAUDBAQEAwUEBAQFBQUGBwwIBwcHBw8LCwkMEQ8SEhEPERETFhwXExQaFRERGCEYGh0dHx8fExciJCIeJBweHx7/2wBDAQUFBQcGBw4ICA4eFBEUHh4eHh4eHh4eHh4eHh4eHh4eHh4eHh4eHh4eHh4eHh4eHh4eHh4eHh4eHh4eHh4eHh7/wAARCADUASc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iLbwfc/EL4tfEz7V4g1uKbTtavniSCdm3RrcMu0DPAC9PYYrPg+HEV5pGuatp/iPW5bXS5I1UvdsrTKzBS2O23cmf96u1+HFt40g+JnxQ1Xwp4fbUS/ia/tmmEm3yj9oZuPmGen5V0a2fjfTrm8jHgW1tob2Odbm0a8Co5lIJbBk4I2jFeTXqTVRpN/ifZZfQw7w8ZSjBuy3cb763vrr0OI1v4LW+j2l7Le+K/ESvaLG2BK22VXdVDo2cFfm4PtT9K+CdpqqWNzY+Mtdaznkuo5pJJmVoWhGV4zzv7V2lxJ48ntH0+XwnaPp7K3+jNfKQpMgcbT5mQAVGF6YpuhN490i3it4PCto8SuZJVa9TErnzOTiTj/Wngei+lZqvPm62+Zu8HQ9m/wCHzX7wta35nkHi3wNaaLe2lvB4h165W4sorrc10yFRIuQuMnpWMfD0YH/IX1v/AMDmr1jxP4Y8Ya5d21wfDkVr9ntY7VVjvI2BWMYBO5+uKyf+Fe+MD/zCP/JqH/4uuadXE8z5W7fM9jD4XKfZL2ihzddYnF2Xgk3FtHP/AMJBrC7xnH2pjj9amPgM/wDQxaz/AOBLf416Vpvg3X4LGGGXTZxIi4bbLARn/v5Vg+E9c/6Btx/38g/+OVp7XE+ZyLD5T1UfwPK/+EGP2iaL/hItYxEwXP2lucgH196d/wAIH/1Mes/+BLf416cnhHXvtVzI2mTgSOCuJYM4Cgc/vKl/4RPXP+gbc/8Af2D/AOOU3UxPRsmOHyq3vKN/keVP4GKzxxf8JFrJ3xGTP2luPmIx19qd/wAIGf8AoYtY/wDAlv8AGvTpPCOvNeRSf2ZPsSEof3sGc7yf+enoak/4RPXP+gbcf9/IP/jlDqYnuwjh8q6qP4Hlc3gYxxo3/CRawd0qx/8AHy3GQxz1/wBmnf8ACBt/0MWsf+BLf416dc+EdeeOJU0uc7Z1kbMsHQKw/wCenuKl/wCET1z/AKBtx/39g/8AjlHtMTbd/iCw+VXd1H8DyqbwKY7eab/hItZPlxPJj7S3O1Scdfanf8IGf+hj1n/wJb/GvT7rwjr0lncRpps5eSF41zLABllIH/LT3p48J65/0Dbj/v7B/wDHKPa4m27/ABD6vlV9o2+R5cngIs4X/hI9Z5OP+Plv8ajh8D+Ypb/hItYGHZf+PluzEevtXq6+E9cDhv7NueCP+WkH/wAcqC18Ia9HGVfTJwxkduJYD1Ykf8tPej2mJtu/xD6vlXNtG3yPMv8AhAz/ANDFrP8A4Et/jTf+EGP2iSL/AISLWMIqnP2lucjPrXqn/CJ65/0Dbj/v5B/8cqMeEde+1TSHS5wrBAv72DPA/wCulCqYju/xB4fKrqyj+H+Z5j/wgZ/6GLWP/Alv8abJ4G2yQp/wkWsnzAxz9pbjGPf3r1T/AIRPXP8AoG3H/fyD/wCOVHL4Q19ri3ZdMn2xq4b97B1OMf8ALT2oVXE93+IPD5VpZR/A8x/4QM/9DFrP/gS3+NNm8DeXAZP+Ei1k/Oi4+0t/EcZ616p/wieuf9A24/7+Qf8Axyo7nwjrz2/lrpk+fNjY5lg6Bsn/AJaUKpib6t/iEsPlVnZRv8jzH/hAz/0Mes/+BLf40f8ACB/K7HxFrOFRm/4+W5wCfX2r1L/hE9c/6Btx/wB/YP8A47SP4S17ypAumXBZo2UZlg6kED/lpR7TE93+I5YfKbaKP4HlkXgUvEj/APCRawNyg4+0t/jTh4DOcf8ACR6z/wCBLf416fB4R15II1bTbjIUA4kg9P8ArpUg8J65uB/s24/7+Qf/AByj2mJvuwWHym20fwKvwr/Z8i8WaZe6nf8AirXrSzt5GjDx3TMzleuB+Fbafs++AXHy/EbxdxjI+bjoTn6Blz6bh612Xwn8Ra94V0rUtE1bwxe3FjcTPJBLa3cCyJv6ggyD8weK3U17Q0eORPB3idXjK7WF/b5+UKBn99zwiZ9di+lenQqRcFzN3+Z8lj6M1iJezUeXpbltY8+h/Zp8Gy2a3a/ELxWIjJ5fzOwIbcEwR2+ZgPxqWX9mHwjHatct8QvFPlI8iMfNPBQkNx7EEV6VZ+MtOtbE2a+DvEUkWVP727tmYbX3jkzZ+8M1MfHViY7iM+DNdKTh94Nxa/xsWbH77jJP6CteeHf8zj9lW7L/AMlPKrf9mjwZcLK0XxF8UFYpWidvNOAVGSfoPWjRv2afBOsIkmmfEnxLcxu7xq6THbuXORn1wCa9Kj8VaNEk6Q+CdfiWd2eTZdWwzuGCv+u4BHanaH4t0nRmBsfBevxqHaTZ9ptdu9sgtjzsZwcUc8O/5h7Kt2X/AJKeaX/7M/g6xvFtLj4ieKVmMiR7RITgtjBPtyOfcUal+zP4N091S6+InilHYoFXzCSd5wuPxr1DUvGel6heJd3PgnXmmV0cMLm2HK4IBxNyMgcewp194qsNckSOXwF4huXTaVEc9sWAU5HSajnp9/zD2Vbsv/JT5E/ab+GmofCK4sm0/wASaxdQ3jZgna7cHGG3KQO/A/A0V1v7ct74s17TtO1jVfDN1oujWtyttaieRGZnZXYltpOCQvT0FFOi7p27hjIuMoppXsr2t+nU9l/Zg41f4rHuPG9//wCjGr1vwLpOmS+F7K6m0+1lnnQyTSyQqzyOScsSRkmvI/2Yf+Qt8V/+x3v/AP0Y1e0+Af8AkTtM/wCuA/mapfEzml8KL/8AY+k/9Aux/wDAdf8ACj+x9J/6Bdj/AOA6/wCFXaKsgpf2PpP/AEC7H/wHX/Ck/sjSf+gXY/8AgOv+FXicCvDfHHxV8S6X8SdW0jS49On0bSrWGa8uPIdhbsZMMJGyD0wCYw+3rjgigD2T+x9I/wCgXY/+A6f4Uf2RpH/QLsf/AAHT/CvBdc+K3jqD4lroCW6ppu+WRfI06XzmjjkA6sjAgjqQv4isbxt8cfHuk6pqkVjZ24trPWJVBOlTTM1rEkLOo5jwQHJJI53DDADJAPpP+x9I/wCgXY/+A6f4Uf2PpH/QLsf/AAHT/CvJY/iR4xtvHYs9U0u1ttBmks7eO6ezmUCaVNzLu/vc7ccgHAJqv4c+LXiTVNZt7yS10ZdCvLmxt4LeMObpTd7ymX3bWZE8t3UKMB8Z4yQD2L+x9I/6Bdj/AOA6f4Uf2PpH/QLsf/AdP8K8t0Hxt4q1HxR4s8Pw6/4d1CXSbJZbWW00qQM025t6CMznzgoAUlWX5zjjFO+HXxD8R6la6rrepINd0G3dLa1l0jQp4rmS4/5ajyTI7bU4Uk4+bI7UAeof2PpH/QLsf/AdP8KP7H0j/oF2P/gOn+FcB43+IOpQ+F7LVtC0PWYLg63Z2T2t/YG2luI5HAZYxLgcjgNkYPeq3jzxh4qstEt/EWg3+mWdvcSxW0Gj6ppEovZbgybGQN5ygd+iMPlJyQaAPSP7H0j/AKBdj/4Dp/hR/Y+kf9Aux/8AAdP8K89h+Imtap8RNQ8Dabo0VpPa6dLM+ozSpNDFMCAuVRwSORlchhuGcVQ8T/E7XYvC9zBoOm6be+ILK5tbS7kjuz9hWeWUKY45ChLvt5K4G0NySRyAeo/2PpH/AEC7H/wHT/Cj+x9I/wCgXY/+A6f4V4zZ/FXxrrul2QsfC11Y3N7fOIZra1N3GLYQGQHLFEY7/wB2SWQdxjIFen/D/wAUWPibw9a3UeoW9xdtCGuI0j8plYMUbMZZio3Kw6kccE0Aa/8AZGkf9Aux/wDAdP8ACj+x9I/6Bdj/AOA6f4V5ZpnjrxBrHjGCwW8gs9HvNQ1S1sbmK3DtMbUx7FG7IO7FweOuwYrrbTxrLq7Pp+k6D4g0++kjbyLjVdFnjtUYDjex28e2RmgDpv7H0n/oF2P/AIDr/hQdH0j/AKBdj/4Dp/hXn2i+O/EuneJfEGi+K7K31VtNt7OaJ/Dumzu7CczAhoy7nA8ocj1pvj74g6xD4Y0/VPDeiatBdya1b2RtdRsDbyTq4YkKJSvoOcjpjI60Aeh/2PpH/QLsf/AdP8KP7H0j/oF2P/gOn+FeIeNPi7400zxZ4a03StC8+HUUPnxz6ZJDIJDIY1jPmSKFAO3LDIBxyQwFdVrnjXXtL+K2g+HJNZ8Pi01Is9zZNauJ7RBGSFM/m7C7OMKuwZAY9qAPRf7H0j/oF2P/AIDp/hR/Y+k/9Aux/wDAdP8ACvFfC3xe8Sav8Rtc0mKx02+s4LdHsrfTkuLl2YrJged5aRqCyjJcgDoCa6Pw58QvE3inw1Jq1joNjowsxBLK+qXP7i6RkLSIsif6sqMHd847EdcAHo/9j6R/0C7H/wAB0/wo/sfSP+gXY/8AgOn+Fee6N8ULbVPFkkqM1t4Zg0O51Dz54sGfyp1TzYz1MZG7HrwcdKVPFPjnUPiMmi6RceGm0hrGPU2aexuFuFt5HKxoP3oDSEK/O0BcDg5xQB6D/Y+kf9Aux/8AAdP8KP7I0j/oF2P/AH4T/CvH/EXxI8Un4f6h4n0y70iyuDraWMFjcxbpLSNXw6zZZQJCqsxzwq4we9R+LPH3xM0fQdPNno+m32t6n5k0FkpZnaKIozGJYRKrIVcLl3BBI65oA9l/sjSf+gXY/wDgOv8AhR/Y+k/9Aux/8B1/wrzaH4mawE1q1v7HS7HWLbSorzT7FpJSbiVoXlZCWCtgBMfdGDnNd14U8UaR4isreSxvbd7mS1iuZbVZQZYVkUMNy9R1HWgC/wD2PpP/AEC7H/wHX/Cj+x9J/wCgXY/+A6/4VdooApf2PpP/AEC7H/wHX/CsLx1pOmReGbu6h0+1hngCyQyxxKrxsGGCCBkGuqrC8ff8ifqP/XIf+hCk9gR87f8ABQT/AJIpph7/ANvQf+iJ6KT/AIKB/wDJE9M/7D0H/oieipp7FT3Oi/Zh/wCQr8V/+x2v/wD0Y1e0+Af+RO0z/rgP5mvF/wBl/wD5C/xWHb/hN7//ANGNXqehX2raLpkOlyaHcXgtgUSe3niCyLk4OHZSDjqP1pJpSZTTcUdjRXOf8JFqH/Qr6l/3/t//AI5R/wAJFqH/AEK+pf8Af+3/APjlVzLuRys6M1yuofDvwVqGrz6teeHrSa9uJY5Z5TuHmsn3SwBwevQjB75qf/hItQ/6FfUv+/8Ab/8Axyj/AISLUP8AoV9S/wC/9v8A/HKOZdw5WX18P6OviVvEgslOrNbi2NyXYkR5ztAJwOfQc1Su/BPhO7sLixutBs5ra4ujeTRumQ8xIy5754H4DHSm/wDCRah/0K+pf9/7f/45R/wkWof9CvqX/f8At/8A45RzLuHKya68IeG7vxHB4iutLjn1OADyZZHZhGQMAqhO0EAnkDNVrXwB4LtL8X9r4Z02C5VXVXihC7d+d5AHAJycsOe2af8A8JFqH/Qr6l/3/t//AI5R/wAJFqH/AEK+pf8Af+3/APjlHMu4crLtj4Z8P2J082ekWdudNjeOyMcYBgV8bgv1wM+tWtN0rTtNku5LCzitmvJzcXBjXHmSEAFz7kAVkf8ACRah/wBCvqX/AH/t/wD45R/wkWof9CvqX/f+3/8AjlHMu4crNbVtK0/Vo4I9QtkuEt7iO5iDE/LKhyjDHcGq0/hrQbjxFF4iuNLtptWhi8qG6kXc8S88Lnhep5HNUv8AhItQ/wChX1L/AL/2/wD8co/4SLUP+hX1L/v/AG//AMco5l3DlZP/AMIh4Z8uSMaLZqktvLbSKqYV45G3SKQOu48k9ajufBXhS40W20WTQbJdNtn3wWscflxxtgjcAuOeTz+NM/4SLUP+hX1L/v8A2/8A8co/4SLUP+hX1L/v/b//AByjmXcOVkl/4N8O3nhy18Oy2DR6VahVhtoLiSFVVQQFyjAkYPQnBqxpvhjw/pskEmn6TaWjwWv2OJoowpWHOdnHbPNU/wDhItQ/6FfUv+/9v/8AHKP+Ei1D/oV9S/7/ANv/APHKOZdw5WXYvDWgQ2WnWUek2iW+mSLLYxiMYt3AIDL6Hk8+5q7qdjaalp82n30Kz2s6FJY2zhlPbisX/hItQ/6FfUv+/wDb/wDxyj/hItQ/6FfUv+/9v/8AHKOZdw5WS+FfB3hnwrJcyeH9Ht9Pe6Cido8kyBc7ckk9Nx/OtHVtK0/VVtl1C1S4FrcJcwbifklXO1hjuMmsn/hItQ/6FfUv+/8Ab/8Axyj/AISLUP8AoV9S/wC/9v8A/HKOZdw5WWvEXhXw/wCIXgk1nS4LySAERSNkOgOMgMCDg4HHTgUxPCHhlLWe2GiWflXFwl1MDHkySoQUck8kqVGD2xUH/CRah/0K+pf9/wC3/wDjlH/CRah/0K+pf9/7f/45RzLuHKzWh0rT4dXuNWitlW+uIkhmmBO50QkqD243N+dULrwh4Zu9GttGu9EsrnTrWTzIbWaPfGjc87Wz6n86g/4SLUP+hX1L/v8A2/8A8co/4SLUP+hX1L/v/b//AByjmXcOVj9f8F+FdfuLKfWNEtLuSxGLYupARcg7cDAK5AO05HA4qxqfhjQdS1ew1e802KS/08/6LcAlXjGc7cqRlc87Tke1VP8AhItQ/wChX1L/AL/2/wD8co/4SLUP+hX1L/v/AG//AMco5l3DlZJqHgzwtqF9PfXuiWk9xcMHmZl4kYIUBYdCdrEZI6Gsxvhf4EbTIdNbQIzbwTNND/pEu+N2UK21925QQqjAOOBxV/8A4SLUP+hX1L/v/b//AByj/hItQ/6FfUv+/wDb/wDxyjmXcOVlq28K+Hbe/tNQi0i1+2WdqbS3uGTdJHCeqBjzg471PY6Fo9jqdxqVnp8EF5cKFllRcFgAAB+i9PQegrO/4SLUP+hX1L/v/b//AByj/hItQ/6FfUv+/wDb/wDxyjmXcOVnR0Vzn/CRah/0K+pf9/7f/wCOUf8ACRah/wBCvqX/AH/t/wD45RzLuHKzo6wvH/8AyJ+o/wDXIf8AoQqH/hItQ/6FfUv+/wDb/wDxyqOu3uq61psulx6HcWYuMK89xPEVRcgk4RmJPHA/WhyQ1FnhX/BQP/kiemf9h6D/ANET0Uv/AAUF/wCSKaaO39vQf+iJ6KVPYc9zov2Xv+Qx8Vv+x3v/AP0Y1e1V4r+y9/yGPit/2O9//wCjGr2rH+cVlPc0jsFFGP8AOKMf5xUjCijH+cUUAFFTrayMoYbcGl+xy/7P51XKxcyK9FWPsc3t+dH2OX2o5WHMivRVj7HN7fnSfZJv9n86OVhzIgoqx9kl/wBn86Pskv8As/nRysOZFeip/sk3+z+dL9jl9qOVhzIr0VY+xze350fY5vb86OVhzIr0VY+xy+1J9kl/2fzo5WHMiCip/skv+z+dL9kl/wBn86OVhzIr0VY+xze350fY5vb86OVhzIr0VY+xy+1H2Ob2/OjlYcyK9FWPskv+z+dH2SX/AGfzo5WHMivRU/2Sb/Z/Ol+xze350crDmRXoqZ7WVVLHbge9Q4/zik00NO4UUY/zijH+cUgCijH+cUY/zigD5z/4KDf8kV03/sPQ/wDoieij/goN/wAkV03/ALD0P/oieit6exlPc6L9l7/kMfFb/sd7/wD9GNXtWK8V/Ze/5DHxW/7He/8A/RjV7VWU9y47BijFFFSUGKCKKKANaH/VL9BT6ZB/q1+gp9dKMAooopiCiiigA/Gkz71jeONcXw34V1DWmQSG1hLIh43ueFH4sRXzKfHHxKttS/taHxJJcuzbntiNsY77RG3GMfQ+9AH1p+NFeHeDvj/Yzstp4s02TT5xgNPbqXjz6sh+Zfw3V7Doet6Trlkt5pOo219Aw4eGQMPxx0oA0KQ0tI3SgCv9sg+2/Y/NXz9nmbO+3OM1YriPGNrcaXr9p4qtWeSKLEV3HnOI/UfnXa28iTQpLGwZHAZSO4NY06jlKUWtV+R01qChCFSLun+DW6H0UUVscwUUUUAFFFFABRRRQAUUUUAMn/1L/Q1k4rWn/wBS30NZNZVDWmGKMUUVkWGKMUUUAfOf/BQb/kium/8AYeh/9ET0Uf8ABQb/AJIrpv8A2Hof/RE9Fb09jKe50X7L3/IY+K3/AGO9/wD+jGr2rNeK/sv/APIY+K3/AGO9/wD+jGr2r8DWU9y47BmjNH4Gj8DUlBmg9KPwNJ+dAGvB/ql+gp9Mg/1S/QU+ulHOwoPSisbxRqUtlBFbWe37bdsUhzyEGMs59gP1wKG0ldjSu7Fy+1bTbFwt5fW8DnojyAMfw61W/wCEj0P/AKCUA+pNYtjp9tap8qb5GOZJXGXkbuSfWm3t3HbPtMa9OpIFcc8Yo620OuOEcupj/G3WNOuvh7NDaX1vcedcwxsI5AxHzbuQP92vBo02Z+ZmJxyTk8V6R8ZZ1ms9NUwxKxuGcMqjOAuOv/Aq86rehWVWHMjCtSdKXKyC8s7a8TbcQq/oe4+hrMit9X0C6OpaDqN1BIvJMTlX/Thvoa2qB1FbGR7D8A/ideeK2l0PXCj6jDF5sNwo2+egIByP7wyPrXrzV8tfsx2/2j4nyXCjCQWc8n5sqj/0KvqRhkUAcxdabqlnf3NzbSf2hYXTEz2cnVc9Sh/pWh4YU29j9kUuYIj+5LDBCH+E+46Vn2fhCG3u5Jxq2qbXcsI1nKKoJ6cc14t+2t461fwb4Ss9J0a5mgNzGzyyBzufnaqk9cdSfXiualTaldq34nbiKsHFRjK+3S39ep77d+INLtyyiY3Dr95YBvx9T90fiRXNa344mtL1bMWbW7sobLL5jbT3ABAP4E1+ePgv44/Enw5JJ5GvPfWZH76yvVEsMi9xtP1r3TwB+0b4M1iNbPxBb3Hhi6cYYhTd6e7Y4JjY7k7fdNdWhwn1Lpd9bauR5Xie6a4/55KFhI/4ARk1p79ctDlZINRi/usPKkH0I4NeVWsumarpiajp8sV9ZbdxutOf7ZAD7p/rY/1Ax0rsPCNv4oi1CDfc+ZpJUsxll8wMMcbCfnBzj72BjPFVZAdZba7Ys4huWeynPHl3I2ZPs33T+BrVByM1QmhimiMc0aSIRgqy5BqjpUj6ZqI0uRme1lUvZsTkpj70ZPt1HtkdqTVgubtFFFSMKKKKAGT/AOpf6Gsmtab/AFLfQ1k/gayqGtMM0Zo/A0fgayLDNGaPwNH4GgD5z/4KDf8AJFNN/wCw9D/6Inoo/wCCg3/JFdN6/wDIeh/9ET0VvT2Mp7nRfsvZ/tj4rf8AY73/AP6Mavaua8V/Ze/5DHxW/wCx3v8A/wBGNXtXPtWU9y47BzRzRz7Uc+1SUHNBzijn2pDnFAGvB/ql+gp9RxELCpJwMda5m71m+1Nmj0llt7QEg3jLuZ/+uanj/gR49Aa3lNRV2Yxi5OyNXXdZj08pbxRm6vZQfLgVsHH95j/CvvWJbQ3D3bX9/Kst267BtGEiTOdqj69T3wKdZWUFrvZA7yyHMksjFnkPqWPJ/lVmuOrVc9FsdtKgo6vcK4ma1/tDXL/Ulk3FZzDEso3xFUAB+U8fe3cjmu1Y4FcboqX0Hh+3vmW1urRk8yWS1lLvEW+Yl0wCOSc4ziuSpGpa9PodEXDmSnscN8UngF9p1uumpZzJFI8jRSs0cgJABAY5X7p4rkK6T4m3C3HilfLZXjjtEAIOQckn+tc3Xp4aTlSi5HnYiKjUaQVFeSeTaSy/3ELfpUtZ3iSTy9IlHdyE/M1uYnqH7Iumf8h3VWHAENsh9+XYfqlfQNeZfs06b9h+GFvcMu17+4luD7jO1T/3yor02gAr48/4KJt+70tf+nUf+jTX2HXxt/wUXfEujr62y5/7+NQB8i39zLDp9naR7Vja33ONoyxLMevX0/Kqmn2V1qF5HaWcLTTSHCqtXb+0kmhguFKLAltGNzN3xzj15zWp4L1uLR1vVk003djIoS5mjOyZFbjg88f5zQBV8L+KvE/gvWPtXh/WrrT7mFyCYJTsYg9x0Ir7o/ZX/aAj+JCf8I54lENt4jhTcjr8qXSjqQOze1fN3grRfhjrGlva6fDFcyycut05Fwv0PBGPauXurUfDr4x6LP4fuZlMc8MyKzZZMtgqT3FNOwH6duyqu5jxWPdSG48Q6Si5BSSWUj/ZEbKf1dakt7z7dZ290oKpLEsij6gH+tN0VPP8SXEhHy2tssan0ZyWYfkEpt3FY6OiiipGFFFFADJv9S30NZPNa0/+pf6Gsnn2rKoa0w5o5o59qOfasiw5o5o59qOfagD5z/4KDZ/4Urpv/Yeh/wDRE9FH/BQb/kium/8AYeh/9ET0VvT2Mp7nRfsvf8hj4rf9jvf/APoxq9qrxX9l7/kMfFb/ALHe/wD/AEY1e1Y9qynuXHYKKMe1GPapKCgjijHtRigCn4quXkgt9FgYiS7GZmHVIR978/u/iabGixosaKFVRgAdAKqWKTS3d1qF2hSaZ9iIescScKPx5P4irtY1Z88jpow5UFFFFZGoGuK0uyhhM6wl7ae3upYxJA2xsbyVzjr8pHWu1rn4tGE/iK/hj1CW0ubrbcW4YBopCFCupXrkbVPBB59qidOc9IOzDnjDWS0PF/GA2+LNSXcrbZFXIULnCjPA4zWZVzXzKfEWqGYxmT7ZICUJKnBxxmqderTTUEnueZUa5nbYKwfF0hEdvEvLFmfHrgcfrW47qpwzAHsKbZ+Gdd1nxPYTQ6HfzWEckZklEJCld4Lcn2FU2luSk3sfVPgLTRpHgzR9NH/LvZRRn6hRmtusG18R2wlht7mxu7JXYRxvKoKEngAkE4z05reoUk9gaa3CvA/2zfh3N4w8CjVbKMvcaehEgAyRGTkN/wABPX2J9K98pJFV0KsoZSMEHoRTEflL8Of+EfsNduNH8ceZbQFlUM8ZdIyM5yAehyMdqzfiNDZ6b4wuF0mO3SyaNTCIuUKMvWvuT43/ALMug+LRNqPh5YrG8OW+zn5Uz/sN/D/unK+mK+MfG/gDxR4B1lrXWNJN1FAdzQzoeFz1wDnHupxQBx9v5LK9xDK1nLbwhlKty756juPwrs/CVrd+JPjBoGn3Er3M/mQRM7HJJCjBP44rB1OTwtcQrqenwy2swYedpruSpz3jk549jXqH7IFj/bnxxj1a4VUhs0a4kyeEAGQc+xUD8aAPv13t7Gy3SMI4IUAz6AcCpfCziFp/tStDd3j/AGjy2HITG1F/3tqjIqHSLKTVLiPUbtGS1jO61gYffPaRh/6CPxrbm0+0lvor54VNxGCqvk5A/wAk0AW6KKKACiiigBk3+pf6GsmtWf8A1TfQ1lY9qyqGtMKKMe1GPasiwoox7UY9qAPnP/goN/yRXTf+w9D/AOiJ6KP+Cg3/ACRTTf8AsPQ/+iJ6K3p7GU9zov2X8f2x8Vuv/I73/wD6MavauPevFf2Xv+Qx8Vv+x3v/AP0Y1e1cf5FZT3LjsHHvRx70cf5FHH+RUlBx70hx6Gl4/wAikOP8igCq/wB4/WkpX+8frSVyHatgooooGFQXlpDdxhJlJ2tuRlOGQ+oI6Gp6KAaucHdfC3RJp3mXUNSQuxZsyBySTknJGafB8LvDcZBlkv5vrcFQfwFdzRVurLuZeyiuhjaT4W8PaVg2Ok2sb/32Tc35mtmsDxR4w0Dw5C76jfJ5iqW8iL55Dj2HT8ayvhn4jm+JF3qTRwz6bpNmUUBXxNOWycFh90YHbn3FONOUxSqRgdHdA6pdrpNp85EiNdSD7sKAg4J/vHGAOvOa7aq+n2Nrp9sttZwRwQr0RBgfX3PvViu2nTUFY46k3N3CiikbpWhmc14u8Uf2bMulaXbi/wBamXdHBuwkS9PMlP8ACn6seBXFaj4I03W7Wc+JR/at9c8y3b/KynsI8fcUdgPxzSeAtWs49d1Xw9rMZsvEjXs00on4N2pclHRj94BNoA7AYrvPsvtQB8mePP2W4bvUHudDmikjc5IMvkyD6/KVb64FS+HfhD4q+GWlvqGirGzyFWuDbsZpQFIYbsgblyBkAdua+rvsvtWN4w1rS/C2iyapqswSNeI0HLyv2VR3NAGT8HPinB4wP9kapAtnrcUZbCf6u4UdWX0I7r+Xt6fXk3wg8JXs/iK8+IOvaemnXd8pWyslXBhjI5d/9th/WvWR0psAooopAFFFFADJv9S30NZPHoa1pv8AUt9DWTx6fpWVQ1phx70ce9HH+RRx/kVkWHHvRx70cf5FHH+RQB85/wDBQbH/AApXTev/ACHof/RE9FH/AAUG/wCSK6b/ANh6H/0RPRW9PYynudF+y9n+2Pitj/oeL/8A9GNXtXzV4r+y9/yGPit/2PF//wCjGr2usp7lx2E+aj5qWipKE+ag7qWkNAFRvvH60lK/3z9aSuQ7VsFFFFAwooqlE93q07W2kkLGp2zXjDKJ6hP7zfoO9OMXJ2RMpqKuxby/WGUW0MUl1dsMpbwjLEepzwo9zgV454z8ZeJr2+uNNuFk0ZInKSWsZxJ/wJ++fbANfQ2k6VZ6bbmK3jOWO6SRzl5G/vMe5rmfiX4Fs/FVl58Gy21WFf3Nxjhh/cf1X+VdtOgo6vc4alaUtOh8xeICsekXOPvSARkk8ncQOT+Ne9/svaeLX4cteFcPeXkj59VXCj9Qa8H8a6VrlnfR6Jd6NfRXnm8oISyv2XYw4bJPH0r6s+GujSaB4E0fSZl2TwWy+cv92RvmYfgSRW5idFRRRQAUUUUAc3458GaL4vsVh1KFluIjutruE7ZrdvVG/p0ribfxJ4h+H9wmm+PEfUNILBLbXoIycDss6joffv7161UV3bW93bSW11DHPDIpV45FDKwPUEHgigDhvE/xI8JaNo63sOp2+pzTYFta2jiSSZj0GB0/Gs7wV4N1TXNbi8aePo1e9HzafpfWKxXsSOhk/l9a6nRvAHg3R9TGpab4dsbe7U5SRUyUP+yDwv4YrphxTABRRRSAKKKKACiiigBk3+pb6Gsn5q1p/wDUv9DWTWVQ1ph81HzUtFZFifNR81LRQB85f8FBs/8AClNNz/0Hof8A0RPRR/wUG/5Ippv/AGHof/RE9Fb09jKe50X7L3/IY+K3/Y8X/wD6MavavwrxX9l7H9sfFb/sd7//ANGNXtXH+RWU9y47B+FH4Ucf5FHH+RUlB+FBo4/yKQ4/yKAKr/eP1pKVs7j8pPNJg/3TXIdiYVXvry3s0D3Em3ccKoGWc+igck+wqJJL3UJmg02NY0Rtsl1OMIp77V6ufyHvW1o+jWGnyG43m5vCMNczEM5HoOyj2GPxraFFy30MqldR0Rl2ml3+rkNfq9jYn/l3B/eyj/bI+6P9kc+p7V09tBDbwJDBEkcaDaqqMACneZH/AHl/OjzE/vL+ddkIRgrI4pScndj6Kb5if3l/OjzE/vL+dWSDRoxVmRSV+6SOn0p1M8xP7y/nS+Yn95fzoAdRTPMT+8v50eYn95fzoAfRTfMT+8v50nmJ/eX86AH0UzzE/vL+dL5if3l/OgB1FM8xP7y/nS+Yn95fzoAdRTfMT+8v50nmJ/fX86AH0U3zE/vL+dHmJ/eX86AHUUzzE/vr+dL5if3l/OgBs5/ct9DWV+Faczp5TfMvQ96zOP8AIrKoa0w/Cj8KOP8AIo4/yKyLD8KPwo4/yKOP8igD5z/4KDf8kV03/sPQ/wDoieij/goNj/hSum/9h6H/ANET0VvT2Mp7nQ/sv4/tj4rc/wDM73//AKMavauPX9a8U/ZikSPVviqzsqj/AITi/wCp/wCmjV7N9qt/+e0f51nJalxehLx6/rRx6/rUX2q3/wCe0f50farf/ntH+dTZjuiXj1/Wjj1/WovtVv8A89o/zqRJEkGUZWHsaLD0F+X1FHy+opfyo/KkAny+v60fL6il/Kj8qAE+X1FHy+opfyo/KgBPl9RR8vqKX8qPyoAT5fUUfL6il/Kj8qAE+X1FHy+opfyo/KgBPl9RR8vqKX8qPyoAT5fUUfL6il/Kj8qAE+X1FHy+opfyo/KgBPl9RR8vqKX8qPyoAT5fUUfL6il/Kj8qAE+X1FHy+opfyo/KgBPl9RRx6/rS/lR+VACcev60cev60v5UflQAnHr+tHHr+tL+VH5UAfOf/BQXH/CldN5/5j0P/oieij/goN/yRXTf+w9D/wCiJ6K3p7GU9zV/Zsbb4i+KOcf8jpqGM/8AXU17OJV9B+VeIfs9SeXr/wATz6+NdQA+vmGvXPPPvXqYWmpU7ni42q41bHGeM/ixb+G/E02h/wDCO3188Xl5lhdApLgkAA8k8HgVtaL4/wBL1Pxlc+F47eWK5gj3+a0kRjduCY1w24uByRjgdcVn654E8I65qU2pato0V5dS4JkkYkoQAAV9DgCrNh4T8P2PiN/EFtZsl8w6+a2xTt2lgnQMQSCcdzWnsZ3MvrNO3mdn5q+g/KksGzqc+OnkxnA9dz1mmc4qzoLmTULps5xFGPxy/FY4ymo0mzbAVeaskbOfY0Z9jTuaQ5968Y94TPsaM+xpSaM0AJn2NGfY0uT70c0AJn2NGfY07mjmgBufY0Z9jS80ZPvQAmfY0Z9jS5oz9aAEz7GjPsaUZpeaAG59jRn2NO5o5oAbn2NGfY0uT70ZPvQAmfY0Z9jS5PvQM0AJn2NGfY07mjmgBufY0Z9jTufekz9fyoATPsaM+xpcn3ozQAmfY0Z9jS5peaAG59jRn2NO5o5oA+cv+Cgv/JFdN/7D0P8A6Inoo/4KDf8AJFdN/wCw9D/6InorensZT3PnH4h/Ejxr4F+LPj/R/DOuy2VlceJL24li8qNwzmZufmU1jf8AC+Pip/0NDf8AgJD/APEUUVom0RZB/wAL4+Kn/Q0N/wCAkP8A8RR/wvj4qf8AQ0P/AOAkP/xFFFHMwsg/4Xx8VP8AoaG/8BIf/iKnt/2hfjBbpsg8YzxL6LbQgf8AoFFFJu+4JJbEv/DRnxm/6He7/wC/EX/xNN/4aK+Muc/8Jvef9+Yv/iaKKVkO7D/hor4y/wDQ73n/AH5i/wDiaX/hoz4zf9Dtdf8AfiL/AOJooosguxf+GjPjN/0O11/34i/+JpP+GjPjN/0O11/34i/+JooosguH/DRnxm/6Ha6/78Rf/E0v/DRnxm/6Ha7/AO/EX/xNFFFkF2H/AA0Z8Zv+h2u/+/EX/wATR/w0Z8Zv+h2uv+/EX/xNFFFkF2H/AA0Z8Zv+h2uv+/EX/wATR/w0Z8Zv+h2uv+/EX/xNFFFkF2H/AA0Z8Zv+h2u/+/EX/wATR/w0Z8Zv+h3u/wDvxF/8TRRRZBdh/wANGfGb/odrv/vxF/8AE0f8NGfGb/odrv8A78Rf/E0UUWQXYn/DRnxm/wCh2uv+/EX/AMTR/wANF/Gb/od7v/vxF/8AE0UUWQXYv/DRnxm/6Ha6/wC/EX/xNH/DRnxm/wCh2u/+/EX/AMTRRRZBdif8NGfGb/odrr/vxF/8TR/w0Z8Zv+h2uv8AvxF/8TRRRZBdh/w0Z8Zv+h2uv+/EX/xNH/DRnxm/6Ha7/wC/EX/xNFFFkK4v/DRnxm/6Ha6/78Rf/E0f8NGfGb/odrr/AL8Rf/E0UUWQ7sP+GjPjN/0O11/34i/+Jo/4aM+M3/Q7Xf8A34i/+Jooosguw/4aM+M3/Q7Xf/fiL/4mk/4aM+M3/Q7XX/fiL/4miiiyC7MHx18WPiB470iPR/FXiKbUrGOcXCRPFGoEgVlDZVQejN+dFFFMR//Z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AutoShape 8" descr="data:image/jpg;base64,%20/9j/4AAQSkZJRgABAQEAYABgAAD/2wBDAAUDBAQEAwUEBAQFBQUGBwwIBwcHBw8LCwkMEQ8SEhEPERETFhwXExQaFRERGCEYGh0dHx8fExciJCIeJBweHx7/2wBDAQUFBQcGBw4ICA4eFBEUHh4eHh4eHh4eHh4eHh4eHh4eHh4eHh4eHh4eHh4eHh4eHh4eHh4eHh4eHh4eHh4eHh7/wAARCADTASU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zj4dfC/wlq/wbXxlqGl3lzPbyNHc+TcFRjblWx/vEA+1a+i/Bbwnd2fhm8u4fIi1aWaK4LSuqxMqb4xuJwNwIGT0yfSuv+CHg34mSfCbRH0MaL/Zd5C04ScgtIHBRg+VORjtXVwfD/wCLENtNapb+GjbzMGaJsFRiMx8Arx8pI49a8acqnM/i/Hufb0FhPYrWnfTe19rW23T1+R5f4m+D/gPQYLVrzQ9SWaSSeOaE3fKtHEjDBHBBLde4wa1W+A/w9jSS+NvePZTCxNmonIc+bIscu45x8rNx9K7a++HPxavrR7a7OhTRk5TdICYhtVCqHb8oKqAR7Vbi8EfGCMMoXw6UJQhGIKpslMo2jbx85zSVSpd3UrfMcqeE5I2nTv127+h84a94H8LWWu39lb6YfJt7mSFN8zliFYrk8+1UJfCPh3bgaaoJ7+a/H617zqPwR+Id/qFxfTpo4muJGlk2XO0bmOTgbeOarn4C+PTjcul4z2uz/wDE1y/7Vzfat8z2lVyb2ST9ne3aO/3HlP8AwrXwtn/j1m/7/NT4fhn4VaZVNrNgnn981e5f8Kh8Zf8APjZf+DD/AO106P4R+MkkVvsFicH/AKCH/wBrrX/ae7OJzym20PuR4FZ/DrwvNbJK1rKC2ekrepqb/hWvhb/n1m/7/NXuFn8HPGkFskTWdixXOSL/ABnnP9ypf+FQ+Mv+fGy/8GH/ANrof1nuwU8ptqofgeDj4b+FzdXEf2WXEbBR+9b0Bp//AArXwt/z6y/9/mr3Ffg940FxPK1lY/vXDAfb+gwB/cqT/hUPjL/nxsv/AAYf/a6H9Z6NijPKbaqH4Hg8vw38LrcQxi1lw8TOf3rdQ2Kf/wAK18Lf8+s3/f5q9xk+D3jRrmKX7FYBUiKY+38kls5+5Un/AAqHxl/z42X/AIMP/tdD+s92EZ5V1UPwPB7j4b+F47dXW0lyZo05lboc5/lT/wDhWvhb/n1l/wC/zV7jcfB7xpLEkYsrEYmSQn7fnIXPH3PepP8AhUPjL/nxsf8AwYf/AGuh/WbbsFPKru6h+B4S/wANvCywzSfZZcpGzj983UAmkj+G/hZo1Y2svKg/61q91l+EHjRoZY1sbEF42QE3+cZGM/coj+D/AIyWNV+w2JwAP+Qh/wDa6P8AabbsOfKr7Qt8jw1Php4VaRVNrNywH+uaooPhz4XkEhNrL8sroMSt0DEV70nwi8ZK6t9gseCD/wAhD/7XUNt8HfGkauGs7Bi0jPxf4xkk4+5R/tNt3+IOeVc20LfI8P8A+Fa+Ff8An1m/7/NTD8OPC32p4vsku1Y0b/Wt1Iya94/4VD4y/wCfGx/8GH/2uo/+FPeNPtUkxs7DDIigfb/Qf7lC+s23YOeU3VlD8Dw7/hWvhX/n1m/7/NTJfhx4WV4FFrL+8Zwf3rdguP5mveP+FQ+Mv+fGy/8ABh/9rqOX4PeNHlgYWViBEXJH2/ruC/7HtQvrHVsJTym2ih+B4d/wrXwt/wA+s3/f5qZcfDjwtHayyi0lLLsxmVu7qv8AU17x/wAKh8Zf8+Nj/wCDD/7XUdz8HvGkls8K2Vipcpyb/PR1b+57UL6zfdhKeU20UPwPDv8AhWvhX/n1m/7+tTofhn4VaVVNrNgn/ns1e5/8Kh8Zf8+Nl/4MP/tdKnwj8Zo4YWNiSPXUP/tdH+093+JXPlPaH4FPwD+zb8OLj4dxeJvEGl3dy8sXnLFbXLIQucdS2KuR/Af4HyMVi8MeIHIL8fayDhQecE8Z2t9Mc13fgix+IuieDk8L6x4b0PWrOLCxFtRaMhQcgH5DnB6dK1ZofEMzM0vw28PszBwx/tdud2N2f3XfAr1adSPIr3/E+NxVGftpcrja+luVI4SL9mz4KSCzI0HWB9rKqoN4/wArFGfB59FP6UyT9nH4Hx2FtfNour+TOkT5+2P8gk+7nn6/lXpsOpeNYY444/AmihYn3oP7ZPytjGR+69CRQmo+NFgEC+A9E8oMrBP7YOAVAC/8suwAq/aQ8/xOf2NXuvvieUQ/s/8AwJk0U6t/YusC3WIyvi7dmUbtoGAepNXvDv7NvwP1y1trqy0fVvJuYPPiZ7xxuUHB4z2JFegGTxUbdbf/AIV5oQiXO1BrBAGTk/8ALL15qfT9Q8Z2BJs/AOiQ5GPk1gjj/v17Ue0h5/iHsavdffE86i/Zp+Ccl79lXRNWD75kybx8Zi27u/fcMVBa/s4/BK51SXTl0PVo5UuPs4JvmIJ27t2M5A4I/CvUBq3jcSGQeBNF3ksc/wBsHOW+9/yy74FRR6h40iuHuYfAOhrO7+Yz/wBsHJbGMn916U/aQ8/xD2NXuvvifBn7U/w7074ZfE3/AIR/Scmxks0uYSzEsQzMOck8jGPworX/AGz4PFS/FeC+8XLZpe3unpLFFayF444hI6KoyP8AZP8AOirpu8TLEK1Rp26bbbeR9k/sz4/4UH4N4/5hq/8AoTV6Lgeledfszj/iwng3/sGr/wChNXouP85rF7gtgwPSjA9KMf5zRSGGB6UYHpSceo/OjjGe1AC4HpRgelJS4oAMD0owPSijH+c0AGB6UYHpR/nrRTAMD0owPSkGCMggj2pcUgDA9KMD0pKOKYC4HpRgelJx60uPzpAGB6UYHpRRimAYHpRgelGP85oxSAMD0owPSijFABgelGB6UYoxQAYHpRgelJxmloAMD0owPSkGPWgc0ALgelGB6UYooAMD0owPSjH+c0Y/zmgAwPSjA9KMf5zRj/OaAPhn/goh/wAlX0D/ALAKf+lE9FH/AAUP/wCSr6B/2AU/9KJ6K6I7GMtz6i/Zn/5IH4N6/wDINX/0Jq9F/OvOv2Zif+FB+Def+Yav/oTV6Lk+tYPc1WwfnUGoIZbGeMRNKWjYBA5Tdx03DkfWp8n1qO6hjuraS3uEEkMqlHRujKRgg0hnzRHc30cOl3N7JfpbvaXKttvpbn94lyQd2CSpC7Rz2rotfv8AxBY/Djw9YX15elv7I86S1CbxeSRIWkjlmD7ugBKjkgHnqK9StvAPhO2gu4LfSI4Y7qLynVHYBEyDtTn5BkA/Ljnmm3HgLw5PpdtpckN59itozHHCL2ULgggk4bkkMwJPJBq+ZEtM5D4XX+vyWt3aWs1zLiwiuV06aMRratMoZFjmLMQuCSA2eg7cVl3kPjWX4i6bpN1aajfRjTp7ye0k15UViJIljZmiVMDJYAHhufSvT/DXhPRvDkkz6THdRecFEivdSSK2AADhiRkAAD2FWtG0LS9ImuLixtglxdMGuJ2YvJLjpuY5JAzwKVx2MLx94g8RaHZaZfWOmWrQPdQR37TT4WMSHZtGOeHZPm9M1P4c1/XtU0XUb46JC8sFw0VmkczIt4ihcuDIAVG4soJHO3Pet3WdNs9X0yfTdQi861nAEiZIzggjkcjBAP4VbUbQAOg6UhnMw694qeVFk8B3ESMwDP8A2rbnaM8nA61S8Rafqi+LotXurprDRYov391HqHloEAOUmicbCDk4ZMMPWuzrH1LwvoOpaqmp6jpsN5dRgBGmBdVx0IU8A/hRcDgtF1G/tNGtLTSGbStN17XHt9LlmBZ7e1ETyPL8/wDFJ5TFQeBvHHGKg0261fS/D1l4qt9b1K6+3695Fva3UwkS6tXl8tQoxwcKZAV7H0r1PU9OsNTszZ6hZwXVsSD5UqBlyOnFVU8P6MuqRaoNOtzeQoEhkK5MSgYAUdF49KpMVj5i8ba9rUOjeKJLS+1WOFtUu1gvnleJTEqfIFJZm6g4XjAIP8XHR+JNQ1ZvhVotx/wkU2hkak8Zu3keRXUyKo5QDr2z05r2jXvAvhvWobiG/tblobmR5Z447uSNZGcAMSFIByAKsQeEtDjtLe0ktXu4LdnaJLuZpgCwwThyc8ZHtk0cyFys8X8HalqQ+LenLLeSzK92bJ4fOkIMaWzOJAhbO4tj5iOeBU2pXWv2Ov6prK2usaiHv7eybT4ryXdbQM4QB5VwqOS4baM4HXFev6d4M8Oafc211aaf5dzbSmWOfzGMgJUKQWJyV2gDaeMAelLd+D9Dubq4uTFcwPcyeZOLe7kiWRyACzKpAJ4HPtRzILGD4z0zxbrPhux0DTNPeyyUlvpDqJDiONgfISUfNvcAAv0AzWd8L7i41Pxjf3Wnza9FpVjbfZLuDUbrz1a935YI3IIVQBuU4Ofau4vfDulXum2+m3UDyWcAwsRmbawxjDc/MPrmtCxtLWws47Oxt4ra3iG1IolCqo9gKVyjitW8V+KdMsllvNBtoZ7rbbWUPnZMl155TbjqUZMSAjoAc1L8Rv8AhJVa4utPjuU061tmkeaHU4rcHAJJYMhIx65FdDaeHdJttXbV1tfM1Bs4uJnMjoD1Clido9hUmuaHpmtpFHqlt9qhibcIXc+Wx/2l6N+OaLgcB8MP+Ekt/ha9/rFhcxXl1oa3Ul5NqLTyzTGDOdh/1fXOBjBrovDWuW+j/CbSNd1e7keNNOieSVm3vM5UYUd2djwB1J4rrQoC7cDbjGMcYrBsvBvhiyvY7y20a1SWJzJFxlYmPVkU8KfpSA5nxxaNLcaLt1LWtMl127WGQtesi2YKbigVcAOcbRkkZz1rcvbG48H+GL2fw9Z6jrF6AhEV3eyTO/IBb5iegJbC4zit/VdOsdWsJLHUrSG7tpPvxSoGU/hTNF0qx0ayFlp0RhgDFghctgn60XA5nwOlprF+2vz+JZdZ1KEGM28e6CKz3dV8jrn/AGnyfTFc2LfUdV8feIf7O8R3qytcpZWtvLeeWhWGPzJigWMnCvOF/DBJ4r0abQ9Kk16HXWsYhqcKNGtyo2uVPVSR94fXNU7nwf4buLaOCXS4iI55biN1Yq6SSsWkYMDkFiTnmmmFjnJ7W68IaNaWkNzPHquq6gUSO2Yz/aJSpP3piNnyqSTWf4NsPF2j+OnttUHiFtIvWe7hPmQyQxXByZI5CoJCN1XBGDkdxXbHwpoLaOdJl09ZrPzRMEldnIkHRwxOQw9QaXTvDWm2N9FexPfSzQgiM3F7LKFyMcBmI6UJgcx8OdUXWvB0WgXGo3r6pPZTTz3SuS8IeeVF+bsw28D0ArU+GviX+1/B2kz6rd266pJ5ltKhkVWlmhkaKQqvU5ZCePWtzR9D0jR5rybS9Pt7OS9l865aJAplf1NVrnwvok+p2moNZKk9o++Ly2KLu378lRwTu+bnvRoBtZ9jR+dGT60ZPrUgH50fnRk+tGT60AfDH/BRD/krGgf9gFP/AEonoo/4KIf8lY0D/sAp/wClE9FdEdjGW59Rfszf8kD8G/8AYNX/ANCavRa86/Zn/wCSB+Df+wav/oTV6LWD3NVsFFFFIYUUUUAFFFFABRRRQAUUUUAFFFFABRRRQAUUUUAFFFFABRRRQAUUUUAFFFFABRRRQAUUUUAFFFFABRRRQAUUUUAfDH/BRH/krGgf9gFP/Sieij/goh/yVjQP+wCn/pRPRXRHYxlufUX7M+P+FB+Df+wav/oTV6LgV51+zP8A8kD8G/8AYNX/ANCavRawe5qtgwKMCj6AmmtJGpwzqp9CQKQx2BRgUDpnHFFABgUYFFFABgUYFFFABgUYFFFABgUYFFFABgUYFFFABgUYFFFABgUYFFFABgUYFFFABgUYFFFABgUYFFFABgUYFFFABgUYFFFABgUYFFFABgUYFNkkjjGZXWMf7RxSRTQynEUiSf7rA/yoAfgUYFFFAHwx/wAFEP8AkrGgf9gFP/Sieij/AIKIf8lY0D/sAp/6UT0V0R2MZbn1F+zMf+LB+Df+wav/AKE1XfFXjqWG8udJ8LWK6rqFtxdzu2LW0Po7Dlm/2V6dyK4D4f69d6R+zP4G0/S5PK1TVrRbW2kHWIZYySf8BUEj3xVbwzpJvLC1jt1u5LK9klh0zTYLxrUXaREedd3U6/MsQYjheSWH3t2Bi2lqzuo04KHtam23qZ3izxD4gul1G31bxBqf9owRGaG0T/RbedV5by9nLYGRjOfaszSzpuq+Iriw03SbzU9lvE0cMU8ryM7jezs7PhIwpUbiQCd2M4ruL/wf4es7b7dqWjeH7qzgYG4u9A1Kdbuxzx5mCx8xRnk5Bx/Cea0vGek+G/AehaDpsdvc3OjX1zJJfEHfPq04jzBA7DG7zGxheFOwLjHFZ+1WyOl5hThH93TSfmchp8Ot2MrtoM1zFLEC0kWja/HqDoB13QMSSB3ArtPB/wAUJFW3j8UNbyWc52Q6xboUjDZxtnQ8xnPGegPXFVvHHhz4g3Pg+51S5k8C+HBYQNdW0cVjNJNZMg3LtuFdBvGMcJg9MEGuU0na2pajbXV1HqT3Wn2l9fbUXBuZI2WdSi8AloixX1Y04y5hYWUcZU9lUSTezWh9Eq2RkEEHkEUjyKoyzBR6k4r5zg8TePNI8EXUVndDS9L04tPZm4jEl68CkN5LZyqLgEA8tggfLivozTD513bswHMRb8cD/GrS1OXEYeph/jQz7Tb/APPaP/voUfaYP+e8f/fQrWuyI7aWRVXKoWGR6CvP/wDhMtU/542n/fs/411UcFOtfl6HmYjH08O1z9TqvtEH/PeP/voUn2q3/wCe8f8A30K5b/hMtU/542n/AH7P+NH/AAmWqf8APGz/AO/Z/wAa3/sqsc39s4fzOp+1W/8Az3j/AO+hR9qt/wDnvH/30K5b/hMtU/542f8A37P+NH/CZap/zxs/+/Z/xo/sqt5B/bOH8zqvtNv/AM94/wDvoUfaIP8AnvH/AN9CuV/4TLVP+eNn/wB+z/jR/wAJlqv/ADxtP+/Z/wAaP7KrB/bOH8zqvtMH/PeP/voVFd6jY2trLdXF3DFDChkkdnGFUDJNYNh4t1Ke+gheG02ySKpwhzgn61V/aUuZLX4O6v5J2GUxxMR12lxn+VceNoSwkHKXZs9jJHDNcXTw8Hbmko37XZx9v4n8f/EKeW48JTWvhvw8sjRxX90gaa4IOCVHp9PzzmrH/CIfFD/orsf/AICLXonwysbew0C2sbdAsNtbJHGMdAGf/CutCrj7o/KuGGC54qVSTb9WvyPoMRxE6FWVPB0YRpp2V4Rk7d25Jtt9enZHh3/CIfFD/orsf/gItH/CI/FD/orsf/gIte47V/uj8qNq/wB0flV/UKfd/e/8zD/WjGfyU/8AwVT/APkTw7/hEfih/wBFcj/8BFo/4RH4of8ARXI//ARa9x2r/dH5UbV/uj8qPqFPu/vf+Y/9aMX/ACU//BVP/wCRPDv+ER+KH/RXI/8AwEWgeEfih/0V2P8A8BFr3Hav90flRtX+6Pyo+oU+7+9/5h/rRi/5Kf8A4Kp//Inh3/CIfFD/AKK7H/4CLR/wiHxQ/wCiux/+Ai17jtX+6Pyo2r/dH5UfUId397/zD/WjGfyU/wDwVT/+RPBdRvPin4GgOq3WsWHjDTIvmuoggjmRO5XHp+P0r07wpr2n+JtAtda0uQvbXKbhn7ynoVI7EHIrp7uOOS2kR41ZSjAgjIIx0rxL9nHNvH4t0mI4tbPWXEKk/dByD/6CKzcHQqxindSvv0aN51aea4CriJU4xq0nHWKUVKMnbVLS6drNJaXuej+Jte03w7pT6lqs/lQghVAG55HPREUcsx9K8n8eeNPGhjWb7Lc6HpkgDbbRRLdeWejs3RfooJHvWb4j1S58aeNRJFcLFaiaS209nGUt4Y8ma5I9Ttb8lHSua8W/ED4beGdXt9K1drcXDxo4Goi6u5/LYZRpTGwW33AhtqhiARlR0rnnUq4lyhRdktL/AJnx851Krag7JGbc3RvY5Glmnu3N8iG5mmklHknDhsE4yR8uAOp6V1MPhqaMq5bTNBlIDRxXer/ZJyD0Yop+UHtu/Ku+8H6J4ZutFvfEnh/SXOs2Nq7W1q1491AJTFviki3HBDArhsDgngHNaXgoSaxoiReEksE0zaPtWsX1uZ5b2cgGUqmV3HcSGdmwGyApwcctPA2blUk2/VkQwut5u5xeneLPGnhPUv7O1MvqKqok+y3cgLyR/wB+GcDDj6j64r1nwr4i0zxJpgv9MlLANslicbZIX7o69j+h7V5H4pSy07SNW0M6kt9NpWs20umsIggjWUxpPEm3gKDI/wAvbHtWbpOrzeF9eh8QW+RCCseoRDpNATyT/tJ94H0zVfXHhcRGjUd4y2fVf8Aft3QqKEndM8c/4KI/8lY0D/sAp/6UT0U3/goY6yfFPw9JGwZH8PxsrDoQbibBor6COx0y3PSvhnIbjwr8P4Wz5dl4WMgH+1LPjP5IR+NXbK20IxaFHqgubm60VrjTb/TDdmCK7tSfNjfJIXOFDYJAYIwJG2qXw2ia28I/D25biO+8LtCp/wBuKbdj/vlmP4VteIYdPfVdPjnNxa3d1vhgu4SByBu8p8gq4YbiFYMp2nisJK7PoaWCWKwEeV2abOs8Q+EfDvinS/7E8N/D260SeYCOTUWgFktrGfvHKNmQkZAGCDnrVLVtC1Wb4h6X4Z8RXGsXdvc6m5t0DH7C1gkDsmNo+SWNkTkkHccjIPFaPxx4rjSWMePLFhAxWRp9Oi8xT74ZR/47VbW/HHiy0sjDceM4Vju4yBcPpYDxqerRuhAVsdNwPasZYWrNpa6f19xishx17KGp2njrT/COhWAh8QeKNdv5yubHT2vPPmLj7rJFj5iDjlvlHeuA8KaY9l9svbiMRXV7IJGj3bvKQDCJnuRySfUnHFQaPbpJYNeaDbx2kkrndcXkTSS3I/vsxbeSfViTV/RLGe0a6ur68W6uZ3y7qMIijoqjPAHP5mt40uSL5nqe5gMmjg71Kkvf7FPxgs15LpGhqUS01bUIrS6kJ+ZIycnA75xt9s19E6evl6hEi/dETAfpXzra7tZ+I3hixiyyjUPtBx2jiRmZvzK/nX0XY/8AIST/AHG/mKcd0eFnU+au9ehf1D/jxn/65t/KvF7uUQW005XcI0ZseuBmvaNQ/wCPGf8A65t/KvF72Ez2k8AIBkjZQfqK9zLubkny7nxOaKLrUufbr6XMsa/br4WTX5oZFhaNZDGvLDJAx+tS6vqyaetixhaQXc6xDBxtz3rj521aTwkPCiaLdm8QCMyYHlbVbO7d74q/JPf69daTaDSbq0FpOstzJMuFXaMYB75NcyzKrJcqvzWj0fxX97p2Palw9hqcvaStyKVRv3l8Fvce99Xfzb0NLUPEVyuoXNrpeky6gtmcXDhwoU9doz1NS3Pia1XRbTUbaGW5e8YJbwLwzP3B9MVladousSanrM0WpXOmxyXbMqrCrCQY+9k/l+FU7PTdStfDOi3QspZJtPu3llgxh2UkjIH61H1zG+82nZ36LS0ktLa7dzf+yso9yKcW04p+9JN3g3aTeivJJXi9E7M6LSdeee8nsNTsX0+7hi87YzhlaP8AvAiqKeLp/KTUJNHmTSHk2LdbxnBOAxX0qBFvNa1m71ddPuLWCPTntYlmXDyuST09O1Ld2F63wvj09bWQ3QgUeVt+bO70qvrGKlF8knZKTTt8VrWvp6mf1DLKdWCqU1ebhGUeZ2hzJ8zTv003bS2O70Y51SzI5BlUj8xWh+1B/wAke1H/AK7Q/wDoQrM0AEX9gG4IdM/pWn+1B/yR7Uf+u0P/AKEKnP3ei3/dY+Ako5vRS/5+R/NHVeBD/oH/AGxT/wBCkroZbm3hKiaeKMtwN7AZ+ma8p8a+MJfAvwm1TxFbRrJdxQRRWwYZHmPI6qT7DOfwr5K8F6N4w+LHjuM3NxfaiWmWTULyWQ7YIs5YljwvGcAVpgcC69J1JS5YoyxlbkruKV22foeGU9DRkV8kfss/EPWNO+JEvw9v9Sn1LR55JY7J5XLGFkyRtJ/hYDp0q5ZeLvjR4mu/G99oni60s7DwvPM/lSWkW6VU3HYDsP8ACverll81JrmVrJ38mZe2S3Wv+R9V5FGRXySPiL8aIvh7B8WZfEGmPo/2wQPpS2qjcu7aTnbkZIP8Wa6648efEb4meO7zw38O9RsvD1jpdtHLeXk8QkdncfdGQeM5AwO2SamWXzje8lZbvtYFXT6H0RuFGRXyn4k+MXxG8M+HfFPhfXLy1TxTocsDRajBAhWaJ2GcqRtzgg5wPpV5vGnxc8CX/hDXfF/iCw1jR/EUqJLZx26q0AYKeCFHIDZ6kcGn/Z1W268vPS+ge3j2Pp7cKXIr5B8R/G/xZrviXWZNK8caT4S0/T5njsrW4tvMe72kjJOxsZx7DmtLwb8dfFt7r3hbWdZuYYvD95dNpepRJCojS4AGJA2NwBDq2M9mpvLK6jcX1iFz6ouGHkv/ALp/lXzD4A8X2/h+78f2P2HULq7udQmMJtkQqpPmAbizDHNd38L/ABl4m8cfFPxbNBfhfB+kZtLaFYU/fTdC2/G7sT1xyK898F+DrzxFqfjDUtGuUh1Wy1iRUjlOIriNmYmNsdDkAhu3PY14GbU61KpBQtza/lsfS5ZOUsoxzp72h/6Wg8Lvb6X/AGRJqyPHZi0ey1A/xRxzRbHfj0bBPtk1wPjX4L23xH8dPq1reatHezKBeJb2aSLciJUTzULOuwlTGSpyAW+oHfaZdG+svNkt3gcO8ckUmCVZWKsDjjqDUtnqNx4cljk0zWrvSA2UUIVaIAkEqFkVlXJAPAGSK+ay3MpYdyozi73e34nxlHGRoxcauiOln8D674Z8L2jwyatDpsFt5U1jpc264iSOIJASQMyEYJYL3bgEV1N1Z+F/D3h3T5/EGqXumX11axyXVpZ3Lo11NtHmERJzksTkgAZPNcInjbxa8bXcPi6+mVD0WzgZW/ARZI+hrHjvrnWL+61O7lnuruYAS3csezkdERD0VR26c9ySa66mPUVKqr9N9kbTzWhZKGrLOuTWN/qfnabpY0jTUcPFbu+6SV1U4LendtuTzzms+2vrW/0a2uLjEMV/GFCMc53r938qdBZSC5aW51B7qVUKoCioIw3U4Xucda5y5sP7G06ETahNqE1lAI7WMoERCF2rhR1Y8DJJ68Yrx8RJYiquaV5af0vwPOVadduVRWfQ8o/a3vJL+8+H93MxaSTwlBuJ74nmH9KKuftoaU2h+IPA2kP9+18KQRt/vCabP60V99T+FH0LPo/4d+HrnXP2Y/BNxpihtW02zW7swTjzCCwaP/gSkj8q5G7hvNf0+aLT9agEE0u8R38LefYzKc4VlIwVYdDn06V6z+zhMlv+z54Qmk+6mmKT/wB9NWF8QPDMOuarJrehtHpWpP8A67K7obvHQyKOjf7Y59c1n1PWwONVBck/hZjtpNu8UN5dWdpqGpxRAGYoE8xgOvcD9aZaXuqX12sMujtZW6czNOyvu9FQDr9awtDi1rUbkWrX+gaTMbiW2jW5vmJneL75UKvCj1bH0qG81W5sJ7aG8uoL6O8haa1uNMma4jkVWCsCMblIJHUYPY8GueGY0JVfYc15fP8A4bo/uPqKecUHHlbv2bvodJrNvKzmSHXJ7IEYaNQrDH+yDyDWLBF4s1YT2nhWzt20yC5azkkkBZ4mWFJTI3PzbtxUKP4sepqK2XW9QO3TfDuoy5/5aXKfZ4x75bk/gDXR+C5PF3g+4v8ATV0q21KXVpVvEnRmS2tX2iN1kYjJG1EIwMkkjHFY5rUxscN/savO60ODH5spQVOE/uND9nrTdTfxLq+qeIdNFnqMFlbRQw79xtlkXe6t6OSASOwwK9vsv+QlH/1zb+lcB4Cl/sS0e3viLm8vLhri7u1GDJK3t2UDAA9BXfWP/ISj/wCubfzFdND2nLH2vxdbbHzNao6jc5bs0NQ/48Z/+ubfyrxw17HqH/HjP/1zb+VeOEdfevo8r2kfL5z8UDnpPFdlNqn9laXG1/d85CsFRcdcsf6A1pL/AGxIMu1lD7BWcj8cj+VcprHw9hku2vNHv3spSxYKc4B9iORUK6f8RLH5YNQhu0HTcyn+YzXIsXjac5fWaUmunJZq35n0MsqybE0oPL8TCMraqrdO/r8Nvl82dl9n1AnnUVHsIF/rQYNRHI1FW/3oF/pXHi++I8fB022f32D+hpftvxHkOBp9tH77QP5mr/tOn/z7qfc/8zD/AFbxH/QRh7f4of5HWyHWI+QLK4A7fNGT+PI/SqFj4q0+bVG0q7V7K+VtvlyEFWPoGHFc8+l/ELUBtudTitUPUI4X/wBBGat+H/ANrZ3qX2oXj3lwjBwBwu7sT3NQsXjqtWP1ek1G+vPbby6mryvJsNh6jx2IhKdvdVK7d/N/Db5fM7/R/wDkLWn/AF2X+daH7UH/ACR7Uf8ArtD/AOhCs/R/+Qtaf9dl/nWh+1B/yR7Uf+u0P/oQqeIP4Mv8LH4f/wDI1of9fIfmhde8HweOvhnqXhqaXyWuraMwy4z5ciu5U/TIFfN81n8XfAXgq8+H1j4R1GE3V40k+o6fbNN9ojIwFDoDgfXBx2r668B/8eH/AGyT/wBCkrpMVOFxTp0vZyjzR3sPERft5Ti7PU+XP2VPgzr+i+JE8a+LLN7B4I2WytJT+9LMMF3H8OBnAPNekeBvhRqXh7T/AB/bTaraznxQ0xgKRMPI3oyjdzzjd2r1vFLWlbG1asnJ9bfgc8aMYpHiM3wW1aT9npfhmNatBeLc+d9r8pvLx5hfG3OfbrUOr/BfxNpeuQeJfh74tj0TVpbSO21BJYS0NwVUDeB26Zwc17pRUrG1lfXdt/eP2UT56vv2edS1DwZr0Wo+KEvvFeuTRSXOozxHy1VGztVQc+n5V1vxN+Feo+LdD8Hafb6pa2zaBPHJM0kZYTBVUEDB46V6xRQ8ZWbTvt/lYPZR7Hz14g+AniCy8TanfeBfEmnafYarKZJ7e9slmMDE5JjJ+p9Kb8dfCFj4a/Z4bQ7hrnWNVN1E0FxHbgPJcluW2oOFC5H0r6HpCoPWqWOq80XLW39bi9jGzt1PPfgR4PHgr4V6dpcke29mhNzeEjkyuMkH6DA/CuP/AGe/+Qr46/7DTfzevb5+IH/3T/KvD/2fP+Qp476f8hpv5vXj46bqYiE3u2/yPqMnSjlWNXlT/wDS0c98VNObwp42lvotp0vWpPNwP+WNzj5lPpuxkfiKylurK5Qo7Iynqj//AF69R8S6Qt1HcWWr2q3NvPkOHGVcfXsf5V5br/gfVdKtri60e8jvrWKNpBb3TFZVAGcBwCG/EA+5rw8xyeVWp7ajufHYvBOb5o9ehDdXN/E/l28VgYeiSeaRsHqV7/hRe3Fq9ukU1zLK6Dh42Ktn1yOKgTSdIWx8678d2UNwIYZHhi09pFQyYwobf823PzYHAGTS6X4W17Uru9ht7zSRbWtwYBeIzyLN8qtuRcDI+bHXqDXkYeFTETUKKs1rs1fzu99+hxPKKsV72qfmtCqb77LbyeW5ReXlmlfLH3J+lJo1tbXYXXNRubiGytylxaRWzx/abli2FnCORmFWxyeD9Oa7fRvh/o9rIlxqckmr3CkMv2gAQqfURjj/AL63GtGHwdop1Ka4ks1u0lXalpOiyQwktuJRSPly3PpnOMZNevHJaranKdnfX/gef5HoYPAwoWbWx8y/ty3GrXXjfwrPrdvFb37eHl81Y2DKf9Jnw3BIGRg4BOM9aKd+3bbz23xG8PxzjaToSFU/ur9om4or6aHwo7Jbn1l+zUqv8AfByOoZTpqgg9/mauru/DtrIxa3kaEnt1Fct+zN/wAkD8G9f+Qav/oTV6L+dYvc2WxwN78O9Nnlmlk03TJ3nYNKzxDc5HQmn2HgxdOmlmsNOsbaSXAkeEBS35Cu7/Oj86VwscgNA1EnkRD6vU8Xhu4J/eXEaj/Z5rqPzo/Oi4WRlafolnauJG3TSDkFjwPwrXsj/wATKPt+7bv9Kb+dMljSUAOpODkc4I/KmnrcGro1bxWktZY15ZkIH1Irzr/hE9a/54x/9/BXWfZYfSX/AL+t/jR9lh9Jf+/z/wCNdlDGyoX5epw4nAQxFuZ7HJf8IlrX/PGP/v4KP+ES1r/njH/38Fdb9lh9Jf8Av8/+NH2WH/pr/wB/W/xro/tar5HL/YtHu/6+RyX/AAiWtf8APGP/AL+Cj/hEta/54x/9/BXW/ZYf+mv/AH9b/Gj7LD/01/7+t/jS/tar5B/YlHu/6+RyX/CJa1/zxj/7+Cj/AIRPWv8AnjH/AN/BXW/ZYfSX/v63+NH2WH0l/wC/z/40f2tV8g/sSj3f9fI5nT/C+sQ38EzwxhUkVm/eDoDR+0dY3F/8H9ZW3Uu0ISYqBklVcZ/Ic/hXTfZYfSX/AL/P/jTZrG1mheGaJ5I3Uq6NIxDAjBBGeRXFjcRLFwcZ9mj2MkjHKcVTxFPXlkpetmZ/wo1K31bw1bajasGhuLZGXnp80mR9QeK7GvCZPAHjPwfqE83w71G1uNLncyf2XfuQImPXY2Rx+I7ZzjNS/aPjb/0LWgf+Bzf/AByuGGLcIqM4O67K6PosRkVHEVZVcLiafJJ3XNJRkvJp9V5XTPcaK8O+0fG3/oWtA/8AA5v/AI5R9o+Nv/QtaB/4HN/8cqvr0f5JfczH/Vyp/wBBFL/wZE9xorw77R8bf+ha0D/wOb/45R9o+Nv/AELWgf8Agc3/AMco+ux/kl9zF/q5U/6CKX/gyJ7jRXh32j42/wDQtaB/4HN/8co+0fG3/oWtA/8AA5v/AI5R9ej/ACS+5h/q5U/6CKX/AIMie40V4d9o+Nv/AELWgf8Agc3/AMco+0fG3/oWtA/8Dm/+OUfXo/yS+5j/ANW6n/QRS/8ABkT2u+ljgs5pppEjiSNmd2OAoAySTXin7N6tc2XijXFQi21HWJHgJ43KMnP/AI9j8DVe78J/FDxkBYeKdQsNC0diPtENhI0kk6/3SSxH6gexr1PQNJsdC0e10nTLcQWlsgSNB6ep9STkk9yazcpV6kZ8rSjffq2b1I0MswFXDKrGpUquN+V3jGMXffZtu22yW+pcdUdSrKrD0PNUZ9I06XObdVP+y2K0Pzo/Oug+dMH/AIRXR1AEcIjC52hVXjPXt3p0PhnToUEcRdEHRUAUD8AK3Pzo/OmFkZUehacnWNn/AN5zV63tba3H7mCNPoKn/Oj86LhofDH/AAUQ/wCSr6B/2AU/9KJ6KP8Agoh/yVjQP+wCn/pRPRW8djGW59Rfsz5/4UH4N5/5hq/+hNXouD6153+zN/yQPwb/ANg1f/Qmr0WsHuarYTB9aMH1paKQxMH1owfWlooATB9aMH1paKAEwfWjB9aWigBMH1owfWlooATB9aMH1paKAEwfWjB9aWigBMH1owfWlooATB9aMH1paKAEwfWjB9aWigBMH1owfWlooATB9aMH1paKAEwfWjB9aWigBMH1owfWlooATB9aMH1paKAEwfWjB9aWigBMH1owfWlooA+F/wDgoh/yVjQP+wCn/pRPRS/8FEf+SsaB/wBgFP8A0onorojsYy3PqH9mf/kgfg3/ALBq/wDoTV6LmvOv2Z8f8KD8G9f+Qav/AKE1ei8e9YPc1WwZozRx70ce9IYZozRx70gZSSAckdRnpQAuaM0ce9HHvQAZozRx70ce9ABmjNHHvRx70AGaM0ce9HHvQAZozRx70ce9ABmjNHHvRx70AGaM0ce9HHvQAZozRx70ce9ABmjNHHvRx70AGaM0ce9HHvQAZozRx70ce9ABmjNHHvRx70AGaM0ce9HHvQAZozRx70ce9ABmjNHHvRx70AfDH/BRD/krGgf9gFP/AEonoo/4KIf8lY0D/sAp/wClE9FdEdjGW59Q/sz4/wCFB+Df+wav/oTV6Lx/kV5t+zXcRx/AbwajMSf7NXgKTj5mr0P7ZF/00/79msnFt7GnNFbsm4/yKOP8ioftcX/TT/v2aPtcf/TT/vg0uSXYOePcm4/yKpCzYasb1bhgjJhotg+Y4ABz17VP9si/2/8Avg0kl9bRxq7TDDZxwe3Wk01uHPHuT8e/5Ucf5FU/7Us/+ex/74NH9q2X/PU/98Gp5l3J9rT/AJkXOP8AIo4/yKp/2rZf89T/AN8Gj+1bL/nqf++DRzLuHtYfzIucf5FHH+RVC71rTLPT5L+6vYoLaM4d342nsKxv+FieDP8AoYLT8m/wrenh6tVXhFteSM6mLw9J2nNL1aOo4/yKOP8AIrl/+Fh+DP8AoYLT8m/wpf8AhYfgz/oYLT8m/wAK0+pYn/n2/uZn/aOE/wCfsfvR0/H+RRx/kVy//Cw/Bn/QwWn5N/hWlonibQ9aEv8AZeqW90YgDIEJyo9cGpnha8I80oNL0ZUMbhqkuWFRN+qNbj/Io4/yKh+1R+kn/fs0fao/ST/v2a4/bU/5kdVibj/Io4/yKh+1R+kn/fs0v2qP0k/79mj21P8AmQWJeP8AIo4/yKiW5jLhdxUnpuUjNJ9qj7b29whIp+1ha90BNx/kUcf5FQ/ao/ST/v2aPtSf3ZP+/Zpe2p/zILE3H+RRx/kVD9qj9JP+/Zo+1xD7xZR6shAFHtqf8yHYm4/yKOP8io3uI1YrliR12qTik+1R+kn/AH7NN1YLRyQiXj/Io4/yKi+1R+kn/fBpPtSf3ZP+/Zpe2p/zILE3H+RRx/kVD9rj9JP+/ZqVHDoHRgykZBHeqjOMvhdwF4/yKOP8il59aOfWqATj/Io4/wAil59aOfWgD4Y/4KIf8lX0D/sAp/6UT0Uf8FEP+SsaB/2AU/8ASieiuiOxjLc+kP2aZNvwN8Krn/lxSvRJroxwu/UqpOCcV5b+z5MIPgn4SEh2btORlLcAjJHH5V3UtzBJG0byx7WBU/OBwa9ajCLprU8LETkqstDlvC/xUTW74QNpa2kPkGd55Lo7Y12blLfINoI710PhLxb/AG5PPFJaraEDfbZkYm4jHBkUMinaCQM+/wBM0LHQ/DtiVNrbQRERmIkSffQjG1ueQBwPTtUmjaVoWjzyT6fDFFI4ILeaWwDjIGTwDgZx1xzVKm+5Eqq6JnW+efWsO8m2FWz1eb/0YakN7F/z2j/76FZur+dHaWszRuEd5SGKnHL5H5iuHM4L2OhVOUpwmrdP1Ob8QePoNJ1ltNNr5rI6LI3m4IDqWDBQCSOMZ4FZl18U7W38RSaW1huiS5+zmfz/AOLofl29jkdavXmjaXdXV1dSQust3H5VwySEean90+3WoW8M+HWuWuW0uEztMJzISc7x39K8FRit0QoxW8WVrD4pR3d4bddIkBWNnO2bcxxGX4G3B6Y69TXRaF4uh1bU5rKO0uIjE0g3uhCnZs45A5O/p/smswaDoavKyabAvnQmFwox8h6gemal0/StPsLs3lvE/ntuyzyFvvY3Hn12j8qTjHsKUI9Isf8AEtPtnhOWPrm9h4+iPXmMOiebNHEAAXYKCe2TivW9Ts7m+8OyOsEjR/bIyW2nGAjDP0yRWKmkyI6uqEMpBBx3FfoPDtdU8Co36s+YzvCyniItr7KOTu/Bb26FjLjEwhO+FhyQcEYyT939RVp/AEkWo/Y5ryIHyfNysTnPAOOQPXHWure3vWyVHlkv5hKJtJbB5/U1NG+qxzed5rM20L8y5AAGOn4V6LxOItpNfgcccJhr6wZ5/wCIfCX9k3UcPmicOm8Ns29yMdfaum+DNl9k8QXbAYBtgP8Ax9a0b6zub2RXuFyVG0YXHGSf5k1r+CdNmt7+4mSFyoh+Y7f9oH+lcebYmTyyrGbvLlZ15VhYrM6cqcbK51/jDXx4e0b+0PIE5M8UCo0hRcySBASQCQBuzwDVK28a6YsLf2lLHbTR7DL5XmSxRh87N0hRQM4PUCrmqxaXqtobS9lieLesgAm2kMrBlIIOQQQD+FUZtD8OTWV3ZzCOaO82eeZLksz7Pu8k54r+foYmPLacXf0P1tx7MpXfxM0GC9tIw0zWlwr5uCjKEZWiGMEZPEqnir1l460e51S4sx9oRImhQTNC4UtIcKp4+XnA56k1Ti8J+EY9m+OOYxkmMyXP3M7T8uCMcop49Kt2Gg+F7GGWK1t7VFmlSaX97ku6MGVjz1BAP4VpLFUbaRlcXI+5u6o2bdOf+Wqfzqe3b9xH/uD+VZ9xMlz5cUEiyuZFOEOeAeTxT4ruBI1V540ZQAVZwCD9DROtU+pwdn8T/JDUVzNDPEuuRaHYJdSwSzmSVYkSMqCWOcZLEADjrmuej+IAm0T7fDol2ZA0cbI1xCI43kTdGWk3YCkkLnGQSOK6G7k068t2t7prWaJhhkkKsD+dZzaR4aOnxaebey+xxji3DARtx/EoOG/HNZUsVFR9+DuNw10Zq+H9WGsaVDqKWlxaxzZMaT7dzLnhvlJGD1HPQirGot/oFwP+mbfyrP07+zdPthbWk0aQqSVQzbtvsMnp7VJd3UMlrLHHMjuykKqsCST2AFTCvN1Vyxdr9h8qtqXbJsRN/vmuX8fePYPCN9p1rNpN7fG93HfAUAiVcDLbiP4mQenPXtW+s8cDPHNIkbBjw7AfzrJ8Q6VpOuS2k11fyQy2jO0LwTqpBZdp6gjpXVVxHLi5+0i2rvuQo+7oYOpfFSytrLSruC2glGoQxSiB7h0nG8jIVRGQ+0HJ5HANXZ/iXpaa7HpIsrvzZr1bSGQ7Qsh81YnPBJUKzD7wGe1XdR0Lwzf2Nva3kVpL9mSNIZiU82MIQV2t1HKjpip7zSvD91P9oaOzSc3EVw8sZVXd4mDJuI6jIFL65Rsv3cuocj7nR76g0r/jwi/H+ZqA3tt/z8w/99irGlK406HcpBIzgjB5Nevw3UnOdS66ImslZWLXPp+tHPp+tKA3oaNrV9Wc4nPp+tHPp+tLtaja1AHwv/wUQ/5KvoH/AGAU/wDSieij/goj/wAlY0D/ALAKf+lE9FdEdjGW54Xp3j3xxptjDYaf4v160tIF2xQQ38qJGvoqg4Aqf/hZXxD/AOh48R/+DKX/AOKooqiQ/wCFlfEL/oePEf8A4Mpf/iqP+FlfEL/oePEf/gyl/wDiqKKAuH/CyviH/wBDz4k/8GUv/wAVTj8TPiKRz468Sn/uJzf/ABVFFACf8LK+If8A0PPiT/wZS/8AxVN/4WR8Qf8Aod/Ef/gyl/8AiqKKAA/Ej4gkYPjfxHj/ALCUv/xVH/Cx/iB/0O/iL/wZS/8AxVFFADl+JXxEUfL468SD6anN/wDFUf8ACy/iJ/0PXiT/AMGc3/xVFFO4WD/hZfxE/wCh68Sf+DOb/wCKo/4WX8RP+h68Sf8Agzm/+KooouxWQf8ACy/iJ/0PXiT/AMGc3/xVKPiZ8RR08deJR/3E5v8A4qiii7Cwn/CyviH/ANDz4k/8Gc3/AMVR/wALK+In/Q8+JP8AwZzf/FUUUhif8LK+If8A0PPiT/wZS/8AxVH/AAsr4hf9Dx4j/wDBlL/8VRRQAo+JfxEHTx14kH01Ob/4qj/hZXxE/wCh58Sf+DOb/wCKoooAP+FlfEP/AKHnxJ/4Mpf/AIqj/hZXxD/6HnxJ/wCDKX/4qiigA/4WV8Q/+h58Sf8Agyl/+KoHxL+IgPHjrxIP+4nN/wDFUUUAB+JfxEPXx14kP/cTm/8AiqP+FlfEP/oefEn/AIMpf/iqKKAD/hZXxD/6HnxJ/wCDKX/4qk/4WV8Q/wDoefEn/gyl/wDiqKKAD/hZXxD/AOh58Sf+DKX/AOKp3/CzfiN/0PfiX/wZzf8AxVFFAB/ws34jf9D54m/8Gk3/AMVR/wALN+I3/Q9+Jv8AwaTf/FUUUBcP+Fm/Eb/oe/E3/g0m/wDiqP8AhZvxG/6HzxN/4NJv/iqKKAMXxBr+ueIrqO717WL/AFW4jj8pJby4aVlTJO0FiSBkk49zRRRQB//Z"/>
          <p:cNvSpPr>
            <a:spLocks noChangeAspect="1" noChangeArrowheads="1"/>
          </p:cNvSpPr>
          <p:nvPr/>
        </p:nvSpPr>
        <p:spPr bwMode="auto">
          <a:xfrm>
            <a:off x="6762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D540619-1EE4-A79F-ADB1-D3001A7A98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047" name="正方形/長方形 1046">
            <a:extLst>
              <a:ext uri="{FF2B5EF4-FFF2-40B4-BE49-F238E27FC236}">
                <a16:creationId xmlns:a16="http://schemas.microsoft.com/office/drawing/2014/main" id="{8DE3A4EF-81C1-DBFD-870C-7445273F22B0}"/>
              </a:ext>
            </a:extLst>
          </p:cNvPr>
          <p:cNvSpPr/>
          <p:nvPr/>
        </p:nvSpPr>
        <p:spPr>
          <a:xfrm flipH="1">
            <a:off x="7903787" y="5101378"/>
            <a:ext cx="1926164" cy="1065375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48" name="正方形/長方形 1047">
            <a:extLst>
              <a:ext uri="{FF2B5EF4-FFF2-40B4-BE49-F238E27FC236}">
                <a16:creationId xmlns:a16="http://schemas.microsoft.com/office/drawing/2014/main" id="{C5D53C0E-D19A-194B-2B65-D9E52C74DD0A}"/>
              </a:ext>
            </a:extLst>
          </p:cNvPr>
          <p:cNvSpPr/>
          <p:nvPr/>
        </p:nvSpPr>
        <p:spPr>
          <a:xfrm>
            <a:off x="5696653" y="1118385"/>
            <a:ext cx="4133298" cy="3539608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49" name="正方形/長方形 1048">
            <a:extLst>
              <a:ext uri="{FF2B5EF4-FFF2-40B4-BE49-F238E27FC236}">
                <a16:creationId xmlns:a16="http://schemas.microsoft.com/office/drawing/2014/main" id="{BFDAC45D-B282-B85D-76BE-5F4D6155DCF9}"/>
              </a:ext>
            </a:extLst>
          </p:cNvPr>
          <p:cNvSpPr/>
          <p:nvPr/>
        </p:nvSpPr>
        <p:spPr>
          <a:xfrm>
            <a:off x="8075726" y="5404821"/>
            <a:ext cx="1575274" cy="64293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ignica</a:t>
            </a: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レジ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スキャンＧＯ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pic>
        <p:nvPicPr>
          <p:cNvPr id="1050" name="図 30">
            <a:extLst>
              <a:ext uri="{FF2B5EF4-FFF2-40B4-BE49-F238E27FC236}">
                <a16:creationId xmlns:a16="http://schemas.microsoft.com/office/drawing/2014/main" id="{F28E7E8D-589A-321D-DC86-FCBD97551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37143" y="5520859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1" name="正方形/長方形 1050">
            <a:extLst>
              <a:ext uri="{FF2B5EF4-FFF2-40B4-BE49-F238E27FC236}">
                <a16:creationId xmlns:a16="http://schemas.microsoft.com/office/drawing/2014/main" id="{F32D8594-6500-690A-F61D-108E03972E88}"/>
              </a:ext>
            </a:extLst>
          </p:cNvPr>
          <p:cNvSpPr/>
          <p:nvPr/>
        </p:nvSpPr>
        <p:spPr>
          <a:xfrm>
            <a:off x="7973070" y="5046514"/>
            <a:ext cx="856316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店舗環境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52" name="正方形/長方形 1051">
            <a:extLst>
              <a:ext uri="{FF2B5EF4-FFF2-40B4-BE49-F238E27FC236}">
                <a16:creationId xmlns:a16="http://schemas.microsoft.com/office/drawing/2014/main" id="{866ABB37-21E3-2FB7-1BF2-06AC8269F78B}"/>
              </a:ext>
            </a:extLst>
          </p:cNvPr>
          <p:cNvSpPr/>
          <p:nvPr/>
        </p:nvSpPr>
        <p:spPr>
          <a:xfrm>
            <a:off x="8013654" y="2599341"/>
            <a:ext cx="1592514" cy="52784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Azure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ＰＯＳサーバ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pic>
        <p:nvPicPr>
          <p:cNvPr id="1053" name="Picture 11">
            <a:extLst>
              <a:ext uri="{FF2B5EF4-FFF2-40B4-BE49-F238E27FC236}">
                <a16:creationId xmlns:a16="http://schemas.microsoft.com/office/drawing/2014/main" id="{4601ADB9-647A-6BA0-7ECF-1DF8E061E6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92360" y="261630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4" name="正方形/長方形 1053">
            <a:extLst>
              <a:ext uri="{FF2B5EF4-FFF2-40B4-BE49-F238E27FC236}">
                <a16:creationId xmlns:a16="http://schemas.microsoft.com/office/drawing/2014/main" id="{10DCFA04-192B-A139-70B3-E83DB7F271C1}"/>
              </a:ext>
            </a:extLst>
          </p:cNvPr>
          <p:cNvSpPr/>
          <p:nvPr/>
        </p:nvSpPr>
        <p:spPr>
          <a:xfrm>
            <a:off x="5733803" y="1152207"/>
            <a:ext cx="1343904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Azure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　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cxnSp>
        <p:nvCxnSpPr>
          <p:cNvPr id="1055" name="直線矢印コネクタ 1054">
            <a:extLst>
              <a:ext uri="{FF2B5EF4-FFF2-40B4-BE49-F238E27FC236}">
                <a16:creationId xmlns:a16="http://schemas.microsoft.com/office/drawing/2014/main" id="{F25D5DE5-34B0-4732-E3E9-F69E0EBE26AF}"/>
              </a:ext>
            </a:extLst>
          </p:cNvPr>
          <p:cNvCxnSpPr>
            <a:cxnSpLocks/>
          </p:cNvCxnSpPr>
          <p:nvPr/>
        </p:nvCxnSpPr>
        <p:spPr>
          <a:xfrm>
            <a:off x="8858009" y="3192935"/>
            <a:ext cx="0" cy="1932154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1056" name="正方形/長方形 1055">
            <a:extLst>
              <a:ext uri="{FF2B5EF4-FFF2-40B4-BE49-F238E27FC236}">
                <a16:creationId xmlns:a16="http://schemas.microsoft.com/office/drawing/2014/main" id="{6FEF0906-1FDE-36F6-5A21-AC178BDF96CA}"/>
              </a:ext>
            </a:extLst>
          </p:cNvPr>
          <p:cNvSpPr/>
          <p:nvPr/>
        </p:nvSpPr>
        <p:spPr>
          <a:xfrm>
            <a:off x="6016241" y="2007101"/>
            <a:ext cx="1592514" cy="52784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共有IFサーバ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pic>
        <p:nvPicPr>
          <p:cNvPr id="1057" name="Picture 11">
            <a:extLst>
              <a:ext uri="{FF2B5EF4-FFF2-40B4-BE49-F238E27FC236}">
                <a16:creationId xmlns:a16="http://schemas.microsoft.com/office/drawing/2014/main" id="{69130C8E-8E62-3546-62D4-525DC25065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94947" y="202406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8" name="正方形/長方形 1057">
            <a:extLst>
              <a:ext uri="{FF2B5EF4-FFF2-40B4-BE49-F238E27FC236}">
                <a16:creationId xmlns:a16="http://schemas.microsoft.com/office/drawing/2014/main" id="{FA2C6215-5ED2-FB44-1712-E51E391F28F3}"/>
              </a:ext>
            </a:extLst>
          </p:cNvPr>
          <p:cNvSpPr/>
          <p:nvPr/>
        </p:nvSpPr>
        <p:spPr>
          <a:xfrm>
            <a:off x="5999001" y="3308830"/>
            <a:ext cx="1592514" cy="52784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IF</a:t>
            </a: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サーバ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pic>
        <p:nvPicPr>
          <p:cNvPr id="1059" name="Picture 11">
            <a:extLst>
              <a:ext uri="{FF2B5EF4-FFF2-40B4-BE49-F238E27FC236}">
                <a16:creationId xmlns:a16="http://schemas.microsoft.com/office/drawing/2014/main" id="{8774A56A-5E9F-2A86-C7CE-75C04F7A46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77707" y="3325793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60" name="直線矢印コネクタ 1059">
            <a:extLst>
              <a:ext uri="{FF2B5EF4-FFF2-40B4-BE49-F238E27FC236}">
                <a16:creationId xmlns:a16="http://schemas.microsoft.com/office/drawing/2014/main" id="{B57C7B39-5CBF-40EA-CB64-E8FD2854415C}"/>
              </a:ext>
            </a:extLst>
          </p:cNvPr>
          <p:cNvCxnSpPr>
            <a:cxnSpLocks/>
            <a:endCxn id="1058" idx="0"/>
          </p:cNvCxnSpPr>
          <p:nvPr/>
        </p:nvCxnSpPr>
        <p:spPr>
          <a:xfrm flipH="1">
            <a:off x="6795258" y="2534945"/>
            <a:ext cx="15833" cy="773885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061" name="直線矢印コネクタ 1060">
            <a:extLst>
              <a:ext uri="{FF2B5EF4-FFF2-40B4-BE49-F238E27FC236}">
                <a16:creationId xmlns:a16="http://schemas.microsoft.com/office/drawing/2014/main" id="{002C8B4C-9C50-11AC-1FB4-5F96B293C60D}"/>
              </a:ext>
            </a:extLst>
          </p:cNvPr>
          <p:cNvCxnSpPr>
            <a:cxnSpLocks/>
          </p:cNvCxnSpPr>
          <p:nvPr/>
        </p:nvCxnSpPr>
        <p:spPr>
          <a:xfrm flipH="1">
            <a:off x="6811091" y="2888189"/>
            <a:ext cx="1161979" cy="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none"/>
          </a:ln>
          <a:effectLst/>
        </p:spPr>
      </p:cxnSp>
      <p:sp>
        <p:nvSpPr>
          <p:cNvPr id="1062" name="正方形/長方形 1061">
            <a:extLst>
              <a:ext uri="{FF2B5EF4-FFF2-40B4-BE49-F238E27FC236}">
                <a16:creationId xmlns:a16="http://schemas.microsoft.com/office/drawing/2014/main" id="{4AF6385D-8323-3565-6297-37B46DDBAEF5}"/>
              </a:ext>
            </a:extLst>
          </p:cNvPr>
          <p:cNvSpPr/>
          <p:nvPr/>
        </p:nvSpPr>
        <p:spPr>
          <a:xfrm>
            <a:off x="1527911" y="3676623"/>
            <a:ext cx="1946385" cy="2493572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63" name="正方形/長方形 1062">
            <a:extLst>
              <a:ext uri="{FF2B5EF4-FFF2-40B4-BE49-F238E27FC236}">
                <a16:creationId xmlns:a16="http://schemas.microsoft.com/office/drawing/2014/main" id="{9086CA15-4C4B-34DA-A28E-46B100572411}"/>
              </a:ext>
            </a:extLst>
          </p:cNvPr>
          <p:cNvSpPr/>
          <p:nvPr/>
        </p:nvSpPr>
        <p:spPr>
          <a:xfrm>
            <a:off x="1529844" y="3704055"/>
            <a:ext cx="856316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アイネス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64" name="正方形/長方形 1063">
            <a:extLst>
              <a:ext uri="{FF2B5EF4-FFF2-40B4-BE49-F238E27FC236}">
                <a16:creationId xmlns:a16="http://schemas.microsoft.com/office/drawing/2014/main" id="{51CB6ECB-C2A4-2B3A-35CB-1CBE8F95846C}"/>
              </a:ext>
            </a:extLst>
          </p:cNvPr>
          <p:cNvSpPr/>
          <p:nvPr/>
        </p:nvSpPr>
        <p:spPr>
          <a:xfrm>
            <a:off x="1660751" y="4313970"/>
            <a:ext cx="1592514" cy="531989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基幹システム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Open central</a:t>
            </a:r>
          </a:p>
        </p:txBody>
      </p:sp>
      <p:pic>
        <p:nvPicPr>
          <p:cNvPr id="1065" name="Picture 11">
            <a:extLst>
              <a:ext uri="{FF2B5EF4-FFF2-40B4-BE49-F238E27FC236}">
                <a16:creationId xmlns:a16="http://schemas.microsoft.com/office/drawing/2014/main" id="{3A7DE200-EE96-73C1-742C-1AAEC0E86B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04600" y="4341751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66" name="直線矢印コネクタ 1065">
            <a:extLst>
              <a:ext uri="{FF2B5EF4-FFF2-40B4-BE49-F238E27FC236}">
                <a16:creationId xmlns:a16="http://schemas.microsoft.com/office/drawing/2014/main" id="{BEEB1DAC-2092-E9C0-5B25-086E0F58DB00}"/>
              </a:ext>
            </a:extLst>
          </p:cNvPr>
          <p:cNvCxnSpPr>
            <a:cxnSpLocks/>
          </p:cNvCxnSpPr>
          <p:nvPr/>
        </p:nvCxnSpPr>
        <p:spPr>
          <a:xfrm flipH="1">
            <a:off x="4641822" y="3590730"/>
            <a:ext cx="1366907" cy="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none"/>
          </a:ln>
          <a:effectLst/>
        </p:spPr>
      </p:cxnSp>
      <p:sp>
        <p:nvSpPr>
          <p:cNvPr id="1067" name="正方形/長方形 1066">
            <a:extLst>
              <a:ext uri="{FF2B5EF4-FFF2-40B4-BE49-F238E27FC236}">
                <a16:creationId xmlns:a16="http://schemas.microsoft.com/office/drawing/2014/main" id="{E901C25D-D28E-4823-CC10-36EB7D442697}"/>
              </a:ext>
            </a:extLst>
          </p:cNvPr>
          <p:cNvSpPr/>
          <p:nvPr/>
        </p:nvSpPr>
        <p:spPr>
          <a:xfrm>
            <a:off x="1543744" y="1079258"/>
            <a:ext cx="1928665" cy="222775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68" name="正方形/長方形 1067">
            <a:extLst>
              <a:ext uri="{FF2B5EF4-FFF2-40B4-BE49-F238E27FC236}">
                <a16:creationId xmlns:a16="http://schemas.microsoft.com/office/drawing/2014/main" id="{E74F425E-DA7C-B92D-3B5C-BD5C78F82AE2}"/>
              </a:ext>
            </a:extLst>
          </p:cNvPr>
          <p:cNvSpPr/>
          <p:nvPr/>
        </p:nvSpPr>
        <p:spPr>
          <a:xfrm>
            <a:off x="1545676" y="1115550"/>
            <a:ext cx="1078489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大創産業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69" name="正方形/長方形 1068">
            <a:extLst>
              <a:ext uri="{FF2B5EF4-FFF2-40B4-BE49-F238E27FC236}">
                <a16:creationId xmlns:a16="http://schemas.microsoft.com/office/drawing/2014/main" id="{C165AE95-3E32-8B1E-D3D1-13C9CBF01982}"/>
              </a:ext>
            </a:extLst>
          </p:cNvPr>
          <p:cNvSpPr/>
          <p:nvPr/>
        </p:nvSpPr>
        <p:spPr>
          <a:xfrm>
            <a:off x="1676584" y="1557116"/>
            <a:ext cx="1592514" cy="53198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ダイソー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基幹システム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pic>
        <p:nvPicPr>
          <p:cNvPr id="1070" name="Picture 11">
            <a:extLst>
              <a:ext uri="{FF2B5EF4-FFF2-40B4-BE49-F238E27FC236}">
                <a16:creationId xmlns:a16="http://schemas.microsoft.com/office/drawing/2014/main" id="{94456DD4-76FC-899A-FDC7-74C30CF0A7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20433" y="158489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71" name="直線矢印コネクタ 1070">
            <a:extLst>
              <a:ext uri="{FF2B5EF4-FFF2-40B4-BE49-F238E27FC236}">
                <a16:creationId xmlns:a16="http://schemas.microsoft.com/office/drawing/2014/main" id="{90413E39-25B5-03BD-3EDF-E5B48FEF3596}"/>
              </a:ext>
            </a:extLst>
          </p:cNvPr>
          <p:cNvCxnSpPr>
            <a:cxnSpLocks/>
          </p:cNvCxnSpPr>
          <p:nvPr/>
        </p:nvCxnSpPr>
        <p:spPr>
          <a:xfrm>
            <a:off x="4661278" y="3581002"/>
            <a:ext cx="0" cy="996389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072" name="直線矢印コネクタ 1071">
            <a:extLst>
              <a:ext uri="{FF2B5EF4-FFF2-40B4-BE49-F238E27FC236}">
                <a16:creationId xmlns:a16="http://schemas.microsoft.com/office/drawing/2014/main" id="{3530A246-5ACD-F31B-F53D-D9BE1E53FABA}"/>
              </a:ext>
            </a:extLst>
          </p:cNvPr>
          <p:cNvCxnSpPr>
            <a:cxnSpLocks/>
          </p:cNvCxnSpPr>
          <p:nvPr/>
        </p:nvCxnSpPr>
        <p:spPr>
          <a:xfrm flipH="1">
            <a:off x="3331121" y="4577391"/>
            <a:ext cx="1330157" cy="9728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triangle"/>
          </a:ln>
          <a:effectLst/>
        </p:spPr>
      </p:cxnSp>
      <p:sp>
        <p:nvSpPr>
          <p:cNvPr id="1074" name="フローチャート : 磁気ディスク 6">
            <a:extLst>
              <a:ext uri="{FF2B5EF4-FFF2-40B4-BE49-F238E27FC236}">
                <a16:creationId xmlns:a16="http://schemas.microsoft.com/office/drawing/2014/main" id="{DD7140A2-460F-05F4-1AFB-F0659882D219}"/>
              </a:ext>
            </a:extLst>
          </p:cNvPr>
          <p:cNvSpPr/>
          <p:nvPr/>
        </p:nvSpPr>
        <p:spPr>
          <a:xfrm>
            <a:off x="8960103" y="3174508"/>
            <a:ext cx="777794" cy="740984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ダイソー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 dirty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商品</a:t>
            </a: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マスタ</a:t>
            </a:r>
          </a:p>
        </p:txBody>
      </p:sp>
      <p:sp>
        <p:nvSpPr>
          <p:cNvPr id="1075" name="フローチャート : 磁気ディスク 6">
            <a:extLst>
              <a:ext uri="{FF2B5EF4-FFF2-40B4-BE49-F238E27FC236}">
                <a16:creationId xmlns:a16="http://schemas.microsoft.com/office/drawing/2014/main" id="{455ED1CF-153D-C052-FEAF-B6B748B446A2}"/>
              </a:ext>
            </a:extLst>
          </p:cNvPr>
          <p:cNvSpPr/>
          <p:nvPr/>
        </p:nvSpPr>
        <p:spPr>
          <a:xfrm>
            <a:off x="3627592" y="2097248"/>
            <a:ext cx="733492" cy="714404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ダイソー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店舗向け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マスタ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76" name="フローチャート : 磁気ディスク 6">
            <a:extLst>
              <a:ext uri="{FF2B5EF4-FFF2-40B4-BE49-F238E27FC236}">
                <a16:creationId xmlns:a16="http://schemas.microsoft.com/office/drawing/2014/main" id="{E352E40D-9A41-C343-0721-48A60DA568A5}"/>
              </a:ext>
            </a:extLst>
          </p:cNvPr>
          <p:cNvSpPr/>
          <p:nvPr/>
        </p:nvSpPr>
        <p:spPr>
          <a:xfrm>
            <a:off x="3630762" y="3774088"/>
            <a:ext cx="733492" cy="714404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店舗向け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マスタ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77" name="フローチャート : 磁気ディスク 6">
            <a:extLst>
              <a:ext uri="{FF2B5EF4-FFF2-40B4-BE49-F238E27FC236}">
                <a16:creationId xmlns:a16="http://schemas.microsoft.com/office/drawing/2014/main" id="{5BE6C9C9-B7D7-71C6-EB96-4967B0A78615}"/>
              </a:ext>
            </a:extLst>
          </p:cNvPr>
          <p:cNvSpPr/>
          <p:nvPr/>
        </p:nvSpPr>
        <p:spPr>
          <a:xfrm>
            <a:off x="4790191" y="2307349"/>
            <a:ext cx="802497" cy="714404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ダイソー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精算・実績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データ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1078" name="フローチャート : 磁気ディスク 6">
            <a:extLst>
              <a:ext uri="{FF2B5EF4-FFF2-40B4-BE49-F238E27FC236}">
                <a16:creationId xmlns:a16="http://schemas.microsoft.com/office/drawing/2014/main" id="{3A55A35C-6037-F230-74CB-3C5F61D28A11}"/>
              </a:ext>
            </a:extLst>
          </p:cNvPr>
          <p:cNvSpPr/>
          <p:nvPr/>
        </p:nvSpPr>
        <p:spPr>
          <a:xfrm>
            <a:off x="7982436" y="3178185"/>
            <a:ext cx="733492" cy="714404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ダイソー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</a:p>
        </p:txBody>
      </p:sp>
      <p:sp>
        <p:nvSpPr>
          <p:cNvPr id="1079" name="正方形/長方形 1078">
            <a:extLst>
              <a:ext uri="{FF2B5EF4-FFF2-40B4-BE49-F238E27FC236}">
                <a16:creationId xmlns:a16="http://schemas.microsoft.com/office/drawing/2014/main" id="{E0A53EB6-50D8-8EAE-E599-C7DE9F16017D}"/>
              </a:ext>
            </a:extLst>
          </p:cNvPr>
          <p:cNvSpPr/>
          <p:nvPr/>
        </p:nvSpPr>
        <p:spPr>
          <a:xfrm>
            <a:off x="1676584" y="2576068"/>
            <a:ext cx="1592514" cy="53198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ダイソー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集配信サーバ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pic>
        <p:nvPicPr>
          <p:cNvPr id="1080" name="Picture 11">
            <a:extLst>
              <a:ext uri="{FF2B5EF4-FFF2-40B4-BE49-F238E27FC236}">
                <a16:creationId xmlns:a16="http://schemas.microsoft.com/office/drawing/2014/main" id="{0B2CBE69-792C-7B6E-1DFD-28BCE9F3F1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38154" y="258612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81" name="直線矢印コネクタ 1080">
            <a:extLst>
              <a:ext uri="{FF2B5EF4-FFF2-40B4-BE49-F238E27FC236}">
                <a16:creationId xmlns:a16="http://schemas.microsoft.com/office/drawing/2014/main" id="{4A21EF8D-6E20-9EC5-BB67-9F59E8F3E951}"/>
              </a:ext>
            </a:extLst>
          </p:cNvPr>
          <p:cNvCxnSpPr>
            <a:cxnSpLocks/>
          </p:cNvCxnSpPr>
          <p:nvPr/>
        </p:nvCxnSpPr>
        <p:spPr>
          <a:xfrm>
            <a:off x="2443031" y="2094238"/>
            <a:ext cx="8861" cy="49676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1082" name="直線矢印コネクタ 1081">
            <a:extLst>
              <a:ext uri="{FF2B5EF4-FFF2-40B4-BE49-F238E27FC236}">
                <a16:creationId xmlns:a16="http://schemas.microsoft.com/office/drawing/2014/main" id="{4B1C80DC-F330-55C9-6C20-949C48E44138}"/>
              </a:ext>
            </a:extLst>
          </p:cNvPr>
          <p:cNvCxnSpPr>
            <a:cxnSpLocks/>
          </p:cNvCxnSpPr>
          <p:nvPr/>
        </p:nvCxnSpPr>
        <p:spPr>
          <a:xfrm flipH="1">
            <a:off x="4641822" y="2261660"/>
            <a:ext cx="1366907" cy="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none"/>
          </a:ln>
          <a:effectLst/>
        </p:spPr>
      </p:cxnSp>
      <p:cxnSp>
        <p:nvCxnSpPr>
          <p:cNvPr id="1083" name="直線矢印コネクタ 1082">
            <a:extLst>
              <a:ext uri="{FF2B5EF4-FFF2-40B4-BE49-F238E27FC236}">
                <a16:creationId xmlns:a16="http://schemas.microsoft.com/office/drawing/2014/main" id="{7313E1F3-5287-1C4F-58F7-258A3ADE4328}"/>
              </a:ext>
            </a:extLst>
          </p:cNvPr>
          <p:cNvCxnSpPr>
            <a:cxnSpLocks/>
          </p:cNvCxnSpPr>
          <p:nvPr/>
        </p:nvCxnSpPr>
        <p:spPr>
          <a:xfrm>
            <a:off x="4661278" y="2260792"/>
            <a:ext cx="0" cy="650832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084" name="直線矢印コネクタ 1083">
            <a:extLst>
              <a:ext uri="{FF2B5EF4-FFF2-40B4-BE49-F238E27FC236}">
                <a16:creationId xmlns:a16="http://schemas.microsoft.com/office/drawing/2014/main" id="{034AE2C8-E517-0198-B1E1-F930C1990044}"/>
              </a:ext>
            </a:extLst>
          </p:cNvPr>
          <p:cNvCxnSpPr>
            <a:cxnSpLocks/>
          </p:cNvCxnSpPr>
          <p:nvPr/>
        </p:nvCxnSpPr>
        <p:spPr>
          <a:xfrm flipH="1" flipV="1">
            <a:off x="3313399" y="2868188"/>
            <a:ext cx="1330158" cy="16854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triangle"/>
          </a:ln>
          <a:effectLst/>
        </p:spPr>
      </p:cxnSp>
      <p:sp>
        <p:nvSpPr>
          <p:cNvPr id="1086" name="フローチャート : 磁気ディスク 6">
            <a:extLst>
              <a:ext uri="{FF2B5EF4-FFF2-40B4-BE49-F238E27FC236}">
                <a16:creationId xmlns:a16="http://schemas.microsoft.com/office/drawing/2014/main" id="{4BFFBC3C-15CC-F3C5-1D28-313DABA692F0}"/>
              </a:ext>
            </a:extLst>
          </p:cNvPr>
          <p:cNvSpPr/>
          <p:nvPr/>
        </p:nvSpPr>
        <p:spPr>
          <a:xfrm>
            <a:off x="3576686" y="4657993"/>
            <a:ext cx="802497" cy="714404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 dirty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カスミ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精算・実績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データ</a:t>
            </a:r>
            <a:endParaRPr kumimoji="0" lang="en-US" altLang="ja-JP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085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30EB95-E877-4CF1-B2C9-BE9437374814}"/>
              </a:ext>
            </a:extLst>
          </p:cNvPr>
          <p:cNvSpPr txBox="1"/>
          <p:nvPr/>
        </p:nvSpPr>
        <p:spPr>
          <a:xfrm>
            <a:off x="162802" y="214739"/>
            <a:ext cx="10163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ja-JP" altLang="en-US" sz="2400" b="1" dirty="0">
                <a:solidFill>
                  <a:srgbClr val="00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２．開発内容</a:t>
            </a:r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6" name="AutoShape 4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3714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6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5238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AutoShape 9" descr="data:image/jpg;base64,%20/9j/4AAQSkZJRgABAQEAYABgAAD/2wBDAAUDBAQEAwUEBAQFBQUGBwwIBwcHBw8LCwkMEQ8SEhEPERETFhwXExQaFRERGCEYGh0dHx8fExciJCIeJBweHx7/2wBDAQUFBQcGBw4ICA4eFBEUHh4eHh4eHh4eHh4eHh4eHh4eHh4eHh4eHh4eHh4eHh4eHh4eHh4eHh4eHh4eHh4eHh7/wAARCADUASc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iLbwfc/EL4tfEz7V4g1uKbTtavniSCdm3RrcMu0DPAC9PYYrPg+HEV5pGuatp/iPW5bXS5I1UvdsrTKzBS2O23cmf96u1+HFt40g+JnxQ1Xwp4fbUS/ia/tmmEm3yj9oZuPmGen5V0a2fjfTrm8jHgW1tob2Odbm0a8Co5lIJbBk4I2jFeTXqTVRpN/ifZZfQw7w8ZSjBuy3cb763vrr0OI1v4LW+j2l7Le+K/ESvaLG2BK22VXdVDo2cFfm4PtT9K+CdpqqWNzY+Mtdaznkuo5pJJmVoWhGV4zzv7V2lxJ48ntH0+XwnaPp7K3+jNfKQpMgcbT5mQAVGF6YpuhN490i3it4PCto8SuZJVa9TErnzOTiTj/Wngei+lZqvPm62+Zu8HQ9m/wCHzX7wta35nkHi3wNaaLe2lvB4h165W4sorrc10yFRIuQuMnpWMfD0YH/IX1v/AMDmr1jxP4Y8Ya5d21wfDkVr9ntY7VVjvI2BWMYBO5+uKyf+Fe+MD/zCP/JqH/4uuadXE8z5W7fM9jD4XKfZL2ihzddYnF2Xgk3FtHP/AMJBrC7xnH2pjj9amPgM/wDQxaz/AOBLf416Vpvg3X4LGGGXTZxIi4bbLARn/v5Vg+E9c/6Btx/38g/+OVp7XE+ZyLD5T1UfwPK/+EGP2iaL/hItYxEwXP2lucgH196d/wAIH/1Mes/+BLf416cnhHXvtVzI2mTgSOCuJYM4Cgc/vKl/4RPXP+gbc/8Af2D/AOOU3UxPRsmOHyq3vKN/keVP4GKzxxf8JFrJ3xGTP2luPmIx19qd/wAIGf8AoYtY/wDAlv8AGvTpPCOvNeRSf2ZPsSEof3sGc7yf+enoak/4RPXP+gbcf9/IP/jlDqYnuwjh8q6qP4Hlc3gYxxo3/CRawd0qx/8AHy3GQxz1/wBmnf8ACBt/0MWsf+BLf416dc+EdeeOJU0uc7Z1kbMsHQKw/wCenuKl/wCET1z/AKBtx/39g/8AjlHtMTbd/iCw+VXd1H8DyqbwKY7eab/hItZPlxPJj7S3O1Scdfanf8IGf+hj1n/wJb/GvT7rwjr0lncRpps5eSF41zLABllIH/LT3p48J65/0Dbj/v7B/wDHKPa4m27/ABD6vlV9o2+R5cngIs4X/hI9Z5OP+Plv8ajh8D+Ypb/hItYGHZf+PluzEevtXq6+E9cDhv7NueCP+WkH/wAcqC18Ia9HGVfTJwxkduJYD1Ykf8tPej2mJtu/xD6vlXNtG3yPMv8AhAz/ANDFrP8A4Et/jTf+EGP2iSL/AISLWMIqnP2lucjPrXqn/CJ65/0Dbj/v5B/8cqMeEde+1TSHS5wrBAv72DPA/wCulCqYju/xB4fKrqyj+H+Z5j/wgZ/6GLWP/Alv8abJ4G2yQp/wkWsnzAxz9pbjGPf3r1T/AIRPXP8AoG3H/fyD/wCOVHL4Q19ri3ZdMn2xq4b97B1OMf8ALT2oVXE93+IPD5VpZR/A8x/4QM/9DFrP/gS3+NNm8DeXAZP+Ei1k/Oi4+0t/EcZ616p/wieuf9A24/7+Qf8Axyo7nwjrz2/lrpk+fNjY5lg6Bsn/AJaUKpib6t/iEsPlVnZRv8jzH/hAz/0Mes/+BLf40f8ACB/K7HxFrOFRm/4+W5wCfX2r1L/hE9c/6Btx/wB/YP8A47SP4S17ypAumXBZo2UZlg6kED/lpR7TE93+I5YfKbaKP4HlkXgUvEj/APCRawNyg4+0t/jTh4DOcf8ACR6z/wCBLf416fB4R15II1bTbjIUA4kg9P8ArpUg8J65uB/s24/7+Qf/AByj2mJvuwWHym20fwKvwr/Z8i8WaZe6nf8AirXrSzt5GjDx3TMzleuB+Fbafs++AXHy/EbxdxjI+bjoTn6Blz6bh612Xwn8Ra94V0rUtE1bwxe3FjcTPJBLa3cCyJv6ggyD8weK3U17Q0eORPB3idXjK7WF/b5+UKBn99zwiZ9di+lenQqRcFzN3+Z8lj6M1iJezUeXpbltY8+h/Zp8Gy2a3a/ELxWIjJ5fzOwIbcEwR2+ZgPxqWX9mHwjHatct8QvFPlI8iMfNPBQkNx7EEV6VZ+MtOtbE2a+DvEUkWVP727tmYbX3jkzZ+8M1MfHViY7iM+DNdKTh94Nxa/xsWbH77jJP6CteeHf8zj9lW7L/AMlPKrf9mjwZcLK0XxF8UFYpWidvNOAVGSfoPWjRv2afBOsIkmmfEnxLcxu7xq6THbuXORn1wCa9Kj8VaNEk6Q+CdfiWd2eTZdWwzuGCv+u4BHanaH4t0nRmBsfBevxqHaTZ9ptdu9sgtjzsZwcUc8O/5h7Kt2X/AJKeaX/7M/g6xvFtLj4ieKVmMiR7RITgtjBPtyOfcUal+zP4N091S6+InilHYoFXzCSd5wuPxr1DUvGel6heJd3PgnXmmV0cMLm2HK4IBxNyMgcewp194qsNckSOXwF4huXTaVEc9sWAU5HSajnp9/zD2Vbsv/JT5E/ab+GmofCK4sm0/wASaxdQ3jZgna7cHGG3KQO/A/A0V1v7ct74s17TtO1jVfDN1oujWtyttaieRGZnZXYltpOCQvT0FFOi7p27hjIuMoppXsr2t+nU9l/Zg41f4rHuPG9//wCjGr1vwLpOmS+F7K6m0+1lnnQyTSyQqzyOScsSRkmvI/2Yf+Qt8V/+x3v/AP0Y1e0+Af8AkTtM/wCuA/mapfEzml8KL/8AY+k/9Aux/wDAdf8ACj+x9J/6Bdj/AOA6/wCFXaKsgpf2PpP/AEC7H/wHX/Ck/sjSf+gXY/8AgOv+FXicCvDfHHxV8S6X8SdW0jS49On0bSrWGa8uPIdhbsZMMJGyD0wCYw+3rjgigD2T+x9I/wCgXY/+A6f4Uf2RpH/QLsf/AAHT/CvBdc+K3jqD4lroCW6ppu+WRfI06XzmjjkA6sjAgjqQv4isbxt8cfHuk6pqkVjZ24trPWJVBOlTTM1rEkLOo5jwQHJJI53DDADJAPpP+x9I/wCgXY/+A6f4Uf2PpH/QLsf/AAHT/CvJY/iR4xtvHYs9U0u1ttBmks7eO6ezmUCaVNzLu/vc7ccgHAJqv4c+LXiTVNZt7yS10ZdCvLmxt4LeMObpTd7ymX3bWZE8t3UKMB8Z4yQD2L+x9I/6Bdj/AOA6f4Uf2PpH/QLsf/AdP8K8t0Hxt4q1HxR4s8Pw6/4d1CXSbJZbWW00qQM025t6CMznzgoAUlWX5zjjFO+HXxD8R6la6rrepINd0G3dLa1l0jQp4rmS4/5ajyTI7bU4Uk4+bI7UAeof2PpH/QLsf/AdP8KP7H0j/oF2P/gOn+FcB43+IOpQ+F7LVtC0PWYLg63Z2T2t/YG2luI5HAZYxLgcjgNkYPeq3jzxh4qstEt/EWg3+mWdvcSxW0Gj6ppEovZbgybGQN5ygd+iMPlJyQaAPSP7H0j/AKBdj/4Dp/hR/Y+kf9Aux/8AAdP8K89h+Imtap8RNQ8Dabo0VpPa6dLM+ozSpNDFMCAuVRwSORlchhuGcVQ8T/E7XYvC9zBoOm6be+ILK5tbS7kjuz9hWeWUKY45ChLvt5K4G0NySRyAeo/2PpH/AEC7H/wHT/Cj+x9I/wCgXY/+A6f4V4zZ/FXxrrul2QsfC11Y3N7fOIZra1N3GLYQGQHLFEY7/wB2SWQdxjIFen/D/wAUWPibw9a3UeoW9xdtCGuI0j8plYMUbMZZio3Kw6kccE0Aa/8AZGkf9Aux/wDAdP8ACj+x9I/6Bdj/AOA6f4V5ZpnjrxBrHjGCwW8gs9HvNQ1S1sbmK3DtMbUx7FG7IO7FweOuwYrrbTxrLq7Pp+k6D4g0++kjbyLjVdFnjtUYDjex28e2RmgDpv7H0n/oF2P/AIDr/hQdH0j/AKBdj/4Dp/hXn2i+O/EuneJfEGi+K7K31VtNt7OaJ/Dumzu7CczAhoy7nA8ocj1pvj74g6xD4Y0/VPDeiatBdya1b2RtdRsDbyTq4YkKJSvoOcjpjI60Aeh/2PpH/QLsf/AdP8KP7H0j/oF2P/gOn+FeIeNPi7400zxZ4a03StC8+HUUPnxz6ZJDIJDIY1jPmSKFAO3LDIBxyQwFdVrnjXXtL+K2g+HJNZ8Pi01Is9zZNauJ7RBGSFM/m7C7OMKuwZAY9qAPRf7H0j/oF2P/AIDp/hR/Y+k/9Aux/wDAdP8ACvFfC3xe8Sav8Rtc0mKx02+s4LdHsrfTkuLl2YrJged5aRqCyjJcgDoCa6Pw58QvE3inw1Jq1joNjowsxBLK+qXP7i6RkLSIsif6sqMHd847EdcAHo/9j6R/0C7H/wAB0/wo/sfSP+gXY/8AgOn+Fee6N8ULbVPFkkqM1t4Zg0O51Dz54sGfyp1TzYz1MZG7HrwcdKVPFPjnUPiMmi6RceGm0hrGPU2aexuFuFt5HKxoP3oDSEK/O0BcDg5xQB6D/Y+kf9Aux/8AAdP8KP7I0j/oF2P/AH4T/CvH/EXxI8Un4f6h4n0y70iyuDraWMFjcxbpLSNXw6zZZQJCqsxzwq4we9R+LPH3xM0fQdPNno+m32t6n5k0FkpZnaKIozGJYRKrIVcLl3BBI65oA9l/sjSf+gXY/wDgOv8AhR/Y+k/9Aux/8B1/wrzaH4mawE1q1v7HS7HWLbSorzT7FpJSbiVoXlZCWCtgBMfdGDnNd14U8UaR4isreSxvbd7mS1iuZbVZQZYVkUMNy9R1HWgC/wD2PpP/AEC7H/wHX/Cj+x9J/wCgXY/+A6/4VdooApf2PpP/AEC7H/wHX/CsLx1pOmReGbu6h0+1hngCyQyxxKrxsGGCCBkGuqrC8ff8ifqP/XIf+hCk9gR87f8ABQT/AJIpph7/ANvQf+iJ6KT/AIKB/wDJE9M/7D0H/oieipp7FT3Oi/Zh/wCQr8V/+x2v/wD0Y1e0+Af+RO0z/rgP5mvF/wBl/wD5C/xWHb/hN7//ANGNXqehX2raLpkOlyaHcXgtgUSe3niCyLk4OHZSDjqP1pJpSZTTcUdjRXOf8JFqH/Qr6l/3/t//AI5R/wAJFqH/AEK+pf8Af+3/APjlVzLuRys6M1yuofDvwVqGrz6teeHrSa9uJY5Z5TuHmsn3SwBwevQjB75qf/hItQ/6FfUv+/8Ab/8Axyj/AISLUP8AoV9S/wC/9v8A/HKOZdw5WX18P6OviVvEgslOrNbi2NyXYkR5ztAJwOfQc1Su/BPhO7sLixutBs5ra4ujeTRumQ8xIy5754H4DHSm/wDCRah/0K+pf9/7f/45R/wkWof9CvqX/f8At/8A45RzLuHKya68IeG7vxHB4iutLjn1OADyZZHZhGQMAqhO0EAnkDNVrXwB4LtL8X9r4Z02C5VXVXihC7d+d5AHAJycsOe2af8A8JFqH/Qr6l/3/t//AI5R/wAJFqH/AEK+pf8Af+3/APjlHMu4crLtj4Z8P2J082ekWdudNjeOyMcYBgV8bgv1wM+tWtN0rTtNku5LCzitmvJzcXBjXHmSEAFz7kAVkf8ACRah/wBCvqX/AH/t/wD45R/wkWof9CvqX/f+3/8AjlHMu4crNbVtK0/Vo4I9QtkuEt7iO5iDE/LKhyjDHcGq0/hrQbjxFF4iuNLtptWhi8qG6kXc8S88Lnhep5HNUv8AhItQ/wChX1L/AL/2/wD8co/4SLUP+hX1L/v/AG//AMco5l3DlZP/AMIh4Z8uSMaLZqktvLbSKqYV45G3SKQOu48k9ajufBXhS40W20WTQbJdNtn3wWscflxxtgjcAuOeTz+NM/4SLUP+hX1L/v8A2/8A8co/4SLUP+hX1L/v/b//AByjmXcOVkl/4N8O3nhy18Oy2DR6VahVhtoLiSFVVQQFyjAkYPQnBqxpvhjw/pskEmn6TaWjwWv2OJoowpWHOdnHbPNU/wDhItQ/6FfUv+/9v/8AHKP+Ei1D/oV9S/7/ANv/APHKOZdw5WXYvDWgQ2WnWUek2iW+mSLLYxiMYt3AIDL6Hk8+5q7qdjaalp82n30Kz2s6FJY2zhlPbisX/hItQ/6FfUv+/wDb/wDxyj/hItQ/6FfUv+/9v/8AHKOZdw5WS+FfB3hnwrJcyeH9Ht9Pe6Cido8kyBc7ckk9Nx/OtHVtK0/VVtl1C1S4FrcJcwbifklXO1hjuMmsn/hItQ/6FfUv+/8Ab/8Axyj/AISLUP8AoV9S/wC/9v8A/HKOZdw5WWvEXhXw/wCIXgk1nS4LySAERSNkOgOMgMCDg4HHTgUxPCHhlLWe2GiWflXFwl1MDHkySoQUck8kqVGD2xUH/CRah/0K+pf9/wC3/wDjlH/CRah/0K+pf9/7f/45RzLuHKzWh0rT4dXuNWitlW+uIkhmmBO50QkqD243N+dULrwh4Zu9GttGu9EsrnTrWTzIbWaPfGjc87Wz6n86g/4SLUP+hX1L/v8A2/8A8co/4SLUP+hX1L/v/b//AByjmXcOVj9f8F+FdfuLKfWNEtLuSxGLYupARcg7cDAK5AO05HA4qxqfhjQdS1ew1e802KS/08/6LcAlXjGc7cqRlc87Tke1VP8AhItQ/wChX1L/AL/2/wD8co/4SLUP+hX1L/v/AG//AMco5l3DlZJqHgzwtqF9PfXuiWk9xcMHmZl4kYIUBYdCdrEZI6Gsxvhf4EbTIdNbQIzbwTNND/pEu+N2UK21925QQqjAOOBxV/8A4SLUP+hX1L/v/b//AByj/hItQ/6FfUv+/wDb/wDxyjmXcOVlq28K+Hbe/tNQi0i1+2WdqbS3uGTdJHCeqBjzg471PY6Fo9jqdxqVnp8EF5cKFllRcFgAAB+i9PQegrO/4SLUP+hX1L/v/b//AByj/hItQ/6FfUv+/wDb/wDxyjmXcOVnR0Vzn/CRah/0K+pf9/7f/wCOUf8ACRah/wBCvqX/AH/t/wD45RzLuHKzo6wvH/8AyJ+o/wDXIf8AoQqH/hItQ/6FfUv+/wDb/wDxyqOu3uq61psulx6HcWYuMK89xPEVRcgk4RmJPHA/WhyQ1FnhX/BQP/kiemf9h6D/ANET0Uv/AAUF/wCSKaaO39vQf+iJ6KVPYc9zov2Xv+Qx8Vv+x3v/AP0Y1e1V4r+y9/yGPit/2O9//wCjGr2rH+cVlPc0jsFFGP8AOKMf5xUjCijH+cUUAFFTrayMoYbcGl+xy/7P51XKxcyK9FWPsc3t+dH2OX2o5WHMivRVj7HN7fnSfZJv9n86OVhzIgoqx9kl/wBn86Pskv8As/nRysOZFeip/sk3+z+dL9jl9qOVhzIr0VY+xze350fY5vb86OVhzIr0VY+xy+1J9kl/2fzo5WHMiCip/skv+z+dL9kl/wBn86OVhzIr0VY+xze350fY5vb86OVhzIr0VY+xy+1H2Ob2/OjlYcyK9FWPskv+z+dH2SX/AGfzo5WHMivRU/2Sb/Z/Ol+xze350crDmRXoqZ7WVVLHbge9Q4/zik00NO4UUY/zijH+cUgCijH+cUY/zigD5z/4KDf8kV03/sPQ/wDoieij/goN/wAkV03/ALD0P/oieit6exlPc6L9l7/kMfFb/sd7/wD9GNXtWK8V/Ze/5DHxW/7He/8A/RjV7VWU9y47BijFFFSUGKCKKKANaH/VL9BT6ZB/q1+gp9dKMAooopiCiiigA/Gkz71jeONcXw34V1DWmQSG1hLIh43ueFH4sRXzKfHHxKttS/taHxJJcuzbntiNsY77RG3GMfQ+9AH1p+NFeHeDvj/Yzstp4s02TT5xgNPbqXjz6sh+Zfw3V7Doet6Trlkt5pOo219Aw4eGQMPxx0oA0KQ0tI3SgCv9sg+2/Y/NXz9nmbO+3OM1YriPGNrcaXr9p4qtWeSKLEV3HnOI/UfnXa28iTQpLGwZHAZSO4NY06jlKUWtV+R01qChCFSLun+DW6H0UUVscwUUUUAFFFFABRRRQAUUUUAMn/1L/Q1k4rWn/wBS30NZNZVDWmGKMUUVkWGKMUUUAfOf/BQb/kium/8AYeh/9ET0Uf8ABQb/AJIrpv8A2Hof/RE9Fb09jKe50X7L3/IY+K3/AGO9/wD+jGr2rNeK/sv/APIY+K3/AGO9/wD+jGr2r8DWU9y47BmjNH4Gj8DUlBmg9KPwNJ+dAGvB/ql+gp9Mg/1S/QU+ulHOwoPSisbxRqUtlBFbWe37bdsUhzyEGMs59gP1wKG0ldjSu7Fy+1bTbFwt5fW8DnojyAMfw61W/wCEj0P/AKCUA+pNYtjp9tap8qb5GOZJXGXkbuSfWm3t3HbPtMa9OpIFcc8Yo620OuOEcupj/G3WNOuvh7NDaX1vcedcwxsI5AxHzbuQP92vBo02Z+ZmJxyTk8V6R8ZZ1ms9NUwxKxuGcMqjOAuOv/Aq86rehWVWHMjCtSdKXKyC8s7a8TbcQq/oe4+hrMit9X0C6OpaDqN1BIvJMTlX/Thvoa2qB1FbGR7D8A/ideeK2l0PXCj6jDF5sNwo2+egIByP7wyPrXrzV8tfsx2/2j4nyXCjCQWc8n5sqj/0KvqRhkUAcxdabqlnf3NzbSf2hYXTEz2cnVc9Sh/pWh4YU29j9kUuYIj+5LDBCH+E+46Vn2fhCG3u5Jxq2qbXcsI1nKKoJ6cc14t+2t461fwb4Ss9J0a5mgNzGzyyBzufnaqk9cdSfXiualTaldq34nbiKsHFRjK+3S39ep77d+INLtyyiY3Dr95YBvx9T90fiRXNa344mtL1bMWbW7sobLL5jbT3ABAP4E1+ePgv44/Enw5JJ5GvPfWZH76yvVEsMi9xtP1r3TwB+0b4M1iNbPxBb3Hhi6cYYhTd6e7Y4JjY7k7fdNdWhwn1Lpd9bauR5Xie6a4/55KFhI/4ARk1p79ctDlZINRi/usPKkH0I4NeVWsumarpiajp8sV9ZbdxutOf7ZAD7p/rY/1Ax0rsPCNv4oi1CDfc+ZpJUsxll8wMMcbCfnBzj72BjPFVZAdZba7Ys4huWeynPHl3I2ZPs33T+BrVByM1QmhimiMc0aSIRgqy5BqjpUj6ZqI0uRme1lUvZsTkpj70ZPt1HtkdqTVgubtFFFSMKKKKAGT/AOpf6Gsmtab/AFLfQ1k/gayqGtMM0Zo/A0fgayLDNGaPwNH4GgD5z/4KDf8AJFNN/wCw9D/6Inoo/wCCg3/JFdN6/wDIeh/9ET0VvT2Mp7nRfsvZ/tj4rf8AY73/AP6Mavaua8V/Ze/5DHxW/wCx3v8A/wBGNXtXPtWU9y47BzRzRz7Uc+1SUHNBzijn2pDnFAGvB/ql+gp9RxELCpJwMda5m71m+1Nmj0llt7QEg3jLuZ/+uanj/gR49Aa3lNRV2Yxi5OyNXXdZj08pbxRm6vZQfLgVsHH95j/CvvWJbQ3D3bX9/Kst267BtGEiTOdqj69T3wKdZWUFrvZA7yyHMksjFnkPqWPJ/lVmuOrVc9FsdtKgo6vcK4ma1/tDXL/Ulk3FZzDEso3xFUAB+U8fe3cjmu1Y4FcboqX0Hh+3vmW1urRk8yWS1lLvEW+Yl0wCOSc4ziuSpGpa9PodEXDmSnscN8UngF9p1uumpZzJFI8jRSs0cgJABAY5X7p4rkK6T4m3C3HilfLZXjjtEAIOQckn+tc3Xp4aTlSi5HnYiKjUaQVFeSeTaSy/3ELfpUtZ3iSTy9IlHdyE/M1uYnqH7Iumf8h3VWHAENsh9+XYfqlfQNeZfs06b9h+GFvcMu17+4luD7jO1T/3yor02gAr48/4KJt+70tf+nUf+jTX2HXxt/wUXfEujr62y5/7+NQB8i39zLDp9naR7Vja33ONoyxLMevX0/Kqmn2V1qF5HaWcLTTSHCqtXb+0kmhguFKLAltGNzN3xzj15zWp4L1uLR1vVk003djIoS5mjOyZFbjg88f5zQBV8L+KvE/gvWPtXh/WrrT7mFyCYJTsYg9x0Ir7o/ZX/aAj+JCf8I54lENt4jhTcjr8qXSjqQOze1fN3grRfhjrGlva6fDFcyycut05Fwv0PBGPauXurUfDr4x6LP4fuZlMc8MyKzZZMtgqT3FNOwH6duyqu5jxWPdSG48Q6Si5BSSWUj/ZEbKf1dakt7z7dZ290oKpLEsij6gH+tN0VPP8SXEhHy2tssan0ZyWYfkEpt3FY6OiiipGFFFFADJv9S30NZPNa0/+pf6Gsnn2rKoa0w5o5o59qOfasiw5o5o59qOfagD5z/4KDZ/4Urpv/Yeh/wDRE9FH/BQb/kium/8AYeh/9ET0VvT2Mp7nRfsvf8hj4rf9jvf/APoxq9qrxX9l7/kMfFb/ALHe/wD/AEY1e1Y9qynuXHYKKMe1GPapKCgjijHtRigCn4quXkgt9FgYiS7GZmHVIR978/u/iabGixosaKFVRgAdAKqWKTS3d1qF2hSaZ9iIescScKPx5P4irtY1Z88jpow5UFFFFZGoGuK0uyhhM6wl7ae3upYxJA2xsbyVzjr8pHWu1rn4tGE/iK/hj1CW0ubrbcW4YBopCFCupXrkbVPBB59qidOc9IOzDnjDWS0PF/GA2+LNSXcrbZFXIULnCjPA4zWZVzXzKfEWqGYxmT7ZICUJKnBxxmqderTTUEnueZUa5nbYKwfF0hEdvEvLFmfHrgcfrW47qpwzAHsKbZ+Gdd1nxPYTQ6HfzWEckZklEJCld4Lcn2FU2luSk3sfVPgLTRpHgzR9NH/LvZRRn6hRmtusG18R2wlht7mxu7JXYRxvKoKEngAkE4z05reoUk9gaa3CvA/2zfh3N4w8CjVbKMvcaehEgAyRGTkN/wABPX2J9K98pJFV0KsoZSMEHoRTEflL8Of+EfsNduNH8ceZbQFlUM8ZdIyM5yAehyMdqzfiNDZ6b4wuF0mO3SyaNTCIuUKMvWvuT43/ALMug+LRNqPh5YrG8OW+zn5Uz/sN/D/unK+mK+MfG/gDxR4B1lrXWNJN1FAdzQzoeFz1wDnHupxQBx9v5LK9xDK1nLbwhlKty756juPwrs/CVrd+JPjBoGn3Er3M/mQRM7HJJCjBP44rB1OTwtcQrqenwy2swYedpruSpz3jk549jXqH7IFj/bnxxj1a4VUhs0a4kyeEAGQc+xUD8aAPv13t7Gy3SMI4IUAz6AcCpfCziFp/tStDd3j/AGjy2HITG1F/3tqjIqHSLKTVLiPUbtGS1jO61gYffPaRh/6CPxrbm0+0lvor54VNxGCqvk5A/wAk0AW6KKKACiiigBk3+pf6GsmtWf8A1TfQ1lY9qyqGtMKKMe1GPasiwoox7UY9qAPnP/goN/yRXTf+w9D/AOiJ6KP+Cg3/ACRTTf8AsPQ/+iJ6K3p7GU9zov2X8f2x8Vuv/I73/wD6MavauPevFf2Xv+Qx8Vv+x3v/AP0Y1e1cf5FZT3LjsHHvRx70cf5FHH+RUlBx70hx6Gl4/wAikOP8igCq/wB4/WkpX+8frSVyHatgooooGFQXlpDdxhJlJ2tuRlOGQ+oI6Gp6KAaucHdfC3RJp3mXUNSQuxZsyBySTknJGafB8LvDcZBlkv5vrcFQfwFdzRVurLuZeyiuhjaT4W8PaVg2Ok2sb/32Tc35mtmsDxR4w0Dw5C76jfJ5iqW8iL55Dj2HT8ayvhn4jm+JF3qTRwz6bpNmUUBXxNOWycFh90YHbn3FONOUxSqRgdHdA6pdrpNp85EiNdSD7sKAg4J/vHGAOvOa7aq+n2Nrp9sttZwRwQr0RBgfX3PvViu2nTUFY46k3N3CiikbpWhmc14u8Uf2bMulaXbi/wBamXdHBuwkS9PMlP8ACn6seBXFaj4I03W7Wc+JR/at9c8y3b/KynsI8fcUdgPxzSeAtWs49d1Xw9rMZsvEjXs00on4N2pclHRj94BNoA7AYrvPsvtQB8mePP2W4bvUHudDmikjc5IMvkyD6/KVb64FS+HfhD4q+GWlvqGirGzyFWuDbsZpQFIYbsgblyBkAdua+rvsvtWN4w1rS/C2iyapqswSNeI0HLyv2VR3NAGT8HPinB4wP9kapAtnrcUZbCf6u4UdWX0I7r+Xt6fXk3wg8JXs/iK8+IOvaemnXd8pWyslXBhjI5d/9th/WvWR0psAooopAFFFFADJv9S30NZPHoa1pv8AUt9DWTx6fpWVQ1phx70ce9HH+RRx/kVkWHHvRx70cf5FHH+RQB85/wDBQbH/AApXTev/ACHof/RE9FH/AAUG/wCSK6b/ANh6H/0RPRW9PYynudF+y9n+2Pitj/oeL/8A9GNXtXzV4r+y9/yGPit/2PF//wCjGr2usp7lx2E+aj5qWipKE+ag7qWkNAFRvvH60lK/3z9aSuQ7VsFFFFAwooqlE93q07W2kkLGp2zXjDKJ6hP7zfoO9OMXJ2RMpqKuxby/WGUW0MUl1dsMpbwjLEepzwo9zgV454z8ZeJr2+uNNuFk0ZInKSWsZxJ/wJ++fbANfQ2k6VZ6bbmK3jOWO6SRzl5G/vMe5rmfiX4Fs/FVl58Gy21WFf3Nxjhh/cf1X+VdtOgo6vc4alaUtOh8xeICsekXOPvSARkk8ncQOT+Ne9/svaeLX4cteFcPeXkj59VXCj9Qa8H8a6VrlnfR6Jd6NfRXnm8oISyv2XYw4bJPH0r6s+GujSaB4E0fSZl2TwWy+cv92RvmYfgSRW5idFRRRQAUUUUAc3458GaL4vsVh1KFluIjutruE7ZrdvVG/p0ribfxJ4h+H9wmm+PEfUNILBLbXoIycDss6joffv7161UV3bW93bSW11DHPDIpV45FDKwPUEHgigDhvE/xI8JaNo63sOp2+pzTYFta2jiSSZj0GB0/Gs7wV4N1TXNbi8aePo1e9HzafpfWKxXsSOhk/l9a6nRvAHg3R9TGpab4dsbe7U5SRUyUP+yDwv4YrphxTABRRRSAKKKKACiiigBk3+pb6Gsn5q1p/wDUv9DWTWVQ1ph81HzUtFZFifNR81LRQB85f8FBs/8AClNNz/0Hof8A0RPRR/wUG/5Ippv/AGHof/RE9Fb09jKe50X7L3/IY+K3/Y8X/wD6MavavwrxX9l7H9sfFb/sd7//ANGNXtXH+RWU9y47B+FH4Ucf5FHH+RUlB+FBo4/yKQ4/yKAKr/eP1pKVs7j8pPNJg/3TXIdiYVXvry3s0D3Em3ccKoGWc+igck+wqJJL3UJmg02NY0Rtsl1OMIp77V6ufyHvW1o+jWGnyG43m5vCMNczEM5HoOyj2GPxraFFy30MqldR0Rl2ml3+rkNfq9jYn/l3B/eyj/bI+6P9kc+p7V09tBDbwJDBEkcaDaqqMACneZH/AHl/OjzE/vL+ddkIRgrI4pScndj6Kb5if3l/OjzE/vL+dWSDRoxVmRSV+6SOn0p1M8xP7y/nS+Yn95fzoAdRTPMT+8v50eYn95fzoAfRTfMT+8v50nmJ/eX86AH0UzzE/vL+dL5if3l/OgB1FM8xP7y/nS+Yn95fzoAdRTfMT+8v50nmJ/fX86AH0U3zE/vL+dHmJ/eX86AHUUzzE/vr+dL5if3l/OgBs5/ct9DWV+Faczp5TfMvQ96zOP8AIrKoa0w/Cj8KOP8AIo4/yKyLD8KPwo4/yKOP8igD5z/4KDf8kV03/sPQ/wDoieij/goNj/hSum/9h6H/ANET0VvT2Mp7nQ/sv4/tj4rc/wDM73//AKMavauPX9a8U/ZikSPVviqzsqj/AITi/wCp/wCmjV7N9qt/+e0f51nJalxehLx6/rRx6/rUX2q3/wCe0f50farf/ntH+dTZjuiXj1/Wjj1/WovtVv8A89o/zqRJEkGUZWHsaLD0F+X1FHy+opfyo/KkAny+v60fL6il/Kj8qAE+X1FHy+opfyo/KgBPl9RR8vqKX8qPyoAT5fUUfL6il/Kj8qAE+X1FHy+opfyo/KgBPl9RR8vqKX8qPyoAT5fUUfL6il/Kj8qAE+X1FHy+opfyo/KgBPl9RR8vqKX8qPyoAT5fUUfL6il/Kj8qAE+X1FHy+opfyo/KgBPl9RRx6/rS/lR+VACcev60cev60v5UflQAnHr+tHHr+tL+VH5UAfOf/BQXH/CldN5/5j0P/oieij/goN/yRXTf+w9D/wCiJ6K3p7GU9zV/Zsbb4i+KOcf8jpqGM/8AXU17OJV9B+VeIfs9SeXr/wATz6+NdQA+vmGvXPPPvXqYWmpU7ni42q41bHGeM/ixb+G/E02h/wDCO3188Xl5lhdApLgkAA8k8HgVtaL4/wBL1Pxlc+F47eWK5gj3+a0kRjduCY1w24uByRjgdcVn654E8I65qU2pato0V5dS4JkkYkoQAAV9DgCrNh4T8P2PiN/EFtZsl8w6+a2xTt2lgnQMQSCcdzWnsZ3MvrNO3mdn5q+g/KksGzqc+OnkxnA9dz1mmc4qzoLmTULps5xFGPxy/FY4ymo0mzbAVeaskbOfY0Z9jTuaQ5968Y94TPsaM+xpSaM0AJn2NGfY0uT70c0AJn2NGfY07mjmgBufY0Z9jS80ZPvQAmfY0Z9jS5oz9aAEz7GjPsaUZpeaAG59jRn2NO5o5oAbn2NGfY0uT70ZPvQAmfY0Z9jS5PvQM0AJn2NGfY07mjmgBufY0Z9jTufekz9fyoATPsaM+xpcn3ozQAmfY0Z9jS5peaAG59jRn2NO5o5oA+cv+Cgv/JFdN/7D0P8A6Inoo/4KDf8AJFdN/wCw9D/6InorensZT3PnH4h/Ejxr4F+LPj/R/DOuy2VlceJL24li8qNwzmZufmU1jf8AC+Pip/0NDf8AgJD/APEUUVom0RZB/wAL4+Kn/Q0N/wCAkP8A8RR/wvj4qf8AQ0P/AOAkP/xFFFHMwsg/4Xx8VP8AoaG/8BIf/iKnt/2hfjBbpsg8YzxL6LbQgf8AoFFFJu+4JJbEv/DRnxm/6He7/wC/EX/xNN/4aK+Muc/8Jvef9+Yv/iaKKVkO7D/hor4y/wDQ73n/AH5i/wDiaX/hoz4zf9Dtdf8AfiL/AOJooosguxf+GjPjN/0O11/34i/+JpP+GjPjN/0O11/34i/+JooosguH/DRnxm/6Ha6/78Rf/E0v/DRnxm/6Ha7/AO/EX/xNFFFkF2H/AA0Z8Zv+h2u/+/EX/wATR/w0Z8Zv+h2uv+/EX/xNFFFkF2H/AA0Z8Zv+h2uv+/EX/wATR/w0Z8Zv+h2uv+/EX/xNFFFkF2H/AA0Z8Zv+h2u/+/EX/wATR/w0Z8Zv+h3u/wDvxF/8TRRRZBdh/wANGfGb/odrv/vxF/8AE0f8NGfGb/odrv8A78Rf/E0UUWQXYn/DRnxm/wCh2uv+/EX/AMTR/wANF/Gb/od7v/vxF/8AE0UUWQXYv/DRnxm/6Ha6/wC/EX/xNH/DRnxm/wCh2u/+/EX/AMTRRRZBdif8NGfGb/odrr/vxF/8TR/w0Z8Zv+h2uv8AvxF/8TRRRZBdh/w0Z8Zv+h2uv+/EX/xNH/DRnxm/6Ha7/wC/EX/xNFFFkK4v/DRnxm/6Ha6/78Rf/E0f8NGfGb/odrr/AL8Rf/E0UUWQ7sP+GjPjN/0O11/34i/+Jo/4aM+M3/Q7Xf8A34i/+Jooosguw/4aM+M3/Q7Xf/fiL/4mk/4aM+M3/Q7XX/fiL/4miiiyC7MHx18WPiB470iPR/FXiKbUrGOcXCRPFGoEgVlDZVQejN+dFFFMR//Z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AutoShape 10" descr="data:image/jpg;base64,%20/9j/4AAQSkZJRgABAQEAYABgAAD/2wBDAAUDBAQEAwUEBAQFBQUGBwwIBwcHBw8LCwkMEQ8SEhEPERETFhwXExQaFRERGCEYGh0dHx8fExciJCIeJBweHx7/2wBDAQUFBQcGBw4ICA4eFBEUHh4eHh4eHh4eHh4eHh4eHh4eHh4eHh4eHh4eHh4eHh4eHh4eHh4eHh4eHh4eHh4eHh7/wAARCADUASo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ySHwp4As9C0251PSz51xbRuSJZTuYqCTw2BV2Twd8O0tYboaO7xTBihWWYkgDJP3q0oNIs9W0LRnnvEiMVhGuAVPVV9fpUsvh+3eC3hGpQqkAYAcEHOcnr7/pUXLsY2p+Evhxp3kfatKKiddyYmmPy+p+bgUy58K/Da3wX0snMImG2aY/Ieh+9W1qPh+G8t7eP+1IFaFWXecEkE9OvQcUt94ds7p1f+0IYttsIAqEY65zRcCtbfDvwNcQRzxaMGSRQyn7RL0P/Aqk/wCFa+Cv+gKP/AmX/wCKrodO+y2dlDardQsIlCg7gM1Y+02//PxD/wB9ildj0OW/4Vr4K/6Ao/8AAmX/AOKo/wCFa+Cv+gKP/AmX/wCKrqftFv8A8/EP/fYo+02//PxD/wB9ii7DQ5b/AIVr4K/6Ao/8CZf/AIqj/hWvgr/oCj/wJl/+KrqPtNt/z8Q/99igXNv/AM/EP/fYo1DQ5f8A4Vr4K/6Ao/8AAmX/AOKo/wCFa+Cv+gKP/AmX/wCKrqftNv8A8/EP/fYo+02//PxD/wB9ijUNDlT8NPBX/QFx9LmX/wCKoPw08Ff9Ab/yYl/+KrqvtNv/AM/EP/fYoNzb/wDPxD/32KLsNDlP+FaeC/8AoD/+TEv/AMVR/wAK08F/9Af/AMmJf/iq6r7Vbf8APeL/AL7FH2m3/wCfiH/vsUXYaHK/8K08F/8AQG/8mJf/AIqj/hWvgr/oD/8AkxL/APFV1X2q3/57xf8AfYpPtVv/AM94v++xRqLQ5b/hWvgv/oDf+TEv/wAVR/wrTwX/ANAb/wAmJf8A4quq+1W3/PeH/vsUfabc/wDLeL/vsUXYaHK/8K08F/8AQG/8mJf/AIqj/hWngv8A6A3/AJMS/wDxVdV9pt/+e8X/AH2KPtNv/wA94v8AvsUXYaHK/wDCtPBf/QG/8mJf/iqP+Fa+C/8AoDf+TEv/AMVXVfarf/nvF/32KPtVv/z3i/77FGoaHK/8K18F/wDQG/8AJiX/AOKo/wCFaeC/+gP/AOTEv/xVdULm3/57xf8AfYo+02//AD3i/wC+xRdhocr/AMK08F/9Af8A8mJf/iqP+FaeC/8AoD/+TEv/AMVXVfabf/ntF/32KDc2/aeL/vsUXYaHGXXgP4f2six3Gl7GYZH7+Xn2+919qh/4Qz4c4ONNJ+XdxNN04/2vcZ+tdXf2treTrLJfKoVcKoZSAwOQw98gflUEelQMHji1ItvUAj5ScZyfwJyT9aLsNDEPw/8AAStGDpY/eFQn+kS8luR/FSHwD4B+zmf+ywYwzKSLiXqM5/i7YNdT5dtsRXuI2ZJRKSGAyR0H0pght1SRUvAu7eVYMMozkkkU9QsctF4G+HsrqiaaC5jaTabiUEKp2tn5uMHimt4J+HK3Mds1jGs0g3KhuZQSP++veuig0zT4pVm+1AyCAwk7wAw+lLJp1lJfRXsl6TPEu1XEgBA44Htx+tFwMaL4c+BpIvMTR8rz/wAvEvGOv8VQL4D8Au8KrpLHzlLI3nS7SB153e1dfbNbwxbPtEbEsWY7hySST/OoYIbSFomW5UmJGRcuONxyT9e1Go9Dlf8AhBfh/wCZIh0sgxsqufPlwCxwBnd7ivBL+NIr6eNBhUlZVHoAa+oTZWb3UszXQ3S7MjcoxtYN+PI718w6n/yErr/rs/8A6EaaIZ9O+C445PDGnM8asfskPJH+wK0nt9QmnEej+HLnVQv+ua3jyIvQE4xn2zWd4KEn/CMabs2FfskP3iR/AM17j8HlA8C277VDPPKzkdzu61jjMT7GHNHUwcmkeVWmi+IZXkE/g7UoFU/Kfs+7d+Q4puqeG9fktwLfw1qYfcDxakcV9D0V5qzWp/KiHUZ8sHwn41865P8AwjWrbGVhFi2HynPFXofCfigRJv8ADOplto3f6N3r6ZorRZ1VX2UQfNH/AAifib/oWdT/APAY0v8Awifib/oWdT/8BjX0tRT/ALbq/wAqFY+aU8K+KFdWXw1qg5Gf9GPSkuPDHiz7ZGYvDmpiMJ82bQnnB/PnFfS9Z/iG/XTNJkvGfYEeJc7N335FTpkf3vw61Es2q1H8KNKdTk2R886Z4b8UR2pF54W1SWTJxi05xxSXHhfxU8twsXhvU0U7DGWtcAddwBHPPFe66p4u0+w14aK0F1LcYBYxqCq5Rn5/4CpOfw61Wg8Z2V5ot3fwQ3dp5FtBdL9og5aKX7jBc85waPr1a1+U2+sS7I8NTwf4vXUYp/7F1F4cASxm1bBIHUelaj+Gtd2Ns8MamGxwfshr3CbxDax64NJW2u5pFZEmljizHCzruUMe2R+WRUXhjxVp3iG6vLazSaOW0VHdZVxlX3bT/wCOnjqKl4+ta/KL6xK2x4Vd+GPFEkSeX4b1MP5g3E2x+737VJD4Z8RC6mL+GdUMRxsBtPu4HP517FrvjzSdH1qXS7q1vmaIoJJkizGu7Hf2yM0n/CfaTiPFnqJadovsqCH5rhZGZVdfbKke1X9ery15QjWklax47P4W8SNOGh8O6iieWylTZn73GD0+tZtx4N8aPHG0ej6gkqggg2rFWHHXgc9ea91Tx9orTW0PlXnmzHEi+VzAfNaLD/8AA0YcehPSoNf8bxR+HtVvNHjZrzT7OS6kSWFmCbGZdjBeQSV/AHNJY2vtyj9vLsjyseGtcAGfC+pZ/wCvQ1nal4X8WNAwh8NaqTzt/wBHIxzXoNn8QNefU47ab7L82oWlsUFqVJSURFjy2QR5jdu1S+MfiZeaf4iisbGxMUcUzRstyuGumHVQc/u1xkhz1raOMxEZWUURUm56WPLrbwh4z8yF5PDupbdmJFNsevrV5PC3idJFYeGtUHzDP+jHpXtN94wdNAsdStdPZZLskiK43YVR1OUDZHp6034c+Lz4m0RNSvIobVpIFuAkSyEJGQDyzKATz2zQ81xCjdxRjY8buPDPiczR+X4Z1UDy2D5tMjcRwfXg1RufBvjOSFPK0bUElQtwbZirA44PH157V7npnxA0O/vVs4o7wzPemzTbAzKzYyGz2UjnNaN54u8P2d1Ja3F/sliYq6+S5wR7gVi8fWv8J0e3kuh4TeeF/E7QyJD4a1QZXjFuRzj/APVWCPA/j3A3aPqhyy5/0dugPP5j+VfSGqeIkk8P/wBoaLuuGeUQxubd2RHPdwBuC+pxxTrXUroeLhpV1fWbM1mJTaQxszxMOrM/QAngAjJqXj6z1sYyu22eBad4P8V28Ekcnh7VpDu/ds1ud2MDr75zUXiHwX4vvYrdrPQ9TikR8yAxOm4fhX1DRWTzCo1awoS5Hc+bNN8J+I4bmeS48O6mynaEU2zEAY5/XNTXvhnxEWT7P4b1RQAc4tiPp/Wvo2is44ycZcxq67tax4Qui60FA/4R3VOn/PoaX+xda/6F3VP/AAEavdqK6P7UqfyoXtmeE/2LrX/Qu6p/4CNR/Yutf9C7qn/gI1e7Vw/j2/8AEE902naEpSOEDz5FkCsWIyFHtitaOOrVZcsYo7suw1THV1Si1Hu3skcD/Y2tf9C7qn/gI1QXlne2KLJf6Xe2kbMFEk1uypk9BnGBVmw1nxPY6kVhuLlp4wzPG8hcYXqCDXpesX0es/DO8vzGAs9izFCM4I6/kRW1XFVaTXMlZnp51kdbK1GbmpRl1R5PsX+6v5V8fah/x/3H/XVv5mvr+2JMMZPJKjP5V8gah/x/3H/XVv5mvQPFPpjQLL+0PBGn2nnNEGtIfmXqPlFe7/BeMQ/Dyxh3btjyLk9/mNeI+ClV/DOms6hj9khGSP8AYFfSvwI8L+G774Z2F1e+H9Lubh5Jd0stojM3znqSM1x4jDe2go3sTOnpuXNw9RRuHqKzdQ8TfCrTtG/tbUfCdta2hurm1jdtIRjIYCRIwCgnb8p59qSPxZ8H5NI07U4/Dto9vqCq8JGh/wAJOOfk7HsMn0zXJ/ZX94z9j5mnuHqKNw9RV7Q7fwFq/iCfRrfwfZRyxWUN8sk2lxokkUpYKVyM5BUgggEUyH/hWsviu78NJ4d0w39pGskw/spdi7s4G7bjPH8qP7K/vB7HzKm4eoo3D1FY/hrxl8HPEHiA6FYaBYfbgszGOTSEXAizv/h9q7JNK+H58Pxa6fDekfYZYhKrjTUJ2nvgLmj+yv7wex8zF3D1FU9XsLXVNPexutxid0Y7Wwco4cfqorVml+F8Hh4eIJ/D+nQ6cwDJLJo23epGQygpkjHfGKti3+GI0qz1SbSvD1ta3v8AqHnso49x2lsYI44BPNH9ltbSD2Pmef33hD7T4rm11dTki8/assajkoE2lM9MHr61e/4RbSfsU1p+9MctnBZt+858uH7n488mvQl8O+AWRHXRPDpV1DKfssXIIyD0rMubPwFDqElknhTTJnimjhlePTozHGz9MtjHpkdeRVPLpv7Yezfc5O88NabdawNUeS5SQsjSxxzlY5mRdqM6jqQD/KovCnhPSvDUssmnyXLGSGODE028KkZbYB9N5+tdRp8vwxvtR1ext/D2mGTSSRdFtKUKCF3EA7eSB6U3w1P8MdfZxY6DooCQC4LSWMSjYe/T3o/s6drc4eyfc5bVvB2ianfz3t0sxlnKl8S4Bxjt/wABFNs/BeiWtxDOrXTtbyRtbiScsIVQsVRfRQWY4rub62+GVppMuqyaPoMllEcSSw2CShT77VNNubP4fQaPDqcnhbT1S4cR20LaSqzTueiojKGJPJ6dAT0FP+z5/wA4eyfc4hfBeiJdxXMbXUbpI7uEnIEu6ZpsP6gO7EfXFNtvB+nmHXkvWEra3cGW78r92Cu3aF4PTHX1rs9bj+HOj6rHpd14a0s3klq90scemo3yKQD/AA9SWAAp1xF8ObfxBp+hT+G9KivdQjL26nTEwSACVJ28HBzR/Z0/5w9k+55rF8OLOG4tLyDWLqK+t5FIuRHHny1VlEYGMKMOeRznmn+I/h7DrmsTalca7dRNIf8AVpBFgKAQByuTwx5616fZWPw3uvsflaJof+mzSwW26wRfNeMtvUZXqNrH3AOK2B4M8I/9Cvov/gDH/hVfUal78/4D9m+552dIZvDX9iNqdygMQha4h2xybOhA2jC8cZFX7G3t7OwgsbZFjt4I1jijHRVUYA/Ku1/4Qvwj/wBCvov/AIAx/wCFH/CF+Ef+hX0X/wAAY/8ACsnljf2/wF7LzOAt9LtYdbudUQ/vbiNEZTjaCuQGHocHFaIfA4b9a67/AIQvwj/0K+i/+AMf+FH/AAhfhH/oV9F/8AY/8KHljf2g9j5nDatatf2Mlqt7c2hkGPOt5Nsi/Q9qr6Boml6HA8Wnw7WlbdNK7l5ZW9WY8k16D/whfhH/AKFfRf8AwBj/AMKP+EL8I/8AQr6L/wCAMf8AhR/ZjtbnF7HzOR3D1FG4eorrv+EL8I/9Cvov/gDH/hR/whfhH/oV9F/8AY/8KP7K/vD9j5nI7h6ijcPUV13/AAhfhH/oV9F/8AY/8KP+EL8I/wDQr6L/AOAMf+FH9lf3g9j5nI7h6ijcPUV13/CF+Ef+hX0X/wAAY/8ACj/hC/CP/Qr6L/4Ax/4Uf2V/eD2PmcjuHqK84+Kmh+JXuDq3hmaRw6Bbm2jYBiR0YZ69Bx7V7r/whfhH/oV9F/8AAGP/AAo/4Qvwj/0K+i/+AMf+FaUsvlSlzRkehleMqZdiFXppPumrpo+R9E0P4gX2qIIbS/tJCNjTzjy1VT1yT1/DNexaxp6aR8M73TkkMn2ewdSx6s2Mk/ic16sPBfhH/oV9F/8AAGP/AArA+I3hHwtb+Atdng8NaRHKljKyOllGGUhTgg44NaVcJOo1eWx6eeZ/XzjljKEYRXRLf1Plq21C4FvFut1UbV5LdOK+VdSXGo3I9JX/AJmvpmxkmfSYvP4k2LnjFfM+p/8AISuv+uz/AMzXbFnjVIKNj6e8F7x4Z03YoI+yQ8k/7Ar6Z+Auv6PZ/DHT7e71GCGZJJdyMeQd5r5n8D/8ivpv/XpD/wCgCvqH4DfZI/hVp0twsKr5sgLOB1MhA5PuQKKslTVzKLctzG174e/DHXtITS9W1y4ureK5u7mDdcANC1wdzqDt+6DyB2qyngv4dpo2i6SniK8W10VQLFftXCHduyw2/Mc+teoi3tyP+PeIf8AFMRLNpnhWO3MiAFlCjIB6ZH4H8q5/rPkXY5XSW8L2Hie68QHxI9zdXFlDZFJZBsSOMsRtAHUliSapppvgZfGU/ikatA15MpVlfDKoKqDtyPlzsUnHOc8813X2a3/594v++BR9mt/+feL/AL4FH1nyDlPOfDPhf4X+HtQGoafLZi68iSBpGblhIxZ24H3jnGfQCtfRV8IaXpk2mjX5Ly0kg+z+VdXG9UiwRsUADjBPv711/wBmt/8An3i/74FV9Qk0vT7SS7vmtLW2jGZJZtqIo9STwKPrPkFjl7mLwZd+Gf8AhHr7WvtdlgKPPlDOEGPkDbemBj1x3qXWl8A6tpkOn3UumiGB1eIIoGzB6DjoRkEdwSK1otZ8NSrK0eoaW6wgNKwlTCAgEEnPA5HPuKNH1nw1rEjR6VqGl3rqWDLBKjkY4PAp/WPILFaW/wDA0zB5jo8jgBQzQqSAOg5FU5n8GXGtx6tdapFcSw7TBFJL+5hI6MqAAbvc5x2xXVfZrf8A594v++BR9mt/+feL/vgUvrPkFjgtO0fwDZaxqmpLqdtK+po6XCShWAV85VcjheTx796t6Bb+CdFk3W2rRSj+z7fTwsrBgIYd2zjHX5zk12X2a3/594v++BR9mt/+feL/AL4FH1nyCxyITwSbDUbObVY7gakQ11JLL87kfd5AAG3Axgdqlv5fCV/o8GnXuuGdrdg8N002LiNx0dXAGG7dORwQRmup+zW//PvF/wB8Co7hLO3heaaO3jjRSzuygKoHJJPYUfWfILHLaofCWoagdQk14x3JhWAPHKvyorbsAMpAycEn/ZHpUbw+C5PEaa9Lq8U10mwqsrK6qyLtDLlcqcHnaRmumubjSbbTv7SnksorPYJPtDsqxhSMhtx4x71WbWPDaiUtf6WoiiWaQmWP5I2+6554U9j0NP6x5BYxNOg8C2NtPBDqUREt093GXmL/AGeVgctFn7mNzYx6mtXRtb8O6bpsNkNeW4EQI82eUs7ZOeT+NWLvVvDlnFDLd6hpVvHOm+F5Zo1Ei8cqSeRyOR61a0+TS9Qthc2LWd1ASQJISrqSOvI4pfWPIViD/hKfD3/QWtv++qP+Ep8Pf9Ba2/76q/8AZrf/AJ94v++BUUwsYWjWVLdGkbagZQNxxnA98A/lR9Z8h8pV/wCEp8Pf9Ba2/wC+qP8AhKfD3/QWtv8AvqoodV0WSa5jHkD7KMzFlAC/nz/SrCXejuqMslkRIMocr8w9qPrPkN05IZ/wlPh7/oLW3/fVL/wlHh7/AKC1t/31UN7qOm2kDzTW21FBP+qBJwcdOv51mXnizQbW5hhktZcTBSr+QABuOBnODR9Z8io0Zy2Rs/8ACUeHv+gtbf8AfVH/AAlHh7/oLW3/AH1UMWpabLcCBbVg5Kg7oMAbs45PX7p6ZqO81fS7S5eCa2O5M5KxKRwAT/MfnR9Z8hezl2LX/CUeHv8AoLW3/fVJ/wAJT4e/6C1t/wB9VmnxJoquVa0ZQMbmKR/L07Zz37CmWfirw/eQvJbxGXY+wqsGTnn0/wB00fWfIr2FTexq/wDCU+Hv+gtbf99Uf8JT4e/6C1t/31UP9o2JmjjTT5HDpvDiFdoGO+elTaRdWWpwGeGzCIGZRvjUZIOD0o+s+RLpySuH/CU+Hv8AoLW3/fVH/CU+Hv8AoLW3/fVX/s1v/wA+8X/fAo+zW/8Az7xf98Cj6z5EWKH/AAlPh7/oLW3/AH1WB8RvEmhT+A9chi1S3eR7GVVUHqSprrvs1v8A8+8X/fArn/iTBAvgDXisEQIsJeQg/ummsRd2sFj48trfbbwtIzFAq5HHtXzBqf8AyErr/rs//oRr6eV82cY/2F/pXzDqf/ISuv8Ars//AKEa65wUHoZwqyqK8j6U8ExxzaBZNLGkhFrAAWUHA8sV9PfBa1n1D4I6dBYS/ZpDcFlYErhVuAWHHqqkfjXzX4LtZIvDenMpVhJZwMO2P3Yr6j+A1xb2XwisLi8nht4o3lLySOFVf3h6k8VlipJxVjSJFb+GfEl94n1KbULi9ispLxpYimoyophHmhUCqeD80Z4wMKB1HOpqPhzxDPp/kpqpd/KtFdTdSx+YY1YSfOvzLuJByOTjmup0vV9M1S2a606/tru3QlWlhkDICOT8w4q6GUgMCCDyCO9cHMyjjfCGg+ItP8U3+oanqYuLSeBY44VuJHVSDwdr9DjgkHn0rH1LwV4lk1u51C31ycwzTu7Wx1CdFdDMWCDBwny7RlfTHQ16PczR28DzSHCIpZjgnAAyeBzVCz13TLtpBBdoyRwJcNJghBGwyG3HjGBnrQpMDhbnwP4obTWjj8SXP2t2HnP9umUSIEQBB12cqx3AZ556mm3vhHxNdWer2EupXc0MlhFb24kueHmbb5zEnqmEXqueXx1rsrfxd4dm0ifVk1a2+x27bZZCcbD2yDzz245GMU7RfFWg61fyWOl6lFdXEcYkdUVuFPQ5xjvT5pdgPMfDnw58R6DqXiC4siGTU7HyY2mnV38wBVLPx1YKDkE98nPFbXwe8F+IPCOp3P28WP2a4jGTb7QMrwo6A568969PopObasAUUUVABRRRQAVhePtEn8R+FL3Rre8W0a5QozNHvVl7owyPlPQ+2a3aKadgOQOka0PAkehLHYve2sEFvHNJyj7EQGUAg7SDuwD6A1iW/gXUbPVvtlgbVLeKArFaSzFg0j7AzFtmVYbMhuRnnAr0qiqU2gPO28CXdy+g2t5fSRWtjok1hcvZsql3ZoSAAyn5cRtzgHpW/wDDrSb/AEfSLyDUSzSzajcTqzurMyM/ylioAyRzgAVo634g0fRZY49Svkt3kjaRVKsxKqQGbgHgbl59xVnSdSstVtTdWFws8QdoywBGGBwQQeQRQ27AW6guJoYnjWRsGR9qcdTgn+lT0hXNSgMTUNU0zT7S5uVBmPWRE5ZvzqvpniSxnsraSO2njjkXIUqPkX1PtW9dWsN1F5c6B064NRRabZxqqxwIoT7vHTnNBonDl1WpiPcaLfR36TRyiOFv37MzAk8Hgg5xyPakj0vwxI8Ext43cooiMhZjtzkYz710SW8aK6qvDklvcmnpGqoEXgAYAFIftGvhb+85y4uNI0mKa8ayMbcM5AyxxkAn0/H1rNn1zQ11S2sTpkrtPsCyMBgZHfJz2/GupuNJsLiBoJrdXjY5YHPJ9/WohoGk+Ysv2KIyKoUMRyB6ZofkXCdNfEmY+p6hpdnYiNtNmkjecoY0GAzL9TyOlVbS68NzWULLpbW0UzM3yjyyDtLkkqc9Ca6Q6JphTYbVCuc4JJ56+tSLpVgro/2WLcmdp2jjIxx+FAKpBK2v3mRpup6ZNaGe3hlUWsaqoZvmKtjA5P8AOq0Ov6VBsMVpMohVioBAHOc9+eVPX610f9n2f/PvGB6BQBQdPs/+faL/AL4FMjmhfYyovEiyxSMlhclkcJsBXJJJA7+1WrbWEn1OSxFvMjxxCR3YAKM9BV1rK3ZpGaMMZMbye+OlD2Ns4cPGGDgBvcDpQS3HsWB0rnviXz8Pte/68Jf/AEE10IGABXPfEz/kn2v/APYPm/8AQTTj8SIPjy0tYhbwszO2FU4J9hXy5qn/ACErr/rs/wD6Ea+pLR/3EA/2F/kK+W9T/wCQldf9dn/9CNendt6kWS2Pqvwj/wAiro//AF4wf+ixX0V8I9Li1j4L2dnIHbLzMgW4khy4c4yyENjPXFfL3hU/8UxpJLN/x5Qk/Mf7gr6l+Auo2en/AAVsNQvrhLe2iE0jySHAADse9Z4mDjBMmnNSbRu+D/AOm6B4UOhxz3zCaIJcMLyXDHknZljsByemOOtL4b8C2mm6DJp811fiWUqJJoL6WNykZIjG4EMPlxn1JPtWpfeLNBtNNl1B74PBCqNIY1LFVf7pwOcH1qLTfGXh/UJNQS3vDnTsi73oV8sg4P8AOuG8jUjfwjZQ6bfW8M1/em5hKeXqGozzx5HKn5mJXnHK81l6l4NvtQ0O/j1O6h1G/uYVijj+aC1t1UggIo3HqASxyTjGQOB19lqFreXFxBbyh5LfZ5ox93coZfzBBq1S5mB4zpvwn1O38LazpTmwjuL1FWGaK4dtuJCxU7ozgEEcjJG0VrfC/wCH+t+F/E8mqahdWc8Uls0O2JmLg5TBJ2gEfKewx75r1Cim6jYBRRRUAFFFFABRXNePNfu9BtrWW1iikMzsrB88YArk/wDhYurf8+lp+taxpSkroVz1GivLv+Fi6t/z6Wn60f8ACxdX/wCfS0/Wq9jILnqNFeXf8LF1b/n0tP1oPxG1b/nztP1o9hILnT+KfCMXiDxPZX97JL9ih0+4tZIoriSJnMjxMOUIyuIzwT3FWfAOh3OgaTdWl1IHaW/nuFIlaQ7HfK5ZuScdf69agt/GWl22k2NxrNylvPdW7zhFRm+RSAzcDoCy/nW5o+qWOr2jXWnziaJZGiY4IKupwVIPQis3e1hlyiiioAKKKKACiiigAooooAKKKKACiiigAooooAK574lf8k/17/rwl/8AQTXQ1zvxM/5J7r//AGD5v/QTVR+JAfIVosYghOB9xf5V8r6p/wAhO6/67P8A+hGvp3SFMNnDGW3HC/yr5i1P/kJXX/XZ/wD0I16SJZ9K+EYp38M6XsVCFs4Rkvj+Ae1fSPw00S9174AW2jWtzFayXJljkd13DaXYED0PvXzv4LBbwnp6qdrGziAPp8gr6U+BOoW3h34FWN9rN6BDaCZpp3PXDse/epxUnyozpRSbZqSfD6eTSdR0yS6tGtbnyEhiRHURpG5LHJYncVOOMDIziq3gr4Yrodzq5urtZrbVYZEkiiLKYt0pfCseTgEDPXIzXR6l478N2Oiz6tLfboIY4pCEQlnEhwm0d8njj0PpTtK8c+G9StLu5tL8OtqhklQoQ4QYy20jOMtt6dQR2rh5pGxP4P0GXRUu3uLkTzXMikkZwqIoRFySSTtAyT1Nb1UtP1O1vrq6trdmMlqU80FcY3oHX9CKu1DAKKKKQBRRRQAUUUUAcR8Wba4ubGwW3glmIkfIjQtjgelee/2Vqf8A0Drv/vy3+Fe84HpRXRTrcsbWFY8G/srU/wDoHXf/AH5b/Cj+ytT/AOgdd/8Aflv8K95oq/rL7Byng39lan/0Drv/AL8t/hR/ZWp/9A67/wC/Lf4V7zRR9ZfYLHn+m+DbfWo9EvdWjLW9rps9rJauGVmMkkbAnB6ARnj3rofAmgy+HdKurOWWOTzb6e4TZnCq75UHJyTjGT60vibxVpPh64jt783JkkgkuAsFu8mI0KhmO0HGC6/nV7w/rFlrdk91YmXZHM8LiWMoyupwwIPNc7bYzQoooqACiiigAooooAKKKKACiiigAooooAKKKKACue+JX/JP9e/68Jf/AEE10Nc98S/+Sfa//wBeE3/oJqo/EgPkCwaFraF49hG1Rkc9q+WNU/5Cd1/12f8A9CNfTukxLb2kMceSCA3518xan/yErr/rs/8A6Ea9JEs+m9FlsbDwbpd3eXHlJ9hg/jxuPljgDua9/wDhybG//Z4sLa/1qLQYbwyqzyzBSyF2BTORng9q+d7dFu/AmkwwS2/nra25w82wgBV3DPJHGe1epfAbwPpOveG5Nd8UJLqVpZzmz0+xedjEn8RJ9eT+NcOOxHs0rb/5Hs5TltLEwqV8RNxpwteyu25OySTaWuureiR3ms2/g2+0LU9Jj+IWmQxXvlKqq4CwqhPIG45Yg4J4yAK1NHuPh/ZPJFceMNMurV7EWjRtc4L5273JzwTsXpjnJ6moz4H8A/8AQlaT/wB9NSHwR4BAyfBWkgf7zV4/9qL+aP4no/U8n/6e/dD/ADNjwp4g8D6HFc/8Vfpc0lxIGY+eAFVVCogySeFAGTya2/8AhPvBX/Q0aV/4ELXGf8IT4B/6EvSf++jSr4I8AcE+CtKK+zGl/aKf2o/iP6nk/wD09+6H+Z2X/CfeCv8AoaNK/wDAhaP+E+8Ff9DRpX/gQtcnd+A/h5G4WLwZpzfKrEtkdRmoR4I8Anp4K0k/8CNOeO5JOMpRv8xRwmTSV17X7of5nZf8J94K/wCho0r/AMCFo/4T7wV/0NGlf+BC1xn/AAhPgHOP+EL0nP8AvGj/AIQnwBx/xRek8/7Rqf7RX80fxH9Tyf8A6e/dD/M7P/hPvBX/AENGlf8AgQtH/CfeCv8AoaNK/wDAha5O18C/DuQuJvBmnJtRnyuT0GahbwR4AH/MlaUB7sap4+yUrxs/UlYTJm2v3unlD/M7L/hPvBX/AENGlf8AgQtH/CfeCv8AoaNK/wDAha43/hB/AP8A0JWlfm1J/wAIT4A4/wCKL0nnp8xqf7Rj/NH8SvqeT/8AT37of5nZ/wDCfeCv+ho0r/wIWj/hPvBX/Q0aV/4ELXGjwR4BP/Ml6T/301TS+BPh0sETx+DNOLvnIOcDBxVRx3Mm1KOnqS8Lkyt/F18of5nWf8J94K/6GjSv/AhaP+E+8Ff9DRpX/gQtcb/whHgH/oStK/NqT/hCPAP/AEJWk/8AfTVP9ox/mj+JX1PJ/wDp790P8zT13VPhzrXiKz1XUfEuj3EdtZzWwt3nBVvMaNtx57eXjHvUngvX/A/hzTLiyTxdpEiy3k1yNswAUO2QvXsO9ZH/AAhPgDn/AIovSeP9o1La+Bfh7JOkcngvTFViBlckirjmPM1FSjr6ieEyZK79r90P8zrv+E+8Ff8AQ0aV/wCBC0f8J94K/wCho0r/AMCFrj5fA/w+V22+C9L2AkZYkGmDwR4BIyvgvSSPUMal5gk7OUfxBYPJn/z9+6H+Z2f/AAn3gr/oaNK/8CFo/wCE+8Ff9DRpX/gQtcZ/whPgD/oS9J/76NH/AAhHgHP/ACJWlf8AfRpf2jH+aP4j+p5N/wBPfuh/memaTq2mavb/AGjS9Qtb2IHBaCUOAffHSrlfPPizTLP4c67pPjLwhHJp0L3sdpqNgkpaGZHzyAen3Tx9CK+hvpXbh6/tUefmuW08LGnWoTcqdS9rq0k47pq7Wl1qnqmFFFFbnjBRRRQAUUUUAFFFFABXPfEr/kn+vf8AXhL/AOgmuhrnviX/AMk+17/rwl/9BNVHdAfIVoym3h24+4v8q+VtU/5Cd1/12f8A9CNfUNiP3cJwSSq9e3Ar5e1T/kJXX/XZ/wD0I16SJZ9PeF7aFvC2lsyZJsYSTk/88xXt/wCz+2z4RSn/AKjD/wAq8W8Kf8inpX/XhD/6LFe4/s5x20vwku0ui4U6nJtKdd3GP615GcRckox3cZfkj6PKJWyvEt/z0v8A28k8axXVxr3hO5tkuGW31YtOY2basZt5RlgDgjdt5Pc1Q+Itw2r6Bp1zbWt5e6dHqB+228UbeZIiFkPy9SA4/rXf/wBn2f8Az0uf/HaP7Ps/+etz+a18PTpYmHK7xvH+8XKpTd9Hr5HzvNovjhrF7cWuqHWzC7G5Dtg2ZtiogD5xv3YAHXcCa9S+GSz22m6mxtrizsJtQkk0+3nUo0cOxAflPKguHIHvXbf2fZ/89Lkf980f2fY5y0t1jPP3a3ryxVeHJ7q+ZEHSg7q/3C6hNtnXn/ljGf8Ax0V5j8N7i1stU1S+MGpWK3tylvDbTxSEnBfErsRy78knsAoNetaxaadLcoYnnGIlB24xjHHXviqf2Cz/AOet1+a08VQrxq1UmrS/vWFRqwdOOj08jxDxzpvii58Taw2l2uo/bZJ2kjukLCNrL7Iq+UG6Z80P8vXJzWd/ZevNeSyWularHYTSr/YMRVwbJ/PjLMw/gBQN17ZHevf/AOz7PtJc/mtH2Cz/AOetzz/u1pGvioxStDT+9/X/AA111E1Sbvr9wljLu84MckWsuf8AvmuO+KZW48MPC1hd3rMSI/IjaTy5Np2syKQWGfrg4Pau/wBJtNNiknMrznMDg7sY2456d8VT/s+z6rLdAds7c1l9XxFOlSleLab6gq1OU5qz6dDz/VJtSvfhXeaVZR3i6tb6fFFLFuPm52qXQPxlimRkdzXn1xpXiJ57l7LTdUjtp5Jv+EeTay/YZDPGdzD/AJZggORn+HI74r6A+wWf/PW5/wDHaP7Ps/8Anrc8/wC7TozxNJOyjq7/ABf1/WhU/ZS3v9x5h8JLXVbPV72S8tby2QWgju2uAQJ7vznJkXP3vkI+YcYIHavSdQuhb6XBcMruFSViqDJOGPAHc1MdPs8f6y5/8dqzqen6Xc6Pb2wkuVyrruQgNgn5uexzV06Vas6k5uKuls/NETqQjyKKe/byZ5FLda5H8Xk8QX1rcf2HFYXEMckT7kiQeWfmQciQvuGMZwB70vxLttXvfFFrPY217MZLe3GnTRBtltMLlWlZ8cLmLIyeo4r0nTdC06wtzDHPevudpHeRwzMxOSSe/wD9arX9n2f/AD1ufzWlL20KqlT5bLRa7rpfz7lKUHC0r6+R8+WWla9G1nJfaRq0unQLCmt2+12a7ugtwGlA6uN7REkcHj0r2n4dDUbfw14etdXdm1CO0gS5LtlvMCjOT3Oepra/s+z/AOetz/47VjTLKwj1CB3kuDhxt3Yxntmqvia9WCfKkmtn/X9WJk6UISsnt2OS+JUD6h4N1iwT7TmVNp+zx+ZJgOCdq5GeAeM1m+AL6ePw+NMls/sFwTcyWiLamANCJCscjL0RiCpI980viH4i+C7DWruz3atIYZWVjHEu3cDzjPvVD/haHgv+7rX/AH6T/Gu98NZ3KLjGjdN3Tue1SyfG1IxqRoTs12OAh0rXVSN7nR9XfTo0VNUt9rlrm72yDzVXqwyQdw45X0re+H2n+JrTxXpzatb332+J5XvrtyTFJbGBBHHu6EhwOOxVj3rov+Fo+C+u3Wc/9c0/xo/4Wh4L6bdZ/wC/Sf411VMkz6cXH6utfP8Ar+rdhR4fxqd/Yz+4l+Nr+Z4Jtz6axa/+z174n3B9K+cfiRr2h+IPhjaXeivcnbrlukyzqAynBx07da+jk+4PpW+BwtXC3o1laUUr/icme05U8vw8JxaanV0e/wBgWiiiu8+TCiiigAooooAKKKKACue+JX/JP9e/68Jf/QTXQ1zvxNG74eeIF9dPmH/jpqo7oD5DtIbc28JCg/KvRj6fWvlTUP8Aj/uP+urfzNfUOiQLaWMECEkYU5PU18vah/x/3H/XVv516jM0fU3hT/kU9K/68If/AEWK9p/Z/bb8JJW/6jD/AMq8X8Jc+FdJH/TjB/6AK7H4Y+Nrfwbok2j+I45F0m/uDdWd3bkSGJwSrKyA5/rXjZ1GXs012kvm1ofU8PU3isJiMLT1qNwkl1ai3e3dq97b2N7xff6vBrHilY77UBYq+lNIUdgYLdpD9oMeOnyZyRzitrwZq9/N4EuIVu5JtUSK7ksllbMzQebILdznk5ULgnrxVP8A4Wp4B/6Dtx/4AyUn/C0vh/vMn9tzbyMFvsD5I+tfFS+tSpqDgtLfaXRWPXWQZhzX9hP/AMAl/kcBLrOt/ZpGXVNc/sn7JJsmEsvmHU/sylYweuPN34X7u7jFdd8P9S8QS+NRFqdzfNef6b/akMjN5USBo/sxVT8q5XOMdctWn/wtXwF/0Hrj/wAAZKB8VPABwH1652+1i9dFWtiakXH2SX/byM1w7mCd/Y1P/AJf5HT/ABU1C20/wxdXF3c3cESww/8AHrJ5cjk4wgb+EE8E8YGa8w0nUNct9d0eGTXby/mEln9meGd3gltiJPtJJ6Pt6Fjz8qetdlqXxa+HM8ySW+tXiAIqEPYuegxmqp+KvgHBH9u3HP8A04yVVWdeE5qEE03vzImnw9mLhHmoTTX9yRF8VNYmkttHu7PULtNLnhnkSaxkYeZMYs2/KdQTyB0JxXE/2v4t34vb7VUut/8AxUKh3C28Pmx7SgHCfLu5X+HNdynxT+H8ahI9cnVVGAFsHAA9Kd/wtTwDx/xPrj/wBkrKjVxNKCh7JO395f1/wfuLnw9mEpX9jP8A8AkdD8KLq8uPCIkvJJ5f3d39neckyPBufymYnkkpt5PNcl8StUv4vFVtHod3qf8Aaoj/AOPeNn2MhSTDIv3WG4DeTyMLitbT/i18OYXla41q9ffE0eEsX/iGM81VPxU8A8hdeuce9jJVt10ozUU3711zLqQuH8xu08PO2mvI/wDIT4S6yzJeQ3Go3M1tNJELI3cjM7yCFTcBd3JAcnI7Vx+r6t4hXWbxft+rKi3twNcCySBbe0F5GISmPufuNxyuCRuNde3xS+H7MrNrcxZfuk2D5FO/4Wr4B4/4n1x/4AyVnGeJjUc/ZrX+8v6/4Jo+HswcVH2E9P7kv8jkfDureJn1zTkub3VTK13D/ZiM77ZrHzZvMZx0b5fL5bnG31r23Vbqa30Zbm3t2uZkimaOFWAMrBjhQTwCTxzXAf8AC1fAP/QeuP8AwBkqzc/Fn4bvZW8MWtXoki3ZZrF8Nk5rWTr1VNuCjporrXVGf+r+Yxcf3E3r/JLsebQ6z4s+w3i6xc65bSi/vDGwZlzdmGExRLsJ+QMZNq9OnU16d401e4k8FwSw3jqI7u2i1aS2chokDDzhleVwcZx0BNUR8VfAP/QeuB/24yU1Pil8P0zs1uZcnJxYOMn1rOrPE1JRfskrdpI0hw9mEU17Cf8A4BL/ACOGtdY8Z/u/JvNWbVS0X9kROzlZrPE253B4Y4C5Lc5CeteifA++vLprnddX11Yb7TyZLt2Z/OMQ88Zbnh8ZHY7hVb/hangH/oPXH/gDJU9h8Wfh5DeRTza5dusbBsLYvk47c1sq2InKKlTSV1rzLujOXDuYKLtQqN/4JHgPxamvY9f1AWkcxX+0GaR4sZx5o4/HmsbSp7hNYuVnlJhUNvZmONxk+QYPQ444r07xBL8NdQ1q7v7bxlfQx3ErSiN9MclSTnGc1QNv8PD18bXJ+ulP/jX61DPMuvGXt+2h+i0qdTnhWaqJpR09nOysrdF3POtdmv11KZLVpvtGF8hFztKbW3HHTrj9KovPd7H8ue7NtsfyW3Nlpti4Gep+bdx9a9U8j4e/9Dvdf+Cp/wDGjyfh7/0O91/4Kn/xolnOWybft/zIr4OVWpKd6iu7/wAOf9f8Muxc0zd/wqWUsMN/wkFpn67Wr7HT7g+lfJPg+107xJeWXhXRdQ/4kkOoJf6lqN2ywBtgwqopOe5/E+1fUv8Ab2h/9BnTf/AqP/Gvl8VWhicZVrU3eLtZ97I+D42qw5qVK/vXnJrqlLlSv2b5W7b2saVFZv8Ab+h/9BrTf/ApP8aP7f0P/oNab/4FJ/jWdmfBmlRWb/b2h/8AQa03/wACk/xo/t/Q/wDoNab/AOBcf+NFmBpUVm/2/of/AEGtN/8AAuP/ABo/t/Q/+g1pv/gUn+NFmBpUVm/2/of/AEGtN/8AApP8aP7e0P8A6DWm/wDgUn+NFmBpVz/xK/5EDXv+vCX/ANBNXv7f0P8A6DWm/wDgUn+NYHxG1vRpPAeuxx6vp7u1jKFVbpCSdv1pxTugPla02+RCQq/dXt7V8oah/wAf9x/11b+dfVNm/wC5hH+yv8hXytqH/H/cf9dW/nXqMzR9SeFjjwvpH/XjB/6LFey/B+1s7jwHaSyWlvIzSy5Z4lYn5z1JFeL+GT/xS+kf9eMH/oAr234LDb8PbJf+mkv/AKGa8/NL+xXqZT01R1X9naf/ANA+z/78L/hR/Z2n/wDQPs/+/C/4VZorwLke2qfzMrf2dp//AED7P/vwv+FH9naf/wBA+z/78L/hVmigPa1P5mVv7O0//oH2f/fhf8KP7O0//oH2f/fhf8Ks0UXD21T+Zlb+ztP/AOgfZ/8Afhf8KP7O0/8A6B9n/wB+F/wqzRQHtan8zK39naf/ANA+z/78L/hR/Z2n/wDQPs/+/C/4VZoouHtqn8zK39naf/0D7P8A78L/AIUf2dp//QPs/wDvwv8AhVmigPbVP5mVv7O0/wD6B9n/AN+F/wAKP7O0/wD6B9n/AN+F/wAKs0UB7ap/Myt/Z2n/APQPs/8Avwv+FH9naf8A9A+z/wC/C/4VZooD2tT+Zlb+ztP/AOgfZ/8Afhf8KP7O0/8A6B9n/wB+F/wqzRRdh7ap/M/vK39naf8A9A+z/wC/C/4Uf2dp/wD0D7P/AL8L/hVmigPa1P5mVv7O0/8A6B9n/wB+F/wo/s7T/wDoH2f/AH4X/CrNFAe1qfzMjtdI0+4cqbG0UAZ/491/wq1/wjul/wDPpaf+Ayf4UtrL5Ilk+UbUJ+Y4H41DpGvrf6KdQFvh0LB4lcZGD1y2O3POK9LDUoSppyRcVdXZL/wjul/8+lp/4DJ/hR/wj2l/8+lp/wCAyf4VjT+MhFoZvpLFoZ1WFmidxgiTptIPPANQXnjloNOluk05WMcqIAZuGDM65HHqh/OtvYU+xXIjoP8AhHtM/wCfS0/8B0/wqtd6NpsG3FjZtn/p3T/Cse08dtNpUt22mgSLMI1RZSVPyFyS23jpit1b46hZQ3HkSQ7hna4weg5x1x9cVlXpQjTbiTONkQ2mj6fO5X7BZqAOv2df8Ktf8I7pv/PrZ/8AgMn+FP09tsj/AEp+rXwstMubxnRBDEz7nBIGBnnFLD0YSp3YoK6If+Ed03/n1s//AAGT/Cj/AIR3Tf8An1s//AZP8K5HTPHl/c6va2LWlsxlUBwrOuJD/DyOMbWHfPHSrWpeLtXtdW+xtp1qjBnURtM5MgHKncEwvHPfrW3sKfYvkR0n/CO6b/z6Wf8A4DL/AIVzvxA0mwtvCeq7bK0z9jkIIgUEHH0rrbO4mktYnuIxFMyAyRhtwVscjPeuf+I7bvCOrH/pyk/lWdSjGKTXdEyirHz7abRBCQq52L29q+T9Q/4/7j/rq386+qbOTMUP+6v8q+VtQ/4/7j/rq3869tmqPp7wx5w8N6UFmGBZw4Hlg4GwV7n8G93/AAgFnuOT5kvOMfxmvCfDTY8OaZ/15xf+gCu58EfENPDdidEutNmvEVmlhaB1DKCclSGwDz0Oa4MfTnVppRVyakW1oe20V5ofi9pyx75NA1OMZ/iki/o1KPi9pu/b/YWp7vTfH/8AFV5H1Ov/ACnPyS7HpVFecD4s2BIA0DUuf9uL/wCKo/4W1YZ/5AGpf99xf/FUfU6/8o/Zy7Ho9FebP8XLBULf8I/qhwOgeIk/+PVC3xj09SN3hvWuT28s9/ZqPqdf+UOSXY9PorzcfFqwxn+wNT/77i/+Kpf+Fs2JP/IA1P8A77i/+Ko+p1/5Q9nLsej0V58nxQtWQMNA1HBGf9ZF/wDFUv8Aws62/wCgBqP/AH8i/wDiqPqVf+UPZy7HoFFef/8ACzrb/oAaj/38i/8AiqP+FnW3/QA1H/v5F/8AFUfUq/8AKHs5dj0CivP/APhZ1t/0ANR/7+Rf/FUf8LOtv+gBqP8A38i/+Ko+pV/5Q9nLsegUV5//AMLOtv8AoAaj/wB/Iv8A4qj/AIWdbf8AQA1H/v5F/wDFUfUq/wDKHs5dj0CivP8A/hZ1t/0ANR/7+Rf/ABVH/Czrb/oAaj/38i/+Ko+pV/5Q9nLsegUV5/8A8LOtv+gBqP8A38i/+Ko/4Wdbf9ADUf8Av5F/8VR9Sr/yh7OXY9Aorz//AIWdbf8AQA1H/v5F/wDFUf8ACzrb/oAaj/38i/8AiqPqVf8AlD2cux37ww3ETQ3Cb426rkgHmiaxsZjJ5lsh80KsgHAcDoCB1rgP+FnW4/5gGo/9/Iv/AIqlHxPt/wDoAaj/AN/Iv/iq7qEKlOHK4M0jdI72TT7CSOZGtxiZlaTk8len0xUP9j6V5ZjNmhQ44JJHAIH5ZP51xP8AwtC3/wCgBqH/AH8i/wDiqT/haFv/ANADUP8Av5F/8VWt5/yP8P8AMq7O4i0jS4rc28dmghJBKZOMgbR+lSRW1taoY7aIRhjk8k5OAO/sBXCf8LQt/wDoAah/38i/+KqOb4pWkYBbQNR5OB+8i/8AiqzqxqTg0oMUrtHo0DbWJp10q3NtLbyZKSoUbHoRivLLz4xabaRh5NB1T5jtVVeIsx9AN1Nn+Mmnw26zN4e1YqegV4Sfy38/hSoRqQhyuDFFSS2O6t/DGl295DdQtcpJCPkxLwDliSfX77Utx4a0+a+N8ZbgXRZmMhYNndgdCMcAACuLi+LunywrLHoeosjDcrCSLkf99URfF7TpFDR6HqLA9CJIuf8Ax6tff/kZV32PT4SY4lQuzlVA3N1PvWJ4/bd4P1f/AK85P5VxT/F/TEmWFtF1ASP91TJFk/8Aj1Zfiz4mxanpE2kWmmy2kt4hjMlxIpwp67QpOT+VRONSaUVETu9LHCWkcogiIlUfKv8AyzHpXyvqQxqNyPSZ/wCZr6rt5I3TETAqp2ceo4xXyrqf/ISuv+uz/wAzXqGzPpnw3EW8OaYVJP8AocPQf7Aq99kY5/djnr8vWk8JEf8ACL6UFxxZQ5HvsFXr2KSa2eOKQxOwwHA6UkMomwUrtMKlfTy+KeLaT+63/fNU49N1MSRSSXYcqV3AEgnGM/1p8+n6mxRY7x9o3Ekv1yelAFpIHVwSG49qRoWLn5sexFaEalY1B5IAyfWorhgdq/xZ49vWk0NFT7O394UfZ2/vCrAFFK7HZFf7O394flSpCQ3Lce1T496MUXCyFjmmjjVdkZwMZ3H/AAp32ib/AJ5x/wDfR/wplBouwsh/2ib/AJ5x/wDfR/wpnmzeb5m1Pu7cbjj69KX8aPxouwsh32ib/nnH/wB9H/CmSSzOF+VFwwbhzzjt0oNFF2FkP+0Tf884/wDvo/4UfaJiD+7j/wC+j/hTaTv1ouwshYpJo4lj2o20AZLHJ/SnefN/zzj/AO+j/hSUUXYWQiSTK7ttQ7iDgseOPpTvPm/55x/99H/CkoouwshGkmaRH2oNueNx5z+FO8+b/nnH/wB9H/CkoouwshJpJpImTai5GMhjx+lO8+bH+rj/AO+j/hSU2RtkbPjO0E4Hei7CyH+fN/zzj/77P+FNilmRcbUbknJc9z9KwZJIZzJMt1IMhjswRwQe/Tv+gqW0uI0u5JlLnfwU3dDn0/EflTuwsjb+0Tf884/++j/hUc8kkijcqKFOeCTmsq/mWWNW3SKFVgeeTlf/AK/6UthH/pTsJHKsHYKTnHP/ANfNK7CyItTdYdStLmXAhCum49FYjgn+VZWm2k9pqT3V2yrbQ5KbmG0bhk7R9fSugdRIhSRQykcgjINVI9NsUcOtuuR0BJIH4UybkVr5kWguwgZg5d0j5BCsxI6c9DVbSreaEWiG3JIcsxMWAuc8hvy4NbWTRk0WA565t5muJtsc8ycFm2MSxB9c9qnvYHe7stsLuFRd77Tnk+pzjHvW1k+tGT60WC5V0OJoYpdzSnMzYDntnrXzLqX/ACEbn/rs/wDM19SgnIr5a1L/AJCNz/12f+ZqkJn1rH8EdFjiSKPxf4zSNFCoq6hGAoHQAeXTv+FK6T/0OXjT/wAGKf8AxuiimIP+FK6T/wBDl40/8GKf/G6P+FK6T/0OXjT/AMGKf/G6KKAD/hSmk/8AQ5eNP/Bin/xulHwW0penjLxqP+4in/xuiigBf+FL6X/0Onjb/wAGSf8Axuj/AIUvpf8A0Onjb/wZJ/8AG6KKAD/hS+l/9Dp42/8ABkn/AMbo/wCFL6X/ANDp42/8GSf/ABuiigA/4Uvpf/Q6eNv/AAZJ/wDG6P8AhS+l/wDQ6eNv/Bkn/wAboooAP+FL6X/0Onjb/wAGSf8Axuj/AIUvpf8A0Onjb/wZJ/8AG6KKAD/hS+l/9Dp42/8ABkn/AMbo/wCFL6X/ANDp42/8GSf/ABuiigA/4Uvpf/Q6eNv/AAZJ/wDG6P8AhS+l/wDQ6eNf/Bkn/wAboooAP+FL6X/0OfjX/wAGSf8Axuj/AIUvpf8A0OfjX/wZJ/8AG6KKAD/hS+l/9Dn41/8ABkn/AMbo/wCFL6X/ANDn41/8GSf/ABuiigA/4Uvpf/Q5+Nf/AAZJ/wDG6P8AhS+l/wDQ5+Nf/Bkn/wAboooAP+FL6X/0OfjX/wAGSf8Axuj/AIUvpf8A0OfjX/wZJ/8AG6KKAG/8KT0jGP8AhMfGmP8AsIx//G6T/hSej5z/AMJh4zz/ANhGP/43RRQAv/CldJ/6HLxp/wCDFP8A43Sj4LaUP+Zy8a/+DFP/AI3RRQAn/ClNI/6HHxp/4MY//jdH/ClNI/6HHxp/4MY//jdFFAB/wpTSP+hx8af+DGP/AON0f8KU0j/ocfGn/gxj/wDjdFFAB/wpTSP+hx8af+DGP/43R/wpTSP+hx8af+DGP/43RRQAf8KU0j/ocfGn/gxj/wDjdVF/Zp8CuA7av4lLNyT9pg6/9+qKKAP/2Q==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AutoShape 12" descr="data:image/jpg;base64,%20/9j/4AAQSkZJRgABAQEAYABgAAD/2wBDAAUDBAQEAwUEBAQFBQUGBwwIBwcHBw8LCwkMEQ8SEhEPERETFhwXExQaFRERGCEYGh0dHx8fExciJCIeJBweHx7/2wBDAQUFBQcGBw4ICA4eFBEUHh4eHh4eHh4eHh4eHh4eHh4eHh4eHh4eHh4eHh4eHh4eHh4eHh4eHh4eHh4eHh4eHh7/wAARCADTASU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zj4dfC/wlq/wbXxlqGl3lzPbyNHc+TcFRjblWx/vEA+1a+i/Bbwnd2fhm8u4fIi1aWaK4LSuqxMqb4xuJwNwIGT0yfSuv+CHg34mSfCbRH0MaL/Zd5C04ScgtIHBRg+VORjtXVwfD/wCLENtNapb+GjbzMGaJsFRiMx8Arx8pI49a8acqnM/i/Hufb0FhPYrWnfTe19rW23T1+R5f4m+D/gPQYLVrzQ9SWaSSeOaE3fKtHEjDBHBBLde4wa1W+A/w9jSS+NvePZTCxNmonIc+bIscu45x8rNx9K7a++HPxavrR7a7OhTRk5TdICYhtVCqHb8oKqAR7Vbi8EfGCMMoXw6UJQhGIKpslMo2jbx85zSVSpd3UrfMcqeE5I2nTv127+h84a94H8LWWu39lb6YfJt7mSFN8zliFYrk8+1UJfCPh3bgaaoJ7+a/H617zqPwR+Id/qFxfTpo4muJGlk2XO0bmOTgbeOarn4C+PTjcul4z2uz/wDE1y/7Vzfat8z2lVyb2ST9ne3aO/3HlP8AwrXwtn/j1m/7/NT4fhn4VaZVNrNgnn981e5f8Kh8Zf8APjZf+DD/AO106P4R+MkkVvsFicH/AKCH/wBrrX/ae7OJzym20PuR4FZ/DrwvNbJK1rKC2ekrepqb/hWvhb/n1m/7/NXuFn8HPGkFskTWdixXOSL/ABnnP9ypf+FQ+Mv+fGy/8GH/ANrof1nuwU8ptqofgeDj4b+FzdXEf2WXEbBR+9b0Bp//AArXwt/z6y/9/mr3Ffg940FxPK1lY/vXDAfb+gwB/cqT/hUPjL/nxsv/AAYf/a6H9Z6NijPKbaqH4Hg8vw38LrcQxi1lw8TOf3rdQ2Kf/wAK18Lf8+s3/f5q9xk+D3jRrmKX7FYBUiKY+38kls5+5Un/AAqHxl/z42X/AIMP/tdD+s92EZ5V1UPwPB7j4b+F47dXW0lyZo05lboc5/lT/wDhWvhb/n1l/wC/zV7jcfB7xpLEkYsrEYmSQn7fnIXPH3PepP8AhUPjL/nxsf8AwYf/AGuh/WbbsFPKru6h+B4S/wANvCywzSfZZcpGzj983UAmkj+G/hZo1Y2svKg/61q91l+EHjRoZY1sbEF42QE3+cZGM/coj+D/AIyWNV+w2JwAP+Qh/wDa6P8AabbsOfKr7Qt8jw1Php4VaRVNrNywH+uaooPhz4XkEhNrL8sroMSt0DEV70nwi8ZK6t9gseCD/wAhD/7XUNt8HfGkauGs7Bi0jPxf4xkk4+5R/tNt3+IOeVc20LfI8P8A+Fa+Ff8An1m/7/NTD8OPC32p4vsku1Y0b/Wt1Iya94/4VD4y/wCfGx/8GH/2uo/+FPeNPtUkxs7DDIigfb/Qf7lC+s23YOeU3VlD8Dw7/hWvhX/n1m/7/NTJfhx4WV4FFrL+8Zwf3rdguP5mveP+FQ+Mv+fGy/8ABh/9rqOX4PeNHlgYWViBEXJH2/ruC/7HtQvrHVsJTym2ih+B4d/wrXwt/wA+s3/f5qZcfDjwtHayyi0lLLsxmVu7qv8AU17x/wAKh8Zf8+Nj/wCDD/7XUdz8HvGkls8K2Vipcpyb/PR1b+57UL6zfdhKeU20UPwPDv8AhWvhX/n1m/7+tTofhn4VaVVNrNgn/ns1e5/8Kh8Zf8+Nl/4MP/tdKnwj8Zo4YWNiSPXUP/tdH+093+JXPlPaH4FPwD+zb8OLj4dxeJvEGl3dy8sXnLFbXLIQucdS2KuR/Af4HyMVi8MeIHIL8fayDhQecE8Z2t9Mc13fgix+IuieDk8L6x4b0PWrOLCxFtRaMhQcgH5DnB6dK1ZofEMzM0vw28PszBwx/tdud2N2f3XfAr1adSPIr3/E+NxVGftpcrja+luVI4SL9mz4KSCzI0HWB9rKqoN4/wArFGfB59FP6UyT9nH4Hx2FtfNour+TOkT5+2P8gk+7nn6/lXpsOpeNYY444/AmihYn3oP7ZPytjGR+69CRQmo+NFgEC+A9E8oMrBP7YOAVAC/8suwAq/aQ8/xOf2NXuvvieUQ/s/8AwJk0U6t/YusC3WIyvi7dmUbtoGAepNXvDv7NvwP1y1trqy0fVvJuYPPiZ7xxuUHB4z2JFegGTxUbdbf/AIV5oQiXO1BrBAGTk/8ALL15qfT9Q8Z2BJs/AOiQ5GPk1gjj/v17Ue0h5/iHsavdffE86i/Zp+Ccl79lXRNWD75kybx8Zi27u/fcMVBa/s4/BK51SXTl0PVo5UuPs4JvmIJ27t2M5A4I/CvUBq3jcSGQeBNF3ksc/wBsHOW+9/yy74FRR6h40iuHuYfAOhrO7+Yz/wBsHJbGMn916U/aQ8/xD2NXuvvifBn7U/w7074ZfE3/AIR/Scmxks0uYSzEsQzMOck8jGPworX/AGz4PFS/FeC+8XLZpe3unpLFFayF444hI6KoyP8AZP8AOirpu8TLEK1Rp26bbbeR9k/sz4/4UH4N4/5hq/8AoTV6Lgeledfszj/iwng3/sGr/wChNXouP85rF7gtgwPSjA9KMf5zRSGGB6UYHpSceo/OjjGe1AC4HpRgelJS4oAMD0owPSijH+c0AGB6UYHpR/nrRTAMD0owPSkGCMggj2pcUgDA9KMD0pKOKYC4HpRgelJx60uPzpAGB6UYHpRRimAYHpRgelGP85oxSAMD0owPSijFABgelGB6UYoxQAYHpRgelJxmloAMD0owPSkGPWgc0ALgelGB6UYooAMD0owPSjH+c0Y/zmgAwPSjA9KMf5zRj/OaAPhn/goh/wAlX0D/ALAKf+lE9FH/AAUP/wCSr6B/2AU/9KJ6K6I7GMtz6i/Zn/5IH4N6/wDINX/0Jq9F/OvOv2Zif+FB+Def+Yav/oTV6Lk+tYPc1WwfnUGoIZbGeMRNKWjYBA5Tdx03DkfWp8n1qO6hjuraS3uEEkMqlHRujKRgg0hnzRHc30cOl3N7JfpbvaXKttvpbn94lyQd2CSpC7Rz2rotfv8AxBY/Djw9YX15elv7I86S1CbxeSRIWkjlmD7ugBKjkgHnqK9StvAPhO2gu4LfSI4Y7qLynVHYBEyDtTn5BkA/Ljnmm3HgLw5PpdtpckN59itozHHCL2ULgggk4bkkMwJPJBq+ZEtM5D4XX+vyWt3aWs1zLiwiuV06aMRratMoZFjmLMQuCSA2eg7cVl3kPjWX4i6bpN1aajfRjTp7ye0k15UViJIljZmiVMDJYAHhufSvT/DXhPRvDkkz6THdRecFEivdSSK2AADhiRkAAD2FWtG0LS9ImuLixtglxdMGuJ2YvJLjpuY5JAzwKVx2MLx94g8RaHZaZfWOmWrQPdQR37TT4WMSHZtGOeHZPm9M1P4c1/XtU0XUb46JC8sFw0VmkczIt4ihcuDIAVG4soJHO3Pet3WdNs9X0yfTdQi861nAEiZIzggjkcjBAP4VbUbQAOg6UhnMw694qeVFk8B3ESMwDP8A2rbnaM8nA61S8Rafqi+LotXurprDRYov391HqHloEAOUmicbCDk4ZMMPWuzrH1LwvoOpaqmp6jpsN5dRgBGmBdVx0IU8A/hRcDgtF1G/tNGtLTSGbStN17XHt9LlmBZ7e1ETyPL8/wDFJ5TFQeBvHHGKg0261fS/D1l4qt9b1K6+3695Fva3UwkS6tXl8tQoxwcKZAV7H0r1PU9OsNTszZ6hZwXVsSD5UqBlyOnFVU8P6MuqRaoNOtzeQoEhkK5MSgYAUdF49KpMVj5i8ba9rUOjeKJLS+1WOFtUu1gvnleJTEqfIFJZm6g4XjAIP8XHR+JNQ1ZvhVotx/wkU2hkak8Zu3keRXUyKo5QDr2z05r2jXvAvhvWobiG/tblobmR5Z447uSNZGcAMSFIByAKsQeEtDjtLe0ktXu4LdnaJLuZpgCwwThyc8ZHtk0cyFys8X8HalqQ+LenLLeSzK92bJ4fOkIMaWzOJAhbO4tj5iOeBU2pXWv2Ov6prK2usaiHv7eybT4ryXdbQM4QB5VwqOS4baM4HXFev6d4M8Oafc211aaf5dzbSmWOfzGMgJUKQWJyV2gDaeMAelLd+D9Dubq4uTFcwPcyeZOLe7kiWRyACzKpAJ4HPtRzILGD4z0zxbrPhux0DTNPeyyUlvpDqJDiONgfISUfNvcAAv0AzWd8L7i41Pxjf3Wnza9FpVjbfZLuDUbrz1a935YI3IIVQBuU4Ofau4vfDulXum2+m3UDyWcAwsRmbawxjDc/MPrmtCxtLWws47Oxt4ra3iG1IolCqo9gKVyjitW8V+KdMsllvNBtoZ7rbbWUPnZMl155TbjqUZMSAjoAc1L8Rv8AhJVa4utPjuU061tmkeaHU4rcHAJJYMhIx65FdDaeHdJttXbV1tfM1Bs4uJnMjoD1Clido9hUmuaHpmtpFHqlt9qhibcIXc+Wx/2l6N+OaLgcB8MP+Ekt/ha9/rFhcxXl1oa3Ul5NqLTyzTGDOdh/1fXOBjBrovDWuW+j/CbSNd1e7keNNOieSVm3vM5UYUd2djwB1J4rrQoC7cDbjGMcYrBsvBvhiyvY7y20a1SWJzJFxlYmPVkU8KfpSA5nxxaNLcaLt1LWtMl127WGQtesi2YKbigVcAOcbRkkZz1rcvbG48H+GL2fw9Z6jrF6AhEV3eyTO/IBb5iegJbC4zit/VdOsdWsJLHUrSG7tpPvxSoGU/hTNF0qx0ayFlp0RhgDFghctgn60XA5nwOlprF+2vz+JZdZ1KEGM28e6CKz3dV8jrn/AGnyfTFc2LfUdV8feIf7O8R3qytcpZWtvLeeWhWGPzJigWMnCvOF/DBJ4r0abQ9Kk16HXWsYhqcKNGtyo2uVPVSR94fXNU7nwf4buLaOCXS4iI55biN1Yq6SSsWkYMDkFiTnmmmFjnJ7W68IaNaWkNzPHquq6gUSO2Yz/aJSpP3piNnyqSTWf4NsPF2j+OnttUHiFtIvWe7hPmQyQxXByZI5CoJCN1XBGDkdxXbHwpoLaOdJl09ZrPzRMEldnIkHRwxOQw9QaXTvDWm2N9FexPfSzQgiM3F7LKFyMcBmI6UJgcx8OdUXWvB0WgXGo3r6pPZTTz3SuS8IeeVF+bsw28D0ArU+GviX+1/B2kz6rd266pJ5ltKhkVWlmhkaKQqvU5ZCePWtzR9D0jR5rybS9Pt7OS9l865aJAplf1NVrnwvok+p2moNZKk9o++Ly2KLu378lRwTu+bnvRoBtZ9jR+dGT60ZPrUgH50fnRk+tGT60AfDH/BRD/krGgf9gFP/AEonoo/4KIf8lY0D/sAp/wClE9FdEdjGW59Rfszf8kD8G/8AYNX/ANCavRa86/Zn/wCSB+Df+wav/oTV6LWD3NVsFFFFIYUUUUAFFFFABRRRQAUUUUAFFFFABRRRQAUUUUAFFFFABRRRQAUUUUAFFFFABRRRQAUUUUAFFFFABRRRQAUUUUAfDH/BRH/krGgf9gFP/Sieij/goh/yVjQP+wCn/pRPRXRHYxlufUX7M+P+FB+Df+wav/oTV6LgV51+zP8A8kD8G/8AYNX/ANCavRawe5qtgwKMCj6AmmtJGpwzqp9CQKQx2BRgUDpnHFFABgUYFFFABgUYFFFABgUYFFFABgUYFFFABgUYFFFABgUYFFFABgUYFFFABgUYFFFABgUYFFFABgUYFFFABgUYFFFABgUYFFFABgUYFFFABgUYFNkkjjGZXWMf7RxSRTQynEUiSf7rA/yoAfgUYFFFAHwx/wAFEP8AkrGgf9gFP/Sieij/AIKIf8lY0D/sAp/6UT0V0R2MZbn1F+zMf+LB+Df+wav/AKE1XfFXjqWG8udJ8LWK6rqFtxdzu2LW0Po7Dlm/2V6dyK4D4f69d6R+zP4G0/S5PK1TVrRbW2kHWIZYySf8BUEj3xVbwzpJvLC1jt1u5LK9klh0zTYLxrUXaREedd3U6/MsQYjheSWH3t2Bi2lqzuo04KHtam23qZ3izxD4gul1G31bxBqf9owRGaG0T/RbedV5by9nLYGRjOfaszSzpuq+Iriw03SbzU9lvE0cMU8ryM7jezs7PhIwpUbiQCd2M4ruL/wf4es7b7dqWjeH7qzgYG4u9A1Kdbuxzx5mCx8xRnk5Bx/Cea0vGek+G/AehaDpsdvc3OjX1zJJfEHfPq04jzBA7DG7zGxheFOwLjHFZ+1WyOl5hThH93TSfmchp8Ot2MrtoM1zFLEC0kWja/HqDoB13QMSSB3ArtPB/wAUJFW3j8UNbyWc52Q6xboUjDZxtnQ8xnPGegPXFVvHHhz4g3Pg+51S5k8C+HBYQNdW0cVjNJNZMg3LtuFdBvGMcJg9MEGuU0na2pajbXV1HqT3Wn2l9fbUXBuZI2WdSi8AloixX1Y04y5hYWUcZU9lUSTezWh9Eq2RkEEHkEUjyKoyzBR6k4r5zg8TePNI8EXUVndDS9L04tPZm4jEl68CkN5LZyqLgEA8tggfLivozTD513bswHMRb8cD/GrS1OXEYeph/jQz7Tb/APPaP/voUfaYP+e8f/fQrWuyI7aWRVXKoWGR6CvP/wDhMtU/542n/fs/411UcFOtfl6HmYjH08O1z9TqvtEH/PeP/voUn2q3/wCe8f8A30K5b/hMtU/542n/AH7P+NH/AAmWqf8APGz/AO/Z/wAa3/sqsc39s4fzOp+1W/8Az3j/AO+hR9qt/wDnvH/30K5b/hMtU/542f8A37P+NH/CZap/zxs/+/Z/xo/sqt5B/bOH8zqvtNv/AM94/wDvoUfaIP8AnvH/AN9CuV/4TLVP+eNn/wB+z/jR/wAJlqv/ADxtP+/Z/wAaP7KrB/bOH8zqvtMH/PeP/voVFd6jY2trLdXF3DFDChkkdnGFUDJNYNh4t1Ke+gheG02ySKpwhzgn61V/aUuZLX4O6v5J2GUxxMR12lxn+VceNoSwkHKXZs9jJHDNcXTw8Hbmko37XZx9v4n8f/EKeW48JTWvhvw8sjRxX90gaa4IOCVHp9PzzmrH/CIfFD/orsf/AICLXonwysbew0C2sbdAsNtbJHGMdAGf/CutCrj7o/KuGGC54qVSTb9WvyPoMRxE6FWVPB0YRpp2V4Rk7d25Jtt9enZHh3/CIfFD/orsf/gItH/CI/FD/orsf/gIte47V/uj8qNq/wB0flV/UKfd/e/8zD/WjGfyU/8AwVT/APkTw7/hEfih/wBFcj/8BFo/4RH4of8ARXI//ARa9x2r/dH5UbV/uj8qPqFPu/vf+Y/9aMX/ACU//BVP/wCRPDv+ER+KH/RXI/8AwEWgeEfih/0V2P8A8BFr3Hav90flRtX+6Pyo+oU+7+9/5h/rRi/5Kf8A4Kp//Inh3/CIfFD/AKK7H/4CLR/wiHxQ/wCiux/+Ai17jtX+6Pyo2r/dH5UfUId397/zD/WjGfyU/wDwVT/+RPBdRvPin4GgOq3WsWHjDTIvmuoggjmRO5XHp+P0r07wpr2n+JtAtda0uQvbXKbhn7ynoVI7EHIrp7uOOS2kR41ZSjAgjIIx0rxL9nHNvH4t0mI4tbPWXEKk/dByD/6CKzcHQqxindSvv0aN51aea4CriJU4xq0nHWKUVKMnbVLS6drNJaXuej+Jte03w7pT6lqs/lQghVAG55HPREUcsx9K8n8eeNPGhjWb7Lc6HpkgDbbRRLdeWejs3RfooJHvWb4j1S58aeNRJFcLFaiaS209nGUt4Y8ma5I9Ttb8lHSua8W/ED4beGdXt9K1drcXDxo4Goi6u5/LYZRpTGwW33AhtqhiARlR0rnnUq4lyhRdktL/AJnx851Krag7JGbc3RvY5Glmnu3N8iG5mmklHknDhsE4yR8uAOp6V1MPhqaMq5bTNBlIDRxXer/ZJyD0Yop+UHtu/Ku+8H6J4ZutFvfEnh/SXOs2Nq7W1q1491AJTFviki3HBDArhsDgngHNaXgoSaxoiReEksE0zaPtWsX1uZ5b2cgGUqmV3HcSGdmwGyApwcctPA2blUk2/VkQwut5u5xeneLPGnhPUv7O1MvqKqok+y3cgLyR/wB+GcDDj6j64r1nwr4i0zxJpgv9MlLANslicbZIX7o69j+h7V5H4pSy07SNW0M6kt9NpWs20umsIggjWUxpPEm3gKDI/wAvbHtWbpOrzeF9eh8QW+RCCseoRDpNATyT/tJ94H0zVfXHhcRGjUd4y2fVf8Aft3QqKEndM8c/4KI/8lY0D/sAp/6UT0U3/goY6yfFPw9JGwZH8PxsrDoQbibBor6COx0y3PSvhnIbjwr8P4Wz5dl4WMgH+1LPjP5IR+NXbK20IxaFHqgubm60VrjTb/TDdmCK7tSfNjfJIXOFDYJAYIwJG2qXw2ia28I/D25biO+8LtCp/wBuKbdj/vlmP4VteIYdPfVdPjnNxa3d1vhgu4SByBu8p8gq4YbiFYMp2nisJK7PoaWCWKwEeV2abOs8Q+EfDvinS/7E8N/D260SeYCOTUWgFktrGfvHKNmQkZAGCDnrVLVtC1Wb4h6X4Z8RXGsXdvc6m5t0DH7C1gkDsmNo+SWNkTkkHccjIPFaPxx4rjSWMePLFhAxWRp9Oi8xT74ZR/47VbW/HHiy0sjDceM4Vju4yBcPpYDxqerRuhAVsdNwPasZYWrNpa6f19xishx17KGp2njrT/COhWAh8QeKNdv5yubHT2vPPmLj7rJFj5iDjlvlHeuA8KaY9l9svbiMRXV7IJGj3bvKQDCJnuRySfUnHFQaPbpJYNeaDbx2kkrndcXkTSS3I/vsxbeSfViTV/RLGe0a6ur68W6uZ3y7qMIijoqjPAHP5mt40uSL5nqe5gMmjg71Kkvf7FPxgs15LpGhqUS01bUIrS6kJ+ZIycnA75xt9s19E6evl6hEi/dETAfpXzra7tZ+I3hixiyyjUPtBx2jiRmZvzK/nX0XY/8AIST/AHG/mKcd0eFnU+au9ehf1D/jxn/65t/KvF7uUQW005XcI0ZseuBmvaNQ/wCPGf8A65t/KvF72Ez2k8AIBkjZQfqK9zLubkny7nxOaKLrUufbr6XMsa/br4WTX5oZFhaNZDGvLDJAx+tS6vqyaetixhaQXc6xDBxtz3rj521aTwkPCiaLdm8QCMyYHlbVbO7d74q/JPf69daTaDSbq0FpOstzJMuFXaMYB75NcyzKrJcqvzWj0fxX97p2Palw9hqcvaStyKVRv3l8Fvce99Xfzb0NLUPEVyuoXNrpeky6gtmcXDhwoU9doz1NS3Pia1XRbTUbaGW5e8YJbwLwzP3B9MVladousSanrM0WpXOmxyXbMqrCrCQY+9k/l+FU7PTdStfDOi3QspZJtPu3llgxh2UkjIH61H1zG+82nZ36LS0ktLa7dzf+yso9yKcW04p+9JN3g3aTeivJJXi9E7M6LSdeee8nsNTsX0+7hi87YzhlaP8AvAiqKeLp/KTUJNHmTSHk2LdbxnBOAxX0qBFvNa1m71ddPuLWCPTntYlmXDyuST09O1Ld2F63wvj09bWQ3QgUeVt+bO70qvrGKlF8knZKTTt8VrWvp6mf1DLKdWCqU1ebhGUeZ2hzJ8zTv003bS2O70Y51SzI5BlUj8xWh+1B/wAke1H/AK7Q/wDoQrM0AEX9gG4IdM/pWn+1B/yR7Uf+u0P/AKEKnP3ei3/dY+Ako5vRS/5+R/NHVeBD/oH/AGxT/wBCkroZbm3hKiaeKMtwN7AZ+ma8p8a+MJfAvwm1TxFbRrJdxQRRWwYZHmPI6qT7DOfwr5K8F6N4w+LHjuM3NxfaiWmWTULyWQ7YIs5YljwvGcAVpgcC69J1JS5YoyxlbkruKV22foeGU9DRkV8kfss/EPWNO+JEvw9v9Sn1LR55JY7J5XLGFkyRtJ/hYDp0q5ZeLvjR4mu/G99oni60s7DwvPM/lSWkW6VU3HYDsP8ACverll81JrmVrJ38mZe2S3Wv+R9V5FGRXySPiL8aIvh7B8WZfEGmPo/2wQPpS2qjcu7aTnbkZIP8Wa6648efEb4meO7zw38O9RsvD1jpdtHLeXk8QkdncfdGQeM5AwO2SamWXzje8lZbvtYFXT6H0RuFGRXyn4k+MXxG8M+HfFPhfXLy1TxTocsDRajBAhWaJ2GcqRtzgg5wPpV5vGnxc8CX/hDXfF/iCw1jR/EUqJLZx26q0AYKeCFHIDZ6kcGn/Z1W268vPS+ge3j2Pp7cKXIr5B8R/G/xZrviXWZNK8caT4S0/T5njsrW4tvMe72kjJOxsZx7DmtLwb8dfFt7r3hbWdZuYYvD95dNpepRJCojS4AGJA2NwBDq2M9mpvLK6jcX1iFz6ouGHkv/ALp/lXzD4A8X2/h+78f2P2HULq7udQmMJtkQqpPmAbizDHNd38L/ABl4m8cfFPxbNBfhfB+kZtLaFYU/fTdC2/G7sT1xyK898F+DrzxFqfjDUtGuUh1Wy1iRUjlOIriNmYmNsdDkAhu3PY14GbU61KpBQtza/lsfS5ZOUsoxzp72h/6Wg8Lvb6X/AGRJqyPHZi0ey1A/xRxzRbHfj0bBPtk1wPjX4L23xH8dPq1reatHezKBeJb2aSLciJUTzULOuwlTGSpyAW+oHfaZdG+svNkt3gcO8ckUmCVZWKsDjjqDUtnqNx4cljk0zWrvSA2UUIVaIAkEqFkVlXJAPAGSK+ay3MpYdyozi73e34nxlHGRoxcauiOln8D674Z8L2jwyatDpsFt5U1jpc264iSOIJASQMyEYJYL3bgEV1N1Z+F/D3h3T5/EGqXumX11axyXVpZ3Lo11NtHmERJzksTkgAZPNcInjbxa8bXcPi6+mVD0WzgZW/ARZI+hrHjvrnWL+61O7lnuruYAS3csezkdERD0VR26c9ySa66mPUVKqr9N9kbTzWhZKGrLOuTWN/qfnabpY0jTUcPFbu+6SV1U4LendtuTzzms+2vrW/0a2uLjEMV/GFCMc53r938qdBZSC5aW51B7qVUKoCioIw3U4Xucda5y5sP7G06ETahNqE1lAI7WMoERCF2rhR1Y8DJJ68Yrx8RJYiquaV5af0vwPOVadduVRWfQ8o/a3vJL+8+H93MxaSTwlBuJ74nmH9KKuftoaU2h+IPA2kP9+18KQRt/vCabP60V99T+FH0LPo/4d+HrnXP2Y/BNxpihtW02zW7swTjzCCwaP/gSkj8q5G7hvNf0+aLT9agEE0u8R38LefYzKc4VlIwVYdDn06V6z+zhMlv+z54Qmk+6mmKT/wB9NWF8QPDMOuarJrehtHpWpP8A67K7obvHQyKOjf7Y59c1n1PWwONVBck/hZjtpNu8UN5dWdpqGpxRAGYoE8xgOvcD9aZaXuqX12sMujtZW6czNOyvu9FQDr9awtDi1rUbkWrX+gaTMbiW2jW5vmJneL75UKvCj1bH0qG81W5sJ7aG8uoL6O8haa1uNMma4jkVWCsCMblIJHUYPY8GueGY0JVfYc15fP8A4bo/uPqKecUHHlbv2bvodJrNvKzmSHXJ7IEYaNQrDH+yDyDWLBF4s1YT2nhWzt20yC5azkkkBZ4mWFJTI3PzbtxUKP4sepqK2XW9QO3TfDuoy5/5aXKfZ4x75bk/gDXR+C5PF3g+4v8ATV0q21KXVpVvEnRmS2tX2iN1kYjJG1EIwMkkjHFY5rUxscN/savO60ODH5spQVOE/uND9nrTdTfxLq+qeIdNFnqMFlbRQw79xtlkXe6t6OSASOwwK9vsv+QlH/1zb+lcB4Cl/sS0e3viLm8vLhri7u1GDJK3t2UDAA9BXfWP/ISj/wCubfzFdND2nLH2vxdbbHzNao6jc5bs0NQ/48Z/+ubfyrxw17HqH/HjP/1zb+VeOEdfevo8r2kfL5z8UDnpPFdlNqn9laXG1/d85CsFRcdcsf6A1pL/AGxIMu1lD7BWcj8cj+VcprHw9hku2vNHv3spSxYKc4B9iORUK6f8RLH5YNQhu0HTcyn+YzXIsXjac5fWaUmunJZq35n0MsqybE0oPL8TCMraqrdO/r8Nvl82dl9n1AnnUVHsIF/rQYNRHI1FW/3oF/pXHi++I8fB022f32D+hpftvxHkOBp9tH77QP5mr/tOn/z7qfc/8zD/AFbxH/QRh7f4of5HWyHWI+QLK4A7fNGT+PI/SqFj4q0+bVG0q7V7K+VtvlyEFWPoGHFc8+l/ELUBtudTitUPUI4X/wBBGat+H/ANrZ3qX2oXj3lwjBwBwu7sT3NQsXjqtWP1ek1G+vPbby6mryvJsNh6jx2IhKdvdVK7d/N/Db5fM7/R/wDkLWn/AF2X+daH7UH/ACR7Uf8ArtD/AOhCs/R/+Qtaf9dl/nWh+1B/yR7Uf+u0P/oQqeIP4Mv8LH4f/wDI1of9fIfmhde8HweOvhnqXhqaXyWuraMwy4z5ciu5U/TIFfN81n8XfAXgq8+H1j4R1GE3V40k+o6fbNN9ojIwFDoDgfXBx2r668B/8eH/AGyT/wBCkrpMVOFxTp0vZyjzR3sPERft5Ti7PU+XP2VPgzr+i+JE8a+LLN7B4I2WytJT+9LMMF3H8OBnAPNekeBvhRqXh7T/AB/bTaraznxQ0xgKRMPI3oyjdzzjd2r1vFLWlbG1asnJ9bfgc8aMYpHiM3wW1aT9npfhmNatBeLc+d9r8pvLx5hfG3OfbrUOr/BfxNpeuQeJfh74tj0TVpbSO21BJYS0NwVUDeB26Zwc17pRUrG1lfXdt/eP2UT56vv2edS1DwZr0Wo+KEvvFeuTRSXOozxHy1VGztVQc+n5V1vxN+Feo+LdD8Hafb6pa2zaBPHJM0kZYTBVUEDB46V6xRQ8ZWbTvt/lYPZR7Hz14g+AniCy8TanfeBfEmnafYarKZJ7e9slmMDE5JjJ+p9Kb8dfCFj4a/Z4bQ7hrnWNVN1E0FxHbgPJcluW2oOFC5H0r6HpCoPWqWOq80XLW39bi9jGzt1PPfgR4PHgr4V6dpcke29mhNzeEjkyuMkH6DA/CuP/AGe/+Qr46/7DTfzevb5+IH/3T/KvD/2fP+Qp476f8hpv5vXj46bqYiE3u2/yPqMnSjlWNXlT/wDS0c98VNObwp42lvotp0vWpPNwP+WNzj5lPpuxkfiKylurK5Qo7Iynqj//AF69R8S6Qt1HcWWr2q3NvPkOHGVcfXsf5V5br/gfVdKtri60e8jvrWKNpBb3TFZVAGcBwCG/EA+5rw8xyeVWp7ajufHYvBOb5o9ehDdXN/E/l28VgYeiSeaRsHqV7/hRe3Fq9ukU1zLK6Dh42Ktn1yOKgTSdIWx8678d2UNwIYZHhi09pFQyYwobf823PzYHAGTS6X4W17Uru9ht7zSRbWtwYBeIzyLN8qtuRcDI+bHXqDXkYeFTETUKKs1rs1fzu99+hxPKKsV72qfmtCqb77LbyeW5ReXlmlfLH3J+lJo1tbXYXXNRubiGytylxaRWzx/abli2FnCORmFWxyeD9Oa7fRvh/o9rIlxqckmr3CkMv2gAQqfURjj/AL63GtGHwdop1Ka4ks1u0lXalpOiyQwktuJRSPly3PpnOMZNevHJaranKdnfX/gef5HoYPAwoWbWx8y/ty3GrXXjfwrPrdvFb37eHl81Y2DKf9Jnw3BIGRg4BOM9aKd+3bbz23xG8PxzjaToSFU/ur9om4or6aHwo7Jbn1l+zUqv8AfByOoZTpqgg9/mauru/DtrIxa3kaEnt1Fct+zN/wAkD8G9f+Qav/oTV6L+dYvc2WxwN78O9Nnlmlk03TJ3nYNKzxDc5HQmn2HgxdOmlmsNOsbaSXAkeEBS35Cu7/Oj86VwscgNA1EnkRD6vU8Xhu4J/eXEaj/Z5rqPzo/Oi4WRlafolnauJG3TSDkFjwPwrXsj/wATKPt+7bv9Kb+dMljSUAOpODkc4I/KmnrcGro1bxWktZY15ZkIH1Irzr/hE9a/54x/9/BXWfZYfSX/AL+t/jR9lh9Jf+/z/wCNdlDGyoX5epw4nAQxFuZ7HJf8IlrX/PGP/v4KP+ES1r/njH/38Fdb9lh9Jf8Av8/+NH2WH/pr/wB/W/xro/tar5HL/YtHu/6+RyX/AAiWtf8APGP/AL+Cj/hEta/54x/9/BXW/ZYf+mv/AH9b/Gj7LD/01/7+t/jS/tar5B/YlHu/6+RyX/CJa1/zxj/7+Cj/AIRPWv8AnjH/AN/BXW/ZYfSX/v63+NH2WH0l/wC/z/40f2tV8g/sSj3f9fI5nT/C+sQ38EzwxhUkVm/eDoDR+0dY3F/8H9ZW3Uu0ISYqBklVcZ/Ic/hXTfZYfSX/AL/P/jTZrG1mheGaJ5I3Uq6NIxDAjBBGeRXFjcRLFwcZ9mj2MkjHKcVTxFPXlkpetmZ/wo1K31bw1bajasGhuLZGXnp80mR9QeK7GvCZPAHjPwfqE83w71G1uNLncyf2XfuQImPXY2Rx+I7ZzjNS/aPjb/0LWgf+Bzf/AByuGGLcIqM4O67K6PosRkVHEVZVcLiafJJ3XNJRkvJp9V5XTPcaK8O+0fG3/oWtA/8AA5v/AI5R9o+Nv/QtaB/4HN/8cqvr0f5JfczH/Vyp/wBBFL/wZE9xorw77R8bf+ha0D/wOb/45R9o+Nv/AELWgf8Agc3/AMco+ux/kl9zF/q5U/6CKX/gyJ7jRXh32j42/wDQtaB/4HN/8co+0fG3/oWtA/8AA5v/AI5R9ej/ACS+5h/q5U/6CKX/AIMie40V4d9o+Nv/AELWgf8Agc3/AMco+0fG3/oWtA/8Dm/+OUfXo/yS+5j/ANW6n/QRS/8ABkT2u+ljgs5pppEjiSNmd2OAoAySTXin7N6tc2XijXFQi21HWJHgJ43KMnP/AI9j8DVe78J/FDxkBYeKdQsNC0diPtENhI0kk6/3SSxH6gexr1PQNJsdC0e10nTLcQWlsgSNB6ep9STkk9yazcpV6kZ8rSjffq2b1I0MswFXDKrGpUquN+V3jGMXffZtu22yW+pcdUdSrKrD0PNUZ9I06XObdVP+y2K0Pzo/Oug+dMH/AIRXR1AEcIjC52hVXjPXt3p0PhnToUEcRdEHRUAUD8AK3Pzo/OmFkZUehacnWNn/AN5zV63tba3H7mCNPoKn/Oj86LhofDH/AAUQ/wCSr6B/2AU/9KJ6KP8Agoh/yVjQP+wCn/pRPRW8djGW59Rfsz5/4UH4N5/5hq/+hNXouD6153+zN/yQPwb/ANg1f/Qmr0WsHuarYTB9aMH1paKQxMH1owfWlooATB9aMH1paKAEwfWjB9aWigBMH1owfWlooATB9aMH1paKAEwfWjB9aWigBMH1owfWlooATB9aMH1paKAEwfWjB9aWigBMH1owfWlooATB9aMH1paKAEwfWjB9aWigBMH1owfWlooATB9aMH1paKAEwfWjB9aWigBMH1owfWlooA+F/wDgoh/yVjQP+wCn/pRPRS/8FEf+SsaB/wBgFP8A0onorojsYy3PqH9mf/kgfg3/ALBq/wDoTV6LmvOv2Z8f8KD8G9f+Qav/AKE1ei8e9YPc1WwZozRx70ce9IYZozRx70gZSSAckdRnpQAuaM0ce9HHvQAZozRx70ce9ABmjNHHvRx70AGaM0ce9HHvQAZozRx70ce9ABmjNHHvRx70AGaM0ce9HHvQAZozRx70ce9ABmjNHHvRx70AGaM0ce9HHvQAZozRx70ce9ABmjNHHvRx70AGaM0ce9HHvQAZozRx70ce9ABmjNHHvRx70AfDH/BRD/krGgf9gFP/AEonoo/4KIf8lY0D/sAp/wClE9FdEdjGW59Q/sz4/wCFB+Df+wav/oTV6Lx/kV5t+zXcRx/AbwajMSf7NXgKTj5mr0P7ZF/00/79msnFt7GnNFbsm4/yKOP8ioftcX/TT/v2aPtcf/TT/vg0uSXYOePcm4/yKpCzYasb1bhgjJhotg+Y4ABz17VP9si/2/8Avg0kl9bRxq7TDDZxwe3Wk01uHPHuT8e/5Ucf5FU/7Us/+ex/74NH9q2X/PU/98Gp5l3J9rT/AJkXOP8AIo4/yKp/2rZf89T/AN8Gj+1bL/nqf++DRzLuHtYfzIucf5FHH+RVC71rTLPT5L+6vYoLaM4d342nsKxv+FieDP8AoYLT8m/wrenh6tVXhFteSM6mLw9J2nNL1aOo4/yKOP8AIrl/+Fh+DP8AoYLT8m/wpf8AhYfgz/oYLT8m/wAK0+pYn/n2/uZn/aOE/wCfsfvR0/H+RRx/kVy//Cw/Bn/QwWn5N/hWlonibQ9aEv8AZeqW90YgDIEJyo9cGpnha8I80oNL0ZUMbhqkuWFRN+qNbj/Io4/yKh+1R+kn/fs0fao/ST/v2a4/bU/5kdVibj/Io4/yKh+1R+kn/fs0v2qP0k/79mj21P8AmQWJeP8AIo4/yKiW5jLhdxUnpuUjNJ9qj7b29whIp+1ha90BNx/kUcf5FQ/ao/ST/v2aPtSf3ZP+/Zpe2p/zILE3H+RRx/kVD9qj9JP+/Zo+1xD7xZR6shAFHtqf8yHYm4/yKOP8io3uI1YrliR12qTik+1R+kn/AH7NN1YLRyQiXj/Io4/yKi+1R+kn/fBpPtSf3ZP+/Zpe2p/zILE3H+RRx/kVD9rj9JP+/ZqVHDoHRgykZBHeqjOMvhdwF4/yKOP8il59aOfWqATj/Io4/wAil59aOfWgD4Y/4KIf8lX0D/sAp/6UT0Uf8FEP+SsaB/2AU/8ASieiuiOxjLc+kP2aZNvwN8Krn/lxSvRJroxwu/UqpOCcV5b+z5MIPgn4SEh2btORlLcAjJHH5V3UtzBJG0byx7WBU/OBwa9ajCLprU8LETkqstDlvC/xUTW74QNpa2kPkGd55Lo7Y12blLfINoI710PhLxb/AG5PPFJaraEDfbZkYm4jHBkUMinaCQM+/wBM0LHQ/DtiVNrbQRERmIkSffQjG1ueQBwPTtUmjaVoWjzyT6fDFFI4ILeaWwDjIGTwDgZx1xzVKm+5Eqq6JnW+efWsO8m2FWz1eb/0YakN7F/z2j/76FZur+dHaWszRuEd5SGKnHL5H5iuHM4L2OhVOUpwmrdP1Ob8QePoNJ1ltNNr5rI6LI3m4IDqWDBQCSOMZ4FZl18U7W38RSaW1huiS5+zmfz/AOLofl29jkdavXmjaXdXV1dSQust3H5VwySEean90+3WoW8M+HWuWuW0uEztMJzISc7x39K8FRit0QoxW8WVrD4pR3d4bddIkBWNnO2bcxxGX4G3B6Y69TXRaF4uh1bU5rKO0uIjE0g3uhCnZs45A5O/p/smswaDoavKyabAvnQmFwox8h6gemal0/StPsLs3lvE/ntuyzyFvvY3Hn12j8qTjHsKUI9Isf8AEtPtnhOWPrm9h4+iPXmMOiebNHEAAXYKCe2TivW9Ts7m+8OyOsEjR/bIyW2nGAjDP0yRWKmkyI6uqEMpBBx3FfoPDtdU8Co36s+YzvCyniItr7KOTu/Bb26FjLjEwhO+FhyQcEYyT939RVp/AEkWo/Y5ryIHyfNysTnPAOOQPXHWure3vWyVHlkv5hKJtJbB5/U1NG+qxzed5rM20L8y5AAGOn4V6LxOItpNfgcccJhr6wZ5/wCIfCX9k3UcPmicOm8Ns29yMdfaum+DNl9k8QXbAYBtgP8Ax9a0b6zub2RXuFyVG0YXHGSf5k1r+CdNmt7+4mSFyoh+Y7f9oH+lcebYmTyyrGbvLlZ15VhYrM6cqcbK51/jDXx4e0b+0PIE5M8UCo0hRcySBASQCQBuzwDVK28a6YsLf2lLHbTR7DL5XmSxRh87N0hRQM4PUCrmqxaXqtobS9lieLesgAm2kMrBlIIOQQQD+FUZtD8OTWV3ZzCOaO82eeZLksz7Pu8k54r+foYmPLacXf0P1tx7MpXfxM0GC9tIw0zWlwr5uCjKEZWiGMEZPEqnir1l460e51S4sx9oRImhQTNC4UtIcKp4+XnA56k1Ti8J+EY9m+OOYxkmMyXP3M7T8uCMcop49Kt2Gg+F7GGWK1t7VFmlSaX97ku6MGVjz1BAP4VpLFUbaRlcXI+5u6o2bdOf+Wqfzqe3b9xH/uD+VZ9xMlz5cUEiyuZFOEOeAeTxT4ruBI1V540ZQAVZwCD9DROtU+pwdn8T/JDUVzNDPEuuRaHYJdSwSzmSVYkSMqCWOcZLEADjrmuej+IAm0T7fDol2ZA0cbI1xCI43kTdGWk3YCkkLnGQSOK6G7k068t2t7prWaJhhkkKsD+dZzaR4aOnxaebey+xxji3DARtx/EoOG/HNZUsVFR9+DuNw10Zq+H9WGsaVDqKWlxaxzZMaT7dzLnhvlJGD1HPQirGot/oFwP+mbfyrP07+zdPthbWk0aQqSVQzbtvsMnp7VJd3UMlrLHHMjuykKqsCST2AFTCvN1Vyxdr9h8qtqXbJsRN/vmuX8fePYPCN9p1rNpN7fG93HfAUAiVcDLbiP4mQenPXtW+s8cDPHNIkbBjw7AfzrJ8Q6VpOuS2k11fyQy2jO0LwTqpBZdp6gjpXVVxHLi5+0i2rvuQo+7oYOpfFSytrLSruC2glGoQxSiB7h0nG8jIVRGQ+0HJ5HANXZ/iXpaa7HpIsrvzZr1bSGQ7Qsh81YnPBJUKzD7wGe1XdR0Lwzf2Nva3kVpL9mSNIZiU82MIQV2t1HKjpip7zSvD91P9oaOzSc3EVw8sZVXd4mDJuI6jIFL65Rsv3cuocj7nR76g0r/jwi/H+ZqA3tt/z8w/99irGlK406HcpBIzgjB5Nevw3UnOdS66ImslZWLXPp+tHPp+tKA3oaNrV9Wc4nPp+tHPp+tLtaja1AHwv/wUQ/5KvoH/AGAU/wDSieij/goj/wAlY0D/ALAKf+lE9FdEdjGW54Xp3j3xxptjDYaf4v160tIF2xQQ38qJGvoqg4Aqf/hZXxD/AOh48R/+DKX/AOKooqiQ/wCFlfEL/oePEf8A4Mpf/iqP+FlfEL/oePEf/gyl/wDiqKKAuH/CyviH/wBDz4k/8GUv/wAVTj8TPiKRz468Sn/uJzf/ABVFFACf8LK+If8A0PPiT/wZS/8AxVN/4WR8Qf8Aod/Ef/gyl/8AiqKKAA/Ej4gkYPjfxHj/ALCUv/xVH/Cx/iB/0O/iL/wZS/8AxVFFADl+JXxEUfL468SD6anN/wDFUf8ACy/iJ/0PXiT/AMGc3/xVFFO4WD/hZfxE/wCh68Sf+DOb/wCKo/4WX8RP+h68Sf8Agzm/+KooouxWQf8ACy/iJ/0PXiT/AMGc3/xVKPiZ8RR08deJR/3E5v8A4qiii7Cwn/CyviH/ANDz4k/8Gc3/AMVR/wALK+In/Q8+JP8AwZzf/FUUUhif8LK+If8A0PPiT/wZS/8AxVH/AAsr4hf9Dx4j/wDBlL/8VRRQAo+JfxEHTx14kH01Ob/4qj/hZXxE/wCh58Sf+DOb/wCKoooAP+FlfEP/AKHnxJ/4Mpf/AIqj/hZXxD/6HnxJ/wCDKX/4qiigA/4WV8Q/+h58Sf8Agyl/+KoHxL+IgPHjrxIP+4nN/wDFUUUAB+JfxEPXx14kP/cTm/8AiqP+FlfEP/oefEn/AIMpf/iqKKAD/hZXxD/6HnxJ/wCDKX/4qk/4WV8Q/wDoefEn/gyl/wDiqKKAD/hZXxD/AOh58Sf+DKX/AOKp3/CzfiN/0PfiX/wZzf8AxVFFAB/ws34jf9D54m/8Gk3/AMVR/wALN+I3/Q9+Jv8AwaTf/FUUUBcP+Fm/Eb/oe/E3/g0m/wDiqP8AhZvxG/6HzxN/4NJv/iqKKAMXxBr+ueIrqO717WL/AFW4jj8pJby4aVlTJO0FiSBkk49zRRRQB//Z"/>
          <p:cNvSpPr>
            <a:spLocks noChangeAspect="1" noChangeArrowheads="1"/>
          </p:cNvSpPr>
          <p:nvPr/>
        </p:nvSpPr>
        <p:spPr bwMode="auto">
          <a:xfrm>
            <a:off x="8286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" name="スライド番号プレースホルダー 1">
            <a:extLst>
              <a:ext uri="{FF2B5EF4-FFF2-40B4-BE49-F238E27FC236}">
                <a16:creationId xmlns:a16="http://schemas.microsoft.com/office/drawing/2014/main" id="{85E0BE81-B37C-E0DB-E35E-42E0611C27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2" name="表 5">
            <a:extLst>
              <a:ext uri="{FF2B5EF4-FFF2-40B4-BE49-F238E27FC236}">
                <a16:creationId xmlns:a16="http://schemas.microsoft.com/office/drawing/2014/main" id="{A4416A08-89AA-8795-0A2F-ABF68EF45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962216"/>
              </p:ext>
            </p:extLst>
          </p:nvPr>
        </p:nvGraphicFramePr>
        <p:xfrm>
          <a:off x="233518" y="1124744"/>
          <a:ext cx="11055987" cy="4860739"/>
        </p:xfrm>
        <a:graphic>
          <a:graphicData uri="http://schemas.openxmlformats.org/drawingml/2006/table">
            <a:tbl>
              <a:tblPr firstRow="1" bandRow="1"/>
              <a:tblGrid>
                <a:gridCol w="996916">
                  <a:extLst>
                    <a:ext uri="{9D8B030D-6E8A-4147-A177-3AD203B41FA5}">
                      <a16:colId xmlns:a16="http://schemas.microsoft.com/office/drawing/2014/main" val="3715264445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1774524363"/>
                    </a:ext>
                  </a:extLst>
                </a:gridCol>
                <a:gridCol w="2431502">
                  <a:extLst>
                    <a:ext uri="{9D8B030D-6E8A-4147-A177-3AD203B41FA5}">
                      <a16:colId xmlns:a16="http://schemas.microsoft.com/office/drawing/2014/main" val="823553304"/>
                    </a:ext>
                  </a:extLst>
                </a:gridCol>
                <a:gridCol w="6419164">
                  <a:extLst>
                    <a:ext uri="{9D8B030D-6E8A-4147-A177-3AD203B41FA5}">
                      <a16:colId xmlns:a16="http://schemas.microsoft.com/office/drawing/2014/main" val="1563990074"/>
                    </a:ext>
                  </a:extLst>
                </a:gridCol>
              </a:tblGrid>
              <a:tr h="461454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No</a:t>
                      </a:r>
                      <a:endParaRPr kumimoji="1" lang="ja-JP" altLang="en-US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区分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機能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対応内容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417242"/>
                  </a:ext>
                </a:extLst>
              </a:tr>
              <a:tr h="661417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１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)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ダイソーデータ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連携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商品マスタ連携対応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①ダイソーから商品マスタデータを受領しダイソー商品マスタを作成する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②①の商品マスタとカスミ商品マスタをマージする。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同一商品があった場合はカスミ商品マスタを優先する。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③上記処理に必要な各システム関連のマスタの設定を行う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730194"/>
                  </a:ext>
                </a:extLst>
              </a:tr>
              <a:tr h="661417">
                <a:tc v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実績データ連携対応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①取引データよりダイソー商品の実績データを抽出する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②実績データよりダイソーへ実績データ（ダイソー標準トラン）の作成。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　ダイソーシステムへ連携を行う。</a:t>
                      </a:r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金額は税込みで実施する予定。</a:t>
                      </a:r>
                      <a:endParaRPr kumimoji="1" lang="en-US" altLang="ja-JP" sz="1100" b="1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③</a:t>
                      </a:r>
                      <a:r>
                        <a:rPr kumimoji="1" lang="en-US" altLang="ja-JP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21:00</a:t>
                      </a:r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と店舗締めの</a:t>
                      </a:r>
                      <a:r>
                        <a:rPr kumimoji="1" lang="en-US" altLang="ja-JP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2</a:t>
                      </a:r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回連携を行う。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④各種実績のクリア処理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402968"/>
                  </a:ext>
                </a:extLst>
              </a:tr>
              <a:tr h="661417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２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)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カスミデータ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連携対応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取引データ集計処理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（テナント集計）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①ダイソー商品の実績データを各テナント実績に更新する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015938"/>
                  </a:ext>
                </a:extLst>
              </a:tr>
              <a:tr h="781308">
                <a:tc v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dirty="0" err="1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OpenCentaral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連携対応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（ダイソーデータ除外）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①</a:t>
                      </a:r>
                      <a:r>
                        <a:rPr kumimoji="1" lang="en-US" altLang="ja-JP" sz="1100" dirty="0" err="1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OpenCentaral</a:t>
                      </a:r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向けの各実績データよりダイソーデータの除外を行う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（対象データ）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</a:t>
                      </a:r>
                      <a:r>
                        <a:rPr lang="ja-JP" altLang="en-US" sz="1100" dirty="0">
                          <a:solidFill>
                            <a:prstClr val="black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・レジ精算データ　・単品売上実績</a:t>
                      </a:r>
                    </a:p>
                    <a:p>
                      <a:r>
                        <a:rPr lang="ja-JP" altLang="en-US" sz="1100" dirty="0">
                          <a:solidFill>
                            <a:prstClr val="black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　・単品値引実績　・単品時間帯別実績</a:t>
                      </a:r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009104"/>
                  </a:ext>
                </a:extLst>
              </a:tr>
              <a:tr h="661417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３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)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BO</a:t>
                      </a: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画面対応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やる？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やらない？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ダイソーデータの表示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コントロール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①ダイソー商品の登録、メンテナンスを不可とする。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kumimoji="1" lang="ja-JP" altLang="en-US" sz="11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</a:t>
                      </a: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特売設定</a:t>
                      </a: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・</a:t>
                      </a:r>
                      <a:r>
                        <a:rPr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MM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設定</a:t>
                      </a: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・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緊急売価変更</a:t>
                      </a: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・</a:t>
                      </a:r>
                      <a:r>
                        <a:rPr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178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定番売価設定</a:t>
                      </a:r>
                      <a:endParaRPr lang="en-US" altLang="ja-JP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・経費登録</a:t>
                      </a:r>
                      <a:endParaRPr lang="en-US" altLang="ja-JP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②ダイソー商品は参照のみでメンテ画面への切替・遷移は不可とする</a:t>
                      </a:r>
                      <a:endParaRPr lang="en-US" altLang="ja-JP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・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商品管理</a:t>
                      </a: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　・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商品採用店舗確認画面</a:t>
                      </a:r>
                      <a:endParaRPr lang="en-US" altLang="ja-JP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　・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各種　商品関連画面</a:t>
                      </a:r>
                      <a:r>
                        <a:rPr lang="en-US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(</a:t>
                      </a:r>
                      <a:r>
                        <a:rPr lang="ja-JP" altLang="ja-JP" sz="11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商品コード検索）</a:t>
                      </a:r>
                      <a:endParaRPr lang="en-US" altLang="ja-JP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sz="11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308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151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30EB95-E877-4CF1-B2C9-BE9437374814}"/>
              </a:ext>
            </a:extLst>
          </p:cNvPr>
          <p:cNvSpPr txBox="1"/>
          <p:nvPr/>
        </p:nvSpPr>
        <p:spPr>
          <a:xfrm>
            <a:off x="162802" y="214739"/>
            <a:ext cx="10163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ja-JP" altLang="en-US" sz="2400" b="1" dirty="0">
                <a:solidFill>
                  <a:srgbClr val="00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３．開発スケジュール</a:t>
            </a:r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6" name="AutoShape 4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3714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6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5238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AutoShape 9" descr="data:image/jpg;base64,%20/9j/4AAQSkZJRgABAQEAYABgAAD/2wBDAAUDBAQEAwUEBAQFBQUGBwwIBwcHBw8LCwkMEQ8SEhEPERETFhwXExQaFRERGCEYGh0dHx8fExciJCIeJBweHx7/2wBDAQUFBQcGBw4ICA4eFBEUHh4eHh4eHh4eHh4eHh4eHh4eHh4eHh4eHh4eHh4eHh4eHh4eHh4eHh4eHh4eHh4eHh7/wAARCADUASc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iLbwfc/EL4tfEz7V4g1uKbTtavniSCdm3RrcMu0DPAC9PYYrPg+HEV5pGuatp/iPW5bXS5I1UvdsrTKzBS2O23cmf96u1+HFt40g+JnxQ1Xwp4fbUS/ia/tmmEm3yj9oZuPmGen5V0a2fjfTrm8jHgW1tob2Odbm0a8Co5lIJbBk4I2jFeTXqTVRpN/ifZZfQw7w8ZSjBuy3cb763vrr0OI1v4LW+j2l7Le+K/ESvaLG2BK22VXdVDo2cFfm4PtT9K+CdpqqWNzY+Mtdaznkuo5pJJmVoWhGV4zzv7V2lxJ48ntH0+XwnaPp7K3+jNfKQpMgcbT5mQAVGF6YpuhN490i3it4PCto8SuZJVa9TErnzOTiTj/Wngei+lZqvPm62+Zu8HQ9m/wCHzX7wta35nkHi3wNaaLe2lvB4h165W4sorrc10yFRIuQuMnpWMfD0YH/IX1v/AMDmr1jxP4Y8Ya5d21wfDkVr9ntY7VVjvI2BWMYBO5+uKyf+Fe+MD/zCP/JqH/4uuadXE8z5W7fM9jD4XKfZL2ihzddYnF2Xgk3FtHP/AMJBrC7xnH2pjj9amPgM/wDQxaz/AOBLf416Vpvg3X4LGGGXTZxIi4bbLARn/v5Vg+E9c/6Btx/38g/+OVp7XE+ZyLD5T1UfwPK/+EGP2iaL/hItYxEwXP2lucgH196d/wAIH/1Mes/+BLf416cnhHXvtVzI2mTgSOCuJYM4Cgc/vKl/4RPXP+gbc/8Af2D/AOOU3UxPRsmOHyq3vKN/keVP4GKzxxf8JFrJ3xGTP2luPmIx19qd/wAIGf8AoYtY/wDAlv8AGvTpPCOvNeRSf2ZPsSEof3sGc7yf+enoak/4RPXP+gbcf9/IP/jlDqYnuwjh8q6qP4Hlc3gYxxo3/CRawd0qx/8AHy3GQxz1/wBmnf8ACBt/0MWsf+BLf416dc+EdeeOJU0uc7Z1kbMsHQKw/wCenuKl/wCET1z/AKBtx/39g/8AjlHtMTbd/iCw+VXd1H8DyqbwKY7eab/hItZPlxPJj7S3O1Scdfanf8IGf+hj1n/wJb/GvT7rwjr0lncRpps5eSF41zLABllIH/LT3p48J65/0Dbj/v7B/wDHKPa4m27/ABD6vlV9o2+R5cngIs4X/hI9Z5OP+Plv8ajh8D+Ypb/hItYGHZf+PluzEevtXq6+E9cDhv7NueCP+WkH/wAcqC18Ia9HGVfTJwxkduJYD1Ykf8tPej2mJtu/xD6vlXNtG3yPMv8AhAz/ANDFrP8A4Et/jTf+EGP2iSL/AISLWMIqnP2lucjPrXqn/CJ65/0Dbj/v5B/8cqMeEde+1TSHS5wrBAv72DPA/wCulCqYju/xB4fKrqyj+H+Z5j/wgZ/6GLWP/Alv8abJ4G2yQp/wkWsnzAxz9pbjGPf3r1T/AIRPXP8AoG3H/fyD/wCOVHL4Q19ri3ZdMn2xq4b97B1OMf8ALT2oVXE93+IPD5VpZR/A8x/4QM/9DFrP/gS3+NNm8DeXAZP+Ei1k/Oi4+0t/EcZ616p/wieuf9A24/7+Qf8Axyo7nwjrz2/lrpk+fNjY5lg6Bsn/AJaUKpib6t/iEsPlVnZRv8jzH/hAz/0Mes/+BLf40f8ACB/K7HxFrOFRm/4+W5wCfX2r1L/hE9c/6Btx/wB/YP8A47SP4S17ypAumXBZo2UZlg6kED/lpR7TE93+I5YfKbaKP4HlkXgUvEj/APCRawNyg4+0t/jTh4DOcf8ACR6z/wCBLf416fB4R15II1bTbjIUA4kg9P8ArpUg8J65uB/s24/7+Qf/AByj2mJvuwWHym20fwKvwr/Z8i8WaZe6nf8AirXrSzt5GjDx3TMzleuB+Fbafs++AXHy/EbxdxjI+bjoTn6Blz6bh612Xwn8Ra94V0rUtE1bwxe3FjcTPJBLa3cCyJv6ggyD8weK3U17Q0eORPB3idXjK7WF/b5+UKBn99zwiZ9di+lenQqRcFzN3+Z8lj6M1iJezUeXpbltY8+h/Zp8Gy2a3a/ELxWIjJ5fzOwIbcEwR2+ZgPxqWX9mHwjHatct8QvFPlI8iMfNPBQkNx7EEV6VZ+MtOtbE2a+DvEUkWVP727tmYbX3jkzZ+8M1MfHViY7iM+DNdKTh94Nxa/xsWbH77jJP6CteeHf8zj9lW7L/AMlPKrf9mjwZcLK0XxF8UFYpWidvNOAVGSfoPWjRv2afBOsIkmmfEnxLcxu7xq6THbuXORn1wCa9Kj8VaNEk6Q+CdfiWd2eTZdWwzuGCv+u4BHanaH4t0nRmBsfBevxqHaTZ9ptdu9sgtjzsZwcUc8O/5h7Kt2X/AJKeaX/7M/g6xvFtLj4ieKVmMiR7RITgtjBPtyOfcUal+zP4N091S6+InilHYoFXzCSd5wuPxr1DUvGel6heJd3PgnXmmV0cMLm2HK4IBxNyMgcewp194qsNckSOXwF4huXTaVEc9sWAU5HSajnp9/zD2Vbsv/JT5E/ab+GmofCK4sm0/wASaxdQ3jZgna7cHGG3KQO/A/A0V1v7ct74s17TtO1jVfDN1oujWtyttaieRGZnZXYltpOCQvT0FFOi7p27hjIuMoppXsr2t+nU9l/Zg41f4rHuPG9//wCjGr1vwLpOmS+F7K6m0+1lnnQyTSyQqzyOScsSRkmvI/2Yf+Qt8V/+x3v/AP0Y1e0+Af8AkTtM/wCuA/mapfEzml8KL/8AY+k/9Aux/wDAdf8ACj+x9J/6Bdj/AOA6/wCFXaKsgpf2PpP/AEC7H/wHX/Ck/sjSf+gXY/8AgOv+FXicCvDfHHxV8S6X8SdW0jS49On0bSrWGa8uPIdhbsZMMJGyD0wCYw+3rjgigD2T+x9I/wCgXY/+A6f4Uf2RpH/QLsf/AAHT/CvBdc+K3jqD4lroCW6ppu+WRfI06XzmjjkA6sjAgjqQv4isbxt8cfHuk6pqkVjZ24trPWJVBOlTTM1rEkLOo5jwQHJJI53DDADJAPpP+x9I/wCgXY/+A6f4Uf2PpH/QLsf/AAHT/CvJY/iR4xtvHYs9U0u1ttBmks7eO6ezmUCaVNzLu/vc7ccgHAJqv4c+LXiTVNZt7yS10ZdCvLmxt4LeMObpTd7ymX3bWZE8t3UKMB8Z4yQD2L+x9I/6Bdj/AOA6f4Uf2PpH/QLsf/AdP8K8t0Hxt4q1HxR4s8Pw6/4d1CXSbJZbWW00qQM025t6CMznzgoAUlWX5zjjFO+HXxD8R6la6rrepINd0G3dLa1l0jQp4rmS4/5ajyTI7bU4Uk4+bI7UAeof2PpH/QLsf/AdP8KP7H0j/oF2P/gOn+FcB43+IOpQ+F7LVtC0PWYLg63Z2T2t/YG2luI5HAZYxLgcjgNkYPeq3jzxh4qstEt/EWg3+mWdvcSxW0Gj6ppEovZbgybGQN5ygd+iMPlJyQaAPSP7H0j/AKBdj/4Dp/hR/Y+kf9Aux/8AAdP8K89h+Imtap8RNQ8Dabo0VpPa6dLM+ozSpNDFMCAuVRwSORlchhuGcVQ8T/E7XYvC9zBoOm6be+ILK5tbS7kjuz9hWeWUKY45ChLvt5K4G0NySRyAeo/2PpH/AEC7H/wHT/Cj+x9I/wCgXY/+A6f4V4zZ/FXxrrul2QsfC11Y3N7fOIZra1N3GLYQGQHLFEY7/wB2SWQdxjIFen/D/wAUWPibw9a3UeoW9xdtCGuI0j8plYMUbMZZio3Kw6kccE0Aa/8AZGkf9Aux/wDAdP8ACj+x9I/6Bdj/AOA6f4V5ZpnjrxBrHjGCwW8gs9HvNQ1S1sbmK3DtMbUx7FG7IO7FweOuwYrrbTxrLq7Pp+k6D4g0++kjbyLjVdFnjtUYDjex28e2RmgDpv7H0n/oF2P/AIDr/hQdH0j/AKBdj/4Dp/hXn2i+O/EuneJfEGi+K7K31VtNt7OaJ/Dumzu7CczAhoy7nA8ocj1pvj74g6xD4Y0/VPDeiatBdya1b2RtdRsDbyTq4YkKJSvoOcjpjI60Aeh/2PpH/QLsf/AdP8KP7H0j/oF2P/gOn+FeIeNPi7400zxZ4a03StC8+HUUPnxz6ZJDIJDIY1jPmSKFAO3LDIBxyQwFdVrnjXXtL+K2g+HJNZ8Pi01Is9zZNauJ7RBGSFM/m7C7OMKuwZAY9qAPRf7H0j/oF2P/AIDp/hR/Y+k/9Aux/wDAdP8ACvFfC3xe8Sav8Rtc0mKx02+s4LdHsrfTkuLl2YrJged5aRqCyjJcgDoCa6Pw58QvE3inw1Jq1joNjowsxBLK+qXP7i6RkLSIsif6sqMHd847EdcAHo/9j6R/0C7H/wAB0/wo/sfSP+gXY/8AgOn+Fee6N8ULbVPFkkqM1t4Zg0O51Dz54sGfyp1TzYz1MZG7HrwcdKVPFPjnUPiMmi6RceGm0hrGPU2aexuFuFt5HKxoP3oDSEK/O0BcDg5xQB6D/Y+kf9Aux/8AAdP8KP7I0j/oF2P/AH4T/CvH/EXxI8Un4f6h4n0y70iyuDraWMFjcxbpLSNXw6zZZQJCqsxzwq4we9R+LPH3xM0fQdPNno+m32t6n5k0FkpZnaKIozGJYRKrIVcLl3BBI65oA9l/sjSf+gXY/wDgOv8AhR/Y+k/9Aux/8B1/wrzaH4mawE1q1v7HS7HWLbSorzT7FpJSbiVoXlZCWCtgBMfdGDnNd14U8UaR4isreSxvbd7mS1iuZbVZQZYVkUMNy9R1HWgC/wD2PpP/AEC7H/wHX/Cj+x9J/wCgXY/+A6/4VdooApf2PpP/AEC7H/wHX/CsLx1pOmReGbu6h0+1hngCyQyxxKrxsGGCCBkGuqrC8ff8ifqP/XIf+hCk9gR87f8ABQT/AJIpph7/ANvQf+iJ6KT/AIKB/wDJE9M/7D0H/oieipp7FT3Oi/Zh/wCQr8V/+x2v/wD0Y1e0+Af+RO0z/rgP5mvF/wBl/wD5C/xWHb/hN7//ANGNXqehX2raLpkOlyaHcXgtgUSe3niCyLk4OHZSDjqP1pJpSZTTcUdjRXOf8JFqH/Qr6l/3/t//AI5R/wAJFqH/AEK+pf8Af+3/APjlVzLuRys6M1yuofDvwVqGrz6teeHrSa9uJY5Z5TuHmsn3SwBwevQjB75qf/hItQ/6FfUv+/8Ab/8Axyj/AISLUP8AoV9S/wC/9v8A/HKOZdw5WX18P6OviVvEgslOrNbi2NyXYkR5ztAJwOfQc1Su/BPhO7sLixutBs5ra4ujeTRumQ8xIy5754H4DHSm/wDCRah/0K+pf9/7f/45R/wkWof9CvqX/f8At/8A45RzLuHKya68IeG7vxHB4iutLjn1OADyZZHZhGQMAqhO0EAnkDNVrXwB4LtL8X9r4Z02C5VXVXihC7d+d5AHAJycsOe2af8A8JFqH/Qr6l/3/t//AI5R/wAJFqH/AEK+pf8Af+3/APjlHMu4crLtj4Z8P2J082ekWdudNjeOyMcYBgV8bgv1wM+tWtN0rTtNku5LCzitmvJzcXBjXHmSEAFz7kAVkf8ACRah/wBCvqX/AH/t/wD45R/wkWof9CvqX/f+3/8AjlHMu4crNbVtK0/Vo4I9QtkuEt7iO5iDE/LKhyjDHcGq0/hrQbjxFF4iuNLtptWhi8qG6kXc8S88Lnhep5HNUv8AhItQ/wChX1L/AL/2/wD8co/4SLUP+hX1L/v/AG//AMco5l3DlZP/AMIh4Z8uSMaLZqktvLbSKqYV45G3SKQOu48k9ajufBXhS40W20WTQbJdNtn3wWscflxxtgjcAuOeTz+NM/4SLUP+hX1L/v8A2/8A8co/4SLUP+hX1L/v/b//AByjmXcOVkl/4N8O3nhy18Oy2DR6VahVhtoLiSFVVQQFyjAkYPQnBqxpvhjw/pskEmn6TaWjwWv2OJoowpWHOdnHbPNU/wDhItQ/6FfUv+/9v/8AHKP+Ei1D/oV9S/7/ANv/APHKOZdw5WXYvDWgQ2WnWUek2iW+mSLLYxiMYt3AIDL6Hk8+5q7qdjaalp82n30Kz2s6FJY2zhlPbisX/hItQ/6FfUv+/wDb/wDxyj/hItQ/6FfUv+/9v/8AHKOZdw5WS+FfB3hnwrJcyeH9Ht9Pe6Cido8kyBc7ckk9Nx/OtHVtK0/VVtl1C1S4FrcJcwbifklXO1hjuMmsn/hItQ/6FfUv+/8Ab/8Axyj/AISLUP8AoV9S/wC/9v8A/HKOZdw5WWvEXhXw/wCIXgk1nS4LySAERSNkOgOMgMCDg4HHTgUxPCHhlLWe2GiWflXFwl1MDHkySoQUck8kqVGD2xUH/CRah/0K+pf9/wC3/wDjlH/CRah/0K+pf9/7f/45RzLuHKzWh0rT4dXuNWitlW+uIkhmmBO50QkqD243N+dULrwh4Zu9GttGu9EsrnTrWTzIbWaPfGjc87Wz6n86g/4SLUP+hX1L/v8A2/8A8co/4SLUP+hX1L/v/b//AByjmXcOVj9f8F+FdfuLKfWNEtLuSxGLYupARcg7cDAK5AO05HA4qxqfhjQdS1ew1e802KS/08/6LcAlXjGc7cqRlc87Tke1VP8AhItQ/wChX1L/AL/2/wD8co/4SLUP+hX1L/v/AG//AMco5l3DlZJqHgzwtqF9PfXuiWk9xcMHmZl4kYIUBYdCdrEZI6Gsxvhf4EbTIdNbQIzbwTNND/pEu+N2UK21925QQqjAOOBxV/8A4SLUP+hX1L/v/b//AByj/hItQ/6FfUv+/wDb/wDxyjmXcOVlq28K+Hbe/tNQi0i1+2WdqbS3uGTdJHCeqBjzg471PY6Fo9jqdxqVnp8EF5cKFllRcFgAAB+i9PQegrO/4SLUP+hX1L/v/b//AByj/hItQ/6FfUv+/wDb/wDxyjmXcOVnR0Vzn/CRah/0K+pf9/7f/wCOUf8ACRah/wBCvqX/AH/t/wD45RzLuHKzo6wvH/8AyJ+o/wDXIf8AoQqH/hItQ/6FfUv+/wDb/wDxyqOu3uq61psulx6HcWYuMK89xPEVRcgk4RmJPHA/WhyQ1FnhX/BQP/kiemf9h6D/ANET0Uv/AAUF/wCSKaaO39vQf+iJ6KVPYc9zov2Xv+Qx8Vv+x3v/AP0Y1e1V4r+y9/yGPit/2O9//wCjGr2rH+cVlPc0jsFFGP8AOKMf5xUjCijH+cUUAFFTrayMoYbcGl+xy/7P51XKxcyK9FWPsc3t+dH2OX2o5WHMivRVj7HN7fnSfZJv9n86OVhzIgoqx9kl/wBn86Pskv8As/nRysOZFeip/sk3+z+dL9jl9qOVhzIr0VY+xze350fY5vb86OVhzIr0VY+xy+1J9kl/2fzo5WHMiCip/skv+z+dL9kl/wBn86OVhzIr0VY+xze350fY5vb86OVhzIr0VY+xy+1H2Ob2/OjlYcyK9FWPskv+z+dH2SX/AGfzo5WHMivRU/2Sb/Z/Ol+xze350crDmRXoqZ7WVVLHbge9Q4/zik00NO4UUY/zijH+cUgCijH+cUY/zigD5z/4KDf8kV03/sPQ/wDoieij/goN/wAkV03/ALD0P/oieit6exlPc6L9l7/kMfFb/sd7/wD9GNXtWK8V/Ze/5DHxW/7He/8A/RjV7VWU9y47BijFFFSUGKCKKKANaH/VL9BT6ZB/q1+gp9dKMAooopiCiiigA/Gkz71jeONcXw34V1DWmQSG1hLIh43ueFH4sRXzKfHHxKttS/taHxJJcuzbntiNsY77RG3GMfQ+9AH1p+NFeHeDvj/Yzstp4s02TT5xgNPbqXjz6sh+Zfw3V7Doet6Trlkt5pOo219Aw4eGQMPxx0oA0KQ0tI3SgCv9sg+2/Y/NXz9nmbO+3OM1YriPGNrcaXr9p4qtWeSKLEV3HnOI/UfnXa28iTQpLGwZHAZSO4NY06jlKUWtV+R01qChCFSLun+DW6H0UUVscwUUUUAFFFFABRRRQAUUUUAMn/1L/Q1k4rWn/wBS30NZNZVDWmGKMUUVkWGKMUUUAfOf/BQb/kium/8AYeh/9ET0Uf8ABQb/AJIrpv8A2Hof/RE9Fb09jKe50X7L3/IY+K3/AGO9/wD+jGr2rNeK/sv/APIY+K3/AGO9/wD+jGr2r8DWU9y47BmjNH4Gj8DUlBmg9KPwNJ+dAGvB/ql+gp9Mg/1S/QU+ulHOwoPSisbxRqUtlBFbWe37bdsUhzyEGMs59gP1wKG0ldjSu7Fy+1bTbFwt5fW8DnojyAMfw61W/wCEj0P/AKCUA+pNYtjp9tap8qb5GOZJXGXkbuSfWm3t3HbPtMa9OpIFcc8Yo620OuOEcupj/G3WNOuvh7NDaX1vcedcwxsI5AxHzbuQP92vBo02Z+ZmJxyTk8V6R8ZZ1ms9NUwxKxuGcMqjOAuOv/Aq86rehWVWHMjCtSdKXKyC8s7a8TbcQq/oe4+hrMit9X0C6OpaDqN1BIvJMTlX/Thvoa2qB1FbGR7D8A/ideeK2l0PXCj6jDF5sNwo2+egIByP7wyPrXrzV8tfsx2/2j4nyXCjCQWc8n5sqj/0KvqRhkUAcxdabqlnf3NzbSf2hYXTEz2cnVc9Sh/pWh4YU29j9kUuYIj+5LDBCH+E+46Vn2fhCG3u5Jxq2qbXcsI1nKKoJ6cc14t+2t461fwb4Ss9J0a5mgNzGzyyBzufnaqk9cdSfXiualTaldq34nbiKsHFRjK+3S39ep77d+INLtyyiY3Dr95YBvx9T90fiRXNa344mtL1bMWbW7sobLL5jbT3ABAP4E1+ePgv44/Enw5JJ5GvPfWZH76yvVEsMi9xtP1r3TwB+0b4M1iNbPxBb3Hhi6cYYhTd6e7Y4JjY7k7fdNdWhwn1Lpd9bauR5Xie6a4/55KFhI/4ARk1p79ctDlZINRi/usPKkH0I4NeVWsumarpiajp8sV9ZbdxutOf7ZAD7p/rY/1Ax0rsPCNv4oi1CDfc+ZpJUsxll8wMMcbCfnBzj72BjPFVZAdZba7Ys4huWeynPHl3I2ZPs33T+BrVByM1QmhimiMc0aSIRgqy5BqjpUj6ZqI0uRme1lUvZsTkpj70ZPt1HtkdqTVgubtFFFSMKKKKAGT/AOpf6Gsmtab/AFLfQ1k/gayqGtMM0Zo/A0fgayLDNGaPwNH4GgD5z/4KDf8AJFNN/wCw9D/6Inoo/wCCg3/JFdN6/wDIeh/9ET0VvT2Mp7nRfsvZ/tj4rf8AY73/AP6Mavaua8V/Ze/5DHxW/wCx3v8A/wBGNXtXPtWU9y47BzRzRz7Uc+1SUHNBzijn2pDnFAGvB/ql+gp9RxELCpJwMda5m71m+1Nmj0llt7QEg3jLuZ/+uanj/gR49Aa3lNRV2Yxi5OyNXXdZj08pbxRm6vZQfLgVsHH95j/CvvWJbQ3D3bX9/Kst267BtGEiTOdqj69T3wKdZWUFrvZA7yyHMksjFnkPqWPJ/lVmuOrVc9FsdtKgo6vcK4ma1/tDXL/Ulk3FZzDEso3xFUAB+U8fe3cjmu1Y4FcboqX0Hh+3vmW1urRk8yWS1lLvEW+Yl0wCOSc4ziuSpGpa9PodEXDmSnscN8UngF9p1uumpZzJFI8jRSs0cgJABAY5X7p4rkK6T4m3C3HilfLZXjjtEAIOQckn+tc3Xp4aTlSi5HnYiKjUaQVFeSeTaSy/3ELfpUtZ3iSTy9IlHdyE/M1uYnqH7Iumf8h3VWHAENsh9+XYfqlfQNeZfs06b9h+GFvcMu17+4luD7jO1T/3yor02gAr48/4KJt+70tf+nUf+jTX2HXxt/wUXfEujr62y5/7+NQB8i39zLDp9naR7Vja33ONoyxLMevX0/Kqmn2V1qF5HaWcLTTSHCqtXb+0kmhguFKLAltGNzN3xzj15zWp4L1uLR1vVk003djIoS5mjOyZFbjg88f5zQBV8L+KvE/gvWPtXh/WrrT7mFyCYJTsYg9x0Ir7o/ZX/aAj+JCf8I54lENt4jhTcjr8qXSjqQOze1fN3grRfhjrGlva6fDFcyycut05Fwv0PBGPauXurUfDr4x6LP4fuZlMc8MyKzZZMtgqT3FNOwH6duyqu5jxWPdSG48Q6Si5BSSWUj/ZEbKf1dakt7z7dZ290oKpLEsij6gH+tN0VPP8SXEhHy2tssan0ZyWYfkEpt3FY6OiiipGFFFFADJv9S30NZPNa0/+pf6Gsnn2rKoa0w5o5o59qOfasiw5o5o59qOfagD5z/4KDZ/4Urpv/Yeh/wDRE9FH/BQb/kium/8AYeh/9ET0VvT2Mp7nRfsvf8hj4rf9jvf/APoxq9qrxX9l7/kMfFb/ALHe/wD/AEY1e1Y9qynuXHYKKMe1GPapKCgjijHtRigCn4quXkgt9FgYiS7GZmHVIR978/u/iabGixosaKFVRgAdAKqWKTS3d1qF2hSaZ9iIescScKPx5P4irtY1Z88jpow5UFFFFZGoGuK0uyhhM6wl7ae3upYxJA2xsbyVzjr8pHWu1rn4tGE/iK/hj1CW0ubrbcW4YBopCFCupXrkbVPBB59qidOc9IOzDnjDWS0PF/GA2+LNSXcrbZFXIULnCjPA4zWZVzXzKfEWqGYxmT7ZICUJKnBxxmqderTTUEnueZUa5nbYKwfF0hEdvEvLFmfHrgcfrW47qpwzAHsKbZ+Gdd1nxPYTQ6HfzWEckZklEJCld4Lcn2FU2luSk3sfVPgLTRpHgzR9NH/LvZRRn6hRmtusG18R2wlht7mxu7JXYRxvKoKEngAkE4z05reoUk9gaa3CvA/2zfh3N4w8CjVbKMvcaehEgAyRGTkN/wABPX2J9K98pJFV0KsoZSMEHoRTEflL8Of+EfsNduNH8ceZbQFlUM8ZdIyM5yAehyMdqzfiNDZ6b4wuF0mO3SyaNTCIuUKMvWvuT43/ALMug+LRNqPh5YrG8OW+zn5Uz/sN/D/unK+mK+MfG/gDxR4B1lrXWNJN1FAdzQzoeFz1wDnHupxQBx9v5LK9xDK1nLbwhlKty756juPwrs/CVrd+JPjBoGn3Er3M/mQRM7HJJCjBP44rB1OTwtcQrqenwy2swYedpruSpz3jk549jXqH7IFj/bnxxj1a4VUhs0a4kyeEAGQc+xUD8aAPv13t7Gy3SMI4IUAz6AcCpfCziFp/tStDd3j/AGjy2HITG1F/3tqjIqHSLKTVLiPUbtGS1jO61gYffPaRh/6CPxrbm0+0lvor54VNxGCqvk5A/wAk0AW6KKKACiiigBk3+pf6GsmtWf8A1TfQ1lY9qyqGtMKKMe1GPasiwoox7UY9qAPnP/goN/yRXTf+w9D/AOiJ6KP+Cg3/ACRTTf8AsPQ/+iJ6K3p7GU9zov2X8f2x8Vuv/I73/wD6MavauPevFf2Xv+Qx8Vv+x3v/AP0Y1e1cf5FZT3LjsHHvRx70cf5FHH+RUlBx70hx6Gl4/wAikOP8igCq/wB4/WkpX+8frSVyHatgooooGFQXlpDdxhJlJ2tuRlOGQ+oI6Gp6KAaucHdfC3RJp3mXUNSQuxZsyBySTknJGafB8LvDcZBlkv5vrcFQfwFdzRVurLuZeyiuhjaT4W8PaVg2Ok2sb/32Tc35mtmsDxR4w0Dw5C76jfJ5iqW8iL55Dj2HT8ayvhn4jm+JF3qTRwz6bpNmUUBXxNOWycFh90YHbn3FONOUxSqRgdHdA6pdrpNp85EiNdSD7sKAg4J/vHGAOvOa7aq+n2Nrp9sttZwRwQr0RBgfX3PvViu2nTUFY46k3N3CiikbpWhmc14u8Uf2bMulaXbi/wBamXdHBuwkS9PMlP8ACn6seBXFaj4I03W7Wc+JR/at9c8y3b/KynsI8fcUdgPxzSeAtWs49d1Xw9rMZsvEjXs00on4N2pclHRj94BNoA7AYrvPsvtQB8mePP2W4bvUHudDmikjc5IMvkyD6/KVb64FS+HfhD4q+GWlvqGirGzyFWuDbsZpQFIYbsgblyBkAdua+rvsvtWN4w1rS/C2iyapqswSNeI0HLyv2VR3NAGT8HPinB4wP9kapAtnrcUZbCf6u4UdWX0I7r+Xt6fXk3wg8JXs/iK8+IOvaemnXd8pWyslXBhjI5d/9th/WvWR0psAooopAFFFFADJv9S30NZPHoa1pv8AUt9DWTx6fpWVQ1phx70ce9HH+RRx/kVkWHHvRx70cf5FHH+RQB85/wDBQbH/AApXTev/ACHof/RE9FH/AAUG/wCSK6b/ANh6H/0RPRW9PYynudF+y9n+2Pitj/oeL/8A9GNXtXzV4r+y9/yGPit/2PF//wCjGr2usp7lx2E+aj5qWipKE+ag7qWkNAFRvvH60lK/3z9aSuQ7VsFFFFAwooqlE93q07W2kkLGp2zXjDKJ6hP7zfoO9OMXJ2RMpqKuxby/WGUW0MUl1dsMpbwjLEepzwo9zgV454z8ZeJr2+uNNuFk0ZInKSWsZxJ/wJ++fbANfQ2k6VZ6bbmK3jOWO6SRzl5G/vMe5rmfiX4Fs/FVl58Gy21WFf3Nxjhh/cf1X+VdtOgo6vc4alaUtOh8xeICsekXOPvSARkk8ncQOT+Ne9/svaeLX4cteFcPeXkj59VXCj9Qa8H8a6VrlnfR6Jd6NfRXnm8oISyv2XYw4bJPH0r6s+GujSaB4E0fSZl2TwWy+cv92RvmYfgSRW5idFRRRQAUUUUAc3458GaL4vsVh1KFluIjutruE7ZrdvVG/p0ribfxJ4h+H9wmm+PEfUNILBLbXoIycDss6joffv7161UV3bW93bSW11DHPDIpV45FDKwPUEHgigDhvE/xI8JaNo63sOp2+pzTYFta2jiSSZj0GB0/Gs7wV4N1TXNbi8aePo1e9HzafpfWKxXsSOhk/l9a6nRvAHg3R9TGpab4dsbe7U5SRUyUP+yDwv4YrphxTABRRRSAKKKKACiiigBk3+pb6Gsn5q1p/wDUv9DWTWVQ1ph81HzUtFZFifNR81LRQB85f8FBs/8AClNNz/0Hof8A0RPRR/wUG/5Ippv/AGHof/RE9Fb09jKe50X7L3/IY+K3/Y8X/wD6MavavwrxX9l7H9sfFb/sd7//ANGNXtXH+RWU9y47B+FH4Ucf5FHH+RUlB+FBo4/yKQ4/yKAKr/eP1pKVs7j8pPNJg/3TXIdiYVXvry3s0D3Em3ccKoGWc+igck+wqJJL3UJmg02NY0Rtsl1OMIp77V6ufyHvW1o+jWGnyG43m5vCMNczEM5HoOyj2GPxraFFy30MqldR0Rl2ml3+rkNfq9jYn/l3B/eyj/bI+6P9kc+p7V09tBDbwJDBEkcaDaqqMACneZH/AHl/OjzE/vL+ddkIRgrI4pScndj6Kb5if3l/OjzE/vL+dWSDRoxVmRSV+6SOn0p1M8xP7y/nS+Yn95fzoAdRTPMT+8v50eYn95fzoAfRTfMT+8v50nmJ/eX86AH0UzzE/vL+dL5if3l/OgB1FM8xP7y/nS+Yn95fzoAdRTfMT+8v50nmJ/fX86AH0U3zE/vL+dHmJ/eX86AHUUzzE/vr+dL5if3l/OgBs5/ct9DWV+Faczp5TfMvQ96zOP8AIrKoa0w/Cj8KOP8AIo4/yKyLD8KPwo4/yKOP8igD5z/4KDf8kV03/sPQ/wDoieij/goNj/hSum/9h6H/ANET0VvT2Mp7nQ/sv4/tj4rc/wDM73//AKMavauPX9a8U/ZikSPVviqzsqj/AITi/wCp/wCmjV7N9qt/+e0f51nJalxehLx6/rRx6/rUX2q3/wCe0f50farf/ntH+dTZjuiXj1/Wjj1/WovtVv8A89o/zqRJEkGUZWHsaLD0F+X1FHy+opfyo/KkAny+v60fL6il/Kj8qAE+X1FHy+opfyo/KgBPl9RR8vqKX8qPyoAT5fUUfL6il/Kj8qAE+X1FHy+opfyo/KgBPl9RR8vqKX8qPyoAT5fUUfL6il/Kj8qAE+X1FHy+opfyo/KgBPl9RR8vqKX8qPyoAT5fUUfL6il/Kj8qAE+X1FHy+opfyo/KgBPl9RRx6/rS/lR+VACcev60cev60v5UflQAnHr+tHHr+tL+VH5UAfOf/BQXH/CldN5/5j0P/oieij/goN/yRXTf+w9D/wCiJ6K3p7GU9zV/Zsbb4i+KOcf8jpqGM/8AXU17OJV9B+VeIfs9SeXr/wATz6+NdQA+vmGvXPPPvXqYWmpU7ni42q41bHGeM/ixb+G/E02h/wDCO3188Xl5lhdApLgkAA8k8HgVtaL4/wBL1Pxlc+F47eWK5gj3+a0kRjduCY1w24uByRjgdcVn654E8I65qU2pato0V5dS4JkkYkoQAAV9DgCrNh4T8P2PiN/EFtZsl8w6+a2xTt2lgnQMQSCcdzWnsZ3MvrNO3mdn5q+g/KksGzqc+OnkxnA9dz1mmc4qzoLmTULps5xFGPxy/FY4ymo0mzbAVeaskbOfY0Z9jTuaQ5968Y94TPsaM+xpSaM0AJn2NGfY0uT70c0AJn2NGfY07mjmgBufY0Z9jS80ZPvQAmfY0Z9jS5oz9aAEz7GjPsaUZpeaAG59jRn2NO5o5oAbn2NGfY0uT70ZPvQAmfY0Z9jS5PvQM0AJn2NGfY07mjmgBufY0Z9jTufekz9fyoATPsaM+xpcn3ozQAmfY0Z9jS5peaAG59jRn2NO5o5oA+cv+Cgv/JFdN/7D0P8A6Inoo/4KDf8AJFdN/wCw9D/6InorensZT3PnH4h/Ejxr4F+LPj/R/DOuy2VlceJL24li8qNwzmZufmU1jf8AC+Pip/0NDf8AgJD/APEUUVom0RZB/wAL4+Kn/Q0N/wCAkP8A8RR/wvj4qf8AQ0P/AOAkP/xFFFHMwsg/4Xx8VP8AoaG/8BIf/iKnt/2hfjBbpsg8YzxL6LbQgf8AoFFFJu+4JJbEv/DRnxm/6He7/wC/EX/xNN/4aK+Muc/8Jvef9+Yv/iaKKVkO7D/hor4y/wDQ73n/AH5i/wDiaX/hoz4zf9Dtdf8AfiL/AOJooosguxf+GjPjN/0O11/34i/+JpP+GjPjN/0O11/34i/+JooosguH/DRnxm/6Ha6/78Rf/E0v/DRnxm/6Ha7/AO/EX/xNFFFkF2H/AA0Z8Zv+h2u/+/EX/wATR/w0Z8Zv+h2uv+/EX/xNFFFkF2H/AA0Z8Zv+h2uv+/EX/wATR/w0Z8Zv+h2uv+/EX/xNFFFkF2H/AA0Z8Zv+h2u/+/EX/wATR/w0Z8Zv+h3u/wDvxF/8TRRRZBdh/wANGfGb/odrv/vxF/8AE0f8NGfGb/odrv8A78Rf/E0UUWQXYn/DRnxm/wCh2uv+/EX/AMTR/wANF/Gb/od7v/vxF/8AE0UUWQXYv/DRnxm/6Ha6/wC/EX/xNH/DRnxm/wCh2u/+/EX/AMTRRRZBdif8NGfGb/odrr/vxF/8TR/w0Z8Zv+h2uv8AvxF/8TRRRZBdh/w0Z8Zv+h2uv+/EX/xNH/DRnxm/6Ha7/wC/EX/xNFFFkK4v/DRnxm/6Ha6/78Rf/E0f8NGfGb/odrr/AL8Rf/E0UUWQ7sP+GjPjN/0O11/34i/+Jo/4aM+M3/Q7Xf8A34i/+Jooosguw/4aM+M3/Q7Xf/fiL/4mk/4aM+M3/Q7XX/fiL/4miiiyC7MHx18WPiB470iPR/FXiKbUrGOcXCRPFGoEgVlDZVQejN+dFFFMR//Z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AutoShape 10" descr="data:image/jpg;base64,%20/9j/4AAQSkZJRgABAQEAYABgAAD/2wBDAAUDBAQEAwUEBAQFBQUGBwwIBwcHBw8LCwkMEQ8SEhEPERETFhwXExQaFRERGCEYGh0dHx8fExciJCIeJBweHx7/2wBDAQUFBQcGBw4ICA4eFBEUHh4eHh4eHh4eHh4eHh4eHh4eHh4eHh4eHh4eHh4eHh4eHh4eHh4eHh4eHh4eHh4eHh7/wAARCADUASo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ySHwp4As9C0251PSz51xbRuSJZTuYqCTw2BV2Twd8O0tYboaO7xTBihWWYkgDJP3q0oNIs9W0LRnnvEiMVhGuAVPVV9fpUsvh+3eC3hGpQqkAYAcEHOcnr7/pUXLsY2p+Evhxp3kfatKKiddyYmmPy+p+bgUy58K/Da3wX0snMImG2aY/Ieh+9W1qPh+G8t7eP+1IFaFWXecEkE9OvQcUt94ds7p1f+0IYttsIAqEY65zRcCtbfDvwNcQRzxaMGSRQyn7RL0P/Aqk/wCFa+Cv+gKP/AmX/wCKrodO+y2dlDardQsIlCg7gM1Y+02//PxD/wB9ildj0OW/4Vr4K/6Ao/8AAmX/AOKo/wCFa+Cv+gKP/AmX/wCKrqftFv8A8/EP/fYo+02//PxD/wB9ii7DQ5b/AIVr4K/6Ao/8CZf/AIqj/hWvgr/oCj/wJl/+KrqPtNt/z8Q/99igXNv/AM/EP/fYo1DQ5f8A4Vr4K/6Ao/8AAmX/AOKo/wCFa+Cv+gKP/AmX/wCKrqftNv8A8/EP/fYo+02//PxD/wB9ijUNDlT8NPBX/QFx9LmX/wCKoPw08Ff9Ab/yYl/+KrqvtNv/AM/EP/fYoNzb/wDPxD/32KLsNDlP+FaeC/8AoD/+TEv/AMVR/wAK08F/9Af/AMmJf/iq6r7Vbf8APeL/AL7FH2m3/wCfiH/vsUXYaHK/8K08F/8AQG/8mJf/AIqj/hWvgr/oD/8AkxL/APFV1X2q3/57xf8AfYpPtVv/AM94v++xRqLQ5b/hWvgv/oDf+TEv/wAVR/wrTwX/ANAb/wAmJf8A4quq+1W3/PeH/vsUfabc/wDLeL/vsUXYaHK/8K08F/8AQG/8mJf/AIqj/hWngv8A6A3/AJMS/wDxVdV9pt/+e8X/AH2KPtNv/wA94v8AvsUXYaHK/wDCtPBf/QG/8mJf/iqP+Fa+C/8AoDf+TEv/AMVXVfarf/nvF/32KPtVv/z3i/77FGoaHK/8K18F/wDQG/8AJiX/AOKo/wCFaeC/+gP/AOTEv/xVdULm3/57xf8AfYo+02//AD3i/wC+xRdhocr/AMK08F/9Af8A8mJf/iqP+FaeC/8AoD/+TEv/AMVXVfabf/ntF/32KDc2/aeL/vsUXYaHGXXgP4f2six3Gl7GYZH7+Xn2+919qh/4Qz4c4ONNJ+XdxNN04/2vcZ+tdXf2treTrLJfKoVcKoZSAwOQw98gflUEelQMHji1ItvUAj5ScZyfwJyT9aLsNDEPw/8AAStGDpY/eFQn+kS8luR/FSHwD4B+zmf+ywYwzKSLiXqM5/i7YNdT5dtsRXuI2ZJRKSGAyR0H0pght1SRUvAu7eVYMMozkkkU9QsctF4G+HsrqiaaC5jaTabiUEKp2tn5uMHimt4J+HK3Mds1jGs0g3KhuZQSP++veuig0zT4pVm+1AyCAwk7wAw+lLJp1lJfRXsl6TPEu1XEgBA44Htx+tFwMaL4c+BpIvMTR8rz/wAvEvGOv8VQL4D8Au8KrpLHzlLI3nS7SB153e1dfbNbwxbPtEbEsWY7hySST/OoYIbSFomW5UmJGRcuONxyT9e1Go9Dlf8AhBfh/wCZIh0sgxsqufPlwCxwBnd7ivBL+NIr6eNBhUlZVHoAa+oTZWb3UszXQ3S7MjcoxtYN+PI718w6n/yErr/rs/8A6EaaIZ9O+C445PDGnM8asfskPJH+wK0nt9QmnEej+HLnVQv+ua3jyIvQE4xn2zWd4KEn/CMabs2FfskP3iR/AM17j8HlA8C277VDPPKzkdzu61jjMT7GHNHUwcmkeVWmi+IZXkE/g7UoFU/Kfs+7d+Q4puqeG9fktwLfw1qYfcDxakcV9D0V5qzWp/KiHUZ8sHwn41865P8AwjWrbGVhFi2HynPFXofCfigRJv8ADOplto3f6N3r6ZorRZ1VX2UQfNH/AAifib/oWdT/APAY0v8Awifib/oWdT/8BjX0tRT/ALbq/wAqFY+aU8K+KFdWXw1qg5Gf9GPSkuPDHiz7ZGYvDmpiMJ82bQnnB/PnFfS9Z/iG/XTNJkvGfYEeJc7N335FTpkf3vw61Es2q1H8KNKdTk2R886Z4b8UR2pF54W1SWTJxi05xxSXHhfxU8twsXhvU0U7DGWtcAddwBHPPFe66p4u0+w14aK0F1LcYBYxqCq5Rn5/4CpOfw61Wg8Z2V5ot3fwQ3dp5FtBdL9og5aKX7jBc85waPr1a1+U2+sS7I8NTwf4vXUYp/7F1F4cASxm1bBIHUelaj+Gtd2Ns8MamGxwfshr3CbxDax64NJW2u5pFZEmljizHCzruUMe2R+WRUXhjxVp3iG6vLazSaOW0VHdZVxlX3bT/wCOnjqKl4+ta/KL6xK2x4Vd+GPFEkSeX4b1MP5g3E2x+737VJD4Z8RC6mL+GdUMRxsBtPu4HP517FrvjzSdH1qXS7q1vmaIoJJkizGu7Hf2yM0n/CfaTiPFnqJadovsqCH5rhZGZVdfbKke1X9ery15QjWklax47P4W8SNOGh8O6iieWylTZn73GD0+tZtx4N8aPHG0ej6gkqggg2rFWHHXgc9ea91Tx9orTW0PlXnmzHEi+VzAfNaLD/8AA0YcehPSoNf8bxR+HtVvNHjZrzT7OS6kSWFmCbGZdjBeQSV/AHNJY2vtyj9vLsjyseGtcAGfC+pZ/wCvQ1nal4X8WNAwh8NaqTzt/wBHIxzXoNn8QNefU47ab7L82oWlsUFqVJSURFjy2QR5jdu1S+MfiZeaf4iisbGxMUcUzRstyuGumHVQc/u1xkhz1raOMxEZWUURUm56WPLrbwh4z8yF5PDupbdmJFNsevrV5PC3idJFYeGtUHzDP+jHpXtN94wdNAsdStdPZZLskiK43YVR1OUDZHp6034c+Lz4m0RNSvIobVpIFuAkSyEJGQDyzKATz2zQ81xCjdxRjY8buPDPiczR+X4Z1UDy2D5tMjcRwfXg1RufBvjOSFPK0bUElQtwbZirA44PH157V7npnxA0O/vVs4o7wzPemzTbAzKzYyGz2UjnNaN54u8P2d1Ja3F/sliYq6+S5wR7gVi8fWv8J0e3kuh4TeeF/E7QyJD4a1QZXjFuRzj/APVWCPA/j3A3aPqhyy5/0dugPP5j+VfSGqeIkk8P/wBoaLuuGeUQxubd2RHPdwBuC+pxxTrXUroeLhpV1fWbM1mJTaQxszxMOrM/QAngAjJqXj6z1sYyu22eBad4P8V28Ekcnh7VpDu/ds1ud2MDr75zUXiHwX4vvYrdrPQ9TikR8yAxOm4fhX1DRWTzCo1awoS5Hc+bNN8J+I4bmeS48O6mynaEU2zEAY5/XNTXvhnxEWT7P4b1RQAc4tiPp/Wvo2is44ycZcxq67tax4Qui60FA/4R3VOn/PoaX+xda/6F3VP/AAEavdqK6P7UqfyoXtmeE/2LrX/Qu6p/4CNR/Yutf9C7qn/gI1e7Vw/j2/8AEE902naEpSOEDz5FkCsWIyFHtitaOOrVZcsYo7suw1THV1Si1Hu3skcD/Y2tf9C7qn/gI1QXlne2KLJf6Xe2kbMFEk1uypk9BnGBVmw1nxPY6kVhuLlp4wzPG8hcYXqCDXpesX0es/DO8vzGAs9izFCM4I6/kRW1XFVaTXMlZnp51kdbK1GbmpRl1R5PsX+6v5V8fah/x/3H/XVv5mvr+2JMMZPJKjP5V8gah/x/3H/XVv5mvQPFPpjQLL+0PBGn2nnNEGtIfmXqPlFe7/BeMQ/Dyxh3btjyLk9/mNeI+ClV/DOms6hj9khGSP8AYFfSvwI8L+G774Z2F1e+H9Lubh5Jd0stojM3znqSM1x4jDe2go3sTOnpuXNw9RRuHqKzdQ8TfCrTtG/tbUfCdta2hurm1jdtIRjIYCRIwCgnb8p59qSPxZ8H5NI07U4/Dto9vqCq8JGh/wAJOOfk7HsMn0zXJ/ZX94z9j5mnuHqKNw9RV7Q7fwFq/iCfRrfwfZRyxWUN8sk2lxokkUpYKVyM5BUgggEUyH/hWsviu78NJ4d0w39pGskw/spdi7s4G7bjPH8qP7K/vB7HzKm4eoo3D1FY/hrxl8HPEHiA6FYaBYfbgszGOTSEXAizv/h9q7JNK+H58Pxa6fDekfYZYhKrjTUJ2nvgLmj+yv7wex8zF3D1FU9XsLXVNPexutxid0Y7Wwco4cfqorVml+F8Hh4eIJ/D+nQ6cwDJLJo23epGQygpkjHfGKti3+GI0qz1SbSvD1ta3v8AqHnso49x2lsYI44BPNH9ltbSD2Pmef33hD7T4rm11dTki8/assajkoE2lM9MHr61e/4RbSfsU1p+9MctnBZt+858uH7n488mvQl8O+AWRHXRPDpV1DKfssXIIyD0rMubPwFDqElknhTTJnimjhlePTozHGz9MtjHpkdeRVPLpv7Yezfc5O88NabdawNUeS5SQsjSxxzlY5mRdqM6jqQD/KovCnhPSvDUssmnyXLGSGODE028KkZbYB9N5+tdRp8vwxvtR1ext/D2mGTSSRdFtKUKCF3EA7eSB6U3w1P8MdfZxY6DooCQC4LSWMSjYe/T3o/s6drc4eyfc5bVvB2ianfz3t0sxlnKl8S4Bxjt/wABFNs/BeiWtxDOrXTtbyRtbiScsIVQsVRfRQWY4rub62+GVppMuqyaPoMllEcSSw2CShT77VNNubP4fQaPDqcnhbT1S4cR20LaSqzTueiojKGJPJ6dAT0FP+z5/wA4eyfc4hfBeiJdxXMbXUbpI7uEnIEu6ZpsP6gO7EfXFNtvB+nmHXkvWEra3cGW78r92Cu3aF4PTHX1rs9bj+HOj6rHpd14a0s3klq90scemo3yKQD/AA9SWAAp1xF8ObfxBp+hT+G9KivdQjL26nTEwSACVJ28HBzR/Z0/5w9k+55rF8OLOG4tLyDWLqK+t5FIuRHHny1VlEYGMKMOeRznmn+I/h7DrmsTalca7dRNIf8AVpBFgKAQByuTwx5616fZWPw3uvsflaJof+mzSwW26wRfNeMtvUZXqNrH3AOK2B4M8I/9Cvov/gDH/hVfUal78/4D9m+552dIZvDX9iNqdygMQha4h2xybOhA2jC8cZFX7G3t7OwgsbZFjt4I1jijHRVUYA/Ku1/4Qvwj/wBCvov/AIAx/wCFH/CF+Ef+hX0X/wAAY/8ACsnljf2/wF7LzOAt9LtYdbudUQ/vbiNEZTjaCuQGHocHFaIfA4b9a67/AIQvwj/0K+i/+AMf+FH/AAhfhH/oV9F/8AY/8KHljf2g9j5nDatatf2Mlqt7c2hkGPOt5Nsi/Q9qr6Boml6HA8Wnw7WlbdNK7l5ZW9WY8k16D/whfhH/AKFfRf8AwBj/AMKP+EL8I/8AQr6L/wCAMf8AhR/ZjtbnF7HzOR3D1FG4eorrv+EL8I/9Cvov/gDH/hR/whfhH/oV9F/8AY/8KP7K/vD9j5nI7h6ijcPUV13/AAhfhH/oV9F/8AY/8KP+EL8I/wDQr6L/AOAMf+FH9lf3g9j5nI7h6ijcPUV13/CF+Ef+hX0X/wAAY/8ACj/hC/CP/Qr6L/4Ax/4Uf2V/eD2PmcjuHqK84+Kmh+JXuDq3hmaRw6Bbm2jYBiR0YZ69Bx7V7r/whfhH/oV9F/8AAGP/AAo/4Qvwj/0K+i/+AMf+FaUsvlSlzRkehleMqZdiFXppPumrpo+R9E0P4gX2qIIbS/tJCNjTzjy1VT1yT1/DNexaxp6aR8M73TkkMn2ewdSx6s2Mk/ic16sPBfhH/oV9F/8AAGP/AArA+I3hHwtb+Atdng8NaRHKljKyOllGGUhTgg44NaVcJOo1eWx6eeZ/XzjljKEYRXRLf1Plq21C4FvFut1UbV5LdOK+VdSXGo3I9JX/AJmvpmxkmfSYvP4k2LnjFfM+p/8AISuv+uz/AMzXbFnjVIKNj6e8F7x4Z03YoI+yQ8k/7Ar6Z+Auv6PZ/DHT7e71GCGZJJdyMeQd5r5n8D/8ivpv/XpD/wCgCvqH4DfZI/hVp0twsKr5sgLOB1MhA5PuQKKslTVzKLctzG174e/DHXtITS9W1y4ureK5u7mDdcANC1wdzqDt+6DyB2qyngv4dpo2i6SniK8W10VQLFftXCHduyw2/Mc+teoi3tyP+PeIf8AFMRLNpnhWO3MiAFlCjIB6ZH4H8q5/rPkXY5XSW8L2Hie68QHxI9zdXFlDZFJZBsSOMsRtAHUliSapppvgZfGU/ikatA15MpVlfDKoKqDtyPlzsUnHOc8813X2a3/594v++BR9mt/+feL/AL4FH1nyDlPOfDPhf4X+HtQGoafLZi68iSBpGblhIxZ24H3jnGfQCtfRV8IaXpk2mjX5Ly0kg+z+VdXG9UiwRsUADjBPv711/wBmt/8An3i/74FV9Qk0vT7SS7vmtLW2jGZJZtqIo9STwKPrPkFjl7mLwZd+Gf8AhHr7WvtdlgKPPlDOEGPkDbemBj1x3qXWl8A6tpkOn3UumiGB1eIIoGzB6DjoRkEdwSK1otZ8NSrK0eoaW6wgNKwlTCAgEEnPA5HPuKNH1nw1rEjR6VqGl3rqWDLBKjkY4PAp/WPILFaW/wDA0zB5jo8jgBQzQqSAOg5FU5n8GXGtx6tdapFcSw7TBFJL+5hI6MqAAbvc5x2xXVfZrf8A594v++BR9mt/+feL/vgUvrPkFjgtO0fwDZaxqmpLqdtK+po6XCShWAV85VcjheTx796t6Bb+CdFk3W2rRSj+z7fTwsrBgIYd2zjHX5zk12X2a3/594v++BR9mt/+feL/AL4FH1nyCxyITwSbDUbObVY7gakQ11JLL87kfd5AAG3Axgdqlv5fCV/o8GnXuuGdrdg8N002LiNx0dXAGG7dORwQRmup+zW//PvF/wB8Co7hLO3heaaO3jjRSzuygKoHJJPYUfWfILHLaofCWoagdQk14x3JhWAPHKvyorbsAMpAycEn/ZHpUbw+C5PEaa9Lq8U10mwqsrK6qyLtDLlcqcHnaRmumubjSbbTv7SnksorPYJPtDsqxhSMhtx4x71WbWPDaiUtf6WoiiWaQmWP5I2+6554U9j0NP6x5BYxNOg8C2NtPBDqUREt093GXmL/AGeVgctFn7mNzYx6mtXRtb8O6bpsNkNeW4EQI82eUs7ZOeT+NWLvVvDlnFDLd6hpVvHOm+F5Zo1Ei8cqSeRyOR61a0+TS9Qthc2LWd1ASQJISrqSOvI4pfWPIViD/hKfD3/QWtv++qP+Ep8Pf9Ba2/76q/8AZrf/AJ94v++BUUwsYWjWVLdGkbagZQNxxnA98A/lR9Z8h8pV/wCEp8Pf9Ba2/wC+qP8AhKfD3/QWtv8AvqoodV0WSa5jHkD7KMzFlAC/nz/SrCXejuqMslkRIMocr8w9qPrPkN05IZ/wlPh7/oLW3/fVL/wlHh7/AKC1t/31UN7qOm2kDzTW21FBP+qBJwcdOv51mXnizQbW5hhktZcTBSr+QABuOBnODR9Z8io0Zy2Rs/8ACUeHv+gtbf8AfVH/AAlHh7/oLW3/AH1UMWpabLcCBbVg5Kg7oMAbs45PX7p6ZqO81fS7S5eCa2O5M5KxKRwAT/MfnR9Z8hezl2LX/CUeHv8AoLW3/fVJ/wAJT4e/6C1t/wB9VmnxJoquVa0ZQMbmKR/L07Zz37CmWfirw/eQvJbxGXY+wqsGTnn0/wB00fWfIr2FTexq/wDCU+Hv+gtbf99Uf8JT4e/6C1t/31UP9o2JmjjTT5HDpvDiFdoGO+elTaRdWWpwGeGzCIGZRvjUZIOD0o+s+RLpySuH/CU+Hv8AoLW3/fVH/CU+Hv8AoLW3/fVX/s1v/wA+8X/fAo+zW/8Az7xf98Cj6z5EWKH/AAlPh7/oLW3/AH1WB8RvEmhT+A9chi1S3eR7GVVUHqSprrvs1v8A8+8X/fArn/iTBAvgDXisEQIsJeQg/ummsRd2sFj48trfbbwtIzFAq5HHtXzBqf8AyErr/rs//oRr6eV82cY/2F/pXzDqf/ISuv8Ars//AKEa65wUHoZwqyqK8j6U8ExxzaBZNLGkhFrAAWUHA8sV9PfBa1n1D4I6dBYS/ZpDcFlYErhVuAWHHqqkfjXzX4LtZIvDenMpVhJZwMO2P3Yr6j+A1xb2XwisLi8nht4o3lLySOFVf3h6k8VlipJxVjSJFb+GfEl94n1KbULi9ispLxpYimoyophHmhUCqeD80Z4wMKB1HOpqPhzxDPp/kpqpd/KtFdTdSx+YY1YSfOvzLuJByOTjmup0vV9M1S2a606/tru3QlWlhkDICOT8w4q6GUgMCCDyCO9cHMyjjfCGg+ItP8U3+oanqYuLSeBY44VuJHVSDwdr9DjgkHn0rH1LwV4lk1u51C31ycwzTu7Wx1CdFdDMWCDBwny7RlfTHQ16PczR28DzSHCIpZjgnAAyeBzVCz13TLtpBBdoyRwJcNJghBGwyG3HjGBnrQpMDhbnwP4obTWjj8SXP2t2HnP9umUSIEQBB12cqx3AZ556mm3vhHxNdWer2EupXc0MlhFb24kueHmbb5zEnqmEXqueXx1rsrfxd4dm0ifVk1a2+x27bZZCcbD2yDzz245GMU7RfFWg61fyWOl6lFdXEcYkdUVuFPQ5xjvT5pdgPMfDnw58R6DqXiC4siGTU7HyY2mnV38wBVLPx1YKDkE98nPFbXwe8F+IPCOp3P28WP2a4jGTb7QMrwo6A568969PopObasAUUUVABRRRQAVhePtEn8R+FL3Rre8W0a5QozNHvVl7owyPlPQ+2a3aKadgOQOka0PAkehLHYve2sEFvHNJyj7EQGUAg7SDuwD6A1iW/gXUbPVvtlgbVLeKArFaSzFg0j7AzFtmVYbMhuRnnAr0qiqU2gPO28CXdy+g2t5fSRWtjok1hcvZsql3ZoSAAyn5cRtzgHpW/wDDrSb/AEfSLyDUSzSzajcTqzurMyM/ylioAyRzgAVo634g0fRZY49Svkt3kjaRVKsxKqQGbgHgbl59xVnSdSstVtTdWFws8QdoywBGGBwQQeQRQ27AW6guJoYnjWRsGR9qcdTgn+lT0hXNSgMTUNU0zT7S5uVBmPWRE5ZvzqvpniSxnsraSO2njjkXIUqPkX1PtW9dWsN1F5c6B064NRRabZxqqxwIoT7vHTnNBonDl1WpiPcaLfR36TRyiOFv37MzAk8Hgg5xyPakj0vwxI8Ext43cooiMhZjtzkYz710SW8aK6qvDklvcmnpGqoEXgAYAFIftGvhb+85y4uNI0mKa8ayMbcM5AyxxkAn0/H1rNn1zQ11S2sTpkrtPsCyMBgZHfJz2/GupuNJsLiBoJrdXjY5YHPJ9/WohoGk+Ysv2KIyKoUMRyB6ZofkXCdNfEmY+p6hpdnYiNtNmkjecoY0GAzL9TyOlVbS68NzWULLpbW0UzM3yjyyDtLkkqc9Ca6Q6JphTYbVCuc4JJ56+tSLpVgro/2WLcmdp2jjIxx+FAKpBK2v3mRpup6ZNaGe3hlUWsaqoZvmKtjA5P8AOq0Ov6VBsMVpMohVioBAHOc9+eVPX610f9n2f/PvGB6BQBQdPs/+faL/AL4FMjmhfYyovEiyxSMlhclkcJsBXJJJA7+1WrbWEn1OSxFvMjxxCR3YAKM9BV1rK3ZpGaMMZMbye+OlD2Ns4cPGGDgBvcDpQS3HsWB0rnviXz8Pte/68Jf/AEE10IGABXPfEz/kn2v/APYPm/8AQTTj8SIPjy0tYhbwszO2FU4J9hXy5qn/ACErr/rs/wD6Ea+pLR/3EA/2F/kK+W9T/wCQldf9dn/9CNendt6kWS2Pqvwj/wAiro//AF4wf+ixX0V8I9Li1j4L2dnIHbLzMgW4khy4c4yyENjPXFfL3hU/8UxpJLN/x5Qk/Mf7gr6l+Auo2en/AAVsNQvrhLe2iE0jySHAADse9Z4mDjBMmnNSbRu+D/AOm6B4UOhxz3zCaIJcMLyXDHknZljsByemOOtL4b8C2mm6DJp811fiWUqJJoL6WNykZIjG4EMPlxn1JPtWpfeLNBtNNl1B74PBCqNIY1LFVf7pwOcH1qLTfGXh/UJNQS3vDnTsi73oV8sg4P8AOuG8jUjfwjZQ6bfW8M1/em5hKeXqGozzx5HKn5mJXnHK81l6l4NvtQ0O/j1O6h1G/uYVijj+aC1t1UggIo3HqASxyTjGQOB19lqFreXFxBbyh5LfZ5ox93coZfzBBq1S5mB4zpvwn1O38LazpTmwjuL1FWGaK4dtuJCxU7ozgEEcjJG0VrfC/wCH+t+F/E8mqahdWc8Uls0O2JmLg5TBJ2gEfKewx75r1Cim6jYBRRRUAFFFFABRXNePNfu9BtrWW1iikMzsrB88YArk/wDhYurf8+lp+taxpSkroVz1GivLv+Fi6t/z6Wn60f8ACxdX/wCfS0/Wq9jILnqNFeXf8LF1b/n0tP1oPxG1b/nztP1o9hILnT+KfCMXiDxPZX97JL9ih0+4tZIoriSJnMjxMOUIyuIzwT3FWfAOh3OgaTdWl1IHaW/nuFIlaQ7HfK5ZuScdf69agt/GWl22k2NxrNylvPdW7zhFRm+RSAzcDoCy/nW5o+qWOr2jXWnziaJZGiY4IKupwVIPQis3e1hlyiiioAKKKKACiiigAooooAKKKKACiiigAooooAK574lf8k/17/rwl/8AQTXQ1zvxM/5J7r//AGD5v/QTVR+JAfIVosYghOB9xf5V8r6p/wAhO6/67P8A+hGvp3SFMNnDGW3HC/yr5i1P/kJXX/XZ/wD0I16SJZ9K+EYp38M6XsVCFs4Rkvj+Ae1fSPw00S9174AW2jWtzFayXJljkd13DaXYED0PvXzv4LBbwnp6qdrGziAPp8gr6U+BOoW3h34FWN9rN6BDaCZpp3PXDse/epxUnyozpRSbZqSfD6eTSdR0yS6tGtbnyEhiRHURpG5LHJYncVOOMDIziq3gr4Yrodzq5urtZrbVYZEkiiLKYt0pfCseTgEDPXIzXR6l478N2Oiz6tLfboIY4pCEQlnEhwm0d8njj0PpTtK8c+G9StLu5tL8OtqhklQoQ4QYy20jOMtt6dQR2rh5pGxP4P0GXRUu3uLkTzXMikkZwqIoRFySSTtAyT1Nb1UtP1O1vrq6trdmMlqU80FcY3oHX9CKu1DAKKKKQBRRRQAUUUUAcR8Wba4ubGwW3glmIkfIjQtjgelee/2Vqf8A0Drv/vy3+Fe84HpRXRTrcsbWFY8G/srU/wDoHXf/AH5b/Cj+ytT/AOgdd/8Aflv8K95oq/rL7Byng39lan/0Drv/AL8t/hR/ZWp/9A67/wC/Lf4V7zRR9ZfYLHn+m+DbfWo9EvdWjLW9rps9rJauGVmMkkbAnB6ARnj3rofAmgy+HdKurOWWOTzb6e4TZnCq75UHJyTjGT60vibxVpPh64jt783JkkgkuAsFu8mI0KhmO0HGC6/nV7w/rFlrdk91YmXZHM8LiWMoyupwwIPNc7bYzQoooqACiiigAooooAKKKKACiiigAooooAKKKKACue+JX/JP9e/68Jf/AEE10Nc98S/+Sfa//wBeE3/oJqo/EgPkCwaFraF49hG1Rkc9q+WNU/5Cd1/12f8A9CNfTukxLb2kMceSCA3518xan/yErr/rs/8A6Ea9JEs+m9FlsbDwbpd3eXHlJ9hg/jxuPljgDua9/wDhybG//Z4sLa/1qLQYbwyqzyzBSyF2BTORng9q+d7dFu/AmkwwS2/nra25w82wgBV3DPJHGe1epfAbwPpOveG5Nd8UJLqVpZzmz0+xedjEn8RJ9eT+NcOOxHs0rb/5Hs5TltLEwqV8RNxpwteyu25OySTaWuureiR3ms2/g2+0LU9Jj+IWmQxXvlKqq4CwqhPIG45Yg4J4yAK1NHuPh/ZPJFceMNMurV7EWjRtc4L5273JzwTsXpjnJ6moz4H8A/8AQlaT/wB9NSHwR4BAyfBWkgf7zV4/9qL+aP4no/U8n/6e/dD/ADNjwp4g8D6HFc/8Vfpc0lxIGY+eAFVVCogySeFAGTya2/8AhPvBX/Q0aV/4ELXGf8IT4B/6EvSf++jSr4I8AcE+CtKK+zGl/aKf2o/iP6nk/wD09+6H+Z2X/CfeCv8AoaNK/wDAhaP+E+8Ff9DRpX/gQtcnd+A/h5G4WLwZpzfKrEtkdRmoR4I8Anp4K0k/8CNOeO5JOMpRv8xRwmTSV17X7of5nZf8J94K/wCho0r/AMCFo/4T7wV/0NGlf+BC1xn/AAhPgHOP+EL0nP8AvGj/AIQnwBx/xRek8/7Rqf7RX80fxH9Tyf8A6e/dD/M7P/hPvBX/AENGlf8AgQtH/CfeCv8AoaNK/wDAha5O18C/DuQuJvBmnJtRnyuT0GahbwR4AH/MlaUB7sap4+yUrxs/UlYTJm2v3unlD/M7L/hPvBX/AENGlf8AgQtH/CfeCv8AoaNK/wDAha43/hB/AP8A0JWlfm1J/wAIT4A4/wCKL0nnp8xqf7Rj/NH8SvqeT/8AT37of5nZ/wDCfeCv+ho0r/wIWj/hPvBX/Q0aV/4ELXGjwR4BP/Ml6T/301TS+BPh0sETx+DNOLvnIOcDBxVRx3Mm1KOnqS8Lkyt/F18of5nWf8J94K/6GjSv/AhaP+E+8Ff9DRpX/gQtcb/whHgH/oStK/NqT/hCPAP/AEJWk/8AfTVP9ox/mj+JX1PJ/wDp790P8zT13VPhzrXiKz1XUfEuj3EdtZzWwt3nBVvMaNtx57eXjHvUngvX/A/hzTLiyTxdpEiy3k1yNswAUO2QvXsO9ZH/AAhPgDn/AIovSeP9o1La+Bfh7JOkcngvTFViBlckirjmPM1FSjr6ieEyZK79r90P8zrv+E+8Ff8AQ0aV/wCBC0f8J94K/wCho0r/AMCFrj5fA/w+V22+C9L2AkZYkGmDwR4BIyvgvSSPUMal5gk7OUfxBYPJn/z9+6H+Z2f/AAn3gr/oaNK/8CFo/wCE+8Ff9DRpX/gQtcZ/whPgD/oS9J/76NH/AAhHgHP/ACJWlf8AfRpf2jH+aP4j+p5N/wBPfuh/memaTq2mavb/AGjS9Qtb2IHBaCUOAffHSrlfPPizTLP4c67pPjLwhHJp0L3sdpqNgkpaGZHzyAen3Tx9CK+hvpXbh6/tUefmuW08LGnWoTcqdS9rq0k47pq7Wl1qnqmFFFFbnjBRRRQAUUUUAFFFFABXPfEr/kn+vf8AXhL/AOgmuhrnviX/AMk+17/rwl/9BNVHdAfIVoym3h24+4v8q+VtU/5Cd1/12f8A9CNfUNiP3cJwSSq9e3Ar5e1T/kJXX/XZ/wD0I16SJZ9PeF7aFvC2lsyZJsYSTk/88xXt/wCz+2z4RSn/AKjD/wAq8W8Kf8inpX/XhD/6LFe4/s5x20vwku0ui4U6nJtKdd3GP615GcRckox3cZfkj6PKJWyvEt/z0v8A28k8axXVxr3hO5tkuGW31YtOY2basZt5RlgDgjdt5Pc1Q+Itw2r6Bp1zbWt5e6dHqB+228UbeZIiFkPy9SA4/rXf/wBn2f8Az0uf/HaP7Ps/+etz+a18PTpYmHK7xvH+8XKpTd9Hr5HzvNovjhrF7cWuqHWzC7G5Dtg2ZtiogD5xv3YAHXcCa9S+GSz22m6mxtrizsJtQkk0+3nUo0cOxAflPKguHIHvXbf2fZ/89Lkf980f2fY5y0t1jPP3a3ryxVeHJ7q+ZEHSg7q/3C6hNtnXn/ljGf8Ax0V5j8N7i1stU1S+MGpWK3tylvDbTxSEnBfErsRy78knsAoNetaxaadLcoYnnGIlB24xjHHXviqf2Cz/AOet1+a08VQrxq1UmrS/vWFRqwdOOj08jxDxzpvii58Taw2l2uo/bZJ2kjukLCNrL7Iq+UG6Z80P8vXJzWd/ZevNeSyWularHYTSr/YMRVwbJ/PjLMw/gBQN17ZHevf/AOz7PtJc/mtH2Cz/AOetzz/u1pGvioxStDT+9/X/AA111E1Sbvr9wljLu84MckWsuf8AvmuO+KZW48MPC1hd3rMSI/IjaTy5Np2syKQWGfrg4Pau/wBJtNNiknMrznMDg7sY2456d8VT/s+z6rLdAds7c1l9XxFOlSleLab6gq1OU5qz6dDz/VJtSvfhXeaVZR3i6tb6fFFLFuPm52qXQPxlimRkdzXn1xpXiJ57l7LTdUjtp5Jv+EeTay/YZDPGdzD/AJZggORn+HI74r6A+wWf/PW5/wDHaP7Ps/8Anrc8/wC7TozxNJOyjq7/ABf1/WhU/ZS3v9x5h8JLXVbPV72S8tby2QWgju2uAQJ7vznJkXP3vkI+YcYIHavSdQuhb6XBcMruFSViqDJOGPAHc1MdPs8f6y5/8dqzqen6Xc6Pb2wkuVyrruQgNgn5uexzV06Vas6k5uKuls/NETqQjyKKe/byZ5FLda5H8Xk8QX1rcf2HFYXEMckT7kiQeWfmQciQvuGMZwB70vxLttXvfFFrPY217MZLe3GnTRBtltMLlWlZ8cLmLIyeo4r0nTdC06wtzDHPevudpHeRwzMxOSSe/wD9arX9n2f/AD1ufzWlL20KqlT5bLRa7rpfz7lKUHC0r6+R8+WWla9G1nJfaRq0unQLCmt2+12a7ugtwGlA6uN7REkcHj0r2n4dDUbfw14etdXdm1CO0gS5LtlvMCjOT3Oepra/s+z/AOetz/47VjTLKwj1CB3kuDhxt3Yxntmqvia9WCfKkmtn/X9WJk6UISsnt2OS+JUD6h4N1iwT7TmVNp+zx+ZJgOCdq5GeAeM1m+AL6ePw+NMls/sFwTcyWiLamANCJCscjL0RiCpI980viH4i+C7DWruz3atIYZWVjHEu3cDzjPvVD/haHgv+7rX/AH6T/Gu98NZ3KLjGjdN3Tue1SyfG1IxqRoTs12OAh0rXVSN7nR9XfTo0VNUt9rlrm72yDzVXqwyQdw45X0re+H2n+JrTxXpzatb332+J5XvrtyTFJbGBBHHu6EhwOOxVj3rov+Fo+C+u3Wc/9c0/xo/4Wh4L6bdZ/wC/Sf411VMkz6cXH6utfP8Ar+rdhR4fxqd/Yz+4l+Nr+Z4Jtz6axa/+z174n3B9K+cfiRr2h+IPhjaXeivcnbrlukyzqAynBx07da+jk+4PpW+BwtXC3o1laUUr/icme05U8vw8JxaanV0e/wBgWiiiu8+TCiiigAooooAKKKKACue+JX/JP9e/68Jf/QTXQ1zvxNG74eeIF9dPmH/jpqo7oD5DtIbc28JCg/KvRj6fWvlTUP8Aj/uP+urfzNfUOiQLaWMECEkYU5PU18vah/x/3H/XVv516jM0fU3hT/kU9K/68If/AEWK9p/Z/bb8JJW/6jD/AMq8X8Jc+FdJH/TjB/6AK7H4Y+Nrfwbok2j+I45F0m/uDdWd3bkSGJwSrKyA5/rXjZ1GXs012kvm1ofU8PU3isJiMLT1qNwkl1ai3e3dq97b2N7xff6vBrHilY77UBYq+lNIUdgYLdpD9oMeOnyZyRzitrwZq9/N4EuIVu5JtUSK7ksllbMzQebILdznk5ULgnrxVP8A4Wp4B/6Dtx/4AyUn/C0vh/vMn9tzbyMFvsD5I+tfFS+tSpqDgtLfaXRWPXWQZhzX9hP/AMAl/kcBLrOt/ZpGXVNc/sn7JJsmEsvmHU/sylYweuPN34X7u7jFdd8P9S8QS+NRFqdzfNef6b/akMjN5USBo/sxVT8q5XOMdctWn/wtXwF/0Hrj/wAAZKB8VPABwH1652+1i9dFWtiakXH2SX/byM1w7mCd/Y1P/AJf5HT/ABU1C20/wxdXF3c3cESww/8AHrJ5cjk4wgb+EE8E8YGa8w0nUNct9d0eGTXby/mEln9meGd3gltiJPtJJ6Pt6Fjz8qetdlqXxa+HM8ySW+tXiAIqEPYuegxmqp+KvgHBH9u3HP8A04yVVWdeE5qEE03vzImnw9mLhHmoTTX9yRF8VNYmkttHu7PULtNLnhnkSaxkYeZMYs2/KdQTyB0JxXE/2v4t34vb7VUut/8AxUKh3C28Pmx7SgHCfLu5X+HNdynxT+H8ahI9cnVVGAFsHAA9Kd/wtTwDx/xPrj/wBkrKjVxNKCh7JO395f1/wfuLnw9mEpX9jP8A8AkdD8KLq8uPCIkvJJ5f3d39neckyPBufymYnkkpt5PNcl8StUv4vFVtHod3qf8Aaoj/AOPeNn2MhSTDIv3WG4DeTyMLitbT/i18OYXla41q9ffE0eEsX/iGM81VPxU8A8hdeuce9jJVt10ozUU3711zLqQuH8xu08PO2mvI/wDIT4S6yzJeQ3Go3M1tNJELI3cjM7yCFTcBd3JAcnI7Vx+r6t4hXWbxft+rKi3twNcCySBbe0F5GISmPufuNxyuCRuNde3xS+H7MrNrcxZfuk2D5FO/4Wr4B4/4n1x/4AyVnGeJjUc/ZrX+8v6/4Jo+HswcVH2E9P7kv8jkfDureJn1zTkub3VTK13D/ZiM77ZrHzZvMZx0b5fL5bnG31r23Vbqa30Zbm3t2uZkimaOFWAMrBjhQTwCTxzXAf8AC1fAP/QeuP8AwBkqzc/Fn4bvZW8MWtXoki3ZZrF8Nk5rWTr1VNuCjporrXVGf+r+Yxcf3E3r/JLsebQ6z4s+w3i6xc65bSi/vDGwZlzdmGExRLsJ+QMZNq9OnU16d401e4k8FwSw3jqI7u2i1aS2chokDDzhleVwcZx0BNUR8VfAP/QeuB/24yU1Pil8P0zs1uZcnJxYOMn1rOrPE1JRfskrdpI0hw9mEU17Cf8A4BL/ACOGtdY8Z/u/JvNWbVS0X9kROzlZrPE253B4Y4C5Lc5CeteifA++vLprnddX11Yb7TyZLt2Z/OMQ88Zbnh8ZHY7hVb/hangH/oPXH/gDJU9h8Wfh5DeRTza5dusbBsLYvk47c1sq2InKKlTSV1rzLujOXDuYKLtQqN/4JHgPxamvY9f1AWkcxX+0GaR4sZx5o4/HmsbSp7hNYuVnlJhUNvZmONxk+QYPQ444r07xBL8NdQ1q7v7bxlfQx3ErSiN9MclSTnGc1QNv8PD18bXJ+ulP/jX61DPMuvGXt+2h+i0qdTnhWaqJpR09nOysrdF3POtdmv11KZLVpvtGF8hFztKbW3HHTrj9KovPd7H8ue7NtsfyW3Nlpti4Gep+bdx9a9U8j4e/9Dvdf+Cp/wDGjyfh7/0O91/4Kn/xolnOWybft/zIr4OVWpKd6iu7/wAOf9f8Muxc0zd/wqWUsMN/wkFpn67Wr7HT7g+lfJPg+107xJeWXhXRdQ/4kkOoJf6lqN2ywBtgwqopOe5/E+1fUv8Ab2h/9BnTf/AqP/Gvl8VWhicZVrU3eLtZ97I+D42qw5qVK/vXnJrqlLlSv2b5W7b2saVFZv8Ab+h/9BrTf/ApP8aP7f0P/oNab/4FJ/jWdmfBmlRWb/b2h/8AQa03/wACk/xo/t/Q/wDoNab/AOBcf+NFmBpUVm/2/of/AEGtN/8AAuP/ABo/t/Q/+g1pv/gUn+NFmBpUVm/2/of/AEGtN/8AApP8aP7e0P8A6DWm/wDgUn+NFmBpVz/xK/5EDXv+vCX/ANBNXv7f0P8A6DWm/wDgUn+NYHxG1vRpPAeuxx6vp7u1jKFVbpCSdv1pxTugPla02+RCQq/dXt7V8oah/wAf9x/11b+dfVNm/wC5hH+yv8hXytqH/H/cf9dW/nXqMzR9SeFjjwvpH/XjB/6LFey/B+1s7jwHaSyWlvIzSy5Z4lYn5z1JFeL+GT/xS+kf9eMH/oAr234LDb8PbJf+mkv/AKGa8/NL+xXqZT01R1X9naf/ANA+z/78L/hR/Z2n/wDQPs/+/C/4VZorwLke2qfzMrf2dp//AED7P/vwv+FH9naf/wBA+z/78L/hVmigPa1P5mVv7O0//oH2f/fhf8KP7O0//oH2f/fhf8Ks0UXD21T+Zlb+ztP/AOgfZ/8Afhf8KP7O0/8A6B9n/wB+F/wqzRQHtan8zK39naf/ANA+z/78L/hR/Z2n/wDQPs/+/C/4VZoouHtqn8zK39naf/0D7P8A78L/AIUf2dp//QPs/wDvwv8AhVmigPbVP5mVv7O0/wD6B9n/AN+F/wAKP7O0/wD6B9n/AN+F/wAKs0UB7ap/Myt/Z2n/APQPs/8Avwv+FH9naf8A9A+z/wC/C/4VZooD2tT+Zlb+ztP/AOgfZ/8Afhf8KP7O0/8A6B9n/wB+F/wqzRRdh7ap/M/vK39naf8A9A+z/wC/C/4Uf2dp/wD0D7P/AL8L/hVmigPa1P5mVv7O0/8A6B9n/wB+F/wo/s7T/wDoH2f/AH4X/CrNFAe1qfzMjtdI0+4cqbG0UAZ/491/wq1/wjul/wDPpaf+Ayf4UtrL5Ilk+UbUJ+Y4H41DpGvrf6KdQFvh0LB4lcZGD1y2O3POK9LDUoSppyRcVdXZL/wjul/8+lp/4DJ/hR/wj2l/8+lp/wCAyf4VjT+MhFoZvpLFoZ1WFmidxgiTptIPPANQXnjloNOluk05WMcqIAZuGDM65HHqh/OtvYU+xXIjoP8AhHtM/wCfS0/8B0/wqtd6NpsG3FjZtn/p3T/Cse08dtNpUt22mgSLMI1RZSVPyFyS23jpit1b46hZQ3HkSQ7hna4weg5x1x9cVlXpQjTbiTONkQ2mj6fO5X7BZqAOv2df8Ktf8I7pv/PrZ/8AgMn+FP09tsj/AEp+rXwstMubxnRBDEz7nBIGBnnFLD0YSp3YoK6If+Ed03/n1s//AAGT/Cj/AIR3Tf8An1s//AZP8K5HTPHl/c6va2LWlsxlUBwrOuJD/DyOMbWHfPHSrWpeLtXtdW+xtp1qjBnURtM5MgHKncEwvHPfrW3sKfYvkR0n/CO6b/z6Wf8A4DL/AIVzvxA0mwtvCeq7bK0z9jkIIgUEHH0rrbO4mktYnuIxFMyAyRhtwVscjPeuf+I7bvCOrH/pyk/lWdSjGKTXdEyirHz7abRBCQq52L29q+T9Q/4/7j/rq386+qbOTMUP+6v8q+VtQ/4/7j/rq3869tmqPp7wx5w8N6UFmGBZw4Hlg4GwV7n8G93/AAgFnuOT5kvOMfxmvCfDTY8OaZ/15xf+gCu58EfENPDdidEutNmvEVmlhaB1DKCclSGwDz0Oa4MfTnVppRVyakW1oe20V5ofi9pyx75NA1OMZ/iki/o1KPi9pu/b/YWp7vTfH/8AFV5H1Ov/ACnPyS7HpVFecD4s2BIA0DUuf9uL/wCKo/4W1YZ/5AGpf99xf/FUfU6/8o/Zy7Ho9FebP8XLBULf8I/qhwOgeIk/+PVC3xj09SN3hvWuT28s9/ZqPqdf+UOSXY9PorzcfFqwxn+wNT/77i/+Kpf+Fs2JP/IA1P8A77i/+Ko+p1/5Q9nLsej0V58nxQtWQMNA1HBGf9ZF/wDFUv8Aws62/wCgBqP/AH8i/wDiqPqVf+UPZy7HoFFef/8ACzrb/oAaj/38i/8AiqP+FnW3/QA1H/v5F/8AFUfUq/8AKHs5dj0CivP/APhZ1t/0ANR/7+Rf/FUf8LOtv+gBqP8A38i/+Ko+pV/5Q9nLsegUV5//AMLOtv8AoAaj/wB/Iv8A4qj/AIWdbf8AQA1H/v5F/wDFUfUq/wDKHs5dj0CivP8A/hZ1t/0ANR/7+Rf/ABVH/Czrb/oAaj/38i/+Ko+pV/5Q9nLsegUV5/8A8LOtv+gBqP8A38i/+Ko/4Wdbf9ADUf8Av5F/8VR9Sr/yh7OXY9Aorz//AIWdbf8AQA1H/v5F/wDFUf8ACzrb/oAaj/38i/8AiqPqVf8AlD2cux37ww3ETQ3Cb426rkgHmiaxsZjJ5lsh80KsgHAcDoCB1rgP+FnW4/5gGo/9/Iv/AIqlHxPt/wDoAaj/AN/Iv/iq7qEKlOHK4M0jdI72TT7CSOZGtxiZlaTk8len0xUP9j6V5ZjNmhQ44JJHAIH5ZP51xP8AwtC3/wCgBqH/AH8i/wDiqT/haFv/ANADUP8Av5F/8VWt5/yP8P8AMq7O4i0jS4rc28dmghJBKZOMgbR+lSRW1taoY7aIRhjk8k5OAO/sBXCf8LQt/wDoAah/38i/+KqOb4pWkYBbQNR5OB+8i/8AiqzqxqTg0oMUrtHo0DbWJp10q3NtLbyZKSoUbHoRivLLz4xabaRh5NB1T5jtVVeIsx9AN1Nn+Mmnw26zN4e1YqegV4Sfy38/hSoRqQhyuDFFSS2O6t/DGl295DdQtcpJCPkxLwDliSfX77Utx4a0+a+N8ZbgXRZmMhYNndgdCMcAACuLi+LunywrLHoeosjDcrCSLkf99URfF7TpFDR6HqLA9CJIuf8Ax6tff/kZV32PT4SY4lQuzlVA3N1PvWJ4/bd4P1f/AK85P5VxT/F/TEmWFtF1ASP91TJFk/8Aj1Zfiz4mxanpE2kWmmy2kt4hjMlxIpwp67QpOT+VRONSaUVETu9LHCWkcogiIlUfKv8AyzHpXyvqQxqNyPSZ/wCZr6rt5I3TETAqp2ceo4xXyrqf/ISuv+uz/wAzXqGzPpnw3EW8OaYVJP8AocPQf7Aq99kY5/djnr8vWk8JEf8ACL6UFxxZQ5HvsFXr2KSa2eOKQxOwwHA6UkMomwUrtMKlfTy+KeLaT+63/fNU49N1MSRSSXYcqV3AEgnGM/1p8+n6mxRY7x9o3Ekv1yelAFpIHVwSG49qRoWLn5sexFaEalY1B5IAyfWorhgdq/xZ49vWk0NFT7O394UfZ2/vCrAFFK7HZFf7O394flSpCQ3Lce1T496MUXCyFjmmjjVdkZwMZ3H/AAp32ib/AJ5x/wDfR/wplBouwsh/2ib/AJ5x/wDfR/wpnmzeb5m1Pu7cbjj69KX8aPxouwsh32ib/nnH/wB9H/CmSSzOF+VFwwbhzzjt0oNFF2FkP+0Tf884/wDvo/4UfaJiD+7j/wC+j/hTaTv1ouwshYpJo4lj2o20AZLHJ/SnefN/zzj/AO+j/hSUUXYWQiSTK7ttQ7iDgseOPpTvPm/55x/99H/CkoouwshGkmaRH2oNueNx5z+FO8+b/nnH/wB9H/CkoouwshJpJpImTai5GMhjx+lO8+bH+rj/AO+j/hSU2RtkbPjO0E4Hei7CyH+fN/zzj/77P+FNilmRcbUbknJc9z9KwZJIZzJMt1IMhjswRwQe/Tv+gqW0uI0u5JlLnfwU3dDn0/EflTuwsjb+0Tf884/++j/hUc8kkijcqKFOeCTmsq/mWWNW3SKFVgeeTlf/AK/6UthH/pTsJHKsHYKTnHP/ANfNK7CyItTdYdStLmXAhCum49FYjgn+VZWm2k9pqT3V2yrbQ5KbmG0bhk7R9fSugdRIhSRQykcgjINVI9NsUcOtuuR0BJIH4UybkVr5kWguwgZg5d0j5BCsxI6c9DVbSreaEWiG3JIcsxMWAuc8hvy4NbWTRk0WA565t5muJtsc8ycFm2MSxB9c9qnvYHe7stsLuFRd77Tnk+pzjHvW1k+tGT60WC5V0OJoYpdzSnMzYDntnrXzLqX/ACEbn/rs/wDM19SgnIr5a1L/AJCNz/12f+ZqkJn1rH8EdFjiSKPxf4zSNFCoq6hGAoHQAeXTv+FK6T/0OXjT/wAGKf8AxuiimIP+FK6T/wBDl40/8GKf/G6P+FK6T/0OXjT/AMGKf/G6KKAD/hSmk/8AQ5eNP/Bin/xulHwW0penjLxqP+4in/xuiigBf+FL6X/0Onjb/wAGSf8Axuj/AIUvpf8A0Onjb/wZJ/8AG6KKAD/hS+l/9Dp42/8ABkn/AMbo/wCFL6X/ANDp42/8GSf/ABuiigA/4Uvpf/Q6eNv/AAZJ/wDG6P8AhS+l/wDQ6eNv/Bkn/wAboooAP+FL6X/0Onjb/wAGSf8Axuj/AIUvpf8A0Onjb/wZJ/8AG6KKAD/hS+l/9Dp42/8ABkn/AMbo/wCFL6X/ANDp42/8GSf/ABuiigA/4Uvpf/Q6eNv/AAZJ/wDG6P8AhS+l/wDQ6eNf/Bkn/wAboooAP+FL6X/0OfjX/wAGSf8Axuj/AIUvpf8A0OfjX/wZJ/8AG6KKAD/hS+l/9Dn41/8ABkn/AMbo/wCFL6X/ANDn41/8GSf/ABuiigA/4Uvpf/Q5+Nf/AAZJ/wDG6P8AhS+l/wDQ5+Nf/Bkn/wAboooAP+FL6X/0OfjX/wAGSf8Axuj/AIUvpf8A0OfjX/wZJ/8AG6KKAG/8KT0jGP8AhMfGmP8AsIx//G6T/hSej5z/AMJh4zz/ANhGP/43RRQAv/CldJ/6HLxp/wCDFP8A43Sj4LaUP+Zy8a/+DFP/AI3RRQAn/ClNI/6HHxp/4MY//jdH/ClNI/6HHxp/4MY//jdFFAB/wpTSP+hx8af+DGP/AON0f8KU0j/ocfGn/gxj/wDjdFFAB/wpTSP+hx8af+DGP/43R/wpTSP+hx8af+DGP/43RRQAf8KU0j/ocfGn/gxj/wDjdVF/Zp8CuA7av4lLNyT9pg6/9+qKKAP/2Q==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AutoShape 12" descr="data:image/jpg;base64,%20/9j/4AAQSkZJRgABAQEAYABgAAD/2wBDAAUDBAQEAwUEBAQFBQUGBwwIBwcHBw8LCwkMEQ8SEhEPERETFhwXExQaFRERGCEYGh0dHx8fExciJCIeJBweHx7/2wBDAQUFBQcGBw4ICA4eFBEUHh4eHh4eHh4eHh4eHh4eHh4eHh4eHh4eHh4eHh4eHh4eHh4eHh4eHh4eHh4eHh4eHh7/wAARCADTASU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zj4dfC/wlq/wbXxlqGl3lzPbyNHc+TcFRjblWx/vEA+1a+i/Bbwnd2fhm8u4fIi1aWaK4LSuqxMqb4xuJwNwIGT0yfSuv+CHg34mSfCbRH0MaL/Zd5C04ScgtIHBRg+VORjtXVwfD/wCLENtNapb+GjbzMGaJsFRiMx8Arx8pI49a8acqnM/i/Hufb0FhPYrWnfTe19rW23T1+R5f4m+D/gPQYLVrzQ9SWaSSeOaE3fKtHEjDBHBBLde4wa1W+A/w9jSS+NvePZTCxNmonIc+bIscu45x8rNx9K7a++HPxavrR7a7OhTRk5TdICYhtVCqHb8oKqAR7Vbi8EfGCMMoXw6UJQhGIKpslMo2jbx85zSVSpd3UrfMcqeE5I2nTv127+h84a94H8LWWu39lb6YfJt7mSFN8zliFYrk8+1UJfCPh3bgaaoJ7+a/H617zqPwR+Id/qFxfTpo4muJGlk2XO0bmOTgbeOarn4C+PTjcul4z2uz/wDE1y/7Vzfat8z2lVyb2ST9ne3aO/3HlP8AwrXwtn/j1m/7/NT4fhn4VaZVNrNgnn981e5f8Kh8Zf8APjZf+DD/AO106P4R+MkkVvsFicH/AKCH/wBrrX/ae7OJzym20PuR4FZ/DrwvNbJK1rKC2ekrepqb/hWvhb/n1m/7/NXuFn8HPGkFskTWdixXOSL/ABnnP9ypf+FQ+Mv+fGy/8GH/ANrof1nuwU8ptqofgeDj4b+FzdXEf2WXEbBR+9b0Bp//AArXwt/z6y/9/mr3Ffg940FxPK1lY/vXDAfb+gwB/cqT/hUPjL/nxsv/AAYf/a6H9Z6NijPKbaqH4Hg8vw38LrcQxi1lw8TOf3rdQ2Kf/wAK18Lf8+s3/f5q9xk+D3jRrmKX7FYBUiKY+38kls5+5Un/AAqHxl/z42X/AIMP/tdD+s92EZ5V1UPwPB7j4b+F47dXW0lyZo05lboc5/lT/wDhWvhb/n1l/wC/zV7jcfB7xpLEkYsrEYmSQn7fnIXPH3PepP8AhUPjL/nxsf8AwYf/AGuh/WbbsFPKru6h+B4S/wANvCywzSfZZcpGzj983UAmkj+G/hZo1Y2svKg/61q91l+EHjRoZY1sbEF42QE3+cZGM/coj+D/AIyWNV+w2JwAP+Qh/wDa6P8AabbsOfKr7Qt8jw1Php4VaRVNrNywH+uaooPhz4XkEhNrL8sroMSt0DEV70nwi8ZK6t9gseCD/wAhD/7XUNt8HfGkauGs7Bi0jPxf4xkk4+5R/tNt3+IOeVc20LfI8P8A+Fa+Ff8An1m/7/NTD8OPC32p4vsku1Y0b/Wt1Iya94/4VD4y/wCfGx/8GH/2uo/+FPeNPtUkxs7DDIigfb/Qf7lC+s23YOeU3VlD8Dw7/hWvhX/n1m/7/NTJfhx4WV4FFrL+8Zwf3rdguP5mveP+FQ+Mv+fGy/8ABh/9rqOX4PeNHlgYWViBEXJH2/ruC/7HtQvrHVsJTym2ih+B4d/wrXwt/wA+s3/f5qZcfDjwtHayyi0lLLsxmVu7qv8AU17x/wAKh8Zf8+Nj/wCDD/7XUdz8HvGkls8K2Vipcpyb/PR1b+57UL6zfdhKeU20UPwPDv8AhWvhX/n1m/7+tTofhn4VaVVNrNgn/ns1e5/8Kh8Zf8+Nl/4MP/tdKnwj8Zo4YWNiSPXUP/tdH+093+JXPlPaH4FPwD+zb8OLj4dxeJvEGl3dy8sXnLFbXLIQucdS2KuR/Af4HyMVi8MeIHIL8fayDhQecE8Z2t9Mc13fgix+IuieDk8L6x4b0PWrOLCxFtRaMhQcgH5DnB6dK1ZofEMzM0vw28PszBwx/tdud2N2f3XfAr1adSPIr3/E+NxVGftpcrja+luVI4SL9mz4KSCzI0HWB9rKqoN4/wArFGfB59FP6UyT9nH4Hx2FtfNour+TOkT5+2P8gk+7nn6/lXpsOpeNYY444/AmihYn3oP7ZPytjGR+69CRQmo+NFgEC+A9E8oMrBP7YOAVAC/8suwAq/aQ8/xOf2NXuvvieUQ/s/8AwJk0U6t/YusC3WIyvi7dmUbtoGAepNXvDv7NvwP1y1trqy0fVvJuYPPiZ7xxuUHB4z2JFegGTxUbdbf/AIV5oQiXO1BrBAGTk/8ALL15qfT9Q8Z2BJs/AOiQ5GPk1gjj/v17Ue0h5/iHsavdffE86i/Zp+Ccl79lXRNWD75kybx8Zi27u/fcMVBa/s4/BK51SXTl0PVo5UuPs4JvmIJ27t2M5A4I/CvUBq3jcSGQeBNF3ksc/wBsHOW+9/yy74FRR6h40iuHuYfAOhrO7+Yz/wBsHJbGMn916U/aQ8/xD2NXuvvifBn7U/w7074ZfE3/AIR/Scmxks0uYSzEsQzMOck8jGPworX/AGz4PFS/FeC+8XLZpe3unpLFFayF444hI6KoyP8AZP8AOirpu8TLEK1Rp26bbbeR9k/sz4/4UH4N4/5hq/8AoTV6Lgeledfszj/iwng3/sGr/wChNXouP85rF7gtgwPSjA9KMf5zRSGGB6UYHpSceo/OjjGe1AC4HpRgelJS4oAMD0owPSijH+c0AGB6UYHpR/nrRTAMD0owPSkGCMggj2pcUgDA9KMD0pKOKYC4HpRgelJx60uPzpAGB6UYHpRRimAYHpRgelGP85oxSAMD0owPSijFABgelGB6UYoxQAYHpRgelJxmloAMD0owPSkGPWgc0ALgelGB6UYooAMD0owPSjH+c0Y/zmgAwPSjA9KMf5zRj/OaAPhn/goh/wAlX0D/ALAKf+lE9FH/AAUP/wCSr6B/2AU/9KJ6K6I7GMtz6i/Zn/5IH4N6/wDINX/0Jq9F/OvOv2Zif+FB+Def+Yav/oTV6Lk+tYPc1WwfnUGoIZbGeMRNKWjYBA5Tdx03DkfWp8n1qO6hjuraS3uEEkMqlHRujKRgg0hnzRHc30cOl3N7JfpbvaXKttvpbn94lyQd2CSpC7Rz2rotfv8AxBY/Djw9YX15elv7I86S1CbxeSRIWkjlmD7ugBKjkgHnqK9StvAPhO2gu4LfSI4Y7qLynVHYBEyDtTn5BkA/Ljnmm3HgLw5PpdtpckN59itozHHCL2ULgggk4bkkMwJPJBq+ZEtM5D4XX+vyWt3aWs1zLiwiuV06aMRratMoZFjmLMQuCSA2eg7cVl3kPjWX4i6bpN1aajfRjTp7ye0k15UViJIljZmiVMDJYAHhufSvT/DXhPRvDkkz6THdRecFEivdSSK2AADhiRkAAD2FWtG0LS9ImuLixtglxdMGuJ2YvJLjpuY5JAzwKVx2MLx94g8RaHZaZfWOmWrQPdQR37TT4WMSHZtGOeHZPm9M1P4c1/XtU0XUb46JC8sFw0VmkczIt4ihcuDIAVG4soJHO3Pet3WdNs9X0yfTdQi861nAEiZIzggjkcjBAP4VbUbQAOg6UhnMw694qeVFk8B3ESMwDP8A2rbnaM8nA61S8Rafqi+LotXurprDRYov391HqHloEAOUmicbCDk4ZMMPWuzrH1LwvoOpaqmp6jpsN5dRgBGmBdVx0IU8A/hRcDgtF1G/tNGtLTSGbStN17XHt9LlmBZ7e1ETyPL8/wDFJ5TFQeBvHHGKg0261fS/D1l4qt9b1K6+3695Fva3UwkS6tXl8tQoxwcKZAV7H0r1PU9OsNTszZ6hZwXVsSD5UqBlyOnFVU8P6MuqRaoNOtzeQoEhkK5MSgYAUdF49KpMVj5i8ba9rUOjeKJLS+1WOFtUu1gvnleJTEqfIFJZm6g4XjAIP8XHR+JNQ1ZvhVotx/wkU2hkak8Zu3keRXUyKo5QDr2z05r2jXvAvhvWobiG/tblobmR5Z447uSNZGcAMSFIByAKsQeEtDjtLe0ktXu4LdnaJLuZpgCwwThyc8ZHtk0cyFys8X8HalqQ+LenLLeSzK92bJ4fOkIMaWzOJAhbO4tj5iOeBU2pXWv2Ov6prK2usaiHv7eybT4ryXdbQM4QB5VwqOS4baM4HXFev6d4M8Oafc211aaf5dzbSmWOfzGMgJUKQWJyV2gDaeMAelLd+D9Dubq4uTFcwPcyeZOLe7kiWRyACzKpAJ4HPtRzILGD4z0zxbrPhux0DTNPeyyUlvpDqJDiONgfISUfNvcAAv0AzWd8L7i41Pxjf3Wnza9FpVjbfZLuDUbrz1a935YI3IIVQBuU4Ofau4vfDulXum2+m3UDyWcAwsRmbawxjDc/MPrmtCxtLWws47Oxt4ra3iG1IolCqo9gKVyjitW8V+KdMsllvNBtoZ7rbbWUPnZMl155TbjqUZMSAjoAc1L8Rv8AhJVa4utPjuU061tmkeaHU4rcHAJJYMhIx65FdDaeHdJttXbV1tfM1Bs4uJnMjoD1Clido9hUmuaHpmtpFHqlt9qhibcIXc+Wx/2l6N+OaLgcB8MP+Ekt/ha9/rFhcxXl1oa3Ul5NqLTyzTGDOdh/1fXOBjBrovDWuW+j/CbSNd1e7keNNOieSVm3vM5UYUd2djwB1J4rrQoC7cDbjGMcYrBsvBvhiyvY7y20a1SWJzJFxlYmPVkU8KfpSA5nxxaNLcaLt1LWtMl127WGQtesi2YKbigVcAOcbRkkZz1rcvbG48H+GL2fw9Z6jrF6AhEV3eyTO/IBb5iegJbC4zit/VdOsdWsJLHUrSG7tpPvxSoGU/hTNF0qx0ayFlp0RhgDFghctgn60XA5nwOlprF+2vz+JZdZ1KEGM28e6CKz3dV8jrn/AGnyfTFc2LfUdV8feIf7O8R3qytcpZWtvLeeWhWGPzJigWMnCvOF/DBJ4r0abQ9Kk16HXWsYhqcKNGtyo2uVPVSR94fXNU7nwf4buLaOCXS4iI55biN1Yq6SSsWkYMDkFiTnmmmFjnJ7W68IaNaWkNzPHquq6gUSO2Yz/aJSpP3piNnyqSTWf4NsPF2j+OnttUHiFtIvWe7hPmQyQxXByZI5CoJCN1XBGDkdxXbHwpoLaOdJl09ZrPzRMEldnIkHRwxOQw9QaXTvDWm2N9FexPfSzQgiM3F7LKFyMcBmI6UJgcx8OdUXWvB0WgXGo3r6pPZTTz3SuS8IeeVF+bsw28D0ArU+GviX+1/B2kz6rd266pJ5ltKhkVWlmhkaKQqvU5ZCePWtzR9D0jR5rybS9Pt7OS9l865aJAplf1NVrnwvok+p2moNZKk9o++Ly2KLu378lRwTu+bnvRoBtZ9jR+dGT60ZPrUgH50fnRk+tGT60AfDH/BRD/krGgf9gFP/AEonoo/4KIf8lY0D/sAp/wClE9FdEdjGW59Rfszf8kD8G/8AYNX/ANCavRa86/Zn/wCSB+Df+wav/oTV6LWD3NVsFFFFIYUUUUAFFFFABRRRQAUUUUAFFFFABRRRQAUUUUAFFFFABRRRQAUUUUAFFFFABRRRQAUUUUAFFFFABRRRQAUUUUAfDH/BRH/krGgf9gFP/Sieij/goh/yVjQP+wCn/pRPRXRHYxlufUX7M+P+FB+Df+wav/oTV6LgV51+zP8A8kD8G/8AYNX/ANCavRawe5qtgwKMCj6AmmtJGpwzqp9CQKQx2BRgUDpnHFFABgUYFFFABgUYFFFABgUYFFFABgUYFFFABgUYFFFABgUYFFFABgUYFFFABgUYFFFABgUYFFFABgUYFFFABgUYFFFABgUYFFFABgUYFFFABgUYFNkkjjGZXWMf7RxSRTQynEUiSf7rA/yoAfgUYFFFAHwx/wAFEP8AkrGgf9gFP/Sieij/AIKIf8lY0D/sAp/6UT0V0R2MZbn1F+zMf+LB+Df+wav/AKE1XfFXjqWG8udJ8LWK6rqFtxdzu2LW0Po7Dlm/2V6dyK4D4f69d6R+zP4G0/S5PK1TVrRbW2kHWIZYySf8BUEj3xVbwzpJvLC1jt1u5LK9klh0zTYLxrUXaREedd3U6/MsQYjheSWH3t2Bi2lqzuo04KHtam23qZ3izxD4gul1G31bxBqf9owRGaG0T/RbedV5by9nLYGRjOfaszSzpuq+Iriw03SbzU9lvE0cMU8ryM7jezs7PhIwpUbiQCd2M4ruL/wf4es7b7dqWjeH7qzgYG4u9A1Kdbuxzx5mCx8xRnk5Bx/Cea0vGek+G/AehaDpsdvc3OjX1zJJfEHfPq04jzBA7DG7zGxheFOwLjHFZ+1WyOl5hThH93TSfmchp8Ot2MrtoM1zFLEC0kWja/HqDoB13QMSSB3ArtPB/wAUJFW3j8UNbyWc52Q6xboUjDZxtnQ8xnPGegPXFVvHHhz4g3Pg+51S5k8C+HBYQNdW0cVjNJNZMg3LtuFdBvGMcJg9MEGuU0na2pajbXV1HqT3Wn2l9fbUXBuZI2WdSi8AloixX1Y04y5hYWUcZU9lUSTezWh9Eq2RkEEHkEUjyKoyzBR6k4r5zg8TePNI8EXUVndDS9L04tPZm4jEl68CkN5LZyqLgEA8tggfLivozTD513bswHMRb8cD/GrS1OXEYeph/jQz7Tb/APPaP/voUfaYP+e8f/fQrWuyI7aWRVXKoWGR6CvP/wDhMtU/542n/fs/411UcFOtfl6HmYjH08O1z9TqvtEH/PeP/voUn2q3/wCe8f8A30K5b/hMtU/542n/AH7P+NH/AAmWqf8APGz/AO/Z/wAa3/sqsc39s4fzOp+1W/8Az3j/AO+hR9qt/wDnvH/30K5b/hMtU/542f8A37P+NH/CZap/zxs/+/Z/xo/sqt5B/bOH8zqvtNv/AM94/wDvoUfaIP8AnvH/AN9CuV/4TLVP+eNn/wB+z/jR/wAJlqv/ADxtP+/Z/wAaP7KrB/bOH8zqvtMH/PeP/voVFd6jY2trLdXF3DFDChkkdnGFUDJNYNh4t1Ke+gheG02ySKpwhzgn61V/aUuZLX4O6v5J2GUxxMR12lxn+VceNoSwkHKXZs9jJHDNcXTw8Hbmko37XZx9v4n8f/EKeW48JTWvhvw8sjRxX90gaa4IOCVHp9PzzmrH/CIfFD/orsf/AICLXonwysbew0C2sbdAsNtbJHGMdAGf/CutCrj7o/KuGGC54qVSTb9WvyPoMRxE6FWVPB0YRpp2V4Rk7d25Jtt9enZHh3/CIfFD/orsf/gItH/CI/FD/orsf/gIte47V/uj8qNq/wB0flV/UKfd/e/8zD/WjGfyU/8AwVT/APkTw7/hEfih/wBFcj/8BFo/4RH4of8ARXI//ARa9x2r/dH5UbV/uj8qPqFPu/vf+Y/9aMX/ACU//BVP/wCRPDv+ER+KH/RXI/8AwEWgeEfih/0V2P8A8BFr3Hav90flRtX+6Pyo+oU+7+9/5h/rRi/5Kf8A4Kp//Inh3/CIfFD/AKK7H/4CLR/wiHxQ/wCiux/+Ai17jtX+6Pyo2r/dH5UfUId397/zD/WjGfyU/wDwVT/+RPBdRvPin4GgOq3WsWHjDTIvmuoggjmRO5XHp+P0r07wpr2n+JtAtda0uQvbXKbhn7ynoVI7EHIrp7uOOS2kR41ZSjAgjIIx0rxL9nHNvH4t0mI4tbPWXEKk/dByD/6CKzcHQqxindSvv0aN51aea4CriJU4xq0nHWKUVKMnbVLS6drNJaXuej+Jte03w7pT6lqs/lQghVAG55HPREUcsx9K8n8eeNPGhjWb7Lc6HpkgDbbRRLdeWejs3RfooJHvWb4j1S58aeNRJFcLFaiaS209nGUt4Y8ma5I9Ttb8lHSua8W/ED4beGdXt9K1drcXDxo4Goi6u5/LYZRpTGwW33AhtqhiARlR0rnnUq4lyhRdktL/AJnx851Krag7JGbc3RvY5Glmnu3N8iG5mmklHknDhsE4yR8uAOp6V1MPhqaMq5bTNBlIDRxXer/ZJyD0Yop+UHtu/Ku+8H6J4ZutFvfEnh/SXOs2Nq7W1q1491AJTFviki3HBDArhsDgngHNaXgoSaxoiReEksE0zaPtWsX1uZ5b2cgGUqmV3HcSGdmwGyApwcctPA2blUk2/VkQwut5u5xeneLPGnhPUv7O1MvqKqok+y3cgLyR/wB+GcDDj6j64r1nwr4i0zxJpgv9MlLANslicbZIX7o69j+h7V5H4pSy07SNW0M6kt9NpWs20umsIggjWUxpPEm3gKDI/wAvbHtWbpOrzeF9eh8QW+RCCseoRDpNATyT/tJ94H0zVfXHhcRGjUd4y2fVf8Aft3QqKEndM8c/4KI/8lY0D/sAp/6UT0U3/goY6yfFPw9JGwZH8PxsrDoQbibBor6COx0y3PSvhnIbjwr8P4Wz5dl4WMgH+1LPjP5IR+NXbK20IxaFHqgubm60VrjTb/TDdmCK7tSfNjfJIXOFDYJAYIwJG2qXw2ia28I/D25biO+8LtCp/wBuKbdj/vlmP4VteIYdPfVdPjnNxa3d1vhgu4SByBu8p8gq4YbiFYMp2nisJK7PoaWCWKwEeV2abOs8Q+EfDvinS/7E8N/D260SeYCOTUWgFktrGfvHKNmQkZAGCDnrVLVtC1Wb4h6X4Z8RXGsXdvc6m5t0DH7C1gkDsmNo+SWNkTkkHccjIPFaPxx4rjSWMePLFhAxWRp9Oi8xT74ZR/47VbW/HHiy0sjDceM4Vju4yBcPpYDxqerRuhAVsdNwPasZYWrNpa6f19xishx17KGp2njrT/COhWAh8QeKNdv5yubHT2vPPmLj7rJFj5iDjlvlHeuA8KaY9l9svbiMRXV7IJGj3bvKQDCJnuRySfUnHFQaPbpJYNeaDbx2kkrndcXkTSS3I/vsxbeSfViTV/RLGe0a6ur68W6uZ3y7qMIijoqjPAHP5mt40uSL5nqe5gMmjg71Kkvf7FPxgs15LpGhqUS01bUIrS6kJ+ZIycnA75xt9s19E6evl6hEi/dETAfpXzra7tZ+I3hixiyyjUPtBx2jiRmZvzK/nX0XY/8AIST/AHG/mKcd0eFnU+au9ehf1D/jxn/65t/KvF7uUQW005XcI0ZseuBmvaNQ/wCPGf8A65t/KvF72Ez2k8AIBkjZQfqK9zLubkny7nxOaKLrUufbr6XMsa/br4WTX5oZFhaNZDGvLDJAx+tS6vqyaetixhaQXc6xDBxtz3rj521aTwkPCiaLdm8QCMyYHlbVbO7d74q/JPf69daTaDSbq0FpOstzJMuFXaMYB75NcyzKrJcqvzWj0fxX97p2Palw9hqcvaStyKVRv3l8Fvce99Xfzb0NLUPEVyuoXNrpeky6gtmcXDhwoU9doz1NS3Pia1XRbTUbaGW5e8YJbwLwzP3B9MVladousSanrM0WpXOmxyXbMqrCrCQY+9k/l+FU7PTdStfDOi3QspZJtPu3llgxh2UkjIH61H1zG+82nZ36LS0ktLa7dzf+yso9yKcW04p+9JN3g3aTeivJJXi9E7M6LSdeee8nsNTsX0+7hi87YzhlaP8AvAiqKeLp/KTUJNHmTSHk2LdbxnBOAxX0qBFvNa1m71ddPuLWCPTntYlmXDyuST09O1Ld2F63wvj09bWQ3QgUeVt+bO70qvrGKlF8knZKTTt8VrWvp6mf1DLKdWCqU1ebhGUeZ2hzJ8zTv003bS2O70Y51SzI5BlUj8xWh+1B/wAke1H/AK7Q/wDoQrM0AEX9gG4IdM/pWn+1B/yR7Uf+u0P/AKEKnP3ei3/dY+Ako5vRS/5+R/NHVeBD/oH/AGxT/wBCkroZbm3hKiaeKMtwN7AZ+ma8p8a+MJfAvwm1TxFbRrJdxQRRWwYZHmPI6qT7DOfwr5K8F6N4w+LHjuM3NxfaiWmWTULyWQ7YIs5YljwvGcAVpgcC69J1JS5YoyxlbkruKV22foeGU9DRkV8kfss/EPWNO+JEvw9v9Sn1LR55JY7J5XLGFkyRtJ/hYDp0q5ZeLvjR4mu/G99oni60s7DwvPM/lSWkW6VU3HYDsP8ACverll81JrmVrJ38mZe2S3Wv+R9V5FGRXySPiL8aIvh7B8WZfEGmPo/2wQPpS2qjcu7aTnbkZIP8Wa6648efEb4meO7zw38O9RsvD1jpdtHLeXk8QkdncfdGQeM5AwO2SamWXzje8lZbvtYFXT6H0RuFGRXyn4k+MXxG8M+HfFPhfXLy1TxTocsDRajBAhWaJ2GcqRtzgg5wPpV5vGnxc8CX/hDXfF/iCw1jR/EUqJLZx26q0AYKeCFHIDZ6kcGn/Z1W268vPS+ge3j2Pp7cKXIr5B8R/G/xZrviXWZNK8caT4S0/T5njsrW4tvMe72kjJOxsZx7DmtLwb8dfFt7r3hbWdZuYYvD95dNpepRJCojS4AGJA2NwBDq2M9mpvLK6jcX1iFz6ouGHkv/ALp/lXzD4A8X2/h+78f2P2HULq7udQmMJtkQqpPmAbizDHNd38L/ABl4m8cfFPxbNBfhfB+kZtLaFYU/fTdC2/G7sT1xyK898F+DrzxFqfjDUtGuUh1Wy1iRUjlOIriNmYmNsdDkAhu3PY14GbU61KpBQtza/lsfS5ZOUsoxzp72h/6Wg8Lvb6X/AGRJqyPHZi0ey1A/xRxzRbHfj0bBPtk1wPjX4L23xH8dPq1reatHezKBeJb2aSLciJUTzULOuwlTGSpyAW+oHfaZdG+svNkt3gcO8ckUmCVZWKsDjjqDUtnqNx4cljk0zWrvSA2UUIVaIAkEqFkVlXJAPAGSK+ay3MpYdyozi73e34nxlHGRoxcauiOln8D674Z8L2jwyatDpsFt5U1jpc264iSOIJASQMyEYJYL3bgEV1N1Z+F/D3h3T5/EGqXumX11axyXVpZ3Lo11NtHmERJzksTkgAZPNcInjbxa8bXcPi6+mVD0WzgZW/ARZI+hrHjvrnWL+61O7lnuruYAS3csezkdERD0VR26c9ySa66mPUVKqr9N9kbTzWhZKGrLOuTWN/qfnabpY0jTUcPFbu+6SV1U4LendtuTzzms+2vrW/0a2uLjEMV/GFCMc53r938qdBZSC5aW51B7qVUKoCioIw3U4Xucda5y5sP7G06ETahNqE1lAI7WMoERCF2rhR1Y8DJJ68Yrx8RJYiquaV5af0vwPOVadduVRWfQ8o/a3vJL+8+H93MxaSTwlBuJ74nmH9KKuftoaU2h+IPA2kP9+18KQRt/vCabP60V99T+FH0LPo/4d+HrnXP2Y/BNxpihtW02zW7swTjzCCwaP/gSkj8q5G7hvNf0+aLT9agEE0u8R38LefYzKc4VlIwVYdDn06V6z+zhMlv+z54Qmk+6mmKT/wB9NWF8QPDMOuarJrehtHpWpP8A67K7obvHQyKOjf7Y59c1n1PWwONVBck/hZjtpNu8UN5dWdpqGpxRAGYoE8xgOvcD9aZaXuqX12sMujtZW6czNOyvu9FQDr9awtDi1rUbkWrX+gaTMbiW2jW5vmJneL75UKvCj1bH0qG81W5sJ7aG8uoL6O8haa1uNMma4jkVWCsCMblIJHUYPY8GueGY0JVfYc15fP8A4bo/uPqKecUHHlbv2bvodJrNvKzmSHXJ7IEYaNQrDH+yDyDWLBF4s1YT2nhWzt20yC5azkkkBZ4mWFJTI3PzbtxUKP4sepqK2XW9QO3TfDuoy5/5aXKfZ4x75bk/gDXR+C5PF3g+4v8ATV0q21KXVpVvEnRmS2tX2iN1kYjJG1EIwMkkjHFY5rUxscN/savO60ODH5spQVOE/uND9nrTdTfxLq+qeIdNFnqMFlbRQw79xtlkXe6t6OSASOwwK9vsv+QlH/1zb+lcB4Cl/sS0e3viLm8vLhri7u1GDJK3t2UDAA9BXfWP/ISj/wCubfzFdND2nLH2vxdbbHzNao6jc5bs0NQ/48Z/+ubfyrxw17HqH/HjP/1zb+VeOEdfevo8r2kfL5z8UDnpPFdlNqn9laXG1/d85CsFRcdcsf6A1pL/AGxIMu1lD7BWcj8cj+VcprHw9hku2vNHv3spSxYKc4B9iORUK6f8RLH5YNQhu0HTcyn+YzXIsXjac5fWaUmunJZq35n0MsqybE0oPL8TCMraqrdO/r8Nvl82dl9n1AnnUVHsIF/rQYNRHI1FW/3oF/pXHi++I8fB022f32D+hpftvxHkOBp9tH77QP5mr/tOn/z7qfc/8zD/AFbxH/QRh7f4of5HWyHWI+QLK4A7fNGT+PI/SqFj4q0+bVG0q7V7K+VtvlyEFWPoGHFc8+l/ELUBtudTitUPUI4X/wBBGat+H/ANrZ3qX2oXj3lwjBwBwu7sT3NQsXjqtWP1ek1G+vPbby6mryvJsNh6jx2IhKdvdVK7d/N/Db5fM7/R/wDkLWn/AF2X+daH7UH/ACR7Uf8ArtD/AOhCs/R/+Qtaf9dl/nWh+1B/yR7Uf+u0P/oQqeIP4Mv8LH4f/wDI1of9fIfmhde8HweOvhnqXhqaXyWuraMwy4z5ciu5U/TIFfN81n8XfAXgq8+H1j4R1GE3V40k+o6fbNN9ojIwFDoDgfXBx2r668B/8eH/AGyT/wBCkrpMVOFxTp0vZyjzR3sPERft5Ti7PU+XP2VPgzr+i+JE8a+LLN7B4I2WytJT+9LMMF3H8OBnAPNekeBvhRqXh7T/AB/bTaraznxQ0xgKRMPI3oyjdzzjd2r1vFLWlbG1asnJ9bfgc8aMYpHiM3wW1aT9npfhmNatBeLc+d9r8pvLx5hfG3OfbrUOr/BfxNpeuQeJfh74tj0TVpbSO21BJYS0NwVUDeB26Zwc17pRUrG1lfXdt/eP2UT56vv2edS1DwZr0Wo+KEvvFeuTRSXOozxHy1VGztVQc+n5V1vxN+Feo+LdD8Hafb6pa2zaBPHJM0kZYTBVUEDB46V6xRQ8ZWbTvt/lYPZR7Hz14g+AniCy8TanfeBfEmnafYarKZJ7e9slmMDE5JjJ+p9Kb8dfCFj4a/Z4bQ7hrnWNVN1E0FxHbgPJcluW2oOFC5H0r6HpCoPWqWOq80XLW39bi9jGzt1PPfgR4PHgr4V6dpcke29mhNzeEjkyuMkH6DA/CuP/AGe/+Qr46/7DTfzevb5+IH/3T/KvD/2fP+Qp476f8hpv5vXj46bqYiE3u2/yPqMnSjlWNXlT/wDS0c98VNObwp42lvotp0vWpPNwP+WNzj5lPpuxkfiKylurK5Qo7Iynqj//AF69R8S6Qt1HcWWr2q3NvPkOHGVcfXsf5V5br/gfVdKtri60e8jvrWKNpBb3TFZVAGcBwCG/EA+5rw8xyeVWp7ajufHYvBOb5o9ehDdXN/E/l28VgYeiSeaRsHqV7/hRe3Fq9ukU1zLK6Dh42Ktn1yOKgTSdIWx8678d2UNwIYZHhi09pFQyYwobf823PzYHAGTS6X4W17Uru9ht7zSRbWtwYBeIzyLN8qtuRcDI+bHXqDXkYeFTETUKKs1rs1fzu99+hxPKKsV72qfmtCqb77LbyeW5ReXlmlfLH3J+lJo1tbXYXXNRubiGytylxaRWzx/abli2FnCORmFWxyeD9Oa7fRvh/o9rIlxqckmr3CkMv2gAQqfURjj/AL63GtGHwdop1Ka4ks1u0lXalpOiyQwktuJRSPly3PpnOMZNevHJaranKdnfX/gef5HoYPAwoWbWx8y/ty3GrXXjfwrPrdvFb37eHl81Y2DKf9Jnw3BIGRg4BOM9aKd+3bbz23xG8PxzjaToSFU/ur9om4or6aHwo7Jbn1l+zUqv8AfByOoZTpqgg9/mauru/DtrIxa3kaEnt1Fct+zN/wAkD8G9f+Qav/oTV6L+dYvc2WxwN78O9Nnlmlk03TJ3nYNKzxDc5HQmn2HgxdOmlmsNOsbaSXAkeEBS35Cu7/Oj86VwscgNA1EnkRD6vU8Xhu4J/eXEaj/Z5rqPzo/Oi4WRlafolnauJG3TSDkFjwPwrXsj/wATKPt+7bv9Kb+dMljSUAOpODkc4I/KmnrcGro1bxWktZY15ZkIH1Irzr/hE9a/54x/9/BXWfZYfSX/AL+t/jR9lh9Jf+/z/wCNdlDGyoX5epw4nAQxFuZ7HJf8IlrX/PGP/v4KP+ES1r/njH/38Fdb9lh9Jf8Av8/+NH2WH/pr/wB/W/xro/tar5HL/YtHu/6+RyX/AAiWtf8APGP/AL+Cj/hEta/54x/9/BXW/ZYf+mv/AH9b/Gj7LD/01/7+t/jS/tar5B/YlHu/6+RyX/CJa1/zxj/7+Cj/AIRPWv8AnjH/AN/BXW/ZYfSX/v63+NH2WH0l/wC/z/40f2tV8g/sSj3f9fI5nT/C+sQ38EzwxhUkVm/eDoDR+0dY3F/8H9ZW3Uu0ISYqBklVcZ/Ic/hXTfZYfSX/AL/P/jTZrG1mheGaJ5I3Uq6NIxDAjBBGeRXFjcRLFwcZ9mj2MkjHKcVTxFPXlkpetmZ/wo1K31bw1bajasGhuLZGXnp80mR9QeK7GvCZPAHjPwfqE83w71G1uNLncyf2XfuQImPXY2Rx+I7ZzjNS/aPjb/0LWgf+Bzf/AByuGGLcIqM4O67K6PosRkVHEVZVcLiafJJ3XNJRkvJp9V5XTPcaK8O+0fG3/oWtA/8AA5v/AI5R9o+Nv/QtaB/4HN/8cqvr0f5JfczH/Vyp/wBBFL/wZE9xorw77R8bf+ha0D/wOb/45R9o+Nv/AELWgf8Agc3/AMco+ux/kl9zF/q5U/6CKX/gyJ7jRXh32j42/wDQtaB/4HN/8co+0fG3/oWtA/8AA5v/AI5R9ej/ACS+5h/q5U/6CKX/AIMie40V4d9o+Nv/AELWgf8Agc3/AMco+0fG3/oWtA/8Dm/+OUfXo/yS+5j/ANW6n/QRS/8ABkT2u+ljgs5pppEjiSNmd2OAoAySTXin7N6tc2XijXFQi21HWJHgJ43KMnP/AI9j8DVe78J/FDxkBYeKdQsNC0diPtENhI0kk6/3SSxH6gexr1PQNJsdC0e10nTLcQWlsgSNB6ep9STkk9yazcpV6kZ8rSjffq2b1I0MswFXDKrGpUquN+V3jGMXffZtu22yW+pcdUdSrKrD0PNUZ9I06XObdVP+y2K0Pzo/Oug+dMH/AIRXR1AEcIjC52hVXjPXt3p0PhnToUEcRdEHRUAUD8AK3Pzo/OmFkZUehacnWNn/AN5zV63tba3H7mCNPoKn/Oj86LhofDH/AAUQ/wCSr6B/2AU/9KJ6KP8Agoh/yVjQP+wCn/pRPRW8djGW59Rfsz5/4UH4N5/5hq/+hNXouD6153+zN/yQPwb/ANg1f/Qmr0WsHuarYTB9aMH1paKQxMH1owfWlooATB9aMH1paKAEwfWjB9aWigBMH1owfWlooATB9aMH1paKAEwfWjB9aWigBMH1owfWlooATB9aMH1paKAEwfWjB9aWigBMH1owfWlooATB9aMH1paKAEwfWjB9aWigBMH1owfWlooATB9aMH1paKAEwfWjB9aWigBMH1owfWlooA+F/wDgoh/yVjQP+wCn/pRPRS/8FEf+SsaB/wBgFP8A0onorojsYy3PqH9mf/kgfg3/ALBq/wDoTV6LmvOv2Z8f8KD8G9f+Qav/AKE1ei8e9YPc1WwZozRx70ce9IYZozRx70gZSSAckdRnpQAuaM0ce9HHvQAZozRx70ce9ABmjNHHvRx70AGaM0ce9HHvQAZozRx70ce9ABmjNHHvRx70AGaM0ce9HHvQAZozRx70ce9ABmjNHHvRx70AGaM0ce9HHvQAZozRx70ce9ABmjNHHvRx70AGaM0ce9HHvQAZozRx70ce9ABmjNHHvRx70AfDH/BRD/krGgf9gFP/AEonoo/4KIf8lY0D/sAp/wClE9FdEdjGW59Q/sz4/wCFB+Df+wav/oTV6Lx/kV5t+zXcRx/AbwajMSf7NXgKTj5mr0P7ZF/00/79msnFt7GnNFbsm4/yKOP8ioftcX/TT/v2aPtcf/TT/vg0uSXYOePcm4/yKpCzYasb1bhgjJhotg+Y4ABz17VP9si/2/8Avg0kl9bRxq7TDDZxwe3Wk01uHPHuT8e/5Ucf5FU/7Us/+ex/74NH9q2X/PU/98Gp5l3J9rT/AJkXOP8AIo4/yKp/2rZf89T/AN8Gj+1bL/nqf++DRzLuHtYfzIucf5FHH+RVC71rTLPT5L+6vYoLaM4d342nsKxv+FieDP8AoYLT8m/wrenh6tVXhFteSM6mLw9J2nNL1aOo4/yKOP8AIrl/+Fh+DP8AoYLT8m/wpf8AhYfgz/oYLT8m/wAK0+pYn/n2/uZn/aOE/wCfsfvR0/H+RRx/kVy//Cw/Bn/QwWn5N/hWlonibQ9aEv8AZeqW90YgDIEJyo9cGpnha8I80oNL0ZUMbhqkuWFRN+qNbj/Io4/yKh+1R+kn/fs0fao/ST/v2a4/bU/5kdVibj/Io4/yKh+1R+kn/fs0v2qP0k/79mj21P8AmQWJeP8AIo4/yKiW5jLhdxUnpuUjNJ9qj7b29whIp+1ha90BNx/kUcf5FQ/ao/ST/v2aPtSf3ZP+/Zpe2p/zILE3H+RRx/kVD9qj9JP+/Zo+1xD7xZR6shAFHtqf8yHYm4/yKOP8io3uI1YrliR12qTik+1R+kn/AH7NN1YLRyQiXj/Io4/yKi+1R+kn/fBpPtSf3ZP+/Zpe2p/zILE3H+RRx/kVD9rj9JP+/ZqVHDoHRgykZBHeqjOMvhdwF4/yKOP8il59aOfWqATj/Io4/wAil59aOfWgD4Y/4KIf8lX0D/sAp/6UT0Uf8FEP+SsaB/2AU/8ASieiuiOxjLc+kP2aZNvwN8Krn/lxSvRJroxwu/UqpOCcV5b+z5MIPgn4SEh2btORlLcAjJHH5V3UtzBJG0byx7WBU/OBwa9ajCLprU8LETkqstDlvC/xUTW74QNpa2kPkGd55Lo7Y12blLfINoI710PhLxb/AG5PPFJaraEDfbZkYm4jHBkUMinaCQM+/wBM0LHQ/DtiVNrbQRERmIkSffQjG1ueQBwPTtUmjaVoWjzyT6fDFFI4ILeaWwDjIGTwDgZx1xzVKm+5Eqq6JnW+efWsO8m2FWz1eb/0YakN7F/z2j/76FZur+dHaWszRuEd5SGKnHL5H5iuHM4L2OhVOUpwmrdP1Ob8QePoNJ1ltNNr5rI6LI3m4IDqWDBQCSOMZ4FZl18U7W38RSaW1huiS5+zmfz/AOLofl29jkdavXmjaXdXV1dSQust3H5VwySEean90+3WoW8M+HWuWuW0uEztMJzISc7x39K8FRit0QoxW8WVrD4pR3d4bddIkBWNnO2bcxxGX4G3B6Y69TXRaF4uh1bU5rKO0uIjE0g3uhCnZs45A5O/p/smswaDoavKyabAvnQmFwox8h6gemal0/StPsLs3lvE/ntuyzyFvvY3Hn12j8qTjHsKUI9Isf8AEtPtnhOWPrm9h4+iPXmMOiebNHEAAXYKCe2TivW9Ts7m+8OyOsEjR/bIyW2nGAjDP0yRWKmkyI6uqEMpBBx3FfoPDtdU8Co36s+YzvCyniItr7KOTu/Bb26FjLjEwhO+FhyQcEYyT939RVp/AEkWo/Y5ryIHyfNysTnPAOOQPXHWure3vWyVHlkv5hKJtJbB5/U1NG+qxzed5rM20L8y5AAGOn4V6LxOItpNfgcccJhr6wZ5/wCIfCX9k3UcPmicOm8Ns29yMdfaum+DNl9k8QXbAYBtgP8Ax9a0b6zub2RXuFyVG0YXHGSf5k1r+CdNmt7+4mSFyoh+Y7f9oH+lcebYmTyyrGbvLlZ15VhYrM6cqcbK51/jDXx4e0b+0PIE5M8UCo0hRcySBASQCQBuzwDVK28a6YsLf2lLHbTR7DL5XmSxRh87N0hRQM4PUCrmqxaXqtobS9lieLesgAm2kMrBlIIOQQQD+FUZtD8OTWV3ZzCOaO82eeZLksz7Pu8k54r+foYmPLacXf0P1tx7MpXfxM0GC9tIw0zWlwr5uCjKEZWiGMEZPEqnir1l460e51S4sx9oRImhQTNC4UtIcKp4+XnA56k1Ti8J+EY9m+OOYxkmMyXP3M7T8uCMcop49Kt2Gg+F7GGWK1t7VFmlSaX97ku6MGVjz1BAP4VpLFUbaRlcXI+5u6o2bdOf+Wqfzqe3b9xH/uD+VZ9xMlz5cUEiyuZFOEOeAeTxT4ruBI1V540ZQAVZwCD9DROtU+pwdn8T/JDUVzNDPEuuRaHYJdSwSzmSVYkSMqCWOcZLEADjrmuej+IAm0T7fDol2ZA0cbI1xCI43kTdGWk3YCkkLnGQSOK6G7k068t2t7prWaJhhkkKsD+dZzaR4aOnxaebey+xxji3DARtx/EoOG/HNZUsVFR9+DuNw10Zq+H9WGsaVDqKWlxaxzZMaT7dzLnhvlJGD1HPQirGot/oFwP+mbfyrP07+zdPthbWk0aQqSVQzbtvsMnp7VJd3UMlrLHHMjuykKqsCST2AFTCvN1Vyxdr9h8qtqXbJsRN/vmuX8fePYPCN9p1rNpN7fG93HfAUAiVcDLbiP4mQenPXtW+s8cDPHNIkbBjw7AfzrJ8Q6VpOuS2k11fyQy2jO0LwTqpBZdp6gjpXVVxHLi5+0i2rvuQo+7oYOpfFSytrLSruC2glGoQxSiB7h0nG8jIVRGQ+0HJ5HANXZ/iXpaa7HpIsrvzZr1bSGQ7Qsh81YnPBJUKzD7wGe1XdR0Lwzf2Nva3kVpL9mSNIZiU82MIQV2t1HKjpip7zSvD91P9oaOzSc3EVw8sZVXd4mDJuI6jIFL65Rsv3cuocj7nR76g0r/jwi/H+ZqA3tt/z8w/99irGlK406HcpBIzgjB5Nevw3UnOdS66ImslZWLXPp+tHPp+tKA3oaNrV9Wc4nPp+tHPp+tLtaja1AHwv/wUQ/5KvoH/AGAU/wDSieij/goj/wAlY0D/ALAKf+lE9FdEdjGW54Xp3j3xxptjDYaf4v160tIF2xQQ38qJGvoqg4Aqf/hZXxD/AOh48R/+DKX/AOKooqiQ/wCFlfEL/oePEf8A4Mpf/iqP+FlfEL/oePEf/gyl/wDiqKKAuH/CyviH/wBDz4k/8GUv/wAVTj8TPiKRz468Sn/uJzf/ABVFFACf8LK+If8A0PPiT/wZS/8AxVN/4WR8Qf8Aod/Ef/gyl/8AiqKKAA/Ej4gkYPjfxHj/ALCUv/xVH/Cx/iB/0O/iL/wZS/8AxVFFADl+JXxEUfL468SD6anN/wDFUf8ACy/iJ/0PXiT/AMGc3/xVFFO4WD/hZfxE/wCh68Sf+DOb/wCKo/4WX8RP+h68Sf8Agzm/+KooouxWQf8ACy/iJ/0PXiT/AMGc3/xVKPiZ8RR08deJR/3E5v8A4qiii7Cwn/CyviH/ANDz4k/8Gc3/AMVR/wALK+In/Q8+JP8AwZzf/FUUUhif8LK+If8A0PPiT/wZS/8AxVH/AAsr4hf9Dx4j/wDBlL/8VRRQAo+JfxEHTx14kH01Ob/4qj/hZXxE/wCh58Sf+DOb/wCKoooAP+FlfEP/AKHnxJ/4Mpf/AIqj/hZXxD/6HnxJ/wCDKX/4qiigA/4WV8Q/+h58Sf8Agyl/+KoHxL+IgPHjrxIP+4nN/wDFUUUAB+JfxEPXx14kP/cTm/8AiqP+FlfEP/oefEn/AIMpf/iqKKAD/hZXxD/6HnxJ/wCDKX/4qk/4WV8Q/wDoefEn/gyl/wDiqKKAD/hZXxD/AOh58Sf+DKX/AOKp3/CzfiN/0PfiX/wZzf8AxVFFAB/ws34jf9D54m/8Gk3/AMVR/wALN+I3/Q9+Jv8AwaTf/FUUUBcP+Fm/Eb/oe/E3/g0m/wDiqP8AhZvxG/6HzxN/4NJv/iqKKAMXxBr+ueIrqO717WL/AFW4jj8pJby4aVlTJO0FiSBkk49zRRRQB//Z"/>
          <p:cNvSpPr>
            <a:spLocks noChangeAspect="1" noChangeArrowheads="1"/>
          </p:cNvSpPr>
          <p:nvPr/>
        </p:nvSpPr>
        <p:spPr bwMode="auto">
          <a:xfrm>
            <a:off x="8286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82108E1-882D-B0F7-1B3C-981BF6B961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8" name="表 3">
            <a:extLst>
              <a:ext uri="{FF2B5EF4-FFF2-40B4-BE49-F238E27FC236}">
                <a16:creationId xmlns:a16="http://schemas.microsoft.com/office/drawing/2014/main" id="{A04133A4-C7A1-C781-A51A-FEE4B21A7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967872"/>
              </p:ext>
            </p:extLst>
          </p:nvPr>
        </p:nvGraphicFramePr>
        <p:xfrm>
          <a:off x="827586" y="1106659"/>
          <a:ext cx="8208910" cy="5183272"/>
        </p:xfrm>
        <a:graphic>
          <a:graphicData uri="http://schemas.openxmlformats.org/drawingml/2006/table">
            <a:tbl>
              <a:tblPr firstRow="1" bandRow="1"/>
              <a:tblGrid>
                <a:gridCol w="820891">
                  <a:extLst>
                    <a:ext uri="{9D8B030D-6E8A-4147-A177-3AD203B41FA5}">
                      <a16:colId xmlns:a16="http://schemas.microsoft.com/office/drawing/2014/main" val="399596146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3176075890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2942317153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3364223370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2381735612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3953378977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1586873835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2561362701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1891104148"/>
                    </a:ext>
                  </a:extLst>
                </a:gridCol>
                <a:gridCol w="820891">
                  <a:extLst>
                    <a:ext uri="{9D8B030D-6E8A-4147-A177-3AD203B41FA5}">
                      <a16:colId xmlns:a16="http://schemas.microsoft.com/office/drawing/2014/main" val="4255794058"/>
                    </a:ext>
                  </a:extLst>
                </a:gridCol>
              </a:tblGrid>
              <a:tr h="519832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1/23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1/30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2/6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2/13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2/20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2/27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3/6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3/13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3/20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3/27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06641"/>
                  </a:ext>
                </a:extLst>
              </a:tr>
              <a:tr h="2175085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723870"/>
                  </a:ext>
                </a:extLst>
              </a:tr>
              <a:tr h="1541429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endParaRPr kumimoji="1" lang="en-US" altLang="ja-JP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976632"/>
                  </a:ext>
                </a:extLst>
              </a:tr>
            </a:tbl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804B131-6987-E4EA-2C44-06236D4FFE42}"/>
              </a:ext>
            </a:extLst>
          </p:cNvPr>
          <p:cNvSpPr/>
          <p:nvPr/>
        </p:nvSpPr>
        <p:spPr>
          <a:xfrm>
            <a:off x="179514" y="1684083"/>
            <a:ext cx="576064" cy="2088232"/>
          </a:xfrm>
          <a:prstGeom prst="rect">
            <a:avLst/>
          </a:prstGeom>
          <a:noFill/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マ</a:t>
            </a:r>
            <a:endParaRPr kumimoji="0" lang="en-US" altLang="ja-JP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ス</a:t>
            </a:r>
            <a:endParaRPr kumimoji="0" lang="en-US" altLang="ja-JP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タ</a:t>
            </a:r>
            <a:endParaRPr kumimoji="0" lang="en-US" altLang="ja-JP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連携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BA5F742-AC10-6419-53C8-8554D9F86739}"/>
              </a:ext>
            </a:extLst>
          </p:cNvPr>
          <p:cNvSpPr/>
          <p:nvPr/>
        </p:nvSpPr>
        <p:spPr>
          <a:xfrm>
            <a:off x="179512" y="4204363"/>
            <a:ext cx="576064" cy="2088232"/>
          </a:xfrm>
          <a:prstGeom prst="rect">
            <a:avLst/>
          </a:prstGeom>
          <a:noFill/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en-US" altLang="ja-JP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連携</a:t>
            </a: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50DBD59F-5F05-A0C1-D751-B541E613B607}"/>
              </a:ext>
            </a:extLst>
          </p:cNvPr>
          <p:cNvSpPr/>
          <p:nvPr/>
        </p:nvSpPr>
        <p:spPr>
          <a:xfrm>
            <a:off x="827584" y="4221088"/>
            <a:ext cx="2880322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設計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D596FC2C-9A94-16EB-5A4A-B5A2E799D22F}"/>
              </a:ext>
            </a:extLst>
          </p:cNvPr>
          <p:cNvSpPr/>
          <p:nvPr/>
        </p:nvSpPr>
        <p:spPr>
          <a:xfrm>
            <a:off x="2483768" y="4632664"/>
            <a:ext cx="2448272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製造・単体テスト</a:t>
            </a: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18793B38-C462-AD7B-E7F5-61549C365C0D}"/>
              </a:ext>
            </a:extLst>
          </p:cNvPr>
          <p:cNvSpPr/>
          <p:nvPr/>
        </p:nvSpPr>
        <p:spPr>
          <a:xfrm>
            <a:off x="5220077" y="2221589"/>
            <a:ext cx="1656179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結合テスト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CDBDE210-3987-477B-AF5C-7EF966C14B29}"/>
              </a:ext>
            </a:extLst>
          </p:cNvPr>
          <p:cNvSpPr/>
          <p:nvPr/>
        </p:nvSpPr>
        <p:spPr>
          <a:xfrm>
            <a:off x="4067944" y="5073980"/>
            <a:ext cx="1656186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結合テスト</a:t>
            </a:r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C074CF5C-716C-FED2-038F-82332488BF58}"/>
              </a:ext>
            </a:extLst>
          </p:cNvPr>
          <p:cNvSpPr/>
          <p:nvPr/>
        </p:nvSpPr>
        <p:spPr>
          <a:xfrm>
            <a:off x="5724128" y="5373215"/>
            <a:ext cx="576064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外結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ST</a:t>
            </a:r>
            <a:endParaRPr kumimoji="0" lang="ja-JP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D70AF5FC-6213-EEE0-3144-F137620A4FC2}"/>
              </a:ext>
            </a:extLst>
          </p:cNvPr>
          <p:cNvSpPr/>
          <p:nvPr/>
        </p:nvSpPr>
        <p:spPr>
          <a:xfrm>
            <a:off x="6300192" y="5733255"/>
            <a:ext cx="576064" cy="360040"/>
          </a:xfrm>
          <a:prstGeom prst="homePlate">
            <a:avLst/>
          </a:prstGeom>
          <a:solidFill>
            <a:srgbClr val="FF8633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受入</a:t>
            </a:r>
          </a:p>
        </p:txBody>
      </p:sp>
      <p:sp>
        <p:nvSpPr>
          <p:cNvPr id="21" name="タイトル 2">
            <a:extLst>
              <a:ext uri="{FF2B5EF4-FFF2-40B4-BE49-F238E27FC236}">
                <a16:creationId xmlns:a16="http://schemas.microsoft.com/office/drawing/2014/main" id="{87F7CC88-9F8C-B2E4-3123-6E5F959AEAEB}"/>
              </a:ext>
            </a:extLst>
          </p:cNvPr>
          <p:cNvSpPr txBox="1">
            <a:spLocks/>
          </p:cNvSpPr>
          <p:nvPr/>
        </p:nvSpPr>
        <p:spPr bwMode="auto">
          <a:xfrm>
            <a:off x="7172675" y="1301731"/>
            <a:ext cx="1647790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altLang="ja-JP" sz="1400" b="1" dirty="0">
                <a:solidFill>
                  <a:schemeClr val="bg1">
                    <a:lumMod val="9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3/17</a:t>
            </a:r>
            <a:r>
              <a:rPr lang="ja-JP" altLang="en-US" sz="1400" b="1" dirty="0">
                <a:solidFill>
                  <a:schemeClr val="bg1">
                    <a:lumMod val="9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運用開始</a:t>
            </a:r>
          </a:p>
        </p:txBody>
      </p:sp>
      <p:sp>
        <p:nvSpPr>
          <p:cNvPr id="22" name="タイトル 2">
            <a:extLst>
              <a:ext uri="{FF2B5EF4-FFF2-40B4-BE49-F238E27FC236}">
                <a16:creationId xmlns:a16="http://schemas.microsoft.com/office/drawing/2014/main" id="{1265E3E9-5C49-BE1B-0C8B-EA656027F2FD}"/>
              </a:ext>
            </a:extLst>
          </p:cNvPr>
          <p:cNvSpPr txBox="1">
            <a:spLocks/>
          </p:cNvSpPr>
          <p:nvPr/>
        </p:nvSpPr>
        <p:spPr bwMode="auto">
          <a:xfrm>
            <a:off x="6812635" y="5544615"/>
            <a:ext cx="1503778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ja-JP" altLang="en-US" sz="1400" b="1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★システムリリース</a:t>
            </a:r>
          </a:p>
        </p:txBody>
      </p:sp>
      <p:sp>
        <p:nvSpPr>
          <p:cNvPr id="23" name="矢印: 五方向 22">
            <a:extLst>
              <a:ext uri="{FF2B5EF4-FFF2-40B4-BE49-F238E27FC236}">
                <a16:creationId xmlns:a16="http://schemas.microsoft.com/office/drawing/2014/main" id="{AED803FE-A713-81E2-45D7-4CF5F3DE2DDE}"/>
              </a:ext>
            </a:extLst>
          </p:cNvPr>
          <p:cNvSpPr/>
          <p:nvPr/>
        </p:nvSpPr>
        <p:spPr>
          <a:xfrm>
            <a:off x="2483768" y="1700808"/>
            <a:ext cx="1584156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設計</a:t>
            </a:r>
          </a:p>
        </p:txBody>
      </p:sp>
      <p:sp>
        <p:nvSpPr>
          <p:cNvPr id="24" name="矢印: 五方向 23">
            <a:extLst>
              <a:ext uri="{FF2B5EF4-FFF2-40B4-BE49-F238E27FC236}">
                <a16:creationId xmlns:a16="http://schemas.microsoft.com/office/drawing/2014/main" id="{34B24A9A-37F9-BCA8-DB01-3DADAED439F0}"/>
              </a:ext>
            </a:extLst>
          </p:cNvPr>
          <p:cNvSpPr/>
          <p:nvPr/>
        </p:nvSpPr>
        <p:spPr>
          <a:xfrm>
            <a:off x="4067944" y="1988840"/>
            <a:ext cx="1224136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製造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単体テスト</a:t>
            </a:r>
          </a:p>
        </p:txBody>
      </p:sp>
      <p:sp>
        <p:nvSpPr>
          <p:cNvPr id="25" name="矢印: 五方向 24">
            <a:extLst>
              <a:ext uri="{FF2B5EF4-FFF2-40B4-BE49-F238E27FC236}">
                <a16:creationId xmlns:a16="http://schemas.microsoft.com/office/drawing/2014/main" id="{D0A7FFCA-EE28-37F8-F9DA-98087552078C}"/>
              </a:ext>
            </a:extLst>
          </p:cNvPr>
          <p:cNvSpPr/>
          <p:nvPr/>
        </p:nvSpPr>
        <p:spPr>
          <a:xfrm>
            <a:off x="6812634" y="2564904"/>
            <a:ext cx="567677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外結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ST</a:t>
            </a:r>
            <a:endParaRPr kumimoji="0" lang="ja-JP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6" name="矢印: 五方向 25">
            <a:extLst>
              <a:ext uri="{FF2B5EF4-FFF2-40B4-BE49-F238E27FC236}">
                <a16:creationId xmlns:a16="http://schemas.microsoft.com/office/drawing/2014/main" id="{7435B8F0-D23A-6F2F-AD46-8D4873AE1FAE}"/>
              </a:ext>
            </a:extLst>
          </p:cNvPr>
          <p:cNvSpPr/>
          <p:nvPr/>
        </p:nvSpPr>
        <p:spPr>
          <a:xfrm>
            <a:off x="7380312" y="2924944"/>
            <a:ext cx="576064" cy="360040"/>
          </a:xfrm>
          <a:prstGeom prst="homePlate">
            <a:avLst/>
          </a:prstGeom>
          <a:solidFill>
            <a:srgbClr val="FF8633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受入</a:t>
            </a:r>
          </a:p>
        </p:txBody>
      </p:sp>
      <p:sp>
        <p:nvSpPr>
          <p:cNvPr id="27" name="タイトル 2">
            <a:extLst>
              <a:ext uri="{FF2B5EF4-FFF2-40B4-BE49-F238E27FC236}">
                <a16:creationId xmlns:a16="http://schemas.microsoft.com/office/drawing/2014/main" id="{A6E05B62-5F87-C5D7-EE2C-0072821F7C50}"/>
              </a:ext>
            </a:extLst>
          </p:cNvPr>
          <p:cNvSpPr txBox="1">
            <a:spLocks/>
          </p:cNvSpPr>
          <p:nvPr/>
        </p:nvSpPr>
        <p:spPr bwMode="auto">
          <a:xfrm>
            <a:off x="7812360" y="2376264"/>
            <a:ext cx="1503778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ja-JP" altLang="en-US" sz="1400" b="1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★</a:t>
            </a:r>
            <a:endParaRPr lang="en-US" altLang="ja-JP" sz="1400" b="1" dirty="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システムリリース</a:t>
            </a:r>
          </a:p>
        </p:txBody>
      </p:sp>
      <p:sp>
        <p:nvSpPr>
          <p:cNvPr id="28" name="矢印: 五方向 27">
            <a:extLst>
              <a:ext uri="{FF2B5EF4-FFF2-40B4-BE49-F238E27FC236}">
                <a16:creationId xmlns:a16="http://schemas.microsoft.com/office/drawing/2014/main" id="{849C76F1-DC93-D27E-2D43-6EAC73B492DA}"/>
              </a:ext>
            </a:extLst>
          </p:cNvPr>
          <p:cNvSpPr/>
          <p:nvPr/>
        </p:nvSpPr>
        <p:spPr>
          <a:xfrm>
            <a:off x="4103950" y="3501008"/>
            <a:ext cx="1656179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ツール開発</a:t>
            </a:r>
          </a:p>
        </p:txBody>
      </p:sp>
      <p:sp>
        <p:nvSpPr>
          <p:cNvPr id="29" name="矢印: 五方向 28">
            <a:extLst>
              <a:ext uri="{FF2B5EF4-FFF2-40B4-BE49-F238E27FC236}">
                <a16:creationId xmlns:a16="http://schemas.microsoft.com/office/drawing/2014/main" id="{D802DC39-8A93-9791-5B79-D560B4ACF3C6}"/>
              </a:ext>
            </a:extLst>
          </p:cNvPr>
          <p:cNvSpPr/>
          <p:nvPr/>
        </p:nvSpPr>
        <p:spPr>
          <a:xfrm>
            <a:off x="5724129" y="3501008"/>
            <a:ext cx="792083" cy="360040"/>
          </a:xfrm>
          <a:prstGeom prst="homePlate">
            <a:avLst>
              <a:gd name="adj" fmla="val 23499"/>
            </a:avLst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ツール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テスト</a:t>
            </a:r>
          </a:p>
        </p:txBody>
      </p:sp>
      <p:sp>
        <p:nvSpPr>
          <p:cNvPr id="30" name="矢印: 五方向 29">
            <a:extLst>
              <a:ext uri="{FF2B5EF4-FFF2-40B4-BE49-F238E27FC236}">
                <a16:creationId xmlns:a16="http://schemas.microsoft.com/office/drawing/2014/main" id="{4E2E79BA-668D-F346-89E4-8FF97E2F2585}"/>
              </a:ext>
            </a:extLst>
          </p:cNvPr>
          <p:cNvSpPr/>
          <p:nvPr/>
        </p:nvSpPr>
        <p:spPr>
          <a:xfrm>
            <a:off x="6732245" y="3501008"/>
            <a:ext cx="1224131" cy="360040"/>
          </a:xfrm>
          <a:prstGeom prst="homePlate">
            <a:avLst>
              <a:gd name="adj" fmla="val 23499"/>
            </a:avLst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マスタ更新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SE</a:t>
            </a: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作業）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0E710081-BBD1-7DC2-2FA3-76CFA67CBC83}"/>
              </a:ext>
            </a:extLst>
          </p:cNvPr>
          <p:cNvCxnSpPr/>
          <p:nvPr/>
        </p:nvCxnSpPr>
        <p:spPr>
          <a:xfrm>
            <a:off x="7164288" y="1297733"/>
            <a:ext cx="0" cy="4982613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32" name="タイトル 2">
            <a:extLst>
              <a:ext uri="{FF2B5EF4-FFF2-40B4-BE49-F238E27FC236}">
                <a16:creationId xmlns:a16="http://schemas.microsoft.com/office/drawing/2014/main" id="{0189FA9C-FF87-990A-05E3-E12CF17DF27F}"/>
              </a:ext>
            </a:extLst>
          </p:cNvPr>
          <p:cNvSpPr txBox="1">
            <a:spLocks/>
          </p:cNvSpPr>
          <p:nvPr/>
        </p:nvSpPr>
        <p:spPr bwMode="auto">
          <a:xfrm>
            <a:off x="9716624" y="1137390"/>
            <a:ext cx="1647790" cy="1427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14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稼働日の変更</a:t>
            </a:r>
            <a:endParaRPr lang="en-US" altLang="ja-JP" sz="14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/>
            <a:endParaRPr lang="en-US" altLang="ja-JP" sz="14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/>
            <a:r>
              <a:rPr lang="en-US" altLang="ja-JP" sz="14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3/17</a:t>
            </a:r>
            <a:r>
              <a:rPr lang="ja-JP" altLang="en-US" sz="14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運用開始</a:t>
            </a:r>
            <a:endParaRPr lang="en-US" altLang="ja-JP" sz="14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/>
            <a:r>
              <a:rPr lang="ja-JP" altLang="en-US" sz="14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↓</a:t>
            </a:r>
            <a:endParaRPr lang="en-US" altLang="ja-JP" sz="14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/>
            <a:r>
              <a:rPr lang="en-US" altLang="ja-JP" sz="1400" b="1" dirty="0">
                <a:solidFill>
                  <a:srgbClr val="FF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3/24</a:t>
            </a:r>
            <a:r>
              <a:rPr lang="ja-JP" altLang="en-US" sz="1400" b="1" dirty="0">
                <a:solidFill>
                  <a:srgbClr val="FF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運用開始</a:t>
            </a:r>
            <a:endParaRPr lang="en-US" altLang="ja-JP" sz="1400" b="1" dirty="0">
              <a:solidFill>
                <a:srgbClr val="FF0000"/>
              </a:solidFill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/>
            <a:endParaRPr lang="en-US" altLang="ja-JP" sz="14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pPr algn="ctr"/>
            <a:endParaRPr lang="ja-JP" altLang="en-US" sz="14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9017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1088A6-A888-ACA9-2A99-3065C8BD5006}"/>
              </a:ext>
            </a:extLst>
          </p:cNvPr>
          <p:cNvSpPr txBox="1"/>
          <p:nvPr/>
        </p:nvSpPr>
        <p:spPr>
          <a:xfrm>
            <a:off x="162802" y="214739"/>
            <a:ext cx="10163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ja-JP" altLang="en-US" sz="2400" b="1" dirty="0">
                <a:solidFill>
                  <a:srgbClr val="00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３．開発スケジュール</a:t>
            </a:r>
          </a:p>
        </p:txBody>
      </p:sp>
      <p:sp>
        <p:nvSpPr>
          <p:cNvPr id="12" name="スライド番号プレースホルダー 1">
            <a:extLst>
              <a:ext uri="{FF2B5EF4-FFF2-40B4-BE49-F238E27FC236}">
                <a16:creationId xmlns:a16="http://schemas.microsoft.com/office/drawing/2014/main" id="{9B9D99AC-7CA6-CE3E-EBF5-2235DB76A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6C713EB0-FB6E-3C81-C834-EB86EDE68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923748"/>
              </p:ext>
            </p:extLst>
          </p:nvPr>
        </p:nvGraphicFramePr>
        <p:xfrm>
          <a:off x="827586" y="1106659"/>
          <a:ext cx="7410340" cy="3735318"/>
        </p:xfrm>
        <a:graphic>
          <a:graphicData uri="http://schemas.openxmlformats.org/drawingml/2006/table">
            <a:tbl>
              <a:tblPr firstRow="1" bandRow="1"/>
              <a:tblGrid>
                <a:gridCol w="712470">
                  <a:extLst>
                    <a:ext uri="{9D8B030D-6E8A-4147-A177-3AD203B41FA5}">
                      <a16:colId xmlns:a16="http://schemas.microsoft.com/office/drawing/2014/main" val="2381735612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3953378977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val="1586873835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2561362701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1891104148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4255794058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val="1848765550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1978295502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2662342819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3674085960"/>
                    </a:ext>
                  </a:extLst>
                </a:gridCol>
                <a:gridCol w="547260">
                  <a:extLst>
                    <a:ext uri="{9D8B030D-6E8A-4147-A177-3AD203B41FA5}">
                      <a16:colId xmlns:a16="http://schemas.microsoft.com/office/drawing/2014/main" val="3189327858"/>
                    </a:ext>
                  </a:extLst>
                </a:gridCol>
              </a:tblGrid>
              <a:tr h="565123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2/20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2/27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3/6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3/13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3/20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uLnTx/>
                          <a:uFillTx/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+mn-cs"/>
                        </a:rPr>
                        <a:t>3/27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4/3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4/10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4/17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4/24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1" lang="en-US" altLang="ja-JP" sz="1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5/1</a:t>
                      </a:r>
                      <a:endParaRPr kumimoji="1" lang="ja-JP" alt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06641"/>
                  </a:ext>
                </a:extLst>
              </a:tr>
              <a:tr h="3170195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635911"/>
                  </a:ext>
                </a:extLst>
              </a:tr>
            </a:tbl>
          </a:graphicData>
        </a:graphic>
      </p:graphicFrame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1386200-874E-C011-8CC5-EE1A10325F6A}"/>
              </a:ext>
            </a:extLst>
          </p:cNvPr>
          <p:cNvSpPr/>
          <p:nvPr/>
        </p:nvSpPr>
        <p:spPr>
          <a:xfrm>
            <a:off x="179514" y="1844824"/>
            <a:ext cx="576064" cy="2592287"/>
          </a:xfrm>
          <a:prstGeom prst="rect">
            <a:avLst/>
          </a:prstGeom>
          <a:noFill/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ＢＯ画面</a:t>
            </a:r>
            <a:endParaRPr kumimoji="0" lang="en-US" altLang="ja-JP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0A83764B-7E97-2965-33A3-23FEBF2FF826}"/>
              </a:ext>
            </a:extLst>
          </p:cNvPr>
          <p:cNvSpPr/>
          <p:nvPr/>
        </p:nvSpPr>
        <p:spPr>
          <a:xfrm>
            <a:off x="4980509" y="3058957"/>
            <a:ext cx="1440154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結合テスト</a:t>
            </a:r>
          </a:p>
        </p:txBody>
      </p:sp>
      <p:sp>
        <p:nvSpPr>
          <p:cNvPr id="10" name="タイトル 2">
            <a:extLst>
              <a:ext uri="{FF2B5EF4-FFF2-40B4-BE49-F238E27FC236}">
                <a16:creationId xmlns:a16="http://schemas.microsoft.com/office/drawing/2014/main" id="{66E749EE-85A8-12B7-1C43-62400377500C}"/>
              </a:ext>
            </a:extLst>
          </p:cNvPr>
          <p:cNvSpPr txBox="1">
            <a:spLocks/>
          </p:cNvSpPr>
          <p:nvPr/>
        </p:nvSpPr>
        <p:spPr bwMode="auto">
          <a:xfrm>
            <a:off x="3607837" y="1300618"/>
            <a:ext cx="1838928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altLang="ja-JP" sz="1400" b="1" dirty="0">
                <a:solidFill>
                  <a:schemeClr val="bg1">
                    <a:lumMod val="9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3/17</a:t>
            </a:r>
            <a:r>
              <a:rPr lang="ja-JP" altLang="en-US" sz="1400" b="1" dirty="0">
                <a:solidFill>
                  <a:schemeClr val="bg1">
                    <a:lumMod val="95000"/>
                  </a:schemeClr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運用開始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85D9ABD7-348D-B149-2A64-BDB484409F80}"/>
              </a:ext>
            </a:extLst>
          </p:cNvPr>
          <p:cNvSpPr/>
          <p:nvPr/>
        </p:nvSpPr>
        <p:spPr>
          <a:xfrm>
            <a:off x="895209" y="2157520"/>
            <a:ext cx="2160242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設計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E84BC035-48B5-DCB4-272F-7FF62874338E}"/>
              </a:ext>
            </a:extLst>
          </p:cNvPr>
          <p:cNvSpPr/>
          <p:nvPr/>
        </p:nvSpPr>
        <p:spPr>
          <a:xfrm>
            <a:off x="2847887" y="2698917"/>
            <a:ext cx="2096618" cy="360040"/>
          </a:xfrm>
          <a:prstGeom prst="homePlate">
            <a:avLst/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製造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単体</a:t>
            </a:r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97D670B6-FCB9-54EA-E8E2-C748D03A7538}"/>
              </a:ext>
            </a:extLst>
          </p:cNvPr>
          <p:cNvSpPr/>
          <p:nvPr/>
        </p:nvSpPr>
        <p:spPr>
          <a:xfrm>
            <a:off x="6624688" y="3483637"/>
            <a:ext cx="360036" cy="360040"/>
          </a:xfrm>
          <a:prstGeom prst="homePlate">
            <a:avLst>
              <a:gd name="adj" fmla="val 30124"/>
            </a:avLst>
          </a:prstGeom>
          <a:solidFill>
            <a:srgbClr val="0070C0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1" name="矢印: 五方向 20">
            <a:extLst>
              <a:ext uri="{FF2B5EF4-FFF2-40B4-BE49-F238E27FC236}">
                <a16:creationId xmlns:a16="http://schemas.microsoft.com/office/drawing/2014/main" id="{D8F9FF16-5789-6348-28C0-5C7805B47AB8}"/>
              </a:ext>
            </a:extLst>
          </p:cNvPr>
          <p:cNvSpPr/>
          <p:nvPr/>
        </p:nvSpPr>
        <p:spPr>
          <a:xfrm>
            <a:off x="7003806" y="3911770"/>
            <a:ext cx="360037" cy="360040"/>
          </a:xfrm>
          <a:prstGeom prst="homePlate">
            <a:avLst/>
          </a:prstGeom>
          <a:solidFill>
            <a:srgbClr val="FF8633"/>
          </a:solidFill>
          <a:ln w="25400" cap="flat" cmpd="sng" algn="ctr">
            <a:solidFill>
              <a:srgbClr val="E0F8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受入</a:t>
            </a:r>
          </a:p>
        </p:txBody>
      </p:sp>
      <p:sp>
        <p:nvSpPr>
          <p:cNvPr id="22" name="タイトル 2">
            <a:extLst>
              <a:ext uri="{FF2B5EF4-FFF2-40B4-BE49-F238E27FC236}">
                <a16:creationId xmlns:a16="http://schemas.microsoft.com/office/drawing/2014/main" id="{F28B8277-72B9-3736-827E-CE02E2B69AF4}"/>
              </a:ext>
            </a:extLst>
          </p:cNvPr>
          <p:cNvSpPr txBox="1">
            <a:spLocks/>
          </p:cNvSpPr>
          <p:nvPr/>
        </p:nvSpPr>
        <p:spPr bwMode="auto">
          <a:xfrm>
            <a:off x="5986910" y="4327392"/>
            <a:ext cx="1725449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/>
            <a:r>
              <a:rPr lang="ja-JP" altLang="en-US" sz="1400" b="1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★</a:t>
            </a:r>
            <a:endParaRPr lang="en-US" altLang="ja-JP" sz="1400" b="1" dirty="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r"/>
            <a:r>
              <a:rPr lang="ja-JP" altLang="en-US" sz="1400" b="1" dirty="0">
                <a:solidFill>
                  <a:srgbClr val="00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システムリリース</a:t>
            </a:r>
          </a:p>
        </p:txBody>
      </p:sp>
      <p:sp>
        <p:nvSpPr>
          <p:cNvPr id="23" name="タイトル 2">
            <a:extLst>
              <a:ext uri="{FF2B5EF4-FFF2-40B4-BE49-F238E27FC236}">
                <a16:creationId xmlns:a16="http://schemas.microsoft.com/office/drawing/2014/main" id="{19E45F8D-0460-008A-47A5-8B947BAEE9E7}"/>
              </a:ext>
            </a:extLst>
          </p:cNvPr>
          <p:cNvSpPr txBox="1">
            <a:spLocks/>
          </p:cNvSpPr>
          <p:nvPr/>
        </p:nvSpPr>
        <p:spPr bwMode="auto">
          <a:xfrm>
            <a:off x="6397056" y="3418997"/>
            <a:ext cx="576061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/>
            <a:r>
              <a:rPr lang="ja-JP" altLang="en-US" sz="1000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外結</a:t>
            </a:r>
            <a:endParaRPr lang="en-US" altLang="ja-JP" sz="1000" dirty="0">
              <a:solidFill>
                <a:prstClr val="whit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r"/>
            <a:r>
              <a:rPr lang="en-US" altLang="ja-JP" sz="1000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78D90111-1E71-2A4C-E2FC-16C9FD1479A7}"/>
              </a:ext>
            </a:extLst>
          </p:cNvPr>
          <p:cNvCxnSpPr>
            <a:cxnSpLocks/>
          </p:cNvCxnSpPr>
          <p:nvPr/>
        </p:nvCxnSpPr>
        <p:spPr>
          <a:xfrm>
            <a:off x="3684359" y="1684430"/>
            <a:ext cx="0" cy="3157547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81502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1088A6-A888-ACA9-2A99-3065C8BD5006}"/>
              </a:ext>
            </a:extLst>
          </p:cNvPr>
          <p:cNvSpPr txBox="1"/>
          <p:nvPr/>
        </p:nvSpPr>
        <p:spPr>
          <a:xfrm>
            <a:off x="162802" y="214739"/>
            <a:ext cx="10163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ja-JP" altLang="en-US" sz="2400" b="1" dirty="0">
                <a:solidFill>
                  <a:srgbClr val="00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４．役割分担</a:t>
            </a:r>
          </a:p>
        </p:txBody>
      </p:sp>
      <p:sp>
        <p:nvSpPr>
          <p:cNvPr id="12" name="スライド番号プレースホルダー 1">
            <a:extLst>
              <a:ext uri="{FF2B5EF4-FFF2-40B4-BE49-F238E27FC236}">
                <a16:creationId xmlns:a16="http://schemas.microsoft.com/office/drawing/2014/main" id="{9B9D99AC-7CA6-CE3E-EBF5-2235DB76A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5AD4A790-0FBB-9459-9A41-1AE7BD623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741398"/>
              </p:ext>
            </p:extLst>
          </p:nvPr>
        </p:nvGraphicFramePr>
        <p:xfrm>
          <a:off x="301308" y="947584"/>
          <a:ext cx="11488357" cy="5400594"/>
        </p:xfrm>
        <a:graphic>
          <a:graphicData uri="http://schemas.openxmlformats.org/drawingml/2006/table">
            <a:tbl>
              <a:tblPr firstRow="1" bandRow="1"/>
              <a:tblGrid>
                <a:gridCol w="1508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9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1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86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18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8142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3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作業工程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3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作業工程の定義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3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作業内容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3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担当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3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納品物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32">
                <a:tc vMerge="1"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9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カスミ</a:t>
                      </a:r>
                      <a:endParaRPr kumimoji="1" lang="en-US" altLang="ja-JP" sz="9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9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ダイソー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anose="020B0604030504040204" pitchFamily="50" charset="-128"/>
                        </a:rPr>
                        <a:t>ｳﾞｨﾝｸｽ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68">
                <a:tc rowSpan="3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設計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・機能要件のシステム設計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画面、外部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I/F</a:t>
                      </a: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概要設計、データ設計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buFont typeface="Wingdings" pitchFamily="2" charset="2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外部設計書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88">
                <a:tc vMerge="1"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外部設計書の承認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>
                        <a:buFont typeface="Wingdings" pitchFamily="2" charset="2"/>
                        <a:buNone/>
                      </a:pPr>
                      <a:endParaRPr kumimoji="1" lang="en-US" altLang="ja-JP" sz="10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68">
                <a:tc vMerge="1">
                  <a:txBody>
                    <a:bodyPr/>
                    <a:lstStyle/>
                    <a:p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・実現内容の詳細化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画面、外部</a:t>
                      </a:r>
                      <a: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I/F</a:t>
                      </a: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詳細設計、ﾃﾞｰﾀ項目定義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 err="1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ー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buFont typeface="Wingdings" pitchFamily="2" charset="2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88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製造・</a:t>
                      </a:r>
                      <a:br>
                        <a:rPr kumimoji="1" lang="en-US" altLang="ja-JP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</a:b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単体テスト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93663" indent="-93663">
                        <a:buFont typeface="Arial" pitchFamily="34" charset="0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・ソフトウェアの製造。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93663" indent="-93663">
                        <a:spcBef>
                          <a:spcPts val="600"/>
                        </a:spcBef>
                        <a:buFont typeface="Arial" pitchFamily="34" charset="0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・単体での機能ﾃｽﾄの実施。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プログラミング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 err="1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ー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1" indent="0" algn="l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プログラムモジュール 一式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88">
                <a:tc vMerge="1"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単体テストの実施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 err="1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ー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88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結合テスト計画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・結合テスト計画の作成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テスト計画の作成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488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結合テスト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・結合テスト計画を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　元にテスト仕様の作成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・結合テストの実施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結合テスト仕様書作成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36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結合テストの実施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488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外結・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システムテスト計画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・システムテスト計画の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　作成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システムテスト計画の作成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システムテスト計画書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48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システムテスト計画書の承認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488">
                <a:tc rowSpan="3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外結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・システムテスト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・結合テスト計画を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　元にテスト仕様の作成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・結合テストの実施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システムテスト仕様書作成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結果報告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48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システムテストの実施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48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システムテスト結果報告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488"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受入テスト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・受入テストの実施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受入テストの実施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○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087573"/>
                  </a:ext>
                </a:extLst>
              </a:tr>
              <a:tr h="421668"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パイロット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導入支援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・パイロット店舗への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　リリース作業を実施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リリース作業・システムフォロー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（ヴィンクス事務所にて実施）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488">
                <a:tc vMerge="1"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0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店舗立ち合い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◎</a:t>
                      </a:r>
                      <a:endParaRPr kumimoji="1" lang="ja-JP" altLang="en-US" sz="10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ja-JP" altLang="en-US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89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783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674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566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457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349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240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131" algn="l" defTabSz="685783" rtl="0" eaLnBrk="1" latinLnBrk="0" hangingPunct="1">
                        <a:defRPr kumimoji="1" sz="135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  <a:cs typeface="メイリオ" pitchFamily="50" charset="-128"/>
                        </a:rPr>
                        <a:t>－</a:t>
                      </a:r>
                      <a:endParaRPr kumimoji="1" lang="en-US" altLang="ja-JP" sz="10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  <a:cs typeface="メイリオ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4625" lvl="1" indent="-174625">
                        <a:spcBef>
                          <a:spcPts val="400"/>
                        </a:spcBef>
                        <a:buFont typeface="Wingdings" pitchFamily="2" charset="2"/>
                        <a:buNone/>
                      </a:pPr>
                      <a:endParaRPr kumimoji="1" lang="en-US" altLang="ja-JP" sz="1000" dirty="0">
                        <a:latin typeface="メイリオ" pitchFamily="50" charset="-128"/>
                        <a:ea typeface="メイリオ" pitchFamily="50" charset="-128"/>
                        <a:cs typeface="メイリオ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53975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agetech201505">
  <a:themeElements>
    <a:clrScheme name="ユーザー定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8D233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SUMI">
      <a:majorFont>
        <a:latin typeface="Arial"/>
        <a:ea typeface="HGPｺﾞｼｯｸE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2060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dirty="0" smtClean="0">
            <a:effectLst/>
            <a:latin typeface="ＭＳ Ｐゴシック" panose="020B0600070205080204" pitchFamily="50" charset="-128"/>
            <a:ea typeface="ＭＳ Ｐゴシック" panose="020B0600070205080204" pitchFamily="50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>
          <a:solidFill>
            <a:srgbClr val="00206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asumi2019W.potx" id="{71512FE8-BC14-4D4F-B216-C3015C79EBAA}" vid="{17AA2515-9812-47F1-9BE3-19D248940889}"/>
    </a:ext>
  </a:extLst>
</a:theme>
</file>

<file path=ppt/theme/theme4.xml><?xml version="1.0" encoding="utf-8"?>
<a:theme xmlns:a="http://schemas.openxmlformats.org/drawingml/2006/main" name="1_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agetech201505">
  <a:themeElements>
    <a:clrScheme name="ユーザー定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8D233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SUMI">
      <a:majorFont>
        <a:latin typeface="Arial"/>
        <a:ea typeface="HGPｺﾞｼｯｸE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2060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dirty="0" smtClean="0">
            <a:effectLst/>
            <a:latin typeface="ＭＳ Ｐゴシック" panose="020B0600070205080204" pitchFamily="50" charset="-128"/>
            <a:ea typeface="ＭＳ Ｐゴシック" panose="020B0600070205080204" pitchFamily="50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38100">
          <a:solidFill>
            <a:schemeClr val="bg1">
              <a:lumMod val="50000"/>
            </a:schemeClr>
          </a:solidFill>
          <a:headEnd type="none" w="med" len="med"/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asumi2019W.potx" id="{71512FE8-BC14-4D4F-B216-C3015C79EBAA}" vid="{17AA2515-9812-47F1-9BE3-19D248940889}"/>
    </a:ext>
  </a:extLst>
</a:theme>
</file>

<file path=ppt/theme/theme8.xml><?xml version="1.0" encoding="utf-8"?>
<a:theme xmlns:a="http://schemas.openxmlformats.org/drawingml/2006/main" name="4_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5_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2_agetech201505">
  <a:themeElements>
    <a:clrScheme name="ユーザー定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8D233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SUMI">
      <a:majorFont>
        <a:latin typeface="Arial"/>
        <a:ea typeface="HGPｺﾞｼｯｸE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2060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dirty="0" smtClean="0">
            <a:effectLst/>
            <a:latin typeface="ＭＳ Ｐゴシック" panose="020B0600070205080204" pitchFamily="50" charset="-128"/>
            <a:ea typeface="ＭＳ Ｐゴシック" panose="020B0600070205080204" pitchFamily="50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>
          <a:solidFill>
            <a:srgbClr val="00206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asumi2019W.potx" id="{71512FE8-BC14-4D4F-B216-C3015C79EBAA}" vid="{17AA2515-9812-47F1-9BE3-19D248940889}"/>
    </a:ext>
  </a:extLst>
</a:theme>
</file>

<file path=ppt/theme/theme11.xml><?xml version="1.0" encoding="utf-8"?>
<a:theme xmlns:a="http://schemas.openxmlformats.org/drawingml/2006/main" name="4_agetech201505">
  <a:themeElements>
    <a:clrScheme name="ユーザー定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8D233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SUMI">
      <a:majorFont>
        <a:latin typeface="Arial"/>
        <a:ea typeface="HGPｺﾞｼｯｸE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2060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dirty="0" smtClean="0">
            <a:effectLst/>
            <a:latin typeface="ＭＳ Ｐゴシック" panose="020B0600070205080204" pitchFamily="50" charset="-128"/>
            <a:ea typeface="ＭＳ Ｐゴシック" panose="020B0600070205080204" pitchFamily="50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>
          <a:solidFill>
            <a:srgbClr val="00206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asumi2019W.potx" id="{71512FE8-BC14-4D4F-B216-C3015C79EBAA}" vid="{17AA2515-9812-47F1-9BE3-19D248940889}"/>
    </a:ext>
  </a:extLst>
</a:theme>
</file>

<file path=ppt/theme/theme1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9C9A0A944670C40B3577B9A3C159E6D" ma:contentTypeVersion="11" ma:contentTypeDescription="新しいドキュメントを作成します。" ma:contentTypeScope="" ma:versionID="cbf9107b787b8c80f1caf56481095063">
  <xsd:schema xmlns:xsd="http://www.w3.org/2001/XMLSchema" xmlns:xs="http://www.w3.org/2001/XMLSchema" xmlns:p="http://schemas.microsoft.com/office/2006/metadata/properties" xmlns:ns2="1a061277-4544-44b5-aa35-148cda3b8e6b" xmlns:ns3="5de495b9-8774-4338-a5e9-d0d1545702c3" targetNamespace="http://schemas.microsoft.com/office/2006/metadata/properties" ma:root="true" ma:fieldsID="29d734f20265dff99a1fba5ac5bc5233" ns2:_="" ns3:_="">
    <xsd:import namespace="1a061277-4544-44b5-aa35-148cda3b8e6b"/>
    <xsd:import namespace="5de495b9-8774-4338-a5e9-d0d1545702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1277-4544-44b5-aa35-148cda3b8e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495b9-8774-4338-a5e9-d0d1545702c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eedddc5-5dad-4556-bd52-45f7169729cc}" ma:internalName="TaxCatchAll" ma:showField="CatchAllData" ma:web="5de495b9-8774-4338-a5e9-d0d1545702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061277-4544-44b5-aa35-148cda3b8e6b">
      <Terms xmlns="http://schemas.microsoft.com/office/infopath/2007/PartnerControls"/>
    </lcf76f155ced4ddcb4097134ff3c332f>
    <TaxCatchAll xmlns="5de495b9-8774-4338-a5e9-d0d1545702c3" xsi:nil="true"/>
  </documentManagement>
</p:properties>
</file>

<file path=customXml/itemProps1.xml><?xml version="1.0" encoding="utf-8"?>
<ds:datastoreItem xmlns:ds="http://schemas.openxmlformats.org/officeDocument/2006/customXml" ds:itemID="{BC6BE53D-4AA7-442E-ACB2-BC27E86BA87A}"/>
</file>

<file path=customXml/itemProps2.xml><?xml version="1.0" encoding="utf-8"?>
<ds:datastoreItem xmlns:ds="http://schemas.openxmlformats.org/officeDocument/2006/customXml" ds:itemID="{9AF339C6-F9A4-4486-BC6D-92B0B65C6F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19E088-6CBC-44AA-BBED-A9D6AFC8DFBE}">
  <ds:schemaRefs>
    <ds:schemaRef ds:uri="2add1b97-fac6-48c1-b746-6b6f29527823"/>
    <ds:schemaRef ds:uri="8b9e93a1-5a58-490d-962c-bcc2b41eec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</TotalTime>
  <Words>746</Words>
  <Application>Microsoft Office PowerPoint</Application>
  <PresentationFormat>ワイド画面</PresentationFormat>
  <Paragraphs>348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18</vt:i4>
      </vt:variant>
      <vt:variant>
        <vt:lpstr>テーマ</vt:lpstr>
      </vt:variant>
      <vt:variant>
        <vt:i4>11</vt:i4>
      </vt:variant>
      <vt:variant>
        <vt:lpstr>スライド タイトル</vt:lpstr>
      </vt:variant>
      <vt:variant>
        <vt:i4>6</vt:i4>
      </vt:variant>
    </vt:vector>
  </HeadingPairs>
  <TitlesOfParts>
    <vt:vector size="35" baseType="lpstr">
      <vt:lpstr>BIZ UDゴシック</vt:lpstr>
      <vt:lpstr>Brooklyn Heavy</vt:lpstr>
      <vt:lpstr>Brooklyn Normal</vt:lpstr>
      <vt:lpstr>HGPｺﾞｼｯｸE</vt:lpstr>
      <vt:lpstr>Meiryo UI</vt:lpstr>
      <vt:lpstr>Microsoft JhengHei</vt:lpstr>
      <vt:lpstr>ＭＳ Ｐゴシック</vt:lpstr>
      <vt:lpstr>UD デジタル 教科書体 NK-B</vt:lpstr>
      <vt:lpstr>UD デジタル 教科書体 NP-B</vt:lpstr>
      <vt:lpstr>メイリオ</vt:lpstr>
      <vt:lpstr>源ノ角ゴシック JP</vt:lpstr>
      <vt:lpstr>游ゴシック</vt:lpstr>
      <vt:lpstr>游ゴシック Light</vt:lpstr>
      <vt:lpstr>Arial</vt:lpstr>
      <vt:lpstr>Gisha</vt:lpstr>
      <vt:lpstr>Times New Roman</vt:lpstr>
      <vt:lpstr>Verdana</vt:lpstr>
      <vt:lpstr>Wingdings</vt:lpstr>
      <vt:lpstr>Profile</vt:lpstr>
      <vt:lpstr>デザインの設定</vt:lpstr>
      <vt:lpstr>1_agetech201505</vt:lpstr>
      <vt:lpstr>1_Profile</vt:lpstr>
      <vt:lpstr>2_Profile</vt:lpstr>
      <vt:lpstr>3_Profile</vt:lpstr>
      <vt:lpstr>3_agetech201505</vt:lpstr>
      <vt:lpstr>4_Profile</vt:lpstr>
      <vt:lpstr>5_Profile</vt:lpstr>
      <vt:lpstr>2_agetech201505</vt:lpstr>
      <vt:lpstr>4_agetech201505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KTC</dc:creator>
  <cp:lastModifiedBy>安藤　元一</cp:lastModifiedBy>
  <cp:revision>22</cp:revision>
  <cp:lastPrinted>2023-01-30T13:08:53Z</cp:lastPrinted>
  <dcterms:created xsi:type="dcterms:W3CDTF">2007-12-20T05:04:33Z</dcterms:created>
  <dcterms:modified xsi:type="dcterms:W3CDTF">2023-02-16T03:36:30Z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0x010100E9C9A0A944670C40B3577B9A3C159E6D</vt:lpwstr>
  </property>
  <property fmtid="{D5CDD505-2E9C-101B-9397-08002B2CF9AE}" pid="3" name="MediaServiceImageTags">
    <vt:lpwstr/>
  </property>
</Properties>
</file>