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4"/>
  </p:sldMasterIdLst>
  <p:notesMasterIdLst>
    <p:notesMasterId r:id="rId7"/>
  </p:notesMasterIdLst>
  <p:sldIdLst>
    <p:sldId id="2147380509" r:id="rId5"/>
    <p:sldId id="214738050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2F2F2"/>
    <a:srgbClr val="FF3300"/>
    <a:srgbClr val="E9560D"/>
    <a:srgbClr val="CE4D0C"/>
    <a:srgbClr val="FF6600"/>
    <a:srgbClr val="FF9966"/>
    <a:srgbClr val="BC4D0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21E88-F394-3E14-D7C4-DE16AA45E082}" v="39" dt="2024-10-21T07:41:56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佐々木  大助" userId="S::daisuke.sasaki_kasumi.co.jp#ext#@usmh.onmicrosoft.com::3abe477e-7fe6-4d71-843b-fea31b2fdabd" providerId="AD" clId="Web-{41C7FA5E-C432-57DD-091D-8235ABFEBF2E}"/>
    <pc:docChg chg="modSld">
      <pc:chgData name="佐々木  大助" userId="S::daisuke.sasaki_kasumi.co.jp#ext#@usmh.onmicrosoft.com::3abe477e-7fe6-4d71-843b-fea31b2fdabd" providerId="AD" clId="Web-{41C7FA5E-C432-57DD-091D-8235ABFEBF2E}" dt="2024-09-16T00:11:19.409" v="26" actId="14100"/>
      <pc:docMkLst>
        <pc:docMk/>
      </pc:docMkLst>
      <pc:sldChg chg="addSp delSp modSp">
        <pc:chgData name="佐々木  大助" userId="S::daisuke.sasaki_kasumi.co.jp#ext#@usmh.onmicrosoft.com::3abe477e-7fe6-4d71-843b-fea31b2fdabd" providerId="AD" clId="Web-{41C7FA5E-C432-57DD-091D-8235ABFEBF2E}" dt="2024-09-16T00:09:19.608" v="16" actId="1076"/>
        <pc:sldMkLst>
          <pc:docMk/>
          <pc:sldMk cId="2555304810" sldId="2147380508"/>
        </pc:sldMkLst>
        <pc:spChg chg="add mod">
          <ac:chgData name="佐々木  大助" userId="S::daisuke.sasaki_kasumi.co.jp#ext#@usmh.onmicrosoft.com::3abe477e-7fe6-4d71-843b-fea31b2fdabd" providerId="AD" clId="Web-{41C7FA5E-C432-57DD-091D-8235ABFEBF2E}" dt="2024-09-16T00:09:19.608" v="16" actId="1076"/>
          <ac:spMkLst>
            <pc:docMk/>
            <pc:sldMk cId="2555304810" sldId="2147380508"/>
            <ac:spMk id="14" creationId="{0E745CD3-DCFF-C725-15A9-CA2DD9CDBB23}"/>
          </ac:spMkLst>
        </pc:spChg>
        <pc:spChg chg="mod">
          <ac:chgData name="佐々木  大助" userId="S::daisuke.sasaki_kasumi.co.jp#ext#@usmh.onmicrosoft.com::3abe477e-7fe6-4d71-843b-fea31b2fdabd" providerId="AD" clId="Web-{41C7FA5E-C432-57DD-091D-8235ABFEBF2E}" dt="2024-09-16T00:09:03.577" v="14" actId="14100"/>
          <ac:spMkLst>
            <pc:docMk/>
            <pc:sldMk cId="2555304810" sldId="2147380508"/>
            <ac:spMk id="53" creationId="{14F42CDE-8CF9-9AD2-ADE1-1BA7BEA0C59A}"/>
          </ac:spMkLst>
        </pc:spChg>
      </pc:sldChg>
      <pc:sldChg chg="addSp delSp">
        <pc:chgData name="佐々木  大助" userId="S::daisuke.sasaki_kasumi.co.jp#ext#@usmh.onmicrosoft.com::3abe477e-7fe6-4d71-843b-fea31b2fdabd" providerId="AD" clId="Web-{41C7FA5E-C432-57DD-091D-8235ABFEBF2E}" dt="2024-09-16T00:09:52.375" v="20"/>
        <pc:sldMkLst>
          <pc:docMk/>
          <pc:sldMk cId="1776720842" sldId="2147380512"/>
        </pc:sldMkLst>
      </pc:sldChg>
      <pc:sldChg chg="delSp modSp">
        <pc:chgData name="佐々木  大助" userId="S::daisuke.sasaki_kasumi.co.jp#ext#@usmh.onmicrosoft.com::3abe477e-7fe6-4d71-843b-fea31b2fdabd" providerId="AD" clId="Web-{41C7FA5E-C432-57DD-091D-8235ABFEBF2E}" dt="2024-09-16T00:11:19.409" v="26" actId="14100"/>
        <pc:sldMkLst>
          <pc:docMk/>
          <pc:sldMk cId="2282750509" sldId="2147380513"/>
        </pc:sldMkLst>
      </pc:sldChg>
    </pc:docChg>
  </pc:docChgLst>
  <pc:docChgLst>
    <pc:chgData name="佐々木  大助" userId="S::daisuke.sasaki_kasumi.co.jp#ext#@usmh.onmicrosoft.com::3abe477e-7fe6-4d71-843b-fea31b2fdabd" providerId="AD" clId="Web-{15521E88-F394-3E14-D7C4-DE16AA45E082}"/>
    <pc:docChg chg="modSld">
      <pc:chgData name="佐々木  大助" userId="S::daisuke.sasaki_kasumi.co.jp#ext#@usmh.onmicrosoft.com::3abe477e-7fe6-4d71-843b-fea31b2fdabd" providerId="AD" clId="Web-{15521E88-F394-3E14-D7C4-DE16AA45E082}" dt="2024-10-21T07:41:56.791" v="20" actId="20577"/>
      <pc:docMkLst>
        <pc:docMk/>
      </pc:docMkLst>
      <pc:sldChg chg="modSp">
        <pc:chgData name="佐々木  大助" userId="S::daisuke.sasaki_kasumi.co.jp#ext#@usmh.onmicrosoft.com::3abe477e-7fe6-4d71-843b-fea31b2fdabd" providerId="AD" clId="Web-{15521E88-F394-3E14-D7C4-DE16AA45E082}" dt="2024-10-21T07:41:56.791" v="20" actId="20577"/>
        <pc:sldMkLst>
          <pc:docMk/>
          <pc:sldMk cId="2274029884" sldId="2147380509"/>
        </pc:sldMkLst>
        <pc:spChg chg="mod">
          <ac:chgData name="佐々木  大助" userId="S::daisuke.sasaki_kasumi.co.jp#ext#@usmh.onmicrosoft.com::3abe477e-7fe6-4d71-843b-fea31b2fdabd" providerId="AD" clId="Web-{15521E88-F394-3E14-D7C4-DE16AA45E082}" dt="2024-10-21T07:41:56.791" v="20" actId="20577"/>
          <ac:spMkLst>
            <pc:docMk/>
            <pc:sldMk cId="2274029884" sldId="2147380509"/>
            <ac:spMk id="2" creationId="{CB3695AD-E89C-22EF-AE18-BF9E16B8C084}"/>
          </ac:spMkLst>
        </pc:spChg>
      </pc:sldChg>
    </pc:docChg>
  </pc:docChgLst>
  <pc:docChgLst>
    <pc:chgData name="佐々木  大助" userId="S::daisuke.sasaki_kasumi.co.jp#ext#@usmh.onmicrosoft.com::3abe477e-7fe6-4d71-843b-fea31b2fdabd" providerId="AD" clId="Web-{68AF0C1A-C367-1BB5-853D-AE74C4DDA688}"/>
    <pc:docChg chg="addSld modSld sldOrd">
      <pc:chgData name="佐々木  大助" userId="S::daisuke.sasaki_kasumi.co.jp#ext#@usmh.onmicrosoft.com::3abe477e-7fe6-4d71-843b-fea31b2fdabd" providerId="AD" clId="Web-{68AF0C1A-C367-1BB5-853D-AE74C4DDA688}" dt="2024-10-18T05:13:16.769" v="230" actId="20577"/>
      <pc:docMkLst>
        <pc:docMk/>
      </pc:docMkLst>
      <pc:sldChg chg="addSp delSp modSp add ord replId">
        <pc:chgData name="佐々木  大助" userId="S::daisuke.sasaki_kasumi.co.jp#ext#@usmh.onmicrosoft.com::3abe477e-7fe6-4d71-843b-fea31b2fdabd" providerId="AD" clId="Web-{68AF0C1A-C367-1BB5-853D-AE74C4DDA688}" dt="2024-10-18T05:13:16.769" v="230" actId="20577"/>
        <pc:sldMkLst>
          <pc:docMk/>
          <pc:sldMk cId="2274029884" sldId="2147380509"/>
        </pc:sldMkLst>
        <pc:spChg chg="add mod">
          <ac:chgData name="佐々木  大助" userId="S::daisuke.sasaki_kasumi.co.jp#ext#@usmh.onmicrosoft.com::3abe477e-7fe6-4d71-843b-fea31b2fdabd" providerId="AD" clId="Web-{68AF0C1A-C367-1BB5-853D-AE74C4DDA688}" dt="2024-10-18T05:13:16.769" v="230" actId="20577"/>
          <ac:spMkLst>
            <pc:docMk/>
            <pc:sldMk cId="2274029884" sldId="2147380509"/>
            <ac:spMk id="2" creationId="{CB3695AD-E89C-22EF-AE18-BF9E16B8C08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10505-29F3-4817-A654-B55014098BEF}" type="datetimeFigureOut">
              <a:rPr kumimoji="1" lang="ja-JP" altLang="en-US" smtClean="0"/>
              <a:t>2024/10/21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619032"/>
      </p:ext>
    </p:extLst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4944440"/>
      </p:ext>
    </p:extLst>
  </p:cSld>
  <p:clrMapOvr>
    <a:masterClrMapping/>
  </p:clrMapOvr>
  <p:transition>
    <p:fade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0C6AC0-C155-4070-9322-E0E9644A3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B6CF38F-D8CB-44C2-B2A2-1096EE2C5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08945931"/>
      </p:ext>
    </p:extLst>
  </p:cSld>
  <p:clrMapOvr>
    <a:masterClrMapping/>
  </p:clrMapOvr>
  <p:transition>
    <p:fade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576221-06E8-4337-88F9-136186C65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C66343F-1219-46DC-9A82-4D1755892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7165395"/>
      </p:ext>
    </p:extLst>
  </p:cSld>
  <p:clrMapOvr>
    <a:masterClrMapping/>
  </p:clrMapOvr>
  <p:transition>
    <p:fade/>
  </p:transition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267A16-3266-4521-BD4B-5ACF445CC0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>
              <a:defRPr lang="en-US" altLang="ja-JP" sz="825" b="0" i="0" smtClean="0">
                <a:solidFill>
                  <a:schemeClr val="tx1"/>
                </a:solidFill>
                <a:effectLst/>
              </a:defRPr>
            </a:lvl1pPr>
          </a:lstStyle>
          <a:p>
            <a:r>
              <a:rPr kumimoji="1" lang="en-US" altLang="ja-JP"/>
              <a:t>Copyright © 2019 KASUMI CO., LTD. All Rights Reserved.</a:t>
            </a:r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40AA96D-BAB4-4E84-93AC-B3DBC9B04F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F6E0D0E-053B-42A3-9937-37A1419B96B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91492326"/>
      </p:ext>
    </p:extLst>
  </p:cSld>
  <p:clrMapOvr>
    <a:masterClrMapping/>
  </p:clrMapOvr>
  <p:transition>
    <p:fade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5C0A4CD4-083C-4963-ADEC-4D9E920B1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ja-JP" altLang="en-US"/>
          </a:p>
        </p:txBody>
      </p:sp>
      <p:sp useBgFill="1">
        <p:nvSpPr>
          <p:cNvPr id="5" name="Rectangle 8">
            <a:extLst>
              <a:ext uri="{FF2B5EF4-FFF2-40B4-BE49-F238E27FC236}">
                <a16:creationId xmlns:a16="http://schemas.microsoft.com/office/drawing/2014/main" id="{CAD6135E-38A4-4479-A6DA-B3F82735CC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83569" y="5805491"/>
            <a:ext cx="4224867" cy="828676"/>
          </a:xfrm>
          <a:prstGeom prst="rect">
            <a:avLst/>
          </a:prstGeom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kumimoji="0" lang="en-US" altLang="ja-JP" sz="18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</a:t>
            </a:r>
          </a:p>
          <a:p>
            <a:pPr algn="ctr" eaLnBrk="1" hangingPunct="1">
              <a:defRPr/>
            </a:pPr>
            <a:r>
              <a:rPr kumimoji="0" lang="en-US" altLang="ja-JP" sz="900" b="1">
                <a:solidFill>
                  <a:srgbClr val="AE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charset="-128"/>
              </a:rPr>
              <a:t>www.kasumi.co.jp</a:t>
            </a: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3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6BDCC19-67FA-4BF4-A977-CCFDFC41AE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30014-E06D-46A6-88E1-F9C02FA5AAF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9457267" y="6488117"/>
            <a:ext cx="2540000" cy="180976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4A6F01A-24FA-41C0-9544-ABF48303FDE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16571695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AutoShape 4"/>
          <p:cNvSpPr>
            <a:spLocks noChangeArrowheads="1"/>
          </p:cNvSpPr>
          <p:nvPr/>
        </p:nvSpPr>
        <p:spPr bwMode="auto">
          <a:xfrm>
            <a:off x="239188" y="642922"/>
            <a:ext cx="11713633" cy="142876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kumimoji="0" lang="ja-JP" altLang="ja-JP" sz="1800">
              <a:latin typeface="Times New Roman" pitchFamily="18" charset="0"/>
            </a:endParaRPr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 flipV="1">
            <a:off x="239184" y="6499251"/>
            <a:ext cx="11664949" cy="1588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ja-JP" altLang="en-US"/>
          </a:p>
        </p:txBody>
      </p:sp>
      <p:sp>
        <p:nvSpPr>
          <p:cNvPr id="5120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518303"/>
            <a:ext cx="2641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900" smtClean="0">
                <a:latin typeface="+mn-ea"/>
                <a:ea typeface="+mn-ea"/>
              </a:defRPr>
            </a:lvl1pPr>
          </a:lstStyle>
          <a:p>
            <a:pPr>
              <a:defRPr/>
            </a:pPr>
            <a:fld id="{2F6E0D0E-053B-42A3-9937-37A1419B96B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1031" name="図 8" descr="カスミロゴ.gif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3491" y="6536644"/>
            <a:ext cx="1143000" cy="2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C8C6033B-D83D-40F3-BD06-E5CC384A6BD5}"/>
              </a:ext>
            </a:extLst>
          </p:cNvPr>
          <p:cNvSpPr txBox="1">
            <a:spLocks/>
          </p:cNvSpPr>
          <p:nvPr userDrawn="1"/>
        </p:nvSpPr>
        <p:spPr>
          <a:xfrm>
            <a:off x="1391480" y="6568453"/>
            <a:ext cx="9985109" cy="218137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lang="en-US" altLang="ja-JP" sz="1100" b="0" i="0" smtClean="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800">
                <a:solidFill>
                  <a:schemeClr val="tx2"/>
                </a:solidFill>
                <a:latin typeface="Verdana" pitchFamily="34" charset="0"/>
                <a:ea typeface="ＭＳ Ｐゴシック" charset="-128"/>
              </a:defRPr>
            </a:lvl9pPr>
          </a:lstStyle>
          <a:p>
            <a:r>
              <a:rPr lang="en-US" sz="825" kern="0">
                <a:solidFill>
                  <a:schemeClr val="bg1">
                    <a:lumMod val="50000"/>
                  </a:schemeClr>
                </a:solidFill>
              </a:rPr>
              <a:t>Copyright © KASUMI CO., LTD. All Rights Reserved.</a:t>
            </a:r>
            <a:endParaRPr lang="en-US" altLang="ja-JP" sz="825" kern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8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</p:sldLayoutIdLst>
  <p:transition>
    <p:fade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5pPr>
      <a:lvl6pPr marL="342891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6pPr>
      <a:lvl7pPr marL="685783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7pPr>
      <a:lvl8pPr marL="1028674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8pPr>
      <a:lvl9pPr marL="1371566" algn="l" rtl="0" fontAlgn="base">
        <a:spcBef>
          <a:spcPct val="0"/>
        </a:spcBef>
        <a:spcAft>
          <a:spcPct val="0"/>
        </a:spcAft>
        <a:defRPr kumimoji="1" sz="2851">
          <a:solidFill>
            <a:schemeClr val="tx2"/>
          </a:solidFill>
          <a:latin typeface="Verdana" pitchFamily="34" charset="0"/>
          <a:ea typeface="ＭＳ Ｐゴシック" charset="-128"/>
        </a:defRPr>
      </a:lvl9pPr>
    </p:titleStyle>
    <p:bodyStyle>
      <a:lvl1pPr marL="352417" indent="-35241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2251">
          <a:solidFill>
            <a:schemeClr val="tx1"/>
          </a:solidFill>
          <a:latin typeface="+mn-lt"/>
          <a:ea typeface="+mn-ea"/>
          <a:cs typeface="+mn-cs"/>
        </a:defRPr>
      </a:lvl1pPr>
      <a:lvl2pPr marL="681022" indent="-32741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951">
          <a:solidFill>
            <a:schemeClr val="tx1"/>
          </a:solidFill>
          <a:latin typeface="+mn-lt"/>
          <a:ea typeface="+mn-ea"/>
        </a:defRPr>
      </a:lvl2pPr>
      <a:lvl3pPr marL="978670" indent="-296459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kumimoji="1" sz="1725">
          <a:solidFill>
            <a:schemeClr val="tx1"/>
          </a:solidFill>
          <a:latin typeface="+mn-lt"/>
          <a:ea typeface="+mn-ea"/>
        </a:defRPr>
      </a:lvl3pPr>
      <a:lvl4pPr marL="1270366" indent="-290506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70395" indent="-298839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5pPr>
      <a:lvl6pPr marL="1913287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6pPr>
      <a:lvl7pPr marL="2256178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7pPr>
      <a:lvl8pPr marL="2599070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8pPr>
      <a:lvl9pPr marL="2941961" indent="-298839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kumimoji="1"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4633428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</a:t>
            </a: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　大創産業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社様過渡期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B3695AD-E89C-22EF-AE18-BF9E16B8C084}"/>
              </a:ext>
            </a:extLst>
          </p:cNvPr>
          <p:cNvSpPr txBox="1"/>
          <p:nvPr/>
        </p:nvSpPr>
        <p:spPr>
          <a:xfrm>
            <a:off x="522514" y="1284514"/>
            <a:ext cx="7714012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/>
              <a:t>2024年10月22日　確認事項</a:t>
            </a:r>
          </a:p>
          <a:p>
            <a:endParaRPr lang="ja-JP" altLang="en-US"/>
          </a:p>
          <a:p>
            <a:r>
              <a:rPr lang="ja-JP" altLang="en-US"/>
              <a:t>１．次期ストコン切替</a:t>
            </a:r>
          </a:p>
          <a:p>
            <a:r>
              <a:rPr lang="ja-JP" altLang="en-US"/>
              <a:t>・切替想定次期：2025年9月より順次切替</a:t>
            </a:r>
          </a:p>
          <a:p>
            <a:r>
              <a:rPr lang="ja-JP" altLang="en-US"/>
              <a:t>　切替過渡期は現VINX社ストコンと平行で連携</a:t>
            </a:r>
          </a:p>
          <a:p>
            <a:endParaRPr lang="ja-JP" altLang="en-US"/>
          </a:p>
          <a:p>
            <a:r>
              <a:rPr lang="ja-JP" altLang="en-US"/>
              <a:t>２．システム仕様確認</a:t>
            </a:r>
          </a:p>
          <a:p>
            <a:r>
              <a:rPr lang="ja-JP" altLang="en-US"/>
              <a:t>・「商品マスタ」、「分類マスタ（デパ、ライン、クラス、サブクラス）」連携</a:t>
            </a:r>
          </a:p>
          <a:p>
            <a:r>
              <a:rPr lang="ja-JP" altLang="en-US"/>
              <a:t>・「売上実績」連携</a:t>
            </a:r>
          </a:p>
          <a:p>
            <a:r>
              <a:rPr lang="ja-JP" altLang="en-US"/>
              <a:t>・カスミ扱い商品との競合時処理</a:t>
            </a:r>
          </a:p>
          <a:p>
            <a:endParaRPr lang="ja-JP" altLang="en-US"/>
          </a:p>
          <a:p>
            <a:r>
              <a:rPr lang="ja-JP" altLang="en-US"/>
              <a:t>３．現システム課題</a:t>
            </a:r>
          </a:p>
          <a:p>
            <a:r>
              <a:rPr lang="ja-JP" altLang="en-US"/>
              <a:t>・商品マスタ取込エラー</a:t>
            </a:r>
          </a:p>
          <a:p>
            <a:r>
              <a:rPr lang="ja-JP" altLang="en-US"/>
              <a:t>　原因：分類未登録</a:t>
            </a:r>
            <a:endParaRPr lang="ja-JP"/>
          </a:p>
          <a:p>
            <a:r>
              <a:rPr lang="ja-JP" altLang="en-US"/>
              <a:t>　対応：当初登録不足分確認追加（VINX社対応待ち）</a:t>
            </a:r>
            <a:endParaRPr lang="ja-JP"/>
          </a:p>
          <a:p>
            <a:r>
              <a:rPr lang="ja-JP" altLang="en-US"/>
              <a:t>　リカバリ：</a:t>
            </a:r>
            <a:r>
              <a:rPr lang="ja-JP"/>
              <a:t>商品マスタ取込エラー情報の再送信</a:t>
            </a:r>
            <a:endParaRPr lang="ja-JP" altLang="en-US"/>
          </a:p>
          <a:p>
            <a:r>
              <a:rPr lang="ja-JP" altLang="en-US"/>
              <a:t>・未使用商品マスタ削除確認</a:t>
            </a:r>
            <a:endParaRPr lang="ja-JP"/>
          </a:p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7402988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正方形/長方形 1056">
            <a:extLst>
              <a:ext uri="{FF2B5EF4-FFF2-40B4-BE49-F238E27FC236}">
                <a16:creationId xmlns:a16="http://schemas.microsoft.com/office/drawing/2014/main" id="{9DA30C52-D98D-B498-BBA1-7A058E0DCCF0}"/>
              </a:ext>
            </a:extLst>
          </p:cNvPr>
          <p:cNvSpPr/>
          <p:nvPr/>
        </p:nvSpPr>
        <p:spPr>
          <a:xfrm>
            <a:off x="1450741" y="4760136"/>
            <a:ext cx="8588299" cy="163239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A7019382-6104-DDFF-6497-1536E8E86B40}"/>
              </a:ext>
            </a:extLst>
          </p:cNvPr>
          <p:cNvSpPr/>
          <p:nvPr/>
        </p:nvSpPr>
        <p:spPr>
          <a:xfrm>
            <a:off x="1437425" y="3005534"/>
            <a:ext cx="8588299" cy="3373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1028" name="正方形/長方形 1027">
            <a:extLst>
              <a:ext uri="{FF2B5EF4-FFF2-40B4-BE49-F238E27FC236}">
                <a16:creationId xmlns:a16="http://schemas.microsoft.com/office/drawing/2014/main" id="{0CED3477-CE38-EEE3-B480-D6C68533FC91}"/>
              </a:ext>
            </a:extLst>
          </p:cNvPr>
          <p:cNvSpPr/>
          <p:nvPr/>
        </p:nvSpPr>
        <p:spPr>
          <a:xfrm>
            <a:off x="1437425" y="924722"/>
            <a:ext cx="8588299" cy="18284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53B073-7B85-2817-A8BB-6B8918FA3515}"/>
              </a:ext>
            </a:extLst>
          </p:cNvPr>
          <p:cNvSpPr/>
          <p:nvPr/>
        </p:nvSpPr>
        <p:spPr>
          <a:xfrm>
            <a:off x="2129530" y="3309089"/>
            <a:ext cx="1676400" cy="29004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2CA765A-443C-7137-13E8-831F3CBC0CC1}"/>
              </a:ext>
            </a:extLst>
          </p:cNvPr>
          <p:cNvSpPr/>
          <p:nvPr/>
        </p:nvSpPr>
        <p:spPr>
          <a:xfrm>
            <a:off x="2102898" y="3344119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8A70FAA-54C0-122E-EADC-B900FFAC2CE4}"/>
              </a:ext>
            </a:extLst>
          </p:cNvPr>
          <p:cNvSpPr/>
          <p:nvPr/>
        </p:nvSpPr>
        <p:spPr>
          <a:xfrm>
            <a:off x="151636" y="134128"/>
            <a:ext cx="4633428" cy="452407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新サーバ切替</a:t>
            </a:r>
            <a:r>
              <a:rPr lang="ja-JP" altLang="en-US">
                <a:solidFill>
                  <a:prstClr val="black"/>
                </a:solidFill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</a:rPr>
              <a:t>　大創産業</a:t>
            </a:r>
            <a:r>
              <a: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K-B" panose="02020700000000000000" pitchFamily="18" charset="-128"/>
                <a:ea typeface="UD デジタル 教科書体 NK-B" panose="02020700000000000000" pitchFamily="18" charset="-128"/>
                <a:cs typeface="+mn-cs"/>
              </a:rPr>
              <a:t>社様過渡期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A26E866-7E09-FF35-4963-02C93AA6BCEC}"/>
              </a:ext>
            </a:extLst>
          </p:cNvPr>
          <p:cNvSpPr/>
          <p:nvPr/>
        </p:nvSpPr>
        <p:spPr>
          <a:xfrm>
            <a:off x="4682224" y="3351856"/>
            <a:ext cx="2266660" cy="13457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 : 磁気ディスク 6">
            <a:extLst>
              <a:ext uri="{FF2B5EF4-FFF2-40B4-BE49-F238E27FC236}">
                <a16:creationId xmlns:a16="http://schemas.microsoft.com/office/drawing/2014/main" id="{4618F37B-BE9A-6976-E7AE-C4E301938B70}"/>
              </a:ext>
            </a:extLst>
          </p:cNvPr>
          <p:cNvSpPr/>
          <p:nvPr/>
        </p:nvSpPr>
        <p:spPr>
          <a:xfrm>
            <a:off x="4858008" y="3720221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E568CD6-CB40-573B-B760-35B5CFC704D2}"/>
              </a:ext>
            </a:extLst>
          </p:cNvPr>
          <p:cNvSpPr/>
          <p:nvPr/>
        </p:nvSpPr>
        <p:spPr>
          <a:xfrm>
            <a:off x="4663246" y="4863887"/>
            <a:ext cx="2266660" cy="13545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16E84FE-97B8-A644-6333-BFCD359447F9}"/>
              </a:ext>
            </a:extLst>
          </p:cNvPr>
          <p:cNvSpPr/>
          <p:nvPr/>
        </p:nvSpPr>
        <p:spPr>
          <a:xfrm>
            <a:off x="4663245" y="4863886"/>
            <a:ext cx="1781219" cy="5112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025DFDDD-B457-C73B-73DE-81ADED8F612B}"/>
              </a:ext>
            </a:extLst>
          </p:cNvPr>
          <p:cNvGrpSpPr/>
          <p:nvPr/>
        </p:nvGrpSpPr>
        <p:grpSpPr>
          <a:xfrm>
            <a:off x="7676632" y="3322102"/>
            <a:ext cx="1778185" cy="1359404"/>
            <a:chOff x="7505340" y="2891980"/>
            <a:chExt cx="1431980" cy="64293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FBDA8CC8-4BAC-D585-0DB7-B01A42AC4742}"/>
                </a:ext>
              </a:extLst>
            </p:cNvPr>
            <p:cNvSpPr/>
            <p:nvPr/>
          </p:nvSpPr>
          <p:spPr>
            <a:xfrm>
              <a:off x="7505340" y="289198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064DBE07-AC87-AE41-BEC8-98CB92367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03780" y="2947638"/>
              <a:ext cx="425251" cy="20738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39" name="フローチャート : 磁気ディスク 6">
            <a:extLst>
              <a:ext uri="{FF2B5EF4-FFF2-40B4-BE49-F238E27FC236}">
                <a16:creationId xmlns:a16="http://schemas.microsoft.com/office/drawing/2014/main" id="{0A15E7E2-56A8-603A-3A60-52CDA4CEF44D}"/>
              </a:ext>
            </a:extLst>
          </p:cNvPr>
          <p:cNvSpPr/>
          <p:nvPr/>
        </p:nvSpPr>
        <p:spPr>
          <a:xfrm>
            <a:off x="2311981" y="3767765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26BA1866-9545-D266-FEC9-97B558A48C52}"/>
              </a:ext>
            </a:extLst>
          </p:cNvPr>
          <p:cNvCxnSpPr>
            <a:cxnSpLocks/>
            <a:stCxn id="8" idx="3"/>
            <a:endCxn id="37" idx="1"/>
          </p:cNvCxnSpPr>
          <p:nvPr/>
        </p:nvCxnSpPr>
        <p:spPr>
          <a:xfrm flipV="1">
            <a:off x="6948884" y="4001804"/>
            <a:ext cx="727748" cy="22944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フローチャート : 磁気ディスク 6">
            <a:extLst>
              <a:ext uri="{FF2B5EF4-FFF2-40B4-BE49-F238E27FC236}">
                <a16:creationId xmlns:a16="http://schemas.microsoft.com/office/drawing/2014/main" id="{4D622DCE-1513-4D5F-B823-DD4B191C9E78}"/>
              </a:ext>
            </a:extLst>
          </p:cNvPr>
          <p:cNvSpPr/>
          <p:nvPr/>
        </p:nvSpPr>
        <p:spPr>
          <a:xfrm>
            <a:off x="8166324" y="375888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49" name="フローチャート : 磁気ディスク 6">
            <a:extLst>
              <a:ext uri="{FF2B5EF4-FFF2-40B4-BE49-F238E27FC236}">
                <a16:creationId xmlns:a16="http://schemas.microsoft.com/office/drawing/2014/main" id="{7D323823-48FB-EC03-09BB-25CFD2CD8A05}"/>
              </a:ext>
            </a:extLst>
          </p:cNvPr>
          <p:cNvSpPr/>
          <p:nvPr/>
        </p:nvSpPr>
        <p:spPr>
          <a:xfrm>
            <a:off x="4858008" y="4172735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50" name="フローチャート : 磁気ディスク 6">
            <a:extLst>
              <a:ext uri="{FF2B5EF4-FFF2-40B4-BE49-F238E27FC236}">
                <a16:creationId xmlns:a16="http://schemas.microsoft.com/office/drawing/2014/main" id="{9A689018-AB97-1B1C-7F57-1C6A6C541E72}"/>
              </a:ext>
            </a:extLst>
          </p:cNvPr>
          <p:cNvSpPr/>
          <p:nvPr/>
        </p:nvSpPr>
        <p:spPr>
          <a:xfrm>
            <a:off x="2995721" y="4181612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2" name="フローチャート : 磁気ディスク 6">
            <a:extLst>
              <a:ext uri="{FF2B5EF4-FFF2-40B4-BE49-F238E27FC236}">
                <a16:creationId xmlns:a16="http://schemas.microsoft.com/office/drawing/2014/main" id="{FF98C8D7-917C-2494-E139-5627FD791CC5}"/>
              </a:ext>
            </a:extLst>
          </p:cNvPr>
          <p:cNvSpPr/>
          <p:nvPr/>
        </p:nvSpPr>
        <p:spPr>
          <a:xfrm>
            <a:off x="8166324" y="4201332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7F5CFB39-F987-5913-F8B8-DA4C053D0DC5}"/>
              </a:ext>
            </a:extLst>
          </p:cNvPr>
          <p:cNvCxnSpPr>
            <a:cxnSpLocks/>
          </p:cNvCxnSpPr>
          <p:nvPr/>
        </p:nvCxnSpPr>
        <p:spPr>
          <a:xfrm flipV="1">
            <a:off x="3763006" y="4172734"/>
            <a:ext cx="892585" cy="887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フローチャート : 磁気ディスク 6">
            <a:extLst>
              <a:ext uri="{FF2B5EF4-FFF2-40B4-BE49-F238E27FC236}">
                <a16:creationId xmlns:a16="http://schemas.microsoft.com/office/drawing/2014/main" id="{29D3BE26-E530-BA94-875F-13AFBCA02022}"/>
              </a:ext>
            </a:extLst>
          </p:cNvPr>
          <p:cNvSpPr/>
          <p:nvPr/>
        </p:nvSpPr>
        <p:spPr>
          <a:xfrm>
            <a:off x="4882503" y="5690542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実績</a:t>
            </a:r>
          </a:p>
        </p:txBody>
      </p:sp>
      <p:sp>
        <p:nvSpPr>
          <p:cNvPr id="80" name="フローチャート : 磁気ディスク 6">
            <a:extLst>
              <a:ext uri="{FF2B5EF4-FFF2-40B4-BE49-F238E27FC236}">
                <a16:creationId xmlns:a16="http://schemas.microsoft.com/office/drawing/2014/main" id="{17BB4978-DF97-BFAF-ADBD-663A77E0ED9F}"/>
              </a:ext>
            </a:extLst>
          </p:cNvPr>
          <p:cNvSpPr/>
          <p:nvPr/>
        </p:nvSpPr>
        <p:spPr>
          <a:xfrm>
            <a:off x="4865661" y="526265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E85E1-B517-CE76-5C9E-09F55F218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C08F0D-0CAE-4BBB-BAFB-93C2A21EDA29}" type="slidenum">
              <a:rPr lang="en-US" altLang="ja-JP"/>
              <a:pPr>
                <a:defRPr/>
              </a:pPr>
              <a:t>2</a:t>
            </a:fld>
            <a:endParaRPr 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93F6FB-C3C4-DB27-0F70-265D59EC7901}"/>
              </a:ext>
            </a:extLst>
          </p:cNvPr>
          <p:cNvSpPr/>
          <p:nvPr/>
        </p:nvSpPr>
        <p:spPr>
          <a:xfrm>
            <a:off x="7642948" y="3234992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レジ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6" name="フローチャート : 磁気ディスク 6">
            <a:extLst>
              <a:ext uri="{FF2B5EF4-FFF2-40B4-BE49-F238E27FC236}">
                <a16:creationId xmlns:a16="http://schemas.microsoft.com/office/drawing/2014/main" id="{D5662B98-DDE6-2DDA-A1F4-51D3E9FBDB33}"/>
              </a:ext>
            </a:extLst>
          </p:cNvPr>
          <p:cNvSpPr/>
          <p:nvPr/>
        </p:nvSpPr>
        <p:spPr>
          <a:xfrm>
            <a:off x="2264543" y="5264916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9" name="フローチャート : 磁気ディスク 6">
            <a:extLst>
              <a:ext uri="{FF2B5EF4-FFF2-40B4-BE49-F238E27FC236}">
                <a16:creationId xmlns:a16="http://schemas.microsoft.com/office/drawing/2014/main" id="{0BD0C18F-6E97-E1AD-BF67-DBA68872489A}"/>
              </a:ext>
            </a:extLst>
          </p:cNvPr>
          <p:cNvSpPr/>
          <p:nvPr/>
        </p:nvSpPr>
        <p:spPr>
          <a:xfrm>
            <a:off x="2978682" y="5693541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3A7D75C-DBEB-8223-3062-313D40E1D3D3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763006" y="5541160"/>
            <a:ext cx="900240" cy="0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32C0B50-6222-E5F3-95A3-2492EB3E88A2}"/>
              </a:ext>
            </a:extLst>
          </p:cNvPr>
          <p:cNvGrpSpPr/>
          <p:nvPr/>
        </p:nvGrpSpPr>
        <p:grpSpPr>
          <a:xfrm>
            <a:off x="7698141" y="4863886"/>
            <a:ext cx="1778185" cy="1354546"/>
            <a:chOff x="7505340" y="2891980"/>
            <a:chExt cx="1431980" cy="64293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7FCF7F5-BA70-F808-CF99-1DC9016465E7}"/>
                </a:ext>
              </a:extLst>
            </p:cNvPr>
            <p:cNvSpPr/>
            <p:nvPr/>
          </p:nvSpPr>
          <p:spPr>
            <a:xfrm>
              <a:off x="7505340" y="289198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88013DD9-4B45-0A56-E62F-44C7BC52F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03780" y="2947638"/>
              <a:ext cx="425251" cy="20738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21" name="フローチャート : 磁気ディスク 6">
            <a:extLst>
              <a:ext uri="{FF2B5EF4-FFF2-40B4-BE49-F238E27FC236}">
                <a16:creationId xmlns:a16="http://schemas.microsoft.com/office/drawing/2014/main" id="{37191D8F-AD91-EA27-021E-DC76881F98CF}"/>
              </a:ext>
            </a:extLst>
          </p:cNvPr>
          <p:cNvSpPr/>
          <p:nvPr/>
        </p:nvSpPr>
        <p:spPr>
          <a:xfrm>
            <a:off x="8187833" y="5300671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70ABB5A-29E9-1453-BA05-95CE149BFB97}"/>
              </a:ext>
            </a:extLst>
          </p:cNvPr>
          <p:cNvSpPr/>
          <p:nvPr/>
        </p:nvSpPr>
        <p:spPr>
          <a:xfrm>
            <a:off x="7664457" y="4776776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新レジ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262AA32-0123-4923-EAD9-21CA27FFE013}"/>
              </a:ext>
            </a:extLst>
          </p:cNvPr>
          <p:cNvCxnSpPr>
            <a:cxnSpLocks/>
          </p:cNvCxnSpPr>
          <p:nvPr/>
        </p:nvCxnSpPr>
        <p:spPr>
          <a:xfrm flipV="1">
            <a:off x="6963590" y="5729296"/>
            <a:ext cx="754380" cy="14877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A2AD141-D8D1-DE61-C4EB-8E7FBDA26300}"/>
              </a:ext>
            </a:extLst>
          </p:cNvPr>
          <p:cNvSpPr/>
          <p:nvPr/>
        </p:nvSpPr>
        <p:spPr>
          <a:xfrm>
            <a:off x="2129529" y="1201982"/>
            <a:ext cx="1676400" cy="13946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53B96E94-B6E1-66E1-C74D-B68663415DBB}"/>
              </a:ext>
            </a:extLst>
          </p:cNvPr>
          <p:cNvSpPr/>
          <p:nvPr/>
        </p:nvSpPr>
        <p:spPr>
          <a:xfrm>
            <a:off x="2102897" y="1237011"/>
            <a:ext cx="71920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DCE79F8-BBEC-8E55-1D5B-1A6FFF47A090}"/>
              </a:ext>
            </a:extLst>
          </p:cNvPr>
          <p:cNvSpPr/>
          <p:nvPr/>
        </p:nvSpPr>
        <p:spPr>
          <a:xfrm>
            <a:off x="4655591" y="1244748"/>
            <a:ext cx="2307999" cy="13457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4F42CDE-8CF9-9AD2-ADE1-1BA7BEA0C59A}"/>
              </a:ext>
            </a:extLst>
          </p:cNvPr>
          <p:cNvSpPr/>
          <p:nvPr/>
        </p:nvSpPr>
        <p:spPr>
          <a:xfrm>
            <a:off x="4655591" y="1247423"/>
            <a:ext cx="2060081" cy="40933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Ignica</a:t>
            </a:r>
            <a:r>
              <a:rPr kumimoji="0" lang="en-US" altLang="ja-JP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(VINX)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/>
              <a:ea typeface="UD デジタル 教科書体 NP-B"/>
              <a:cs typeface="メイリオ" pitchFamily="50" charset="-128"/>
            </a:endParaRPr>
          </a:p>
        </p:txBody>
      </p:sp>
      <p:sp>
        <p:nvSpPr>
          <p:cNvPr id="54" name="フローチャート : 磁気ディスク 6">
            <a:extLst>
              <a:ext uri="{FF2B5EF4-FFF2-40B4-BE49-F238E27FC236}">
                <a16:creationId xmlns:a16="http://schemas.microsoft.com/office/drawing/2014/main" id="{A1D2D274-A793-016F-B44E-37B2DDEAD2F4}"/>
              </a:ext>
            </a:extLst>
          </p:cNvPr>
          <p:cNvSpPr/>
          <p:nvPr/>
        </p:nvSpPr>
        <p:spPr>
          <a:xfrm>
            <a:off x="4858007" y="1613113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0E825194-6FF8-03C4-D691-22A1B7FB57ED}"/>
              </a:ext>
            </a:extLst>
          </p:cNvPr>
          <p:cNvGrpSpPr/>
          <p:nvPr/>
        </p:nvGrpSpPr>
        <p:grpSpPr>
          <a:xfrm>
            <a:off x="7676631" y="1214994"/>
            <a:ext cx="1778185" cy="1359404"/>
            <a:chOff x="7505340" y="2891980"/>
            <a:chExt cx="1431980" cy="642938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C50FF8D2-1282-5A1F-6B4F-68AA6477036C}"/>
                </a:ext>
              </a:extLst>
            </p:cNvPr>
            <p:cNvSpPr/>
            <p:nvPr/>
          </p:nvSpPr>
          <p:spPr>
            <a:xfrm>
              <a:off x="7505340" y="2891980"/>
              <a:ext cx="1431980" cy="64293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1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endParaRPr>
            </a:p>
          </p:txBody>
        </p:sp>
        <p:pic>
          <p:nvPicPr>
            <p:cNvPr id="60" name="図 59">
              <a:extLst>
                <a:ext uri="{FF2B5EF4-FFF2-40B4-BE49-F238E27FC236}">
                  <a16:creationId xmlns:a16="http://schemas.microsoft.com/office/drawing/2014/main" id="{4BCC058E-D2AC-8EC8-0691-BF087FB7A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03780" y="2947638"/>
              <a:ext cx="425251" cy="20738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</p:grpSp>
      <p:sp>
        <p:nvSpPr>
          <p:cNvPr id="61" name="フローチャート : 磁気ディスク 6">
            <a:extLst>
              <a:ext uri="{FF2B5EF4-FFF2-40B4-BE49-F238E27FC236}">
                <a16:creationId xmlns:a16="http://schemas.microsoft.com/office/drawing/2014/main" id="{1BBAEEAE-5D26-0B72-3CF1-EFA3631EC5DB}"/>
              </a:ext>
            </a:extLst>
          </p:cNvPr>
          <p:cNvSpPr/>
          <p:nvPr/>
        </p:nvSpPr>
        <p:spPr>
          <a:xfrm>
            <a:off x="2311980" y="1660657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B19CCAAC-A7E9-9F9D-5105-93BF07C589BD}"/>
              </a:ext>
            </a:extLst>
          </p:cNvPr>
          <p:cNvCxnSpPr>
            <a:cxnSpLocks/>
            <a:stCxn id="52" idx="3"/>
            <a:endCxn id="59" idx="1"/>
          </p:cNvCxnSpPr>
          <p:nvPr/>
        </p:nvCxnSpPr>
        <p:spPr>
          <a:xfrm flipV="1">
            <a:off x="6963590" y="1894696"/>
            <a:ext cx="713041" cy="22944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フローチャート : 磁気ディスク 6">
            <a:extLst>
              <a:ext uri="{FF2B5EF4-FFF2-40B4-BE49-F238E27FC236}">
                <a16:creationId xmlns:a16="http://schemas.microsoft.com/office/drawing/2014/main" id="{2C7E5194-FC8E-273F-DF44-3E170431AC7F}"/>
              </a:ext>
            </a:extLst>
          </p:cNvPr>
          <p:cNvSpPr/>
          <p:nvPr/>
        </p:nvSpPr>
        <p:spPr>
          <a:xfrm>
            <a:off x="8166323" y="1651779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マスタ</a:t>
            </a:r>
          </a:p>
        </p:txBody>
      </p:sp>
      <p:sp>
        <p:nvSpPr>
          <p:cNvPr id="65" name="フローチャート : 磁気ディスク 6">
            <a:extLst>
              <a:ext uri="{FF2B5EF4-FFF2-40B4-BE49-F238E27FC236}">
                <a16:creationId xmlns:a16="http://schemas.microsoft.com/office/drawing/2014/main" id="{3B06E379-EFA7-6276-B5F6-5DDC31009B8E}"/>
              </a:ext>
            </a:extLst>
          </p:cNvPr>
          <p:cNvSpPr/>
          <p:nvPr/>
        </p:nvSpPr>
        <p:spPr>
          <a:xfrm>
            <a:off x="4858007" y="2065627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6" name="フローチャート : 磁気ディスク 6">
            <a:extLst>
              <a:ext uri="{FF2B5EF4-FFF2-40B4-BE49-F238E27FC236}">
                <a16:creationId xmlns:a16="http://schemas.microsoft.com/office/drawing/2014/main" id="{F05A0DD7-885C-61A8-17C9-7062826EC300}"/>
              </a:ext>
            </a:extLst>
          </p:cNvPr>
          <p:cNvSpPr/>
          <p:nvPr/>
        </p:nvSpPr>
        <p:spPr>
          <a:xfrm>
            <a:off x="2995720" y="2074504"/>
            <a:ext cx="534925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</a:rPr>
              <a:t>実績</a:t>
            </a:r>
            <a:endParaRPr kumimoji="0" lang="ja-JP" altLang="en-US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</p:txBody>
      </p:sp>
      <p:sp>
        <p:nvSpPr>
          <p:cNvPr id="67" name="フローチャート : 磁気ディスク 6">
            <a:extLst>
              <a:ext uri="{FF2B5EF4-FFF2-40B4-BE49-F238E27FC236}">
                <a16:creationId xmlns:a16="http://schemas.microsoft.com/office/drawing/2014/main" id="{1F45922F-7C4D-63FA-6A10-5ADA831A5CEF}"/>
              </a:ext>
            </a:extLst>
          </p:cNvPr>
          <p:cNvSpPr/>
          <p:nvPr/>
        </p:nvSpPr>
        <p:spPr>
          <a:xfrm>
            <a:off x="8166323" y="2094224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1421134A-867C-C278-005F-42BDC58BE85E}"/>
              </a:ext>
            </a:extLst>
          </p:cNvPr>
          <p:cNvCxnSpPr>
            <a:cxnSpLocks/>
          </p:cNvCxnSpPr>
          <p:nvPr/>
        </p:nvCxnSpPr>
        <p:spPr>
          <a:xfrm flipV="1">
            <a:off x="3779297" y="1923647"/>
            <a:ext cx="876293" cy="14778"/>
          </a:xfrm>
          <a:prstGeom prst="straightConnector1">
            <a:avLst/>
          </a:prstGeom>
          <a:ln w="63500">
            <a:solidFill>
              <a:schemeClr val="accent3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122A202-9F20-7528-5897-74C57A6FA421}"/>
              </a:ext>
            </a:extLst>
          </p:cNvPr>
          <p:cNvSpPr/>
          <p:nvPr/>
        </p:nvSpPr>
        <p:spPr>
          <a:xfrm>
            <a:off x="7642947" y="1127884"/>
            <a:ext cx="1317373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レジ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44" name="正方形/長方形 1043">
            <a:extLst>
              <a:ext uri="{FF2B5EF4-FFF2-40B4-BE49-F238E27FC236}">
                <a16:creationId xmlns:a16="http://schemas.microsoft.com/office/drawing/2014/main" id="{D66C4F40-EEE4-5112-1DDE-D02C487A8982}"/>
              </a:ext>
            </a:extLst>
          </p:cNvPr>
          <p:cNvSpPr/>
          <p:nvPr/>
        </p:nvSpPr>
        <p:spPr>
          <a:xfrm>
            <a:off x="1421134" y="847967"/>
            <a:ext cx="2341872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現在（</a:t>
            </a: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Ignica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サーバーのみ）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45" name="正方形/長方形 1044">
            <a:extLst>
              <a:ext uri="{FF2B5EF4-FFF2-40B4-BE49-F238E27FC236}">
                <a16:creationId xmlns:a16="http://schemas.microsoft.com/office/drawing/2014/main" id="{FB94BD2B-8E3A-280C-17C9-57D5EA01CF4D}"/>
              </a:ext>
            </a:extLst>
          </p:cNvPr>
          <p:cNvSpPr/>
          <p:nvPr/>
        </p:nvSpPr>
        <p:spPr>
          <a:xfrm>
            <a:off x="1437425" y="2962506"/>
            <a:ext cx="3445078" cy="428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移行過渡期（</a:t>
            </a: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Ignica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メイリオ" pitchFamily="50" charset="-128"/>
              </a:rPr>
              <a:t>サーバー・新サーバー）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メイリオ" pitchFamily="50" charset="-128"/>
            </a:endParaRPr>
          </a:p>
        </p:txBody>
      </p:sp>
      <p:sp>
        <p:nvSpPr>
          <p:cNvPr id="1046" name="フローチャート : 磁気ディスク 6">
            <a:extLst>
              <a:ext uri="{FF2B5EF4-FFF2-40B4-BE49-F238E27FC236}">
                <a16:creationId xmlns:a16="http://schemas.microsoft.com/office/drawing/2014/main" id="{6A540266-72E0-0F9E-1B35-FC370D94B666}"/>
              </a:ext>
            </a:extLst>
          </p:cNvPr>
          <p:cNvSpPr/>
          <p:nvPr/>
        </p:nvSpPr>
        <p:spPr>
          <a:xfrm>
            <a:off x="8176539" y="5718965"/>
            <a:ext cx="551964" cy="428625"/>
          </a:xfrm>
          <a:prstGeom prst="flowChartMagneticDisk">
            <a:avLst/>
          </a:prstGeom>
          <a:solidFill>
            <a:srgbClr val="C0504D">
              <a:lumMod val="40000"/>
              <a:lumOff val="60000"/>
            </a:srgbClr>
          </a:soli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10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"/>
              <a:ea typeface="Meiryo UI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取引</a:t>
            </a:r>
            <a:endParaRPr kumimoji="0" lang="en-US" altLang="ja-JP" sz="9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 panose="02020700000000000000" pitchFamily="18" charset="-128"/>
              <a:ea typeface="UD デジタル 教科書体 NP-B" panose="02020700000000000000" pitchFamily="18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D デジタル 教科書体 NP-B" panose="02020700000000000000" pitchFamily="18" charset="-128"/>
                <a:ea typeface="UD デジタル 教科書体 NP-B" panose="02020700000000000000" pitchFamily="18" charset="-128"/>
                <a:cs typeface="+mn-cs"/>
              </a:rPr>
              <a:t>ログ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E745CD3-DCFF-C725-15A9-CA2DD9CDBB23}"/>
              </a:ext>
            </a:extLst>
          </p:cNvPr>
          <p:cNvSpPr/>
          <p:nvPr/>
        </p:nvSpPr>
        <p:spPr>
          <a:xfrm>
            <a:off x="4771337" y="3340511"/>
            <a:ext cx="2060081" cy="40933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lIns="91440" tIns="45720" rIns="91440" b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kern="0" err="1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Ignica</a:t>
            </a:r>
            <a:r>
              <a:rPr kumimoji="0" lang="en-US" altLang="ja-JP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(VINX)</a:t>
            </a:r>
            <a:r>
              <a:rPr kumimoji="0" lang="ja-JP" altLang="en-US" sz="1200" kern="0">
                <a:solidFill>
                  <a:prstClr val="black"/>
                </a:solidFill>
                <a:latin typeface="UD デジタル 教科書体 NP-B"/>
                <a:ea typeface="UD デジタル 教科書体 NP-B"/>
                <a:cs typeface="メイリオ" pitchFamily="50" charset="-128"/>
              </a:rPr>
              <a:t>サーバー</a:t>
            </a:r>
            <a:endParaRPr kumimoji="0" lang="en-US" altLang="ja-JP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D デジタル 教科書体 NP-B"/>
              <a:ea typeface="UD デジタル 教科書体 NP-B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53048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Profile">
  <a:themeElements>
    <a:clrScheme name="ユーザー定義 11">
      <a:dk1>
        <a:srgbClr val="000000"/>
      </a:dk1>
      <a:lt1>
        <a:srgbClr val="FFFFFF"/>
      </a:lt1>
      <a:dk2>
        <a:srgbClr val="0000CC"/>
      </a:dk2>
      <a:lt2>
        <a:srgbClr val="0099FF"/>
      </a:lt2>
      <a:accent1>
        <a:srgbClr val="66FF66"/>
      </a:accent1>
      <a:accent2>
        <a:srgbClr val="CC0000"/>
      </a:accent2>
      <a:accent3>
        <a:srgbClr val="0099FF"/>
      </a:accent3>
      <a:accent4>
        <a:srgbClr val="0000CC"/>
      </a:accent4>
      <a:accent5>
        <a:srgbClr val="FF9900"/>
      </a:accent5>
      <a:accent6>
        <a:srgbClr val="9966FF"/>
      </a:accent6>
      <a:hlink>
        <a:srgbClr val="0000CC"/>
      </a:hlink>
      <a:folHlink>
        <a:srgbClr val="0099FF"/>
      </a:folHlink>
    </a:clrScheme>
    <a:fontScheme name="Profil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7A79F7-302C-4C5E-AF79-17D2CA1562F3}"/>
</file>

<file path=customXml/itemProps2.xml><?xml version="1.0" encoding="utf-8"?>
<ds:datastoreItem xmlns:ds="http://schemas.openxmlformats.org/officeDocument/2006/customXml" ds:itemID="{2B0AE5FD-4413-4FAF-874F-8218F0B1418B}">
  <ds:schemaRefs>
    <ds:schemaRef ds:uri="2dd5972e-fc8f-47aa-916d-ced3529f73a8"/>
    <ds:schemaRef ds:uri="7e648b1b-310d-4301-875b-b3df8f3619bf"/>
    <ds:schemaRef ds:uri="c25985f6-738a-4fbb-ade1-fdbe81c9268b"/>
    <ds:schemaRef ds:uri="c75135be-2182-4479-88b6-6b05442ae4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6AEA699-1393-4629-803E-CAEE5F8DA4E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USMH2023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Profile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山本  慎一郎</dc:creator>
  <cp:revision>1</cp:revision>
  <dcterms:created xsi:type="dcterms:W3CDTF">2023-10-06T05:00:22Z</dcterms:created>
  <dcterms:modified xsi:type="dcterms:W3CDTF">2024-10-21T07:42:05Z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  <property fmtid="{D5CDD505-2E9C-101B-9397-08002B2CF9AE}" pid="4" name="Order">
    <vt:r8>2200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</Properties>
</file>