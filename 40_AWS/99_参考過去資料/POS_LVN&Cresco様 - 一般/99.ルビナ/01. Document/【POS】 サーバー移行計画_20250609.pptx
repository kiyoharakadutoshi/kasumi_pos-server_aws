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78" r:id="rId6"/>
    <p:sldId id="269" r:id="rId7"/>
    <p:sldId id="270" r:id="rId8"/>
    <p:sldId id="272" r:id="rId9"/>
    <p:sldId id="273" r:id="rId10"/>
    <p:sldId id="274" r:id="rId11"/>
    <p:sldId id="275" r:id="rId12"/>
    <p:sldId id="276" r:id="rId13"/>
    <p:sldId id="277" r:id="rId14"/>
    <p:sldId id="268" r:id="rId15"/>
  </p:sldIdLst>
  <p:sldSz cx="9906000" cy="6858000" type="A4"/>
  <p:notesSz cx="11309350" cy="20104100"/>
  <p:embeddedFontLst>
    <p:embeddedFont>
      <p:font typeface="Aptos Narrow" panose="020B0604020202020204" charset="0"/>
      <p:regular r:id="rId17"/>
      <p:bold r:id="rId18"/>
      <p:italic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46">
          <p15:clr>
            <a:srgbClr val="A4A3A4"/>
          </p15:clr>
        </p15:guide>
        <p15:guide id="2" pos="106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0mLXu463xrnpsS+gszuY3hf6V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493D2-879F-967F-D8CF-DB4C4C1D8DBA}" v="4" dt="2026-02-27T02:01:08.834"/>
    <p1510:client id="{FC11B4EF-C09F-B8A0-C489-7F36F4CB3DE5}" v="1" dt="2026-02-27T02:02:17.169"/>
  </p1510:revLst>
</p1510:revInfo>
</file>

<file path=ppt/tableStyles.xml><?xml version="1.0" encoding="utf-8"?>
<a:tblStyleLst xmlns:a="http://schemas.openxmlformats.org/drawingml/2006/main" def="{A69E5EDB-38B0-4B49-BDDA-6AADC18DC84B}">
  <a:tblStyle styleId="{A69E5EDB-38B0-4B49-BDDA-6AADC18DC8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199AEC7-60D1-45BA-BF38-0D3A9B720A6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746"/>
        <p:guide pos="106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Duc Nang" userId="S::leducnang@luvina.net::f5964a96-f4a0-431e-91f6-2959737f4459" providerId="AD" clId="Web-{FC11B4EF-C09F-B8A0-C489-7F36F4CB3DE5}"/>
    <pc:docChg chg="modSld">
      <pc:chgData name="Le Duc Nang" userId="S::leducnang@luvina.net::f5964a96-f4a0-431e-91f6-2959737f4459" providerId="AD" clId="Web-{FC11B4EF-C09F-B8A0-C489-7F36F4CB3DE5}" dt="2026-02-27T02:02:17.169" v="0"/>
      <pc:docMkLst>
        <pc:docMk/>
      </pc:docMkLst>
      <pc:sldChg chg="delSp">
        <pc:chgData name="Le Duc Nang" userId="S::leducnang@luvina.net::f5964a96-f4a0-431e-91f6-2959737f4459" providerId="AD" clId="Web-{FC11B4EF-C09F-B8A0-C489-7F36F4CB3DE5}" dt="2026-02-27T02:02:17.169" v="0"/>
        <pc:sldMkLst>
          <pc:docMk/>
          <pc:sldMk cId="0" sldId="268"/>
        </pc:sldMkLst>
        <pc:picChg chg="del">
          <ac:chgData name="Le Duc Nang" userId="S::leducnang@luvina.net::f5964a96-f4a0-431e-91f6-2959737f4459" providerId="AD" clId="Web-{FC11B4EF-C09F-B8A0-C489-7F36F4CB3DE5}" dt="2026-02-27T02:02:17.169" v="0"/>
          <ac:picMkLst>
            <pc:docMk/>
            <pc:sldMk cId="0" sldId="268"/>
            <ac:picMk id="2" creationId="{E9A3B455-1838-3DF4-CD6B-BD7322074210}"/>
          </ac:picMkLst>
        </pc:picChg>
      </pc:sldChg>
    </pc:docChg>
  </pc:docChgLst>
  <pc:docChgLst>
    <pc:chgData name="Le Duc Nang" userId="S::leducnang@luvina.net::f5964a96-f4a0-431e-91f6-2959737f4459" providerId="AD" clId="Web-{CEE493D2-879F-967F-D8CF-DB4C4C1D8DBA}"/>
    <pc:docChg chg="modSld">
      <pc:chgData name="Le Duc Nang" userId="S::leducnang@luvina.net::f5964a96-f4a0-431e-91f6-2959737f4459" providerId="AD" clId="Web-{CEE493D2-879F-967F-D8CF-DB4C4C1D8DBA}" dt="2026-02-27T02:01:08.834" v="2" actId="1076"/>
      <pc:docMkLst>
        <pc:docMk/>
      </pc:docMkLst>
      <pc:sldChg chg="addSp modSp">
        <pc:chgData name="Le Duc Nang" userId="S::leducnang@luvina.net::f5964a96-f4a0-431e-91f6-2959737f4459" providerId="AD" clId="Web-{CEE493D2-879F-967F-D8CF-DB4C4C1D8DBA}" dt="2026-02-27T02:01:08.834" v="2" actId="1076"/>
        <pc:sldMkLst>
          <pc:docMk/>
          <pc:sldMk cId="0" sldId="268"/>
        </pc:sldMkLst>
        <pc:picChg chg="add mod">
          <ac:chgData name="Le Duc Nang" userId="S::leducnang@luvina.net::f5964a96-f4a0-431e-91f6-2959737f4459" providerId="AD" clId="Web-{CEE493D2-879F-967F-D8CF-DB4C4C1D8DBA}" dt="2026-02-27T02:01:08.834" v="2" actId="1076"/>
          <ac:picMkLst>
            <pc:docMk/>
            <pc:sldMk cId="0" sldId="268"/>
            <ac:picMk id="2" creationId="{E9A3B455-1838-3DF4-CD6B-BD732207421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900956" cy="10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405715" y="0"/>
            <a:ext cx="4900956" cy="10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9096639"/>
            <a:ext cx="4900956" cy="100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405715" y="19096639"/>
            <a:ext cx="4900956" cy="100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878C4895-9BCB-10C9-B538-B7E37213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514EB104-FC6D-1200-0809-70CEEE495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4C372DFF-0DE7-43A1-E1FE-EEDE2A8F8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96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A92FF873-4F6A-10C1-2AE6-66827683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BC1F46BF-0B3D-E301-966C-6E00C049B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7AB224A2-A0A9-2171-6787-7B09230279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0502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30545280-A0A8-6D28-1F26-F1BB12A8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59073172-ED0A-B4D7-D2C8-1DCC8C7C5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C0409D90-D652-1BF1-1CDC-4CF0E1A7A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4005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6F71CE57-95DA-C627-8EA5-4374829DF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B9A7A4F1-6984-080E-FA3C-0FAE8F409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72B0D9B6-EEF1-197F-AC0E-CEB8EB227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5128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056C2D5C-355A-E41E-55A4-178EC7D0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35351005-1A8C-35AF-DBF9-C8D109B22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9B23046D-9C9D-AC91-6C5D-4B1C6E96D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0929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E7FDE227-1518-DCF7-3E4D-F0E7246E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1D0C09A2-59D2-75B3-E120-AE141ACC8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F24CF607-E860-BE74-6B67-CEECD7B01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7310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20F24689-34D7-FE00-6659-31EDEAAF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6E7528A6-2681-3033-550B-D7A7F7209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2E0606EF-B563-0289-29DF-0CA9793DA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1776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48D7C1DA-5790-0E39-0EA2-FC0F584AE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410D6F22-4804-AF09-2CF8-24DAF4A1B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537A1951-CD00-4DFE-6189-16AD65227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3669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EDA36B51-739D-4A4E-1448-DD1A4483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84C38B6A-8C6E-0118-FFAA-40E419844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C33E0BC3-4273-BCDB-4244-758883DBA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8912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778000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6"/>
          <p:cNvSpPr txBox="1"/>
          <p:nvPr/>
        </p:nvSpPr>
        <p:spPr>
          <a:xfrm>
            <a:off x="74100" y="6539500"/>
            <a:ext cx="2228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60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00" y="180000"/>
            <a:ext cx="180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6"/>
          <p:cNvSpPr txBox="1"/>
          <p:nvPr/>
        </p:nvSpPr>
        <p:spPr>
          <a:xfrm>
            <a:off x="365171" y="180000"/>
            <a:ext cx="11416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LUVINA</a:t>
            </a:r>
            <a:endParaRPr sz="2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24104" y="180000"/>
            <a:ext cx="72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103500"/>
            <a:ext cx="9916407" cy="54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59924" y="2132499"/>
            <a:ext cx="8054961" cy="438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59924" y="2132499"/>
            <a:ext cx="8054961" cy="438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101568" y="6332075"/>
            <a:ext cx="373274" cy="3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0962" marR="0" lvl="0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20962" marR="0" lvl="1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20962" marR="0" lvl="2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0962" marR="0" lvl="3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0962" marR="0" lvl="4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0962" marR="0" lvl="5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962" marR="0" lvl="6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0962" marR="0" lvl="7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0962" marR="0" lvl="8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0962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012" y="0"/>
            <a:ext cx="990599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000" y="288000"/>
            <a:ext cx="969704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2357378"/>
            <a:ext cx="9891965" cy="234624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62" y="2304035"/>
            <a:ext cx="9858754" cy="1666436"/>
          </a:xfrm>
          <a:custGeom>
            <a:avLst/>
            <a:gdLst/>
            <a:ahLst/>
            <a:cxnLst/>
            <a:rect l="l" t="t" r="r" b="b"/>
            <a:pathLst>
              <a:path w="20008215" h="3382009" extrusionOk="0">
                <a:moveTo>
                  <a:pt x="12382010" y="3195766"/>
                </a:moveTo>
                <a:lnTo>
                  <a:pt x="12360231" y="3220729"/>
                </a:lnTo>
                <a:lnTo>
                  <a:pt x="12362361" y="3229836"/>
                </a:lnTo>
                <a:lnTo>
                  <a:pt x="12367377" y="3237202"/>
                </a:lnTo>
                <a:lnTo>
                  <a:pt x="12374631" y="3242012"/>
                </a:lnTo>
                <a:lnTo>
                  <a:pt x="12383476" y="3243450"/>
                </a:lnTo>
                <a:lnTo>
                  <a:pt x="12391908" y="3241149"/>
                </a:lnTo>
                <a:lnTo>
                  <a:pt x="12398711" y="3235753"/>
                </a:lnTo>
                <a:lnTo>
                  <a:pt x="12403237" y="3227967"/>
                </a:lnTo>
                <a:lnTo>
                  <a:pt x="12404837" y="3218498"/>
                </a:lnTo>
                <a:lnTo>
                  <a:pt x="12402713" y="3209646"/>
                </a:lnTo>
                <a:lnTo>
                  <a:pt x="12397743" y="3202365"/>
                </a:lnTo>
                <a:lnTo>
                  <a:pt x="12390613" y="3197469"/>
                </a:lnTo>
                <a:lnTo>
                  <a:pt x="12382010" y="3195766"/>
                </a:lnTo>
                <a:close/>
              </a:path>
              <a:path w="20008215" h="3382009" extrusionOk="0">
                <a:moveTo>
                  <a:pt x="12160237" y="3198939"/>
                </a:moveTo>
                <a:lnTo>
                  <a:pt x="12137620" y="3222509"/>
                </a:lnTo>
                <a:lnTo>
                  <a:pt x="12139133" y="3231725"/>
                </a:lnTo>
                <a:lnTo>
                  <a:pt x="12143680" y="3239362"/>
                </a:lnTo>
                <a:lnTo>
                  <a:pt x="12150563" y="3244610"/>
                </a:lnTo>
                <a:lnTo>
                  <a:pt x="12159085" y="3246665"/>
                </a:lnTo>
                <a:lnTo>
                  <a:pt x="12167892" y="3244971"/>
                </a:lnTo>
                <a:lnTo>
                  <a:pt x="12175040" y="3240057"/>
                </a:lnTo>
                <a:lnTo>
                  <a:pt x="12179891" y="3232666"/>
                </a:lnTo>
                <a:lnTo>
                  <a:pt x="12181807" y="3223545"/>
                </a:lnTo>
                <a:lnTo>
                  <a:pt x="12180233" y="3214068"/>
                </a:lnTo>
                <a:lnTo>
                  <a:pt x="12175655" y="3206298"/>
                </a:lnTo>
                <a:lnTo>
                  <a:pt x="12168761" y="3201000"/>
                </a:lnTo>
                <a:lnTo>
                  <a:pt x="12160237" y="3198939"/>
                </a:lnTo>
                <a:close/>
              </a:path>
              <a:path w="20008215" h="3382009" extrusionOk="0">
                <a:moveTo>
                  <a:pt x="12604516" y="3179630"/>
                </a:moveTo>
                <a:lnTo>
                  <a:pt x="12582737" y="3205494"/>
                </a:lnTo>
                <a:lnTo>
                  <a:pt x="12585189" y="3214717"/>
                </a:lnTo>
                <a:lnTo>
                  <a:pt x="12590577" y="3221845"/>
                </a:lnTo>
                <a:lnTo>
                  <a:pt x="12598065" y="3226242"/>
                </a:lnTo>
                <a:lnTo>
                  <a:pt x="12606820" y="3227273"/>
                </a:lnTo>
                <a:lnTo>
                  <a:pt x="12615231" y="3224372"/>
                </a:lnTo>
                <a:lnTo>
                  <a:pt x="12621885" y="3218547"/>
                </a:lnTo>
                <a:lnTo>
                  <a:pt x="12626006" y="3210509"/>
                </a:lnTo>
                <a:lnTo>
                  <a:pt x="12626819" y="3200970"/>
                </a:lnTo>
                <a:lnTo>
                  <a:pt x="12624586" y="3192540"/>
                </a:lnTo>
                <a:lnTo>
                  <a:pt x="12619712" y="3185718"/>
                </a:lnTo>
                <a:lnTo>
                  <a:pt x="12612816" y="3181187"/>
                </a:lnTo>
                <a:lnTo>
                  <a:pt x="12604516" y="3179630"/>
                </a:lnTo>
                <a:close/>
              </a:path>
              <a:path w="20008215" h="3382009" extrusionOk="0">
                <a:moveTo>
                  <a:pt x="11942233" y="3187295"/>
                </a:moveTo>
                <a:lnTo>
                  <a:pt x="11933514" y="3188641"/>
                </a:lnTo>
                <a:lnTo>
                  <a:pt x="11926121" y="3193260"/>
                </a:lnTo>
                <a:lnTo>
                  <a:pt x="11920867" y="3200440"/>
                </a:lnTo>
                <a:lnTo>
                  <a:pt x="11918569" y="3209472"/>
                </a:lnTo>
                <a:lnTo>
                  <a:pt x="11919593" y="3218784"/>
                </a:lnTo>
                <a:lnTo>
                  <a:pt x="11923778" y="3226641"/>
                </a:lnTo>
                <a:lnTo>
                  <a:pt x="11930437" y="3232191"/>
                </a:lnTo>
                <a:lnTo>
                  <a:pt x="11938882" y="3234582"/>
                </a:lnTo>
                <a:lnTo>
                  <a:pt x="11938882" y="3235042"/>
                </a:lnTo>
                <a:lnTo>
                  <a:pt x="11947591" y="3233694"/>
                </a:lnTo>
                <a:lnTo>
                  <a:pt x="11954994" y="3229071"/>
                </a:lnTo>
                <a:lnTo>
                  <a:pt x="11960336" y="3221884"/>
                </a:lnTo>
                <a:lnTo>
                  <a:pt x="11962861" y="3212844"/>
                </a:lnTo>
                <a:lnTo>
                  <a:pt x="11961640" y="3203532"/>
                </a:lnTo>
                <a:lnTo>
                  <a:pt x="11957337" y="3195629"/>
                </a:lnTo>
                <a:lnTo>
                  <a:pt x="11950639" y="3189946"/>
                </a:lnTo>
                <a:lnTo>
                  <a:pt x="11942233" y="3187295"/>
                </a:lnTo>
                <a:close/>
              </a:path>
              <a:path w="20008215" h="3382009" extrusionOk="0">
                <a:moveTo>
                  <a:pt x="12825976" y="3152846"/>
                </a:moveTo>
                <a:lnTo>
                  <a:pt x="12804196" y="3179651"/>
                </a:lnTo>
                <a:lnTo>
                  <a:pt x="12807192" y="3188519"/>
                </a:lnTo>
                <a:lnTo>
                  <a:pt x="12812848" y="3195296"/>
                </a:lnTo>
                <a:lnTo>
                  <a:pt x="12820408" y="3199343"/>
                </a:lnTo>
                <a:lnTo>
                  <a:pt x="12829117" y="3200017"/>
                </a:lnTo>
                <a:lnTo>
                  <a:pt x="12837677" y="3196977"/>
                </a:lnTo>
                <a:lnTo>
                  <a:pt x="12844116" y="3190892"/>
                </a:lnTo>
                <a:lnTo>
                  <a:pt x="12847847" y="3182686"/>
                </a:lnTo>
                <a:lnTo>
                  <a:pt x="12848279" y="3173285"/>
                </a:lnTo>
                <a:lnTo>
                  <a:pt x="12845810" y="3164986"/>
                </a:lnTo>
                <a:lnTo>
                  <a:pt x="12840857" y="3158475"/>
                </a:lnTo>
                <a:lnTo>
                  <a:pt x="12834040" y="3154259"/>
                </a:lnTo>
                <a:lnTo>
                  <a:pt x="12825976" y="3152846"/>
                </a:lnTo>
                <a:close/>
              </a:path>
              <a:path w="20008215" h="3382009" extrusionOk="0">
                <a:moveTo>
                  <a:pt x="11717632" y="3167296"/>
                </a:moveTo>
                <a:lnTo>
                  <a:pt x="11693235" y="3188594"/>
                </a:lnTo>
                <a:lnTo>
                  <a:pt x="11693881" y="3198162"/>
                </a:lnTo>
                <a:lnTo>
                  <a:pt x="11697777" y="3206202"/>
                </a:lnTo>
                <a:lnTo>
                  <a:pt x="11704323" y="3211942"/>
                </a:lnTo>
                <a:lnTo>
                  <a:pt x="11712921" y="3214614"/>
                </a:lnTo>
                <a:lnTo>
                  <a:pt x="11721696" y="3213867"/>
                </a:lnTo>
                <a:lnTo>
                  <a:pt x="11729177" y="3209623"/>
                </a:lnTo>
                <a:lnTo>
                  <a:pt x="11734654" y="3202550"/>
                </a:lnTo>
                <a:lnTo>
                  <a:pt x="11737422" y="3193316"/>
                </a:lnTo>
                <a:lnTo>
                  <a:pt x="11736524" y="3184007"/>
                </a:lnTo>
                <a:lnTo>
                  <a:pt x="11732514" y="3176053"/>
                </a:lnTo>
                <a:lnTo>
                  <a:pt x="11726011" y="3170226"/>
                </a:lnTo>
                <a:lnTo>
                  <a:pt x="11717632" y="3167296"/>
                </a:lnTo>
                <a:close/>
              </a:path>
              <a:path w="20008215" h="3382009" extrusionOk="0">
                <a:moveTo>
                  <a:pt x="13046492" y="3117297"/>
                </a:moveTo>
                <a:lnTo>
                  <a:pt x="13025132" y="3145003"/>
                </a:lnTo>
                <a:lnTo>
                  <a:pt x="13028193" y="3153783"/>
                </a:lnTo>
                <a:lnTo>
                  <a:pt x="13033993" y="3160346"/>
                </a:lnTo>
                <a:lnTo>
                  <a:pt x="13041697" y="3164101"/>
                </a:lnTo>
                <a:lnTo>
                  <a:pt x="13050471" y="3164458"/>
                </a:lnTo>
                <a:lnTo>
                  <a:pt x="13058724" y="3161079"/>
                </a:lnTo>
                <a:lnTo>
                  <a:pt x="13064895" y="3154697"/>
                </a:lnTo>
                <a:lnTo>
                  <a:pt x="13068436" y="3146276"/>
                </a:lnTo>
                <a:lnTo>
                  <a:pt x="13068795" y="3136784"/>
                </a:lnTo>
                <a:lnTo>
                  <a:pt x="13066047" y="3128843"/>
                </a:lnTo>
                <a:lnTo>
                  <a:pt x="13061021" y="3122639"/>
                </a:lnTo>
                <a:lnTo>
                  <a:pt x="13054306" y="3118635"/>
                </a:lnTo>
                <a:lnTo>
                  <a:pt x="13046492" y="3117297"/>
                </a:lnTo>
                <a:close/>
              </a:path>
              <a:path w="20008215" h="3382009" extrusionOk="0">
                <a:moveTo>
                  <a:pt x="11494603" y="3138982"/>
                </a:moveTo>
                <a:lnTo>
                  <a:pt x="11471881" y="3159778"/>
                </a:lnTo>
                <a:lnTo>
                  <a:pt x="11472471" y="3169190"/>
                </a:lnTo>
                <a:lnTo>
                  <a:pt x="11476213" y="3177365"/>
                </a:lnTo>
                <a:lnTo>
                  <a:pt x="11482527" y="3183492"/>
                </a:lnTo>
                <a:lnTo>
                  <a:pt x="11490833" y="3186761"/>
                </a:lnTo>
                <a:lnTo>
                  <a:pt x="11499630" y="3186095"/>
                </a:lnTo>
                <a:lnTo>
                  <a:pt x="11507259" y="3182062"/>
                </a:lnTo>
                <a:lnTo>
                  <a:pt x="11512905" y="3175285"/>
                </a:lnTo>
                <a:lnTo>
                  <a:pt x="11515754" y="3166385"/>
                </a:lnTo>
                <a:lnTo>
                  <a:pt x="11515405" y="3156981"/>
                </a:lnTo>
                <a:lnTo>
                  <a:pt x="11511788" y="3148807"/>
                </a:lnTo>
                <a:lnTo>
                  <a:pt x="11505520" y="3142678"/>
                </a:lnTo>
                <a:lnTo>
                  <a:pt x="11497273" y="3139433"/>
                </a:lnTo>
                <a:lnTo>
                  <a:pt x="11495964" y="3139433"/>
                </a:lnTo>
                <a:lnTo>
                  <a:pt x="11494603" y="3138982"/>
                </a:lnTo>
                <a:close/>
              </a:path>
              <a:path w="20008215" h="3382009" extrusionOk="0">
                <a:moveTo>
                  <a:pt x="11497220" y="3139412"/>
                </a:moveTo>
                <a:lnTo>
                  <a:pt x="11495964" y="3139433"/>
                </a:lnTo>
                <a:lnTo>
                  <a:pt x="11497273" y="3139433"/>
                </a:lnTo>
                <a:close/>
              </a:path>
              <a:path w="20008215" h="3382009" extrusionOk="0">
                <a:moveTo>
                  <a:pt x="16449" y="3334244"/>
                </a:moveTo>
                <a:lnTo>
                  <a:pt x="5204" y="3334453"/>
                </a:lnTo>
                <a:lnTo>
                  <a:pt x="21" y="3336401"/>
                </a:lnTo>
                <a:lnTo>
                  <a:pt x="0" y="3379415"/>
                </a:lnTo>
                <a:lnTo>
                  <a:pt x="8147" y="3381856"/>
                </a:lnTo>
                <a:lnTo>
                  <a:pt x="16572" y="3380819"/>
                </a:lnTo>
                <a:lnTo>
                  <a:pt x="24303" y="3376242"/>
                </a:lnTo>
                <a:lnTo>
                  <a:pt x="29895" y="3368845"/>
                </a:lnTo>
                <a:lnTo>
                  <a:pt x="32372" y="3360118"/>
                </a:lnTo>
                <a:lnTo>
                  <a:pt x="31584" y="3351103"/>
                </a:lnTo>
                <a:lnTo>
                  <a:pt x="27381" y="3342840"/>
                </a:lnTo>
                <a:lnTo>
                  <a:pt x="23004" y="3337353"/>
                </a:lnTo>
                <a:lnTo>
                  <a:pt x="16449" y="3334244"/>
                </a:lnTo>
                <a:close/>
              </a:path>
              <a:path w="20008215" h="3382009" extrusionOk="0">
                <a:moveTo>
                  <a:pt x="13266486" y="3074796"/>
                </a:moveTo>
                <a:lnTo>
                  <a:pt x="13244824" y="3093569"/>
                </a:lnTo>
                <a:lnTo>
                  <a:pt x="13244830" y="3103323"/>
                </a:lnTo>
                <a:lnTo>
                  <a:pt x="13248032" y="3111783"/>
                </a:lnTo>
                <a:lnTo>
                  <a:pt x="13253947" y="3118267"/>
                </a:lnTo>
                <a:lnTo>
                  <a:pt x="13261728" y="3121878"/>
                </a:lnTo>
                <a:lnTo>
                  <a:pt x="13270569" y="3121957"/>
                </a:lnTo>
                <a:lnTo>
                  <a:pt x="13278755" y="3118302"/>
                </a:lnTo>
                <a:lnTo>
                  <a:pt x="13284858" y="3111760"/>
                </a:lnTo>
                <a:lnTo>
                  <a:pt x="13288254" y="3103323"/>
                </a:lnTo>
                <a:lnTo>
                  <a:pt x="13288274" y="3093569"/>
                </a:lnTo>
                <a:lnTo>
                  <a:pt x="13285613" y="3085972"/>
                </a:lnTo>
                <a:lnTo>
                  <a:pt x="13280608" y="3079921"/>
                </a:lnTo>
                <a:lnTo>
                  <a:pt x="13274013" y="3076070"/>
                </a:lnTo>
                <a:lnTo>
                  <a:pt x="13266486" y="3074796"/>
                </a:lnTo>
                <a:close/>
              </a:path>
              <a:path w="20008215" h="3382009" extrusionOk="0">
                <a:moveTo>
                  <a:pt x="11276703" y="3100418"/>
                </a:moveTo>
                <a:lnTo>
                  <a:pt x="11252287" y="3128945"/>
                </a:lnTo>
                <a:lnTo>
                  <a:pt x="11255605" y="3137445"/>
                </a:lnTo>
                <a:lnTo>
                  <a:pt x="11261671" y="3143896"/>
                </a:lnTo>
                <a:lnTo>
                  <a:pt x="11269897" y="3147317"/>
                </a:lnTo>
                <a:lnTo>
                  <a:pt x="11278791" y="3147317"/>
                </a:lnTo>
                <a:lnTo>
                  <a:pt x="11286638" y="3143876"/>
                </a:lnTo>
                <a:lnTo>
                  <a:pt x="11292676" y="3137512"/>
                </a:lnTo>
                <a:lnTo>
                  <a:pt x="11296008" y="3128945"/>
                </a:lnTo>
                <a:lnTo>
                  <a:pt x="11296050" y="3119284"/>
                </a:lnTo>
                <a:lnTo>
                  <a:pt x="11292737" y="3110897"/>
                </a:lnTo>
                <a:lnTo>
                  <a:pt x="11286695" y="3104469"/>
                </a:lnTo>
                <a:lnTo>
                  <a:pt x="11278483" y="3100858"/>
                </a:lnTo>
                <a:lnTo>
                  <a:pt x="11276703" y="3100418"/>
                </a:lnTo>
                <a:close/>
              </a:path>
              <a:path w="20008215" h="3382009" extrusionOk="0">
                <a:moveTo>
                  <a:pt x="13485118" y="3026766"/>
                </a:moveTo>
                <a:lnTo>
                  <a:pt x="13483443" y="3026797"/>
                </a:lnTo>
                <a:lnTo>
                  <a:pt x="13482081" y="3027300"/>
                </a:lnTo>
                <a:lnTo>
                  <a:pt x="13480825" y="3027321"/>
                </a:lnTo>
                <a:lnTo>
                  <a:pt x="13472644" y="3031223"/>
                </a:lnTo>
                <a:lnTo>
                  <a:pt x="13466663" y="3037869"/>
                </a:lnTo>
                <a:lnTo>
                  <a:pt x="13463391" y="3046382"/>
                </a:lnTo>
                <a:lnTo>
                  <a:pt x="13463338" y="3055886"/>
                </a:lnTo>
                <a:lnTo>
                  <a:pt x="13466995" y="3064566"/>
                </a:lnTo>
                <a:lnTo>
                  <a:pt x="13473194" y="3070860"/>
                </a:lnTo>
                <a:lnTo>
                  <a:pt x="13481141" y="3074172"/>
                </a:lnTo>
                <a:lnTo>
                  <a:pt x="13490039" y="3073906"/>
                </a:lnTo>
                <a:lnTo>
                  <a:pt x="13497976" y="3070269"/>
                </a:lnTo>
                <a:lnTo>
                  <a:pt x="13503900" y="3063757"/>
                </a:lnTo>
                <a:lnTo>
                  <a:pt x="13507135" y="3055294"/>
                </a:lnTo>
                <a:lnTo>
                  <a:pt x="13507002" y="3045802"/>
                </a:lnTo>
                <a:lnTo>
                  <a:pt x="13504069" y="3038136"/>
                </a:lnTo>
                <a:lnTo>
                  <a:pt x="13499083" y="3032067"/>
                </a:lnTo>
                <a:lnTo>
                  <a:pt x="13492587" y="3028106"/>
                </a:lnTo>
                <a:lnTo>
                  <a:pt x="13485118" y="3026766"/>
                </a:lnTo>
                <a:close/>
              </a:path>
              <a:path w="20008215" h="3382009" extrusionOk="0">
                <a:moveTo>
                  <a:pt x="11060794" y="3047917"/>
                </a:moveTo>
                <a:lnTo>
                  <a:pt x="11035055" y="3074892"/>
                </a:lnTo>
                <a:lnTo>
                  <a:pt x="11037915" y="3083522"/>
                </a:lnTo>
                <a:lnTo>
                  <a:pt x="11043523" y="3090368"/>
                </a:lnTo>
                <a:lnTo>
                  <a:pt x="11051370" y="3094397"/>
                </a:lnTo>
                <a:lnTo>
                  <a:pt x="11060143" y="3095014"/>
                </a:lnTo>
                <a:lnTo>
                  <a:pt x="11068228" y="3092049"/>
                </a:lnTo>
                <a:lnTo>
                  <a:pt x="11074664" y="3086081"/>
                </a:lnTo>
                <a:lnTo>
                  <a:pt x="11078490" y="3077686"/>
                </a:lnTo>
                <a:lnTo>
                  <a:pt x="11079131" y="3068098"/>
                </a:lnTo>
                <a:lnTo>
                  <a:pt x="11076395" y="3059489"/>
                </a:lnTo>
                <a:lnTo>
                  <a:pt x="11070833" y="3052758"/>
                </a:lnTo>
                <a:lnTo>
                  <a:pt x="11062993" y="3048807"/>
                </a:lnTo>
                <a:lnTo>
                  <a:pt x="11060794" y="3047917"/>
                </a:lnTo>
                <a:close/>
              </a:path>
              <a:path w="20008215" h="3382009" extrusionOk="0">
                <a:moveTo>
                  <a:pt x="13702808" y="2975511"/>
                </a:moveTo>
                <a:lnTo>
                  <a:pt x="13681354" y="2995126"/>
                </a:lnTo>
                <a:lnTo>
                  <a:pt x="13681552" y="3004620"/>
                </a:lnTo>
                <a:lnTo>
                  <a:pt x="13684986" y="3013242"/>
                </a:lnTo>
                <a:lnTo>
                  <a:pt x="13691198" y="3019431"/>
                </a:lnTo>
                <a:lnTo>
                  <a:pt x="13699236" y="3022723"/>
                </a:lnTo>
                <a:lnTo>
                  <a:pt x="13708148" y="3022651"/>
                </a:lnTo>
                <a:lnTo>
                  <a:pt x="13716078" y="3018674"/>
                </a:lnTo>
                <a:lnTo>
                  <a:pt x="13721878" y="3011920"/>
                </a:lnTo>
                <a:lnTo>
                  <a:pt x="13724949" y="3003393"/>
                </a:lnTo>
                <a:lnTo>
                  <a:pt x="13724692" y="2994097"/>
                </a:lnTo>
                <a:lnTo>
                  <a:pt x="13721773" y="2986303"/>
                </a:lnTo>
                <a:lnTo>
                  <a:pt x="13716812" y="2980410"/>
                </a:lnTo>
                <a:lnTo>
                  <a:pt x="13710320" y="2976714"/>
                </a:lnTo>
                <a:lnTo>
                  <a:pt x="13702808" y="2975511"/>
                </a:lnTo>
                <a:close/>
              </a:path>
              <a:path w="20008215" h="3382009" extrusionOk="0">
                <a:moveTo>
                  <a:pt x="185743" y="3178772"/>
                </a:moveTo>
                <a:lnTo>
                  <a:pt x="157708" y="3201458"/>
                </a:lnTo>
                <a:lnTo>
                  <a:pt x="158758" y="3210493"/>
                </a:lnTo>
                <a:lnTo>
                  <a:pt x="163241" y="3218551"/>
                </a:lnTo>
                <a:lnTo>
                  <a:pt x="170211" y="3224329"/>
                </a:lnTo>
                <a:lnTo>
                  <a:pt x="178471" y="3226604"/>
                </a:lnTo>
                <a:lnTo>
                  <a:pt x="186927" y="3225402"/>
                </a:lnTo>
                <a:lnTo>
                  <a:pt x="194486" y="3220750"/>
                </a:lnTo>
                <a:lnTo>
                  <a:pt x="199976" y="3213097"/>
                </a:lnTo>
                <a:lnTo>
                  <a:pt x="202247" y="3204282"/>
                </a:lnTo>
                <a:lnTo>
                  <a:pt x="201186" y="3195352"/>
                </a:lnTo>
                <a:lnTo>
                  <a:pt x="196674" y="3187358"/>
                </a:lnTo>
                <a:lnTo>
                  <a:pt x="192297" y="3181903"/>
                </a:lnTo>
                <a:lnTo>
                  <a:pt x="185743" y="3178772"/>
                </a:lnTo>
                <a:close/>
              </a:path>
              <a:path w="20008215" h="3382009" extrusionOk="0">
                <a:moveTo>
                  <a:pt x="10846455" y="2979165"/>
                </a:moveTo>
                <a:lnTo>
                  <a:pt x="10821946" y="3004770"/>
                </a:lnTo>
                <a:lnTo>
                  <a:pt x="10824099" y="3013558"/>
                </a:lnTo>
                <a:lnTo>
                  <a:pt x="10829158" y="3020817"/>
                </a:lnTo>
                <a:lnTo>
                  <a:pt x="10836612" y="3025646"/>
                </a:lnTo>
                <a:lnTo>
                  <a:pt x="10845463" y="3026953"/>
                </a:lnTo>
                <a:lnTo>
                  <a:pt x="10853784" y="3024579"/>
                </a:lnTo>
                <a:lnTo>
                  <a:pt x="10860613" y="3019018"/>
                </a:lnTo>
                <a:lnTo>
                  <a:pt x="10864988" y="3010766"/>
                </a:lnTo>
                <a:lnTo>
                  <a:pt x="10866259" y="3001349"/>
                </a:lnTo>
                <a:lnTo>
                  <a:pt x="10864085" y="2992562"/>
                </a:lnTo>
                <a:lnTo>
                  <a:pt x="10858907" y="2985303"/>
                </a:lnTo>
                <a:lnTo>
                  <a:pt x="10851167" y="2980474"/>
                </a:lnTo>
                <a:lnTo>
                  <a:pt x="10849072" y="2979584"/>
                </a:lnTo>
                <a:lnTo>
                  <a:pt x="10846455" y="2979165"/>
                </a:lnTo>
                <a:close/>
              </a:path>
              <a:path w="20008215" h="3382009" extrusionOk="0">
                <a:moveTo>
                  <a:pt x="13920078" y="2921031"/>
                </a:moveTo>
                <a:lnTo>
                  <a:pt x="13918403" y="2921062"/>
                </a:lnTo>
                <a:lnTo>
                  <a:pt x="13917042" y="2921544"/>
                </a:lnTo>
                <a:lnTo>
                  <a:pt x="13915367" y="2922047"/>
                </a:lnTo>
                <a:lnTo>
                  <a:pt x="13907260" y="2925960"/>
                </a:lnTo>
                <a:lnTo>
                  <a:pt x="13901480" y="2932608"/>
                </a:lnTo>
                <a:lnTo>
                  <a:pt x="13898507" y="2941111"/>
                </a:lnTo>
                <a:lnTo>
                  <a:pt x="13898823" y="2950590"/>
                </a:lnTo>
                <a:lnTo>
                  <a:pt x="13902433" y="2959215"/>
                </a:lnTo>
                <a:lnTo>
                  <a:pt x="13908626" y="2965357"/>
                </a:lnTo>
                <a:lnTo>
                  <a:pt x="13916566" y="2968510"/>
                </a:lnTo>
                <a:lnTo>
                  <a:pt x="13925419" y="2968171"/>
                </a:lnTo>
                <a:lnTo>
                  <a:pt x="13933525" y="2964257"/>
                </a:lnTo>
                <a:lnTo>
                  <a:pt x="13939306" y="2957608"/>
                </a:lnTo>
                <a:lnTo>
                  <a:pt x="13942278" y="2949102"/>
                </a:lnTo>
                <a:lnTo>
                  <a:pt x="13941963" y="2939617"/>
                </a:lnTo>
                <a:lnTo>
                  <a:pt x="13939044" y="2932013"/>
                </a:lnTo>
                <a:lnTo>
                  <a:pt x="13934083" y="2926099"/>
                </a:lnTo>
                <a:lnTo>
                  <a:pt x="13927591" y="2922298"/>
                </a:lnTo>
                <a:lnTo>
                  <a:pt x="13920078" y="2921031"/>
                </a:lnTo>
                <a:close/>
              </a:path>
              <a:path w="20008215" h="3382009" extrusionOk="0">
                <a:moveTo>
                  <a:pt x="14136930" y="2865640"/>
                </a:moveTo>
                <a:lnTo>
                  <a:pt x="14115315" y="2885428"/>
                </a:lnTo>
                <a:lnTo>
                  <a:pt x="14115570" y="2894718"/>
                </a:lnTo>
                <a:lnTo>
                  <a:pt x="14119285" y="2903405"/>
                </a:lnTo>
                <a:lnTo>
                  <a:pt x="14125583" y="2909649"/>
                </a:lnTo>
                <a:lnTo>
                  <a:pt x="14133549" y="2912823"/>
                </a:lnTo>
                <a:lnTo>
                  <a:pt x="14142271" y="2912298"/>
                </a:lnTo>
                <a:lnTo>
                  <a:pt x="14150318" y="2908385"/>
                </a:lnTo>
                <a:lnTo>
                  <a:pt x="14156079" y="2901737"/>
                </a:lnTo>
                <a:lnTo>
                  <a:pt x="14159071" y="2893234"/>
                </a:lnTo>
                <a:lnTo>
                  <a:pt x="14158815" y="2883755"/>
                </a:lnTo>
                <a:lnTo>
                  <a:pt x="14155881" y="2876218"/>
                </a:lnTo>
                <a:lnTo>
                  <a:pt x="14150896" y="2870464"/>
                </a:lnTo>
                <a:lnTo>
                  <a:pt x="14144399" y="2866827"/>
                </a:lnTo>
                <a:lnTo>
                  <a:pt x="14136930" y="2865640"/>
                </a:lnTo>
                <a:close/>
              </a:path>
              <a:path w="20008215" h="3382009" extrusionOk="0">
                <a:moveTo>
                  <a:pt x="10639655" y="2892697"/>
                </a:moveTo>
                <a:lnTo>
                  <a:pt x="10628451" y="2892906"/>
                </a:lnTo>
                <a:lnTo>
                  <a:pt x="10620179" y="2898142"/>
                </a:lnTo>
                <a:lnTo>
                  <a:pt x="10616828" y="2907000"/>
                </a:lnTo>
                <a:lnTo>
                  <a:pt x="10614868" y="2916324"/>
                </a:lnTo>
                <a:lnTo>
                  <a:pt x="10616305" y="2925361"/>
                </a:lnTo>
                <a:lnTo>
                  <a:pt x="10620804" y="2933039"/>
                </a:lnTo>
                <a:lnTo>
                  <a:pt x="10628032" y="2938287"/>
                </a:lnTo>
                <a:lnTo>
                  <a:pt x="10636500" y="2940352"/>
                </a:lnTo>
                <a:lnTo>
                  <a:pt x="10644890" y="2938779"/>
                </a:lnTo>
                <a:lnTo>
                  <a:pt x="10652181" y="2933931"/>
                </a:lnTo>
                <a:lnTo>
                  <a:pt x="10657351" y="2926172"/>
                </a:lnTo>
                <a:lnTo>
                  <a:pt x="10659252" y="2916913"/>
                </a:lnTo>
                <a:lnTo>
                  <a:pt x="10657717" y="2907984"/>
                </a:lnTo>
                <a:lnTo>
                  <a:pt x="10653198" y="2900327"/>
                </a:lnTo>
                <a:lnTo>
                  <a:pt x="10646147" y="2894885"/>
                </a:lnTo>
                <a:lnTo>
                  <a:pt x="10645728" y="2894885"/>
                </a:lnTo>
                <a:lnTo>
                  <a:pt x="10643110" y="2893555"/>
                </a:lnTo>
                <a:lnTo>
                  <a:pt x="10639655" y="2892697"/>
                </a:lnTo>
                <a:close/>
              </a:path>
              <a:path w="20008215" h="3382009" extrusionOk="0">
                <a:moveTo>
                  <a:pt x="14353678" y="2809767"/>
                </a:moveTo>
                <a:lnTo>
                  <a:pt x="14352002" y="2809799"/>
                </a:lnTo>
                <a:lnTo>
                  <a:pt x="14350746" y="2810270"/>
                </a:lnTo>
                <a:lnTo>
                  <a:pt x="14348966" y="2810301"/>
                </a:lnTo>
                <a:lnTo>
                  <a:pt x="14340918" y="2814493"/>
                </a:lnTo>
                <a:lnTo>
                  <a:pt x="14335157" y="2821284"/>
                </a:lnTo>
                <a:lnTo>
                  <a:pt x="14332165" y="2829840"/>
                </a:lnTo>
                <a:lnTo>
                  <a:pt x="14332422" y="2839327"/>
                </a:lnTo>
                <a:lnTo>
                  <a:pt x="14336033" y="2847747"/>
                </a:lnTo>
                <a:lnTo>
                  <a:pt x="14342225" y="2853907"/>
                </a:lnTo>
                <a:lnTo>
                  <a:pt x="14350165" y="2857170"/>
                </a:lnTo>
                <a:lnTo>
                  <a:pt x="14359018" y="2856897"/>
                </a:lnTo>
                <a:lnTo>
                  <a:pt x="14367125" y="2852711"/>
                </a:lnTo>
                <a:lnTo>
                  <a:pt x="14372905" y="2845923"/>
                </a:lnTo>
                <a:lnTo>
                  <a:pt x="14375878" y="2837369"/>
                </a:lnTo>
                <a:lnTo>
                  <a:pt x="14375562" y="2827882"/>
                </a:lnTo>
                <a:lnTo>
                  <a:pt x="14372643" y="2820550"/>
                </a:lnTo>
                <a:lnTo>
                  <a:pt x="14367683" y="2814776"/>
                </a:lnTo>
                <a:lnTo>
                  <a:pt x="14361191" y="2811027"/>
                </a:lnTo>
                <a:lnTo>
                  <a:pt x="14353678" y="2809767"/>
                </a:lnTo>
                <a:close/>
              </a:path>
              <a:path w="20008215" h="3382009" extrusionOk="0">
                <a:moveTo>
                  <a:pt x="352408" y="3018703"/>
                </a:moveTo>
                <a:lnTo>
                  <a:pt x="324074" y="3041820"/>
                </a:lnTo>
                <a:lnTo>
                  <a:pt x="325327" y="3050901"/>
                </a:lnTo>
                <a:lnTo>
                  <a:pt x="329906" y="3058964"/>
                </a:lnTo>
                <a:lnTo>
                  <a:pt x="337028" y="3064461"/>
                </a:lnTo>
                <a:lnTo>
                  <a:pt x="345255" y="3066553"/>
                </a:lnTo>
                <a:lnTo>
                  <a:pt x="353605" y="3065169"/>
                </a:lnTo>
                <a:lnTo>
                  <a:pt x="361099" y="3060241"/>
                </a:lnTo>
                <a:lnTo>
                  <a:pt x="366462" y="3052579"/>
                </a:lnTo>
                <a:lnTo>
                  <a:pt x="368488" y="3043718"/>
                </a:lnTo>
                <a:lnTo>
                  <a:pt x="367259" y="3034662"/>
                </a:lnTo>
                <a:lnTo>
                  <a:pt x="362858" y="3026410"/>
                </a:lnTo>
                <a:lnTo>
                  <a:pt x="358491" y="3021373"/>
                </a:lnTo>
                <a:lnTo>
                  <a:pt x="352408" y="3018703"/>
                </a:lnTo>
                <a:close/>
              </a:path>
              <a:path w="20008215" h="3382009" extrusionOk="0">
                <a:moveTo>
                  <a:pt x="14570949" y="2755266"/>
                </a:moveTo>
                <a:lnTo>
                  <a:pt x="14549421" y="2774891"/>
                </a:lnTo>
                <a:lnTo>
                  <a:pt x="14549693" y="2784375"/>
                </a:lnTo>
                <a:lnTo>
                  <a:pt x="14553289" y="2793069"/>
                </a:lnTo>
                <a:lnTo>
                  <a:pt x="14559457" y="2799362"/>
                </a:lnTo>
                <a:lnTo>
                  <a:pt x="14567392" y="2802666"/>
                </a:lnTo>
                <a:lnTo>
                  <a:pt x="14576289" y="2802396"/>
                </a:lnTo>
                <a:lnTo>
                  <a:pt x="14584160" y="2798432"/>
                </a:lnTo>
                <a:lnTo>
                  <a:pt x="14589940" y="2791678"/>
                </a:lnTo>
                <a:lnTo>
                  <a:pt x="14593031" y="2783146"/>
                </a:lnTo>
                <a:lnTo>
                  <a:pt x="14592833" y="2773852"/>
                </a:lnTo>
                <a:lnTo>
                  <a:pt x="14589914" y="2766058"/>
                </a:lnTo>
                <a:lnTo>
                  <a:pt x="14584953" y="2760165"/>
                </a:lnTo>
                <a:lnTo>
                  <a:pt x="14578462" y="2756470"/>
                </a:lnTo>
                <a:lnTo>
                  <a:pt x="14570949" y="2755266"/>
                </a:lnTo>
                <a:close/>
              </a:path>
              <a:path w="20008215" h="3382009" extrusionOk="0">
                <a:moveTo>
                  <a:pt x="10438718" y="2791747"/>
                </a:moveTo>
                <a:lnTo>
                  <a:pt x="10427515" y="2791946"/>
                </a:lnTo>
                <a:lnTo>
                  <a:pt x="10419766" y="2796731"/>
                </a:lnTo>
                <a:lnTo>
                  <a:pt x="10415997" y="2805139"/>
                </a:lnTo>
                <a:lnTo>
                  <a:pt x="10413662" y="2814211"/>
                </a:lnTo>
                <a:lnTo>
                  <a:pt x="10414753" y="2823222"/>
                </a:lnTo>
                <a:lnTo>
                  <a:pt x="10418927" y="2831134"/>
                </a:lnTo>
                <a:lnTo>
                  <a:pt x="10425839" y="2836908"/>
                </a:lnTo>
                <a:lnTo>
                  <a:pt x="10434314" y="2839323"/>
                </a:lnTo>
                <a:lnTo>
                  <a:pt x="10442750" y="2838094"/>
                </a:lnTo>
                <a:lnTo>
                  <a:pt x="10450164" y="2833586"/>
                </a:lnTo>
                <a:lnTo>
                  <a:pt x="10455577" y="2826165"/>
                </a:lnTo>
                <a:lnTo>
                  <a:pt x="10457911" y="2816828"/>
                </a:lnTo>
                <a:lnTo>
                  <a:pt x="10456820" y="2807684"/>
                </a:lnTo>
                <a:lnTo>
                  <a:pt x="10452646" y="2799725"/>
                </a:lnTo>
                <a:lnTo>
                  <a:pt x="10445734" y="2793946"/>
                </a:lnTo>
                <a:lnTo>
                  <a:pt x="10442279" y="2792606"/>
                </a:lnTo>
                <a:lnTo>
                  <a:pt x="10438718" y="2791747"/>
                </a:lnTo>
                <a:close/>
              </a:path>
              <a:path w="20008215" h="3382009" extrusionOk="0">
                <a:moveTo>
                  <a:pt x="14788638" y="2702629"/>
                </a:moveTo>
                <a:lnTo>
                  <a:pt x="14766772" y="2722256"/>
                </a:lnTo>
                <a:lnTo>
                  <a:pt x="14766964" y="2731749"/>
                </a:lnTo>
                <a:lnTo>
                  <a:pt x="14770633" y="2740361"/>
                </a:lnTo>
                <a:lnTo>
                  <a:pt x="14776924" y="2746496"/>
                </a:lnTo>
                <a:lnTo>
                  <a:pt x="14784884" y="2749653"/>
                </a:lnTo>
                <a:lnTo>
                  <a:pt x="14793560" y="2749329"/>
                </a:lnTo>
                <a:lnTo>
                  <a:pt x="14801732" y="2745414"/>
                </a:lnTo>
                <a:lnTo>
                  <a:pt x="14807656" y="2738759"/>
                </a:lnTo>
                <a:lnTo>
                  <a:pt x="14810773" y="2730243"/>
                </a:lnTo>
                <a:lnTo>
                  <a:pt x="14810523" y="2720744"/>
                </a:lnTo>
                <a:lnTo>
                  <a:pt x="14807545" y="2713224"/>
                </a:lnTo>
                <a:lnTo>
                  <a:pt x="14802486" y="2707473"/>
                </a:lnTo>
                <a:lnTo>
                  <a:pt x="14795975" y="2703830"/>
                </a:lnTo>
                <a:lnTo>
                  <a:pt x="14788638" y="2702629"/>
                </a:lnTo>
                <a:close/>
              </a:path>
              <a:path w="20008215" h="3382009" extrusionOk="0">
                <a:moveTo>
                  <a:pt x="15005072" y="2644914"/>
                </a:moveTo>
                <a:lnTo>
                  <a:pt x="14983212" y="2665394"/>
                </a:lnTo>
                <a:lnTo>
                  <a:pt x="14983711" y="2674955"/>
                </a:lnTo>
                <a:lnTo>
                  <a:pt x="14987610" y="2683288"/>
                </a:lnTo>
                <a:lnTo>
                  <a:pt x="14993933" y="2689234"/>
                </a:lnTo>
                <a:lnTo>
                  <a:pt x="15001925" y="2692200"/>
                </a:lnTo>
                <a:lnTo>
                  <a:pt x="15010831" y="2691593"/>
                </a:lnTo>
                <a:lnTo>
                  <a:pt x="15018628" y="2687615"/>
                </a:lnTo>
                <a:lnTo>
                  <a:pt x="15024207" y="2680813"/>
                </a:lnTo>
                <a:lnTo>
                  <a:pt x="15026998" y="2672150"/>
                </a:lnTo>
                <a:lnTo>
                  <a:pt x="15026432" y="2662589"/>
                </a:lnTo>
                <a:lnTo>
                  <a:pt x="15023566" y="2655327"/>
                </a:lnTo>
                <a:lnTo>
                  <a:pt x="15018658" y="2649707"/>
                </a:lnTo>
                <a:lnTo>
                  <a:pt x="15012296" y="2646109"/>
                </a:lnTo>
                <a:lnTo>
                  <a:pt x="15005072" y="2644914"/>
                </a:lnTo>
                <a:close/>
              </a:path>
              <a:path w="20008215" h="3382009" extrusionOk="0">
                <a:moveTo>
                  <a:pt x="10240819" y="2684263"/>
                </a:moveTo>
                <a:lnTo>
                  <a:pt x="10229196" y="2684483"/>
                </a:lnTo>
                <a:lnTo>
                  <a:pt x="10221866" y="2689247"/>
                </a:lnTo>
                <a:lnTo>
                  <a:pt x="10217573" y="2697195"/>
                </a:lnTo>
                <a:lnTo>
                  <a:pt x="10215217" y="2706273"/>
                </a:lnTo>
                <a:lnTo>
                  <a:pt x="10216160" y="2715287"/>
                </a:lnTo>
                <a:lnTo>
                  <a:pt x="10220165" y="2723200"/>
                </a:lnTo>
                <a:lnTo>
                  <a:pt x="10226997" y="2728974"/>
                </a:lnTo>
                <a:lnTo>
                  <a:pt x="10235533" y="2731732"/>
                </a:lnTo>
                <a:lnTo>
                  <a:pt x="10243999" y="2730797"/>
                </a:lnTo>
                <a:lnTo>
                  <a:pt x="10251425" y="2726496"/>
                </a:lnTo>
                <a:lnTo>
                  <a:pt x="10256839" y="2719152"/>
                </a:lnTo>
                <a:lnTo>
                  <a:pt x="10259481" y="2710070"/>
                </a:lnTo>
                <a:lnTo>
                  <a:pt x="10258659" y="2701011"/>
                </a:lnTo>
                <a:lnTo>
                  <a:pt x="10254675" y="2692966"/>
                </a:lnTo>
                <a:lnTo>
                  <a:pt x="10247834" y="2686923"/>
                </a:lnTo>
                <a:lnTo>
                  <a:pt x="10244274" y="2685132"/>
                </a:lnTo>
                <a:lnTo>
                  <a:pt x="10240819" y="2684263"/>
                </a:lnTo>
                <a:close/>
              </a:path>
              <a:path w="20008215" h="3382009" extrusionOk="0">
                <a:moveTo>
                  <a:pt x="515104" y="2859483"/>
                </a:moveTo>
                <a:lnTo>
                  <a:pt x="487417" y="2882585"/>
                </a:lnTo>
                <a:lnTo>
                  <a:pt x="488834" y="2891661"/>
                </a:lnTo>
                <a:lnTo>
                  <a:pt x="493492" y="2899723"/>
                </a:lnTo>
                <a:lnTo>
                  <a:pt x="500674" y="2904935"/>
                </a:lnTo>
                <a:lnTo>
                  <a:pt x="509042" y="2906832"/>
                </a:lnTo>
                <a:lnTo>
                  <a:pt x="517535" y="2905259"/>
                </a:lnTo>
                <a:lnTo>
                  <a:pt x="525078" y="2900068"/>
                </a:lnTo>
                <a:lnTo>
                  <a:pt x="524675" y="2900068"/>
                </a:lnTo>
                <a:lnTo>
                  <a:pt x="529843" y="2892410"/>
                </a:lnTo>
                <a:lnTo>
                  <a:pt x="531832" y="2883603"/>
                </a:lnTo>
                <a:lnTo>
                  <a:pt x="530576" y="2874686"/>
                </a:lnTo>
                <a:lnTo>
                  <a:pt x="526015" y="2866698"/>
                </a:lnTo>
                <a:lnTo>
                  <a:pt x="521178" y="2861692"/>
                </a:lnTo>
                <a:lnTo>
                  <a:pt x="515104" y="2859483"/>
                </a:lnTo>
                <a:close/>
              </a:path>
              <a:path w="20008215" h="3382009" extrusionOk="0">
                <a:moveTo>
                  <a:pt x="15220039" y="2581209"/>
                </a:moveTo>
                <a:lnTo>
                  <a:pt x="15217840" y="2581251"/>
                </a:lnTo>
                <a:lnTo>
                  <a:pt x="15216165" y="2581753"/>
                </a:lnTo>
                <a:lnTo>
                  <a:pt x="15213966" y="2582245"/>
                </a:lnTo>
                <a:lnTo>
                  <a:pt x="15206234" y="2586758"/>
                </a:lnTo>
                <a:lnTo>
                  <a:pt x="15200799" y="2593791"/>
                </a:lnTo>
                <a:lnTo>
                  <a:pt x="15198151" y="2602420"/>
                </a:lnTo>
                <a:lnTo>
                  <a:pt x="15198783" y="2611721"/>
                </a:lnTo>
                <a:lnTo>
                  <a:pt x="15202937" y="2620235"/>
                </a:lnTo>
                <a:lnTo>
                  <a:pt x="15209476" y="2626105"/>
                </a:lnTo>
                <a:lnTo>
                  <a:pt x="15217527" y="2628822"/>
                </a:lnTo>
                <a:lnTo>
                  <a:pt x="15226217" y="2627878"/>
                </a:lnTo>
                <a:lnTo>
                  <a:pt x="15234184" y="2623630"/>
                </a:lnTo>
                <a:lnTo>
                  <a:pt x="15239698" y="2616689"/>
                </a:lnTo>
                <a:lnTo>
                  <a:pt x="15242267" y="2607982"/>
                </a:lnTo>
                <a:lnTo>
                  <a:pt x="15241399" y="2598433"/>
                </a:lnTo>
                <a:lnTo>
                  <a:pt x="15238297" y="2591242"/>
                </a:lnTo>
                <a:lnTo>
                  <a:pt x="15233311" y="2585777"/>
                </a:lnTo>
                <a:lnTo>
                  <a:pt x="15227028" y="2582334"/>
                </a:lnTo>
                <a:lnTo>
                  <a:pt x="15220039" y="2581209"/>
                </a:lnTo>
                <a:close/>
              </a:path>
              <a:path w="20008215" h="3382009" extrusionOk="0">
                <a:moveTo>
                  <a:pt x="15433226" y="2511996"/>
                </a:moveTo>
                <a:lnTo>
                  <a:pt x="15411450" y="2533575"/>
                </a:lnTo>
                <a:lnTo>
                  <a:pt x="15412389" y="2542927"/>
                </a:lnTo>
                <a:lnTo>
                  <a:pt x="15416608" y="2551180"/>
                </a:lnTo>
                <a:lnTo>
                  <a:pt x="15423292" y="2556912"/>
                </a:lnTo>
                <a:lnTo>
                  <a:pt x="15431487" y="2559577"/>
                </a:lnTo>
                <a:lnTo>
                  <a:pt x="15440242" y="2558623"/>
                </a:lnTo>
                <a:lnTo>
                  <a:pt x="15447969" y="2554049"/>
                </a:lnTo>
                <a:lnTo>
                  <a:pt x="15453369" y="2546872"/>
                </a:lnTo>
                <a:lnTo>
                  <a:pt x="15455923" y="2538097"/>
                </a:lnTo>
                <a:lnTo>
                  <a:pt x="15455110" y="2528729"/>
                </a:lnTo>
                <a:lnTo>
                  <a:pt x="15451706" y="2521813"/>
                </a:lnTo>
                <a:lnTo>
                  <a:pt x="15446563" y="2516495"/>
                </a:lnTo>
                <a:lnTo>
                  <a:pt x="15440224" y="2513110"/>
                </a:lnTo>
                <a:lnTo>
                  <a:pt x="15433226" y="2511996"/>
                </a:lnTo>
                <a:close/>
              </a:path>
              <a:path w="20008215" h="3382009" extrusionOk="0">
                <a:moveTo>
                  <a:pt x="10045013" y="2571659"/>
                </a:moveTo>
                <a:lnTo>
                  <a:pt x="10033705" y="2571869"/>
                </a:lnTo>
                <a:lnTo>
                  <a:pt x="10026061" y="2576172"/>
                </a:lnTo>
                <a:lnTo>
                  <a:pt x="10022187" y="2584109"/>
                </a:lnTo>
                <a:lnTo>
                  <a:pt x="10019479" y="2593007"/>
                </a:lnTo>
                <a:lnTo>
                  <a:pt x="10020158" y="2602098"/>
                </a:lnTo>
                <a:lnTo>
                  <a:pt x="10023998" y="2610263"/>
                </a:lnTo>
                <a:lnTo>
                  <a:pt x="10030773" y="2616381"/>
                </a:lnTo>
                <a:lnTo>
                  <a:pt x="10039079" y="2619141"/>
                </a:lnTo>
                <a:lnTo>
                  <a:pt x="10047592" y="2618255"/>
                </a:lnTo>
                <a:lnTo>
                  <a:pt x="10055260" y="2614086"/>
                </a:lnTo>
                <a:lnTo>
                  <a:pt x="10061034" y="2606999"/>
                </a:lnTo>
                <a:lnTo>
                  <a:pt x="10063697" y="2597916"/>
                </a:lnTo>
                <a:lnTo>
                  <a:pt x="10063023" y="2588857"/>
                </a:lnTo>
                <a:lnTo>
                  <a:pt x="10059208" y="2580808"/>
                </a:lnTo>
                <a:lnTo>
                  <a:pt x="10052448" y="2574759"/>
                </a:lnTo>
                <a:lnTo>
                  <a:pt x="10048887" y="2572497"/>
                </a:lnTo>
                <a:lnTo>
                  <a:pt x="10045013" y="2571659"/>
                </a:lnTo>
                <a:close/>
              </a:path>
              <a:path w="20008215" h="3382009" extrusionOk="0">
                <a:moveTo>
                  <a:pt x="15645052" y="2437224"/>
                </a:moveTo>
                <a:lnTo>
                  <a:pt x="15623202" y="2459281"/>
                </a:lnTo>
                <a:lnTo>
                  <a:pt x="15624215" y="2468657"/>
                </a:lnTo>
                <a:lnTo>
                  <a:pt x="15628677" y="2476813"/>
                </a:lnTo>
                <a:lnTo>
                  <a:pt x="15635484" y="2482327"/>
                </a:lnTo>
                <a:lnTo>
                  <a:pt x="15643725" y="2484692"/>
                </a:lnTo>
                <a:lnTo>
                  <a:pt x="15652486" y="2483400"/>
                </a:lnTo>
                <a:lnTo>
                  <a:pt x="15660140" y="2478559"/>
                </a:lnTo>
                <a:lnTo>
                  <a:pt x="15665339" y="2471242"/>
                </a:lnTo>
                <a:lnTo>
                  <a:pt x="15667594" y="2462416"/>
                </a:lnTo>
                <a:lnTo>
                  <a:pt x="15666413" y="2453045"/>
                </a:lnTo>
                <a:lnTo>
                  <a:pt x="15663090" y="2446472"/>
                </a:lnTo>
                <a:lnTo>
                  <a:pt x="15658128" y="2441447"/>
                </a:lnTo>
                <a:lnTo>
                  <a:pt x="15651968" y="2438266"/>
                </a:lnTo>
                <a:lnTo>
                  <a:pt x="15645052" y="2437224"/>
                </a:lnTo>
                <a:close/>
              </a:path>
              <a:path w="20008215" h="3382009" extrusionOk="0">
                <a:moveTo>
                  <a:pt x="676021" y="2689069"/>
                </a:moveTo>
                <a:lnTo>
                  <a:pt x="648132" y="2712562"/>
                </a:lnTo>
                <a:lnTo>
                  <a:pt x="649691" y="2721495"/>
                </a:lnTo>
                <a:lnTo>
                  <a:pt x="654409" y="2729278"/>
                </a:lnTo>
                <a:lnTo>
                  <a:pt x="661790" y="2734691"/>
                </a:lnTo>
                <a:lnTo>
                  <a:pt x="670135" y="2736573"/>
                </a:lnTo>
                <a:lnTo>
                  <a:pt x="678518" y="2734894"/>
                </a:lnTo>
                <a:lnTo>
                  <a:pt x="686010" y="2729623"/>
                </a:lnTo>
                <a:lnTo>
                  <a:pt x="690865" y="2721917"/>
                </a:lnTo>
                <a:lnTo>
                  <a:pt x="692537" y="2713010"/>
                </a:lnTo>
                <a:lnTo>
                  <a:pt x="690965" y="2704077"/>
                </a:lnTo>
                <a:lnTo>
                  <a:pt x="686083" y="2696294"/>
                </a:lnTo>
                <a:lnTo>
                  <a:pt x="681665" y="2691268"/>
                </a:lnTo>
                <a:lnTo>
                  <a:pt x="676021" y="2689069"/>
                </a:lnTo>
                <a:close/>
              </a:path>
              <a:path w="20008215" h="3382009" extrusionOk="0">
                <a:moveTo>
                  <a:pt x="15855517" y="2356943"/>
                </a:moveTo>
                <a:lnTo>
                  <a:pt x="15833418" y="2379648"/>
                </a:lnTo>
                <a:lnTo>
                  <a:pt x="15834680" y="2388827"/>
                </a:lnTo>
                <a:lnTo>
                  <a:pt x="15839384" y="2396912"/>
                </a:lnTo>
                <a:lnTo>
                  <a:pt x="15846316" y="2402261"/>
                </a:lnTo>
                <a:lnTo>
                  <a:pt x="15854602" y="2404462"/>
                </a:lnTo>
                <a:lnTo>
                  <a:pt x="15863370" y="2403099"/>
                </a:lnTo>
                <a:lnTo>
                  <a:pt x="15870716" y="2397993"/>
                </a:lnTo>
                <a:lnTo>
                  <a:pt x="15875647" y="2390543"/>
                </a:lnTo>
                <a:lnTo>
                  <a:pt x="15877712" y="2381670"/>
                </a:lnTo>
                <a:lnTo>
                  <a:pt x="15876459" y="2372294"/>
                </a:lnTo>
                <a:lnTo>
                  <a:pt x="15873142" y="2365794"/>
                </a:lnTo>
                <a:lnTo>
                  <a:pt x="15868226" y="2360932"/>
                </a:lnTo>
                <a:lnTo>
                  <a:pt x="15862190" y="2357912"/>
                </a:lnTo>
                <a:lnTo>
                  <a:pt x="15855517" y="2356943"/>
                </a:lnTo>
                <a:close/>
              </a:path>
              <a:path w="20008215" h="3382009" extrusionOk="0">
                <a:moveTo>
                  <a:pt x="9858341" y="2499086"/>
                </a:moveTo>
                <a:lnTo>
                  <a:pt x="9836538" y="2499086"/>
                </a:lnTo>
                <a:lnTo>
                  <a:pt x="9844903" y="2502207"/>
                </a:lnTo>
                <a:lnTo>
                  <a:pt x="9853435" y="2501625"/>
                </a:lnTo>
                <a:lnTo>
                  <a:pt x="9858341" y="2499086"/>
                </a:lnTo>
                <a:close/>
              </a:path>
              <a:path w="20008215" h="3382009" extrusionOk="0">
                <a:moveTo>
                  <a:pt x="9851197" y="2454836"/>
                </a:moveTo>
                <a:lnTo>
                  <a:pt x="9839993" y="2455045"/>
                </a:lnTo>
                <a:lnTo>
                  <a:pt x="9832664" y="2459338"/>
                </a:lnTo>
                <a:lnTo>
                  <a:pt x="9828371" y="2466835"/>
                </a:lnTo>
                <a:lnTo>
                  <a:pt x="9825715" y="2475731"/>
                </a:lnTo>
                <a:lnTo>
                  <a:pt x="9826368" y="2484873"/>
                </a:lnTo>
                <a:lnTo>
                  <a:pt x="9830064" y="2493176"/>
                </a:lnTo>
                <a:lnTo>
                  <a:pt x="9836538" y="2499557"/>
                </a:lnTo>
                <a:lnTo>
                  <a:pt x="9836538" y="2499086"/>
                </a:lnTo>
                <a:lnTo>
                  <a:pt x="9858341" y="2499086"/>
                </a:lnTo>
                <a:lnTo>
                  <a:pt x="9861084" y="2497666"/>
                </a:lnTo>
                <a:lnTo>
                  <a:pt x="9866799" y="2490657"/>
                </a:lnTo>
                <a:lnTo>
                  <a:pt x="9869755" y="2481562"/>
                </a:lnTo>
                <a:lnTo>
                  <a:pt x="9869246" y="2472441"/>
                </a:lnTo>
                <a:lnTo>
                  <a:pt x="9865577" y="2464245"/>
                </a:lnTo>
                <a:lnTo>
                  <a:pt x="9859050" y="2457925"/>
                </a:lnTo>
                <a:lnTo>
                  <a:pt x="9855176" y="2455694"/>
                </a:lnTo>
                <a:lnTo>
                  <a:pt x="9851197" y="2454836"/>
                </a:lnTo>
                <a:close/>
              </a:path>
              <a:path w="20008215" h="3382009" extrusionOk="0">
                <a:moveTo>
                  <a:pt x="16063678" y="2271606"/>
                </a:moveTo>
                <a:lnTo>
                  <a:pt x="16041853" y="2295014"/>
                </a:lnTo>
                <a:lnTo>
                  <a:pt x="16043365" y="2304390"/>
                </a:lnTo>
                <a:lnTo>
                  <a:pt x="16048127" y="2312206"/>
                </a:lnTo>
                <a:lnTo>
                  <a:pt x="16055157" y="2317370"/>
                </a:lnTo>
                <a:lnTo>
                  <a:pt x="16063464" y="2319387"/>
                </a:lnTo>
                <a:lnTo>
                  <a:pt x="16072055" y="2317761"/>
                </a:lnTo>
                <a:lnTo>
                  <a:pt x="16079571" y="2312583"/>
                </a:lnTo>
                <a:lnTo>
                  <a:pt x="16084437" y="2305021"/>
                </a:lnTo>
                <a:lnTo>
                  <a:pt x="16086279" y="2296128"/>
                </a:lnTo>
                <a:lnTo>
                  <a:pt x="16084725" y="2286956"/>
                </a:lnTo>
                <a:lnTo>
                  <a:pt x="16081392" y="2280457"/>
                </a:lnTo>
                <a:lnTo>
                  <a:pt x="16076439" y="2275594"/>
                </a:lnTo>
                <a:lnTo>
                  <a:pt x="16070368" y="2272574"/>
                </a:lnTo>
                <a:lnTo>
                  <a:pt x="16063678" y="2271606"/>
                </a:lnTo>
                <a:close/>
              </a:path>
              <a:path w="20008215" h="3382009" extrusionOk="0">
                <a:moveTo>
                  <a:pt x="834760" y="2520834"/>
                </a:moveTo>
                <a:lnTo>
                  <a:pt x="807085" y="2544717"/>
                </a:lnTo>
                <a:lnTo>
                  <a:pt x="808671" y="2553702"/>
                </a:lnTo>
                <a:lnTo>
                  <a:pt x="813577" y="2561492"/>
                </a:lnTo>
                <a:lnTo>
                  <a:pt x="820989" y="2566647"/>
                </a:lnTo>
                <a:lnTo>
                  <a:pt x="829320" y="2568381"/>
                </a:lnTo>
                <a:lnTo>
                  <a:pt x="837728" y="2566641"/>
                </a:lnTo>
                <a:lnTo>
                  <a:pt x="845220" y="2561377"/>
                </a:lnTo>
                <a:lnTo>
                  <a:pt x="850050" y="2553471"/>
                </a:lnTo>
                <a:lnTo>
                  <a:pt x="851718" y="2544584"/>
                </a:lnTo>
                <a:lnTo>
                  <a:pt x="850145" y="2535756"/>
                </a:lnTo>
                <a:lnTo>
                  <a:pt x="845251" y="2528027"/>
                </a:lnTo>
                <a:lnTo>
                  <a:pt x="840833" y="2523022"/>
                </a:lnTo>
                <a:lnTo>
                  <a:pt x="834760" y="2520834"/>
                </a:lnTo>
                <a:close/>
              </a:path>
              <a:path w="20008215" h="3382009" extrusionOk="0">
                <a:moveTo>
                  <a:pt x="9659789" y="2334745"/>
                </a:moveTo>
                <a:lnTo>
                  <a:pt x="9648062" y="2334955"/>
                </a:lnTo>
                <a:lnTo>
                  <a:pt x="9641151" y="2339248"/>
                </a:lnTo>
                <a:lnTo>
                  <a:pt x="9636858" y="2346745"/>
                </a:lnTo>
                <a:lnTo>
                  <a:pt x="9633887" y="2355631"/>
                </a:lnTo>
                <a:lnTo>
                  <a:pt x="9634293" y="2364719"/>
                </a:lnTo>
                <a:lnTo>
                  <a:pt x="9637918" y="2372883"/>
                </a:lnTo>
                <a:lnTo>
                  <a:pt x="9644607" y="2378995"/>
                </a:lnTo>
                <a:lnTo>
                  <a:pt x="9652898" y="2382172"/>
                </a:lnTo>
                <a:lnTo>
                  <a:pt x="9661308" y="2381701"/>
                </a:lnTo>
                <a:lnTo>
                  <a:pt x="9668932" y="2377772"/>
                </a:lnTo>
                <a:lnTo>
                  <a:pt x="9674867" y="2370577"/>
                </a:lnTo>
                <a:lnTo>
                  <a:pt x="9677883" y="2361738"/>
                </a:lnTo>
                <a:lnTo>
                  <a:pt x="9677472" y="2352751"/>
                </a:lnTo>
                <a:lnTo>
                  <a:pt x="9673822" y="2344607"/>
                </a:lnTo>
                <a:lnTo>
                  <a:pt x="9667119" y="2338295"/>
                </a:lnTo>
                <a:lnTo>
                  <a:pt x="9663664" y="2336054"/>
                </a:lnTo>
                <a:lnTo>
                  <a:pt x="9659789" y="2334745"/>
                </a:lnTo>
                <a:close/>
              </a:path>
              <a:path w="20008215" h="3382009" extrusionOk="0">
                <a:moveTo>
                  <a:pt x="16270583" y="2182122"/>
                </a:moveTo>
                <a:lnTo>
                  <a:pt x="16248648" y="2205721"/>
                </a:lnTo>
                <a:lnTo>
                  <a:pt x="16250165" y="2214895"/>
                </a:lnTo>
                <a:lnTo>
                  <a:pt x="16255230" y="2222826"/>
                </a:lnTo>
                <a:lnTo>
                  <a:pt x="16262415" y="2227811"/>
                </a:lnTo>
                <a:lnTo>
                  <a:pt x="16270779" y="2229561"/>
                </a:lnTo>
                <a:lnTo>
                  <a:pt x="16279378" y="2227785"/>
                </a:lnTo>
                <a:lnTo>
                  <a:pt x="16286636" y="2222419"/>
                </a:lnTo>
                <a:lnTo>
                  <a:pt x="16291341" y="2214837"/>
                </a:lnTo>
                <a:lnTo>
                  <a:pt x="16293102" y="2205917"/>
                </a:lnTo>
                <a:lnTo>
                  <a:pt x="16291525" y="2196540"/>
                </a:lnTo>
                <a:lnTo>
                  <a:pt x="16287973" y="2190389"/>
                </a:lnTo>
                <a:lnTo>
                  <a:pt x="16282978" y="2185824"/>
                </a:lnTo>
                <a:lnTo>
                  <a:pt x="16277021" y="2183012"/>
                </a:lnTo>
                <a:lnTo>
                  <a:pt x="16270583" y="2182122"/>
                </a:lnTo>
                <a:close/>
              </a:path>
              <a:path w="20008215" h="3382009" extrusionOk="0">
                <a:moveTo>
                  <a:pt x="16484398" y="2087863"/>
                </a:moveTo>
                <a:lnTo>
                  <a:pt x="16453838" y="2112094"/>
                </a:lnTo>
                <a:lnTo>
                  <a:pt x="16455708" y="2121265"/>
                </a:lnTo>
                <a:lnTo>
                  <a:pt x="16460773" y="2128932"/>
                </a:lnTo>
                <a:lnTo>
                  <a:pt x="16467959" y="2133732"/>
                </a:lnTo>
                <a:lnTo>
                  <a:pt x="16476323" y="2135290"/>
                </a:lnTo>
                <a:lnTo>
                  <a:pt x="16484922" y="2133233"/>
                </a:lnTo>
                <a:lnTo>
                  <a:pt x="16492107" y="2127801"/>
                </a:lnTo>
                <a:lnTo>
                  <a:pt x="16496623" y="2120118"/>
                </a:lnTo>
                <a:lnTo>
                  <a:pt x="16498115" y="2111187"/>
                </a:lnTo>
                <a:lnTo>
                  <a:pt x="16496230" y="2102009"/>
                </a:lnTo>
                <a:lnTo>
                  <a:pt x="16492670" y="2092826"/>
                </a:lnTo>
                <a:lnTo>
                  <a:pt x="16484398" y="2087863"/>
                </a:lnTo>
                <a:close/>
              </a:path>
              <a:path w="20008215" h="3382009" extrusionOk="0">
                <a:moveTo>
                  <a:pt x="9469010" y="2212299"/>
                </a:moveTo>
                <a:lnTo>
                  <a:pt x="9457701" y="2212508"/>
                </a:lnTo>
                <a:lnTo>
                  <a:pt x="9450372" y="2216801"/>
                </a:lnTo>
                <a:lnTo>
                  <a:pt x="9446183" y="2223848"/>
                </a:lnTo>
                <a:lnTo>
                  <a:pt x="9443161" y="2232742"/>
                </a:lnTo>
                <a:lnTo>
                  <a:pt x="9443526" y="2241884"/>
                </a:lnTo>
                <a:lnTo>
                  <a:pt x="9447052" y="2250193"/>
                </a:lnTo>
                <a:lnTo>
                  <a:pt x="9453513" y="2256590"/>
                </a:lnTo>
                <a:lnTo>
                  <a:pt x="9462002" y="2259761"/>
                </a:lnTo>
                <a:lnTo>
                  <a:pt x="9470541" y="2259330"/>
                </a:lnTo>
                <a:lnTo>
                  <a:pt x="9478236" y="2255532"/>
                </a:lnTo>
                <a:lnTo>
                  <a:pt x="9484193" y="2248601"/>
                </a:lnTo>
                <a:lnTo>
                  <a:pt x="9487170" y="2239695"/>
                </a:lnTo>
                <a:lnTo>
                  <a:pt x="9486810" y="2230551"/>
                </a:lnTo>
                <a:lnTo>
                  <a:pt x="9483309" y="2222248"/>
                </a:lnTo>
                <a:lnTo>
                  <a:pt x="9476863" y="2215869"/>
                </a:lnTo>
                <a:lnTo>
                  <a:pt x="9473303" y="2213597"/>
                </a:lnTo>
                <a:lnTo>
                  <a:pt x="9469010" y="2212299"/>
                </a:lnTo>
                <a:close/>
              </a:path>
              <a:path w="20008215" h="3382009" extrusionOk="0">
                <a:moveTo>
                  <a:pt x="992640" y="2355708"/>
                </a:moveTo>
                <a:lnTo>
                  <a:pt x="964970" y="2379614"/>
                </a:lnTo>
                <a:lnTo>
                  <a:pt x="966556" y="2388598"/>
                </a:lnTo>
                <a:lnTo>
                  <a:pt x="971457" y="2396398"/>
                </a:lnTo>
                <a:lnTo>
                  <a:pt x="978832" y="2401547"/>
                </a:lnTo>
                <a:lnTo>
                  <a:pt x="987111" y="2403281"/>
                </a:lnTo>
                <a:lnTo>
                  <a:pt x="995388" y="2401542"/>
                </a:lnTo>
                <a:lnTo>
                  <a:pt x="1002639" y="2396272"/>
                </a:lnTo>
                <a:lnTo>
                  <a:pt x="1003058" y="2396262"/>
                </a:lnTo>
                <a:lnTo>
                  <a:pt x="1007850" y="2388295"/>
                </a:lnTo>
                <a:lnTo>
                  <a:pt x="1009415" y="2379252"/>
                </a:lnTo>
                <a:lnTo>
                  <a:pt x="1007810" y="2370264"/>
                </a:lnTo>
                <a:lnTo>
                  <a:pt x="1003090" y="2362462"/>
                </a:lnTo>
                <a:lnTo>
                  <a:pt x="998294" y="2357938"/>
                </a:lnTo>
                <a:lnTo>
                  <a:pt x="992640" y="2355708"/>
                </a:lnTo>
                <a:close/>
              </a:path>
              <a:path w="20008215" h="3382009" extrusionOk="0">
                <a:moveTo>
                  <a:pt x="16687638" y="1989646"/>
                </a:moveTo>
                <a:lnTo>
                  <a:pt x="16657168" y="2014341"/>
                </a:lnTo>
                <a:lnTo>
                  <a:pt x="16659053" y="2023519"/>
                </a:lnTo>
                <a:lnTo>
                  <a:pt x="16664360" y="2031169"/>
                </a:lnTo>
                <a:lnTo>
                  <a:pt x="16671670" y="2035962"/>
                </a:lnTo>
                <a:lnTo>
                  <a:pt x="16680079" y="2037527"/>
                </a:lnTo>
                <a:lnTo>
                  <a:pt x="16688685" y="2035487"/>
                </a:lnTo>
                <a:lnTo>
                  <a:pt x="16695864" y="2029776"/>
                </a:lnTo>
                <a:lnTo>
                  <a:pt x="16700334" y="2021951"/>
                </a:lnTo>
                <a:lnTo>
                  <a:pt x="16701702" y="2012967"/>
                </a:lnTo>
                <a:lnTo>
                  <a:pt x="16699575" y="2003781"/>
                </a:lnTo>
                <a:lnTo>
                  <a:pt x="16696015" y="1995059"/>
                </a:lnTo>
                <a:lnTo>
                  <a:pt x="16687638" y="1989646"/>
                </a:lnTo>
                <a:close/>
              </a:path>
              <a:path w="20008215" h="3382009" extrusionOk="0">
                <a:moveTo>
                  <a:pt x="9279508" y="2088459"/>
                </a:moveTo>
                <a:lnTo>
                  <a:pt x="9267833" y="2088669"/>
                </a:lnTo>
                <a:lnTo>
                  <a:pt x="9260943" y="2092512"/>
                </a:lnTo>
                <a:lnTo>
                  <a:pt x="9256713" y="2100009"/>
                </a:lnTo>
                <a:lnTo>
                  <a:pt x="9253686" y="2108840"/>
                </a:lnTo>
                <a:lnTo>
                  <a:pt x="9254043" y="2117875"/>
                </a:lnTo>
                <a:lnTo>
                  <a:pt x="9257564" y="2126160"/>
                </a:lnTo>
                <a:lnTo>
                  <a:pt x="9264032" y="2132741"/>
                </a:lnTo>
                <a:lnTo>
                  <a:pt x="9272093" y="2135922"/>
                </a:lnTo>
                <a:lnTo>
                  <a:pt x="9280568" y="2135493"/>
                </a:lnTo>
                <a:lnTo>
                  <a:pt x="9288442" y="2131694"/>
                </a:lnTo>
                <a:lnTo>
                  <a:pt x="9294701" y="2124762"/>
                </a:lnTo>
                <a:lnTo>
                  <a:pt x="9297704" y="2115851"/>
                </a:lnTo>
                <a:lnTo>
                  <a:pt x="9297346" y="2106706"/>
                </a:lnTo>
                <a:lnTo>
                  <a:pt x="9293834" y="2098403"/>
                </a:lnTo>
                <a:lnTo>
                  <a:pt x="9287371" y="2092020"/>
                </a:lnTo>
                <a:lnTo>
                  <a:pt x="9283455" y="2089768"/>
                </a:lnTo>
                <a:lnTo>
                  <a:pt x="9279508" y="2088459"/>
                </a:lnTo>
                <a:close/>
              </a:path>
              <a:path w="20008215" h="3382009" extrusionOk="0">
                <a:moveTo>
                  <a:pt x="1150048" y="2182048"/>
                </a:moveTo>
                <a:lnTo>
                  <a:pt x="1122168" y="2205962"/>
                </a:lnTo>
                <a:lnTo>
                  <a:pt x="1123899" y="2214943"/>
                </a:lnTo>
                <a:lnTo>
                  <a:pt x="1128866" y="2222728"/>
                </a:lnTo>
                <a:lnTo>
                  <a:pt x="1136240" y="2227878"/>
                </a:lnTo>
                <a:lnTo>
                  <a:pt x="1144539" y="2229623"/>
                </a:lnTo>
                <a:lnTo>
                  <a:pt x="1152822" y="2227878"/>
                </a:lnTo>
                <a:lnTo>
                  <a:pt x="1160048" y="2222633"/>
                </a:lnTo>
                <a:lnTo>
                  <a:pt x="1165077" y="2214644"/>
                </a:lnTo>
                <a:lnTo>
                  <a:pt x="1166722" y="2205595"/>
                </a:lnTo>
                <a:lnTo>
                  <a:pt x="1165035" y="2196612"/>
                </a:lnTo>
                <a:lnTo>
                  <a:pt x="1160069" y="2188823"/>
                </a:lnTo>
                <a:lnTo>
                  <a:pt x="1155703" y="2184268"/>
                </a:lnTo>
                <a:lnTo>
                  <a:pt x="1150048" y="2182048"/>
                </a:lnTo>
                <a:close/>
              </a:path>
              <a:path w="20008215" h="3382009" extrusionOk="0">
                <a:moveTo>
                  <a:pt x="16889622" y="1888214"/>
                </a:moveTo>
                <a:lnTo>
                  <a:pt x="16859263" y="1913302"/>
                </a:lnTo>
                <a:lnTo>
                  <a:pt x="16861455" y="1922538"/>
                </a:lnTo>
                <a:lnTo>
                  <a:pt x="16866762" y="1929915"/>
                </a:lnTo>
                <a:lnTo>
                  <a:pt x="16874072" y="1934523"/>
                </a:lnTo>
                <a:lnTo>
                  <a:pt x="16882482" y="1935898"/>
                </a:lnTo>
                <a:lnTo>
                  <a:pt x="16891087" y="1933574"/>
                </a:lnTo>
                <a:lnTo>
                  <a:pt x="16898157" y="1927869"/>
                </a:lnTo>
                <a:lnTo>
                  <a:pt x="16902488" y="1920047"/>
                </a:lnTo>
                <a:lnTo>
                  <a:pt x="16903736" y="1911065"/>
                </a:lnTo>
                <a:lnTo>
                  <a:pt x="16901558" y="1901879"/>
                </a:lnTo>
                <a:lnTo>
                  <a:pt x="16897894" y="1893146"/>
                </a:lnTo>
                <a:lnTo>
                  <a:pt x="16889622" y="1888214"/>
                </a:lnTo>
                <a:close/>
              </a:path>
              <a:path w="20008215" h="3382009" extrusionOk="0">
                <a:moveTo>
                  <a:pt x="9090047" y="1963688"/>
                </a:moveTo>
                <a:lnTo>
                  <a:pt x="9078791" y="1963898"/>
                </a:lnTo>
                <a:lnTo>
                  <a:pt x="9071483" y="1968191"/>
                </a:lnTo>
                <a:lnTo>
                  <a:pt x="9067252" y="1975227"/>
                </a:lnTo>
                <a:lnTo>
                  <a:pt x="9064225" y="1984064"/>
                </a:lnTo>
                <a:lnTo>
                  <a:pt x="9064577" y="1993102"/>
                </a:lnTo>
                <a:lnTo>
                  <a:pt x="9068086" y="2001389"/>
                </a:lnTo>
                <a:lnTo>
                  <a:pt x="9074530" y="2007970"/>
                </a:lnTo>
                <a:lnTo>
                  <a:pt x="9082850" y="2011149"/>
                </a:lnTo>
                <a:lnTo>
                  <a:pt x="9091410" y="2010718"/>
                </a:lnTo>
                <a:lnTo>
                  <a:pt x="9099195" y="2006918"/>
                </a:lnTo>
                <a:lnTo>
                  <a:pt x="9105188" y="1999991"/>
                </a:lnTo>
                <a:lnTo>
                  <a:pt x="9108214" y="1991080"/>
                </a:lnTo>
                <a:lnTo>
                  <a:pt x="9107860" y="1981935"/>
                </a:lnTo>
                <a:lnTo>
                  <a:pt x="9104351" y="1973632"/>
                </a:lnTo>
                <a:lnTo>
                  <a:pt x="9097911" y="1967249"/>
                </a:lnTo>
                <a:lnTo>
                  <a:pt x="9094414" y="1964987"/>
                </a:lnTo>
                <a:lnTo>
                  <a:pt x="9090047" y="1963688"/>
                </a:lnTo>
                <a:close/>
              </a:path>
              <a:path w="20008215" h="3382009" extrusionOk="0">
                <a:moveTo>
                  <a:pt x="17089615" y="1783558"/>
                </a:moveTo>
                <a:lnTo>
                  <a:pt x="17059248" y="1808904"/>
                </a:lnTo>
                <a:lnTo>
                  <a:pt x="17061449" y="1817881"/>
                </a:lnTo>
                <a:lnTo>
                  <a:pt x="17066820" y="1825447"/>
                </a:lnTo>
                <a:lnTo>
                  <a:pt x="17074263" y="1829977"/>
                </a:lnTo>
                <a:lnTo>
                  <a:pt x="17082785" y="1831100"/>
                </a:lnTo>
                <a:lnTo>
                  <a:pt x="17091395" y="1828446"/>
                </a:lnTo>
                <a:lnTo>
                  <a:pt x="17091915" y="1828446"/>
                </a:lnTo>
                <a:lnTo>
                  <a:pt x="17098267" y="1822938"/>
                </a:lnTo>
                <a:lnTo>
                  <a:pt x="17102468" y="1814986"/>
                </a:lnTo>
                <a:lnTo>
                  <a:pt x="17103646" y="1805959"/>
                </a:lnTo>
                <a:lnTo>
                  <a:pt x="17101448" y="1796772"/>
                </a:lnTo>
                <a:lnTo>
                  <a:pt x="17097469" y="1788050"/>
                </a:lnTo>
                <a:lnTo>
                  <a:pt x="17089615" y="1783558"/>
                </a:lnTo>
                <a:close/>
              </a:path>
              <a:path w="20008215" h="3382009" extrusionOk="0">
                <a:moveTo>
                  <a:pt x="17091915" y="1828446"/>
                </a:moveTo>
                <a:lnTo>
                  <a:pt x="17091395" y="1828446"/>
                </a:lnTo>
                <a:lnTo>
                  <a:pt x="17091395" y="1828897"/>
                </a:lnTo>
                <a:lnTo>
                  <a:pt x="17091915" y="1828446"/>
                </a:lnTo>
                <a:close/>
              </a:path>
              <a:path w="20008215" h="3382009" extrusionOk="0">
                <a:moveTo>
                  <a:pt x="1307468" y="2016776"/>
                </a:moveTo>
                <a:lnTo>
                  <a:pt x="1279814" y="2040670"/>
                </a:lnTo>
                <a:lnTo>
                  <a:pt x="1281390" y="2049662"/>
                </a:lnTo>
                <a:lnTo>
                  <a:pt x="1286285" y="2057466"/>
                </a:lnTo>
                <a:lnTo>
                  <a:pt x="1293704" y="2062608"/>
                </a:lnTo>
                <a:lnTo>
                  <a:pt x="1302032" y="2064340"/>
                </a:lnTo>
                <a:lnTo>
                  <a:pt x="1310438" y="2062601"/>
                </a:lnTo>
                <a:lnTo>
                  <a:pt x="1317928" y="2057330"/>
                </a:lnTo>
                <a:lnTo>
                  <a:pt x="1317509" y="2057330"/>
                </a:lnTo>
                <a:lnTo>
                  <a:pt x="1322538" y="2049426"/>
                </a:lnTo>
                <a:lnTo>
                  <a:pt x="1324183" y="2040488"/>
                </a:lnTo>
                <a:lnTo>
                  <a:pt x="1322497" y="2031522"/>
                </a:lnTo>
                <a:lnTo>
                  <a:pt x="1317530" y="2023530"/>
                </a:lnTo>
                <a:lnTo>
                  <a:pt x="1313122" y="2019006"/>
                </a:lnTo>
                <a:lnTo>
                  <a:pt x="1307468" y="2016776"/>
                </a:lnTo>
                <a:close/>
              </a:path>
              <a:path w="20008215" h="3382009" extrusionOk="0">
                <a:moveTo>
                  <a:pt x="8900577" y="1838917"/>
                </a:moveTo>
                <a:lnTo>
                  <a:pt x="8889331" y="1839127"/>
                </a:lnTo>
                <a:lnTo>
                  <a:pt x="8882022" y="1843420"/>
                </a:lnTo>
                <a:lnTo>
                  <a:pt x="8878211" y="1850456"/>
                </a:lnTo>
                <a:lnTo>
                  <a:pt x="8875002" y="1859355"/>
                </a:lnTo>
                <a:lnTo>
                  <a:pt x="8875330" y="1868496"/>
                </a:lnTo>
                <a:lnTo>
                  <a:pt x="8878813" y="1876803"/>
                </a:lnTo>
                <a:lnTo>
                  <a:pt x="8885069" y="1883199"/>
                </a:lnTo>
                <a:lnTo>
                  <a:pt x="8893389" y="1886383"/>
                </a:lnTo>
                <a:lnTo>
                  <a:pt x="8901950" y="1885959"/>
                </a:lnTo>
                <a:lnTo>
                  <a:pt x="8909735" y="1882161"/>
                </a:lnTo>
                <a:lnTo>
                  <a:pt x="8915728" y="1875220"/>
                </a:lnTo>
                <a:lnTo>
                  <a:pt x="8918760" y="1866309"/>
                </a:lnTo>
                <a:lnTo>
                  <a:pt x="8918452" y="1857163"/>
                </a:lnTo>
                <a:lnTo>
                  <a:pt x="8915067" y="1848857"/>
                </a:lnTo>
                <a:lnTo>
                  <a:pt x="8908870" y="1842467"/>
                </a:lnTo>
                <a:lnTo>
                  <a:pt x="8904954" y="1840237"/>
                </a:lnTo>
                <a:lnTo>
                  <a:pt x="8900577" y="1838917"/>
                </a:lnTo>
                <a:close/>
              </a:path>
              <a:path w="20008215" h="3382009" extrusionOk="0">
                <a:moveTo>
                  <a:pt x="17289609" y="1675687"/>
                </a:moveTo>
                <a:lnTo>
                  <a:pt x="17259244" y="1701501"/>
                </a:lnTo>
                <a:lnTo>
                  <a:pt x="17261443" y="1710481"/>
                </a:lnTo>
                <a:lnTo>
                  <a:pt x="17267049" y="1717972"/>
                </a:lnTo>
                <a:lnTo>
                  <a:pt x="17274571" y="1722391"/>
                </a:lnTo>
                <a:lnTo>
                  <a:pt x="17283014" y="1723494"/>
                </a:lnTo>
                <a:lnTo>
                  <a:pt x="17291389" y="1721036"/>
                </a:lnTo>
                <a:lnTo>
                  <a:pt x="17298438" y="1715071"/>
                </a:lnTo>
                <a:lnTo>
                  <a:pt x="17302619" y="1707116"/>
                </a:lnTo>
                <a:lnTo>
                  <a:pt x="17303699" y="1698088"/>
                </a:lnTo>
                <a:lnTo>
                  <a:pt x="17301441" y="1688901"/>
                </a:lnTo>
                <a:lnTo>
                  <a:pt x="17297463" y="1680650"/>
                </a:lnTo>
                <a:lnTo>
                  <a:pt x="17289609" y="1675687"/>
                </a:lnTo>
                <a:close/>
              </a:path>
              <a:path w="20008215" h="3382009" extrusionOk="0">
                <a:moveTo>
                  <a:pt x="17487614" y="1565994"/>
                </a:moveTo>
                <a:lnTo>
                  <a:pt x="17457350" y="1591799"/>
                </a:lnTo>
                <a:lnTo>
                  <a:pt x="17459866" y="1600778"/>
                </a:lnTo>
                <a:lnTo>
                  <a:pt x="17465473" y="1608265"/>
                </a:lnTo>
                <a:lnTo>
                  <a:pt x="17472994" y="1612640"/>
                </a:lnTo>
                <a:lnTo>
                  <a:pt x="17481438" y="1613613"/>
                </a:lnTo>
                <a:lnTo>
                  <a:pt x="17489813" y="1610893"/>
                </a:lnTo>
                <a:lnTo>
                  <a:pt x="17496678" y="1604847"/>
                </a:lnTo>
                <a:lnTo>
                  <a:pt x="17500833" y="1596779"/>
                </a:lnTo>
                <a:lnTo>
                  <a:pt x="17501887" y="1587732"/>
                </a:lnTo>
                <a:lnTo>
                  <a:pt x="17499446" y="1578747"/>
                </a:lnTo>
                <a:lnTo>
                  <a:pt x="17495467" y="1570507"/>
                </a:lnTo>
                <a:lnTo>
                  <a:pt x="17487614" y="1565994"/>
                </a:lnTo>
                <a:close/>
              </a:path>
              <a:path w="20008215" h="3382009" extrusionOk="0">
                <a:moveTo>
                  <a:pt x="8711127" y="1715099"/>
                </a:moveTo>
                <a:lnTo>
                  <a:pt x="8699463" y="1715309"/>
                </a:lnTo>
                <a:lnTo>
                  <a:pt x="8692573" y="1719602"/>
                </a:lnTo>
                <a:lnTo>
                  <a:pt x="8688301" y="1726596"/>
                </a:lnTo>
                <a:lnTo>
                  <a:pt x="8685292" y="1735511"/>
                </a:lnTo>
                <a:lnTo>
                  <a:pt x="8685646" y="1744664"/>
                </a:lnTo>
                <a:lnTo>
                  <a:pt x="8689158" y="1752968"/>
                </a:lnTo>
                <a:lnTo>
                  <a:pt x="8695620" y="1759339"/>
                </a:lnTo>
                <a:lnTo>
                  <a:pt x="8703940" y="1762526"/>
                </a:lnTo>
                <a:lnTo>
                  <a:pt x="8712500" y="1762104"/>
                </a:lnTo>
                <a:lnTo>
                  <a:pt x="8720285" y="1758315"/>
                </a:lnTo>
                <a:lnTo>
                  <a:pt x="8726278" y="1751402"/>
                </a:lnTo>
                <a:lnTo>
                  <a:pt x="8729303" y="1742486"/>
                </a:lnTo>
                <a:lnTo>
                  <a:pt x="8728945" y="1733329"/>
                </a:lnTo>
                <a:lnTo>
                  <a:pt x="8725423" y="1725012"/>
                </a:lnTo>
                <a:lnTo>
                  <a:pt x="8718959" y="1718617"/>
                </a:lnTo>
                <a:lnTo>
                  <a:pt x="8715043" y="1716377"/>
                </a:lnTo>
                <a:lnTo>
                  <a:pt x="8711127" y="1715099"/>
                </a:lnTo>
                <a:close/>
              </a:path>
              <a:path w="20008215" h="3382009" extrusionOk="0">
                <a:moveTo>
                  <a:pt x="1469065" y="1844655"/>
                </a:moveTo>
                <a:lnTo>
                  <a:pt x="1441339" y="1868405"/>
                </a:lnTo>
                <a:lnTo>
                  <a:pt x="1442800" y="1877364"/>
                </a:lnTo>
                <a:lnTo>
                  <a:pt x="1447463" y="1885356"/>
                </a:lnTo>
                <a:lnTo>
                  <a:pt x="1454904" y="1890499"/>
                </a:lnTo>
                <a:lnTo>
                  <a:pt x="1463357" y="1892239"/>
                </a:lnTo>
                <a:lnTo>
                  <a:pt x="1471781" y="1890499"/>
                </a:lnTo>
                <a:lnTo>
                  <a:pt x="1479054" y="1885261"/>
                </a:lnTo>
                <a:lnTo>
                  <a:pt x="1479355" y="1885261"/>
                </a:lnTo>
                <a:lnTo>
                  <a:pt x="1484167" y="1877790"/>
                </a:lnTo>
                <a:lnTo>
                  <a:pt x="1485974" y="1868843"/>
                </a:lnTo>
                <a:lnTo>
                  <a:pt x="1484449" y="1859873"/>
                </a:lnTo>
                <a:lnTo>
                  <a:pt x="1479557" y="1851880"/>
                </a:lnTo>
                <a:lnTo>
                  <a:pt x="1475138" y="1846896"/>
                </a:lnTo>
                <a:lnTo>
                  <a:pt x="1469065" y="1844655"/>
                </a:lnTo>
                <a:close/>
              </a:path>
              <a:path w="20008215" h="3382009" extrusionOk="0">
                <a:moveTo>
                  <a:pt x="1479355" y="1885261"/>
                </a:moveTo>
                <a:lnTo>
                  <a:pt x="1479054" y="1885261"/>
                </a:lnTo>
                <a:lnTo>
                  <a:pt x="1479065" y="1885712"/>
                </a:lnTo>
                <a:lnTo>
                  <a:pt x="1479355" y="1885261"/>
                </a:lnTo>
                <a:close/>
              </a:path>
              <a:path w="20008215" h="3382009" extrusionOk="0">
                <a:moveTo>
                  <a:pt x="17684676" y="1453547"/>
                </a:moveTo>
                <a:lnTo>
                  <a:pt x="17654420" y="1479807"/>
                </a:lnTo>
                <a:lnTo>
                  <a:pt x="17656928" y="1488792"/>
                </a:lnTo>
                <a:lnTo>
                  <a:pt x="17662720" y="1496266"/>
                </a:lnTo>
                <a:lnTo>
                  <a:pt x="17670278" y="1500587"/>
                </a:lnTo>
                <a:lnTo>
                  <a:pt x="17678779" y="1501414"/>
                </a:lnTo>
                <a:lnTo>
                  <a:pt x="17687398" y="1498404"/>
                </a:lnTo>
                <a:lnTo>
                  <a:pt x="17694137" y="1492382"/>
                </a:lnTo>
                <a:lnTo>
                  <a:pt x="17698118" y="1484329"/>
                </a:lnTo>
                <a:lnTo>
                  <a:pt x="17699016" y="1475289"/>
                </a:lnTo>
                <a:lnTo>
                  <a:pt x="17696508" y="1466311"/>
                </a:lnTo>
                <a:lnTo>
                  <a:pt x="17692529" y="1458510"/>
                </a:lnTo>
                <a:lnTo>
                  <a:pt x="17684676" y="1453547"/>
                </a:lnTo>
                <a:close/>
              </a:path>
              <a:path w="20008215" h="3382009" extrusionOk="0">
                <a:moveTo>
                  <a:pt x="8520389" y="1592632"/>
                </a:moveTo>
                <a:lnTo>
                  <a:pt x="8508714" y="1592852"/>
                </a:lnTo>
                <a:lnTo>
                  <a:pt x="8501825" y="1597134"/>
                </a:lnTo>
                <a:lnTo>
                  <a:pt x="8497552" y="1604181"/>
                </a:lnTo>
                <a:lnTo>
                  <a:pt x="8494621" y="1613273"/>
                </a:lnTo>
                <a:lnTo>
                  <a:pt x="8495131" y="1622389"/>
                </a:lnTo>
                <a:lnTo>
                  <a:pt x="8498786" y="1630584"/>
                </a:lnTo>
                <a:lnTo>
                  <a:pt x="8505290" y="1636913"/>
                </a:lnTo>
                <a:lnTo>
                  <a:pt x="8513610" y="1640030"/>
                </a:lnTo>
                <a:lnTo>
                  <a:pt x="8522126" y="1639448"/>
                </a:lnTo>
                <a:lnTo>
                  <a:pt x="8529785" y="1635492"/>
                </a:lnTo>
                <a:lnTo>
                  <a:pt x="8535530" y="1628484"/>
                </a:lnTo>
                <a:lnTo>
                  <a:pt x="8538552" y="1619647"/>
                </a:lnTo>
                <a:lnTo>
                  <a:pt x="8538196" y="1610661"/>
                </a:lnTo>
                <a:lnTo>
                  <a:pt x="8534678" y="1602514"/>
                </a:lnTo>
                <a:lnTo>
                  <a:pt x="8528211" y="1596192"/>
                </a:lnTo>
                <a:lnTo>
                  <a:pt x="8524285" y="1593511"/>
                </a:lnTo>
                <a:lnTo>
                  <a:pt x="8520389" y="1592632"/>
                </a:lnTo>
                <a:close/>
              </a:path>
              <a:path w="20008215" h="3382009" extrusionOk="0">
                <a:moveTo>
                  <a:pt x="1625856" y="1678273"/>
                </a:moveTo>
                <a:lnTo>
                  <a:pt x="1597816" y="1702000"/>
                </a:lnTo>
                <a:lnTo>
                  <a:pt x="1599355" y="1710970"/>
                </a:lnTo>
                <a:lnTo>
                  <a:pt x="1604254" y="1718963"/>
                </a:lnTo>
                <a:lnTo>
                  <a:pt x="1611375" y="1724379"/>
                </a:lnTo>
                <a:lnTo>
                  <a:pt x="1619598" y="1726257"/>
                </a:lnTo>
                <a:lnTo>
                  <a:pt x="1627945" y="1724571"/>
                </a:lnTo>
                <a:lnTo>
                  <a:pt x="1635437" y="1719298"/>
                </a:lnTo>
                <a:lnTo>
                  <a:pt x="1640544" y="1711579"/>
                </a:lnTo>
                <a:lnTo>
                  <a:pt x="1642388" y="1702674"/>
                </a:lnTo>
                <a:lnTo>
                  <a:pt x="1640987" y="1693743"/>
                </a:lnTo>
                <a:lnTo>
                  <a:pt x="1636358" y="1685948"/>
                </a:lnTo>
                <a:lnTo>
                  <a:pt x="1631940" y="1680922"/>
                </a:lnTo>
                <a:lnTo>
                  <a:pt x="1625856" y="1678273"/>
                </a:lnTo>
                <a:close/>
              </a:path>
              <a:path w="20008215" h="3382009" extrusionOk="0">
                <a:moveTo>
                  <a:pt x="17880796" y="1339728"/>
                </a:moveTo>
                <a:lnTo>
                  <a:pt x="17850983" y="1366353"/>
                </a:lnTo>
                <a:lnTo>
                  <a:pt x="17853571" y="1375413"/>
                </a:lnTo>
                <a:lnTo>
                  <a:pt x="17859178" y="1382556"/>
                </a:lnTo>
                <a:lnTo>
                  <a:pt x="17866699" y="1386626"/>
                </a:lnTo>
                <a:lnTo>
                  <a:pt x="17875143" y="1387380"/>
                </a:lnTo>
                <a:lnTo>
                  <a:pt x="17883518" y="1384575"/>
                </a:lnTo>
                <a:lnTo>
                  <a:pt x="17890317" y="1378547"/>
                </a:lnTo>
                <a:lnTo>
                  <a:pt x="17894329" y="1370479"/>
                </a:lnTo>
                <a:lnTo>
                  <a:pt x="17895239" y="1361425"/>
                </a:lnTo>
                <a:lnTo>
                  <a:pt x="17892732" y="1352440"/>
                </a:lnTo>
                <a:lnTo>
                  <a:pt x="17888230" y="1344199"/>
                </a:lnTo>
                <a:lnTo>
                  <a:pt x="17880796" y="1339728"/>
                </a:lnTo>
                <a:close/>
              </a:path>
              <a:path w="20008215" h="3382009" extrusionOk="0">
                <a:moveTo>
                  <a:pt x="8328395" y="1472541"/>
                </a:moveTo>
                <a:lnTo>
                  <a:pt x="8317108" y="1472750"/>
                </a:lnTo>
                <a:lnTo>
                  <a:pt x="8309370" y="1477054"/>
                </a:lnTo>
                <a:lnTo>
                  <a:pt x="8305569" y="1484541"/>
                </a:lnTo>
                <a:lnTo>
                  <a:pt x="8302616" y="1493447"/>
                </a:lnTo>
                <a:lnTo>
                  <a:pt x="8303164" y="1502545"/>
                </a:lnTo>
                <a:lnTo>
                  <a:pt x="8306954" y="1510709"/>
                </a:lnTo>
                <a:lnTo>
                  <a:pt x="8313726" y="1516812"/>
                </a:lnTo>
                <a:lnTo>
                  <a:pt x="8322045" y="1519933"/>
                </a:lnTo>
                <a:lnTo>
                  <a:pt x="8330561" y="1519351"/>
                </a:lnTo>
                <a:lnTo>
                  <a:pt x="8338220" y="1515392"/>
                </a:lnTo>
                <a:lnTo>
                  <a:pt x="8343965" y="1508383"/>
                </a:lnTo>
                <a:lnTo>
                  <a:pt x="8346914" y="1499286"/>
                </a:lnTo>
                <a:lnTo>
                  <a:pt x="8346365" y="1490161"/>
                </a:lnTo>
                <a:lnTo>
                  <a:pt x="8342574" y="1481967"/>
                </a:lnTo>
                <a:lnTo>
                  <a:pt x="8335798" y="1475661"/>
                </a:lnTo>
                <a:lnTo>
                  <a:pt x="8332301" y="1473421"/>
                </a:lnTo>
                <a:lnTo>
                  <a:pt x="8328395" y="1472541"/>
                </a:lnTo>
                <a:close/>
              </a:path>
              <a:path w="20008215" h="3382009" extrusionOk="0">
                <a:moveTo>
                  <a:pt x="18076182" y="1224517"/>
                </a:moveTo>
                <a:lnTo>
                  <a:pt x="18046281" y="1251142"/>
                </a:lnTo>
                <a:lnTo>
                  <a:pt x="18048853" y="1260202"/>
                </a:lnTo>
                <a:lnTo>
                  <a:pt x="18054704" y="1267142"/>
                </a:lnTo>
                <a:lnTo>
                  <a:pt x="18062361" y="1271181"/>
                </a:lnTo>
                <a:lnTo>
                  <a:pt x="18070881" y="1271905"/>
                </a:lnTo>
                <a:lnTo>
                  <a:pt x="18079324" y="1268903"/>
                </a:lnTo>
                <a:lnTo>
                  <a:pt x="18086041" y="1262877"/>
                </a:lnTo>
                <a:lnTo>
                  <a:pt x="18089873" y="1254812"/>
                </a:lnTo>
                <a:lnTo>
                  <a:pt x="18090603" y="1245762"/>
                </a:lnTo>
                <a:lnTo>
                  <a:pt x="18088014" y="1236779"/>
                </a:lnTo>
                <a:lnTo>
                  <a:pt x="18084035" y="1228978"/>
                </a:lnTo>
                <a:lnTo>
                  <a:pt x="18076182" y="1224517"/>
                </a:lnTo>
                <a:close/>
              </a:path>
              <a:path w="20008215" h="3382009" extrusionOk="0">
                <a:moveTo>
                  <a:pt x="1788542" y="1514561"/>
                </a:moveTo>
                <a:lnTo>
                  <a:pt x="1760438" y="1537614"/>
                </a:lnTo>
                <a:lnTo>
                  <a:pt x="1761850" y="1546554"/>
                </a:lnTo>
                <a:lnTo>
                  <a:pt x="1766501" y="1554350"/>
                </a:lnTo>
                <a:lnTo>
                  <a:pt x="1773623" y="1560035"/>
                </a:lnTo>
                <a:lnTo>
                  <a:pt x="1781850" y="1562100"/>
                </a:lnTo>
                <a:lnTo>
                  <a:pt x="1790200" y="1560610"/>
                </a:lnTo>
                <a:lnTo>
                  <a:pt x="1797694" y="1555628"/>
                </a:lnTo>
                <a:lnTo>
                  <a:pt x="1802868" y="1548162"/>
                </a:lnTo>
                <a:lnTo>
                  <a:pt x="1804860" y="1539336"/>
                </a:lnTo>
                <a:lnTo>
                  <a:pt x="1803606" y="1530308"/>
                </a:lnTo>
                <a:lnTo>
                  <a:pt x="1799044" y="1522236"/>
                </a:lnTo>
                <a:lnTo>
                  <a:pt x="1794626" y="1517252"/>
                </a:lnTo>
                <a:lnTo>
                  <a:pt x="1788542" y="1514561"/>
                </a:lnTo>
                <a:close/>
              </a:path>
              <a:path w="20008215" h="3382009" extrusionOk="0">
                <a:moveTo>
                  <a:pt x="8134663" y="1355288"/>
                </a:moveTo>
                <a:lnTo>
                  <a:pt x="8123417" y="1355497"/>
                </a:lnTo>
                <a:lnTo>
                  <a:pt x="8116109" y="1359791"/>
                </a:lnTo>
                <a:lnTo>
                  <a:pt x="8111847" y="1367738"/>
                </a:lnTo>
                <a:lnTo>
                  <a:pt x="8109165" y="1376632"/>
                </a:lnTo>
                <a:lnTo>
                  <a:pt x="8109851" y="1385718"/>
                </a:lnTo>
                <a:lnTo>
                  <a:pt x="8113692" y="1393879"/>
                </a:lnTo>
                <a:lnTo>
                  <a:pt x="8120475" y="1399999"/>
                </a:lnTo>
                <a:lnTo>
                  <a:pt x="8128957" y="1402824"/>
                </a:lnTo>
                <a:lnTo>
                  <a:pt x="8137438" y="1402047"/>
                </a:lnTo>
                <a:lnTo>
                  <a:pt x="8144992" y="1397903"/>
                </a:lnTo>
                <a:lnTo>
                  <a:pt x="8150694" y="1390627"/>
                </a:lnTo>
                <a:lnTo>
                  <a:pt x="8153374" y="1381543"/>
                </a:lnTo>
                <a:lnTo>
                  <a:pt x="8152686" y="1372479"/>
                </a:lnTo>
                <a:lnTo>
                  <a:pt x="8148844" y="1364423"/>
                </a:lnTo>
                <a:lnTo>
                  <a:pt x="8142066" y="1358367"/>
                </a:lnTo>
                <a:lnTo>
                  <a:pt x="8138569" y="1356126"/>
                </a:lnTo>
                <a:lnTo>
                  <a:pt x="8134663" y="1355288"/>
                </a:lnTo>
                <a:close/>
              </a:path>
              <a:path w="20008215" h="3382009" extrusionOk="0">
                <a:moveTo>
                  <a:pt x="18270208" y="1106573"/>
                </a:moveTo>
                <a:lnTo>
                  <a:pt x="18240717" y="1133713"/>
                </a:lnTo>
                <a:lnTo>
                  <a:pt x="18243298" y="1142698"/>
                </a:lnTo>
                <a:lnTo>
                  <a:pt x="18249148" y="1149832"/>
                </a:lnTo>
                <a:lnTo>
                  <a:pt x="18256805" y="1153850"/>
                </a:lnTo>
                <a:lnTo>
                  <a:pt x="18265326" y="1154470"/>
                </a:lnTo>
                <a:lnTo>
                  <a:pt x="18273768" y="1151409"/>
                </a:lnTo>
                <a:lnTo>
                  <a:pt x="18280435" y="1145117"/>
                </a:lnTo>
                <a:lnTo>
                  <a:pt x="18284226" y="1136916"/>
                </a:lnTo>
                <a:lnTo>
                  <a:pt x="18284856" y="1127819"/>
                </a:lnTo>
                <a:lnTo>
                  <a:pt x="18282040" y="1118835"/>
                </a:lnTo>
                <a:lnTo>
                  <a:pt x="18278061" y="1111034"/>
                </a:lnTo>
                <a:lnTo>
                  <a:pt x="18270208" y="1106573"/>
                </a:lnTo>
                <a:close/>
              </a:path>
              <a:path w="20008215" h="3382009" extrusionOk="0">
                <a:moveTo>
                  <a:pt x="1954317" y="1356314"/>
                </a:moveTo>
                <a:lnTo>
                  <a:pt x="1925986" y="1378764"/>
                </a:lnTo>
                <a:lnTo>
                  <a:pt x="1927069" y="1387824"/>
                </a:lnTo>
                <a:lnTo>
                  <a:pt x="1931386" y="1396083"/>
                </a:lnTo>
                <a:lnTo>
                  <a:pt x="1938504" y="1401653"/>
                </a:lnTo>
                <a:lnTo>
                  <a:pt x="1946732" y="1403904"/>
                </a:lnTo>
                <a:lnTo>
                  <a:pt x="1955088" y="1402676"/>
                </a:lnTo>
                <a:lnTo>
                  <a:pt x="1962589" y="1397810"/>
                </a:lnTo>
                <a:lnTo>
                  <a:pt x="1963008" y="1397800"/>
                </a:lnTo>
                <a:lnTo>
                  <a:pt x="1968255" y="1390355"/>
                </a:lnTo>
                <a:lnTo>
                  <a:pt x="1970404" y="1381528"/>
                </a:lnTo>
                <a:lnTo>
                  <a:pt x="1969309" y="1372497"/>
                </a:lnTo>
                <a:lnTo>
                  <a:pt x="1964819" y="1364440"/>
                </a:lnTo>
                <a:lnTo>
                  <a:pt x="1960390" y="1358963"/>
                </a:lnTo>
                <a:lnTo>
                  <a:pt x="1954317" y="1356314"/>
                </a:lnTo>
                <a:close/>
              </a:path>
              <a:path w="20008215" h="3382009" extrusionOk="0">
                <a:moveTo>
                  <a:pt x="7939245" y="1241731"/>
                </a:moveTo>
                <a:lnTo>
                  <a:pt x="7927570" y="1241941"/>
                </a:lnTo>
                <a:lnTo>
                  <a:pt x="7920272" y="1246695"/>
                </a:lnTo>
                <a:lnTo>
                  <a:pt x="7915999" y="1254642"/>
                </a:lnTo>
                <a:lnTo>
                  <a:pt x="7913639" y="1263724"/>
                </a:lnTo>
                <a:lnTo>
                  <a:pt x="7914613" y="1272793"/>
                </a:lnTo>
                <a:lnTo>
                  <a:pt x="7918660" y="1280849"/>
                </a:lnTo>
                <a:lnTo>
                  <a:pt x="7925518" y="1286892"/>
                </a:lnTo>
                <a:lnTo>
                  <a:pt x="7933997" y="1289571"/>
                </a:lnTo>
                <a:lnTo>
                  <a:pt x="7942425" y="1288483"/>
                </a:lnTo>
                <a:lnTo>
                  <a:pt x="7949837" y="1284031"/>
                </a:lnTo>
                <a:lnTo>
                  <a:pt x="7955265" y="1276620"/>
                </a:lnTo>
                <a:lnTo>
                  <a:pt x="7957880" y="1267735"/>
                </a:lnTo>
                <a:lnTo>
                  <a:pt x="7957048" y="1258707"/>
                </a:lnTo>
                <a:lnTo>
                  <a:pt x="7953062" y="1250696"/>
                </a:lnTo>
                <a:lnTo>
                  <a:pt x="7946218" y="1244862"/>
                </a:lnTo>
                <a:lnTo>
                  <a:pt x="7942721" y="1242569"/>
                </a:lnTo>
                <a:lnTo>
                  <a:pt x="7939245" y="1241731"/>
                </a:lnTo>
                <a:close/>
              </a:path>
              <a:path w="20008215" h="3382009" extrusionOk="0">
                <a:moveTo>
                  <a:pt x="18462872" y="986294"/>
                </a:moveTo>
                <a:lnTo>
                  <a:pt x="18433485" y="1013476"/>
                </a:lnTo>
                <a:lnTo>
                  <a:pt x="18436381" y="1022461"/>
                </a:lnTo>
                <a:lnTo>
                  <a:pt x="18442231" y="1029524"/>
                </a:lnTo>
                <a:lnTo>
                  <a:pt x="18449888" y="1033382"/>
                </a:lnTo>
                <a:lnTo>
                  <a:pt x="18458409" y="1033831"/>
                </a:lnTo>
                <a:lnTo>
                  <a:pt x="18466851" y="1030670"/>
                </a:lnTo>
                <a:lnTo>
                  <a:pt x="18473453" y="1024321"/>
                </a:lnTo>
                <a:lnTo>
                  <a:pt x="18477099" y="1016021"/>
                </a:lnTo>
                <a:lnTo>
                  <a:pt x="18477585" y="1006904"/>
                </a:lnTo>
                <a:lnTo>
                  <a:pt x="18474704" y="998105"/>
                </a:lnTo>
                <a:lnTo>
                  <a:pt x="18470621" y="990315"/>
                </a:lnTo>
                <a:lnTo>
                  <a:pt x="18462872" y="986294"/>
                </a:lnTo>
                <a:close/>
              </a:path>
              <a:path w="20008215" h="3382009" extrusionOk="0">
                <a:moveTo>
                  <a:pt x="7741303" y="1132876"/>
                </a:moveTo>
                <a:lnTo>
                  <a:pt x="7729628" y="1133085"/>
                </a:lnTo>
                <a:lnTo>
                  <a:pt x="7722320" y="1137839"/>
                </a:lnTo>
                <a:lnTo>
                  <a:pt x="7718100" y="1146237"/>
                </a:lnTo>
                <a:lnTo>
                  <a:pt x="7715781" y="1155312"/>
                </a:lnTo>
                <a:lnTo>
                  <a:pt x="7716886" y="1164331"/>
                </a:lnTo>
                <a:lnTo>
                  <a:pt x="7721073" y="1172249"/>
                </a:lnTo>
                <a:lnTo>
                  <a:pt x="7727995" y="1178026"/>
                </a:lnTo>
                <a:lnTo>
                  <a:pt x="7736536" y="1180513"/>
                </a:lnTo>
                <a:lnTo>
                  <a:pt x="7745113" y="1179443"/>
                </a:lnTo>
                <a:lnTo>
                  <a:pt x="7752684" y="1175093"/>
                </a:lnTo>
                <a:lnTo>
                  <a:pt x="7758203" y="1167744"/>
                </a:lnTo>
                <a:lnTo>
                  <a:pt x="7760498" y="1158408"/>
                </a:lnTo>
                <a:lnTo>
                  <a:pt x="7759380" y="1149256"/>
                </a:lnTo>
                <a:lnTo>
                  <a:pt x="7755189" y="1141288"/>
                </a:lnTo>
                <a:lnTo>
                  <a:pt x="7748266" y="1135504"/>
                </a:lnTo>
                <a:lnTo>
                  <a:pt x="7744780" y="1133714"/>
                </a:lnTo>
                <a:lnTo>
                  <a:pt x="7741303" y="1132876"/>
                </a:lnTo>
                <a:close/>
              </a:path>
              <a:path w="20008215" h="3382009" extrusionOk="0">
                <a:moveTo>
                  <a:pt x="2132536" y="1204047"/>
                </a:moveTo>
                <a:lnTo>
                  <a:pt x="2103278" y="1204057"/>
                </a:lnTo>
                <a:lnTo>
                  <a:pt x="2097718" y="1211269"/>
                </a:lnTo>
                <a:lnTo>
                  <a:pt x="2095249" y="1220021"/>
                </a:lnTo>
                <a:lnTo>
                  <a:pt x="2096029" y="1229145"/>
                </a:lnTo>
                <a:lnTo>
                  <a:pt x="2100208" y="1237480"/>
                </a:lnTo>
                <a:lnTo>
                  <a:pt x="2107109" y="1243320"/>
                </a:lnTo>
                <a:lnTo>
                  <a:pt x="2115261" y="1245756"/>
                </a:lnTo>
                <a:lnTo>
                  <a:pt x="2123698" y="1244711"/>
                </a:lnTo>
                <a:lnTo>
                  <a:pt x="2131453" y="1240108"/>
                </a:lnTo>
                <a:lnTo>
                  <a:pt x="2137021" y="1232721"/>
                </a:lnTo>
                <a:lnTo>
                  <a:pt x="2139491" y="1223995"/>
                </a:lnTo>
                <a:lnTo>
                  <a:pt x="2138711" y="1214981"/>
                </a:lnTo>
                <a:lnTo>
                  <a:pt x="2134532" y="1206727"/>
                </a:lnTo>
                <a:lnTo>
                  <a:pt x="2132536" y="1204047"/>
                </a:lnTo>
                <a:close/>
              </a:path>
              <a:path w="20008215" h="3382009" extrusionOk="0">
                <a:moveTo>
                  <a:pt x="2123600" y="1198151"/>
                </a:moveTo>
                <a:lnTo>
                  <a:pt x="2112312" y="1198361"/>
                </a:lnTo>
                <a:lnTo>
                  <a:pt x="2107171" y="1200319"/>
                </a:lnTo>
                <a:lnTo>
                  <a:pt x="2102857" y="1204057"/>
                </a:lnTo>
                <a:lnTo>
                  <a:pt x="2103286" y="1204047"/>
                </a:lnTo>
                <a:lnTo>
                  <a:pt x="2132536" y="1204047"/>
                </a:lnTo>
                <a:lnTo>
                  <a:pt x="2130113" y="1200790"/>
                </a:lnTo>
                <a:lnTo>
                  <a:pt x="2123600" y="1198151"/>
                </a:lnTo>
                <a:close/>
              </a:path>
              <a:path w="20008215" h="3382009" extrusionOk="0">
                <a:moveTo>
                  <a:pt x="18654594" y="863732"/>
                </a:moveTo>
                <a:lnTo>
                  <a:pt x="18625082" y="890915"/>
                </a:lnTo>
                <a:lnTo>
                  <a:pt x="18628207" y="899899"/>
                </a:lnTo>
                <a:lnTo>
                  <a:pt x="18634042" y="906765"/>
                </a:lnTo>
                <a:lnTo>
                  <a:pt x="18641662" y="910595"/>
                </a:lnTo>
                <a:lnTo>
                  <a:pt x="18650147" y="911016"/>
                </a:lnTo>
                <a:lnTo>
                  <a:pt x="18658573" y="907658"/>
                </a:lnTo>
                <a:lnTo>
                  <a:pt x="18665219" y="901372"/>
                </a:lnTo>
                <a:lnTo>
                  <a:pt x="18668861" y="893178"/>
                </a:lnTo>
                <a:lnTo>
                  <a:pt x="18669322" y="884082"/>
                </a:lnTo>
                <a:lnTo>
                  <a:pt x="18666426" y="875093"/>
                </a:lnTo>
                <a:lnTo>
                  <a:pt x="18662028" y="867806"/>
                </a:lnTo>
                <a:lnTo>
                  <a:pt x="18654594" y="863732"/>
                </a:lnTo>
                <a:close/>
              </a:path>
              <a:path w="20008215" h="3382009" extrusionOk="0">
                <a:moveTo>
                  <a:pt x="7540838" y="1029581"/>
                </a:moveTo>
                <a:lnTo>
                  <a:pt x="7529592" y="1029790"/>
                </a:lnTo>
                <a:lnTo>
                  <a:pt x="7521865" y="1035047"/>
                </a:lnTo>
                <a:lnTo>
                  <a:pt x="7518033" y="1043434"/>
                </a:lnTo>
                <a:lnTo>
                  <a:pt x="7515798" y="1052494"/>
                </a:lnTo>
                <a:lnTo>
                  <a:pt x="7517060" y="1061445"/>
                </a:lnTo>
                <a:lnTo>
                  <a:pt x="7521394" y="1069212"/>
                </a:lnTo>
                <a:lnTo>
                  <a:pt x="7528378" y="1074721"/>
                </a:lnTo>
                <a:lnTo>
                  <a:pt x="7537093" y="1077062"/>
                </a:lnTo>
                <a:lnTo>
                  <a:pt x="7545606" y="1075683"/>
                </a:lnTo>
                <a:lnTo>
                  <a:pt x="7552940" y="1071026"/>
                </a:lnTo>
                <a:lnTo>
                  <a:pt x="7558115" y="1063538"/>
                </a:lnTo>
                <a:lnTo>
                  <a:pt x="7560362" y="1054276"/>
                </a:lnTo>
                <a:lnTo>
                  <a:pt x="7559067" y="1045286"/>
                </a:lnTo>
                <a:lnTo>
                  <a:pt x="7554612" y="1037480"/>
                </a:lnTo>
                <a:lnTo>
                  <a:pt x="7547382" y="1031769"/>
                </a:lnTo>
                <a:lnTo>
                  <a:pt x="7544314" y="1030471"/>
                </a:lnTo>
                <a:lnTo>
                  <a:pt x="7540838" y="1029581"/>
                </a:lnTo>
                <a:close/>
              </a:path>
              <a:path w="20008215" h="3382009" extrusionOk="0">
                <a:moveTo>
                  <a:pt x="2297270" y="1047664"/>
                </a:moveTo>
                <a:lnTo>
                  <a:pt x="2268915" y="1068926"/>
                </a:lnTo>
                <a:lnTo>
                  <a:pt x="2269519" y="1078029"/>
                </a:lnTo>
                <a:lnTo>
                  <a:pt x="2273449" y="1086542"/>
                </a:lnTo>
                <a:lnTo>
                  <a:pt x="2280116" y="1092545"/>
                </a:lnTo>
                <a:lnTo>
                  <a:pt x="2288194" y="1095365"/>
                </a:lnTo>
                <a:lnTo>
                  <a:pt x="2296717" y="1094796"/>
                </a:lnTo>
                <a:lnTo>
                  <a:pt x="2304715" y="1090626"/>
                </a:lnTo>
                <a:lnTo>
                  <a:pt x="2310355" y="1083426"/>
                </a:lnTo>
                <a:lnTo>
                  <a:pt x="2313016" y="1074670"/>
                </a:lnTo>
                <a:lnTo>
                  <a:pt x="2312507" y="1065531"/>
                </a:lnTo>
                <a:lnTo>
                  <a:pt x="2308641" y="1057182"/>
                </a:lnTo>
                <a:lnTo>
                  <a:pt x="2303783" y="1050805"/>
                </a:lnTo>
                <a:lnTo>
                  <a:pt x="2297270" y="1047664"/>
                </a:lnTo>
                <a:close/>
              </a:path>
              <a:path w="20008215" h="3382009" extrusionOk="0">
                <a:moveTo>
                  <a:pt x="18845059" y="739391"/>
                </a:moveTo>
                <a:lnTo>
                  <a:pt x="18815864" y="766736"/>
                </a:lnTo>
                <a:lnTo>
                  <a:pt x="18818987" y="775505"/>
                </a:lnTo>
                <a:lnTo>
                  <a:pt x="18824941" y="782563"/>
                </a:lnTo>
                <a:lnTo>
                  <a:pt x="18832691" y="786423"/>
                </a:lnTo>
                <a:lnTo>
                  <a:pt x="18841206" y="786887"/>
                </a:lnTo>
                <a:lnTo>
                  <a:pt x="18849457" y="783756"/>
                </a:lnTo>
                <a:lnTo>
                  <a:pt x="18855875" y="777191"/>
                </a:lnTo>
                <a:lnTo>
                  <a:pt x="18859496" y="768864"/>
                </a:lnTo>
                <a:lnTo>
                  <a:pt x="18859956" y="759731"/>
                </a:lnTo>
                <a:lnTo>
                  <a:pt x="18856891" y="750752"/>
                </a:lnTo>
                <a:lnTo>
                  <a:pt x="18852913" y="743401"/>
                </a:lnTo>
                <a:lnTo>
                  <a:pt x="18845059" y="739391"/>
                </a:lnTo>
                <a:close/>
              </a:path>
              <a:path w="20008215" h="3382009" extrusionOk="0">
                <a:moveTo>
                  <a:pt x="7333672" y="931950"/>
                </a:moveTo>
                <a:lnTo>
                  <a:pt x="7321997" y="932160"/>
                </a:lnTo>
                <a:lnTo>
                  <a:pt x="7314238" y="937824"/>
                </a:lnTo>
                <a:lnTo>
                  <a:pt x="7310437" y="946253"/>
                </a:lnTo>
                <a:lnTo>
                  <a:pt x="7308724" y="955561"/>
                </a:lnTo>
                <a:lnTo>
                  <a:pt x="7310289" y="964592"/>
                </a:lnTo>
                <a:lnTo>
                  <a:pt x="7314844" y="972270"/>
                </a:lnTo>
                <a:lnTo>
                  <a:pt x="7322101" y="977519"/>
                </a:lnTo>
                <a:lnTo>
                  <a:pt x="7322112" y="977970"/>
                </a:lnTo>
                <a:lnTo>
                  <a:pt x="7330748" y="979777"/>
                </a:lnTo>
                <a:lnTo>
                  <a:pt x="7339101" y="978068"/>
                </a:lnTo>
                <a:lnTo>
                  <a:pt x="7346284" y="973168"/>
                </a:lnTo>
                <a:lnTo>
                  <a:pt x="7351409" y="965405"/>
                </a:lnTo>
                <a:lnTo>
                  <a:pt x="7353319" y="956156"/>
                </a:lnTo>
                <a:lnTo>
                  <a:pt x="7351739" y="947231"/>
                </a:lnTo>
                <a:lnTo>
                  <a:pt x="7347089" y="939576"/>
                </a:lnTo>
                <a:lnTo>
                  <a:pt x="7339787" y="934139"/>
                </a:lnTo>
                <a:lnTo>
                  <a:pt x="7336719" y="932798"/>
                </a:lnTo>
                <a:lnTo>
                  <a:pt x="7333672" y="931950"/>
                </a:lnTo>
                <a:close/>
              </a:path>
              <a:path w="20008215" h="3382009" extrusionOk="0">
                <a:moveTo>
                  <a:pt x="7132714" y="840319"/>
                </a:moveTo>
                <a:lnTo>
                  <a:pt x="7121039" y="840529"/>
                </a:lnTo>
                <a:lnTo>
                  <a:pt x="7112851" y="845796"/>
                </a:lnTo>
                <a:lnTo>
                  <a:pt x="7109490" y="855125"/>
                </a:lnTo>
                <a:lnTo>
                  <a:pt x="7107782" y="864360"/>
                </a:lnTo>
                <a:lnTo>
                  <a:pt x="7109391" y="873233"/>
                </a:lnTo>
                <a:lnTo>
                  <a:pt x="7114069" y="880754"/>
                </a:lnTo>
                <a:lnTo>
                  <a:pt x="7121573" y="885931"/>
                </a:lnTo>
                <a:lnTo>
                  <a:pt x="7130207" y="887898"/>
                </a:lnTo>
                <a:lnTo>
                  <a:pt x="7138513" y="886115"/>
                </a:lnTo>
                <a:lnTo>
                  <a:pt x="7145566" y="880973"/>
                </a:lnTo>
                <a:lnTo>
                  <a:pt x="7150442" y="872863"/>
                </a:lnTo>
                <a:lnTo>
                  <a:pt x="7152089" y="863629"/>
                </a:lnTo>
                <a:lnTo>
                  <a:pt x="7150380" y="854760"/>
                </a:lnTo>
                <a:lnTo>
                  <a:pt x="7145681" y="847243"/>
                </a:lnTo>
                <a:lnTo>
                  <a:pt x="7138358" y="842068"/>
                </a:lnTo>
                <a:lnTo>
                  <a:pt x="7135343" y="840717"/>
                </a:lnTo>
                <a:lnTo>
                  <a:pt x="7132714" y="840319"/>
                </a:lnTo>
                <a:close/>
              </a:path>
              <a:path w="20008215" h="3382009" extrusionOk="0">
                <a:moveTo>
                  <a:pt x="19035525" y="614096"/>
                </a:moveTo>
                <a:lnTo>
                  <a:pt x="19006131" y="641896"/>
                </a:lnTo>
                <a:lnTo>
                  <a:pt x="19009033" y="650671"/>
                </a:lnTo>
                <a:lnTo>
                  <a:pt x="19015170" y="657659"/>
                </a:lnTo>
                <a:lnTo>
                  <a:pt x="19022947" y="661363"/>
                </a:lnTo>
                <a:lnTo>
                  <a:pt x="19031489" y="661669"/>
                </a:lnTo>
                <a:lnTo>
                  <a:pt x="19039923" y="658461"/>
                </a:lnTo>
                <a:lnTo>
                  <a:pt x="19046282" y="652095"/>
                </a:lnTo>
                <a:lnTo>
                  <a:pt x="19049804" y="643798"/>
                </a:lnTo>
                <a:lnTo>
                  <a:pt x="19050245" y="634694"/>
                </a:lnTo>
                <a:lnTo>
                  <a:pt x="19047357" y="625907"/>
                </a:lnTo>
                <a:lnTo>
                  <a:pt x="19042854" y="618117"/>
                </a:lnTo>
                <a:lnTo>
                  <a:pt x="19035525" y="614096"/>
                </a:lnTo>
                <a:close/>
              </a:path>
              <a:path w="20008215" h="3382009" extrusionOk="0">
                <a:moveTo>
                  <a:pt x="2472542" y="904537"/>
                </a:moveTo>
                <a:lnTo>
                  <a:pt x="2443951" y="924500"/>
                </a:lnTo>
                <a:lnTo>
                  <a:pt x="2444238" y="933692"/>
                </a:lnTo>
                <a:lnTo>
                  <a:pt x="2447852" y="942484"/>
                </a:lnTo>
                <a:lnTo>
                  <a:pt x="2454265" y="948852"/>
                </a:lnTo>
                <a:lnTo>
                  <a:pt x="2462221" y="952011"/>
                </a:lnTo>
                <a:lnTo>
                  <a:pt x="2470699" y="951768"/>
                </a:lnTo>
                <a:lnTo>
                  <a:pt x="2478678" y="947929"/>
                </a:lnTo>
                <a:lnTo>
                  <a:pt x="2478668" y="947479"/>
                </a:lnTo>
                <a:lnTo>
                  <a:pt x="2484654" y="940602"/>
                </a:lnTo>
                <a:lnTo>
                  <a:pt x="2487646" y="932095"/>
                </a:lnTo>
                <a:lnTo>
                  <a:pt x="2487458" y="923037"/>
                </a:lnTo>
                <a:lnTo>
                  <a:pt x="2483903" y="914506"/>
                </a:lnTo>
                <a:lnTo>
                  <a:pt x="2479516" y="908118"/>
                </a:lnTo>
                <a:lnTo>
                  <a:pt x="2472542" y="904537"/>
                </a:lnTo>
                <a:close/>
              </a:path>
              <a:path w="20008215" h="3382009" extrusionOk="0">
                <a:moveTo>
                  <a:pt x="6925914" y="751977"/>
                </a:moveTo>
                <a:lnTo>
                  <a:pt x="6914239" y="752196"/>
                </a:lnTo>
                <a:lnTo>
                  <a:pt x="6906051" y="757903"/>
                </a:lnTo>
                <a:lnTo>
                  <a:pt x="6902690" y="766782"/>
                </a:lnTo>
                <a:lnTo>
                  <a:pt x="6901036" y="776269"/>
                </a:lnTo>
                <a:lnTo>
                  <a:pt x="6902318" y="785223"/>
                </a:lnTo>
                <a:lnTo>
                  <a:pt x="6905588" y="792655"/>
                </a:lnTo>
                <a:lnTo>
                  <a:pt x="6909814" y="797486"/>
                </a:lnTo>
                <a:lnTo>
                  <a:pt x="6909904" y="798028"/>
                </a:lnTo>
                <a:lnTo>
                  <a:pt x="6945639" y="775026"/>
                </a:lnTo>
                <a:lnTo>
                  <a:pt x="6943670" y="766023"/>
                </a:lnTo>
                <a:lnTo>
                  <a:pt x="6938509" y="758457"/>
                </a:lnTo>
                <a:lnTo>
                  <a:pt x="6931206" y="753725"/>
                </a:lnTo>
                <a:lnTo>
                  <a:pt x="6930511" y="753725"/>
                </a:lnTo>
                <a:lnTo>
                  <a:pt x="6928961" y="752416"/>
                </a:lnTo>
                <a:lnTo>
                  <a:pt x="6925914" y="751977"/>
                </a:lnTo>
                <a:close/>
              </a:path>
              <a:path w="20008215" h="3382009" extrusionOk="0">
                <a:moveTo>
                  <a:pt x="6930511" y="753275"/>
                </a:moveTo>
                <a:lnTo>
                  <a:pt x="6930511" y="753725"/>
                </a:lnTo>
                <a:lnTo>
                  <a:pt x="6931206" y="753725"/>
                </a:lnTo>
                <a:lnTo>
                  <a:pt x="6930511" y="753275"/>
                </a:lnTo>
                <a:close/>
              </a:path>
              <a:path w="20008215" h="3382009" extrusionOk="0">
                <a:moveTo>
                  <a:pt x="19225467" y="489262"/>
                </a:moveTo>
                <a:lnTo>
                  <a:pt x="19196361" y="516607"/>
                </a:lnTo>
                <a:lnTo>
                  <a:pt x="19199499" y="525376"/>
                </a:lnTo>
                <a:lnTo>
                  <a:pt x="19205407" y="532427"/>
                </a:lnTo>
                <a:lnTo>
                  <a:pt x="19213150" y="536238"/>
                </a:lnTo>
                <a:lnTo>
                  <a:pt x="19221659" y="536568"/>
                </a:lnTo>
                <a:lnTo>
                  <a:pt x="19229864" y="533177"/>
                </a:lnTo>
                <a:lnTo>
                  <a:pt x="19236518" y="526805"/>
                </a:lnTo>
                <a:lnTo>
                  <a:pt x="19240139" y="518505"/>
                </a:lnTo>
                <a:lnTo>
                  <a:pt x="19240481" y="509400"/>
                </a:lnTo>
                <a:lnTo>
                  <a:pt x="19237299" y="500613"/>
                </a:lnTo>
                <a:lnTo>
                  <a:pt x="19233320" y="493272"/>
                </a:lnTo>
                <a:lnTo>
                  <a:pt x="19225467" y="489262"/>
                </a:lnTo>
                <a:close/>
              </a:path>
              <a:path w="20008215" h="3382009" extrusionOk="0">
                <a:moveTo>
                  <a:pt x="2660913" y="769631"/>
                </a:moveTo>
                <a:lnTo>
                  <a:pt x="2631721" y="797893"/>
                </a:lnTo>
                <a:lnTo>
                  <a:pt x="2634956" y="806687"/>
                </a:lnTo>
                <a:lnTo>
                  <a:pt x="2641105" y="813381"/>
                </a:lnTo>
                <a:lnTo>
                  <a:pt x="2648975" y="816883"/>
                </a:lnTo>
                <a:lnTo>
                  <a:pt x="2657542" y="816988"/>
                </a:lnTo>
                <a:lnTo>
                  <a:pt x="2665782" y="813493"/>
                </a:lnTo>
                <a:lnTo>
                  <a:pt x="2672071" y="806884"/>
                </a:lnTo>
                <a:lnTo>
                  <a:pt x="2675384" y="798453"/>
                </a:lnTo>
                <a:lnTo>
                  <a:pt x="2675524" y="789293"/>
                </a:lnTo>
                <a:lnTo>
                  <a:pt x="2672295" y="780499"/>
                </a:lnTo>
                <a:lnTo>
                  <a:pt x="2668327" y="773651"/>
                </a:lnTo>
                <a:lnTo>
                  <a:pt x="2660913" y="769631"/>
                </a:lnTo>
                <a:close/>
              </a:path>
              <a:path w="20008215" h="3382009" extrusionOk="0">
                <a:moveTo>
                  <a:pt x="6717837" y="667361"/>
                </a:moveTo>
                <a:lnTo>
                  <a:pt x="6693313" y="692132"/>
                </a:lnTo>
                <a:lnTo>
                  <a:pt x="6695291" y="701091"/>
                </a:lnTo>
                <a:lnTo>
                  <a:pt x="6700178" y="708514"/>
                </a:lnTo>
                <a:lnTo>
                  <a:pt x="6707555" y="713412"/>
                </a:lnTo>
                <a:lnTo>
                  <a:pt x="6716202" y="714817"/>
                </a:lnTo>
                <a:lnTo>
                  <a:pt x="6724517" y="712656"/>
                </a:lnTo>
                <a:lnTo>
                  <a:pt x="6731576" y="707381"/>
                </a:lnTo>
                <a:lnTo>
                  <a:pt x="6736454" y="699444"/>
                </a:lnTo>
                <a:lnTo>
                  <a:pt x="6737775" y="689964"/>
                </a:lnTo>
                <a:lnTo>
                  <a:pt x="6735734" y="681014"/>
                </a:lnTo>
                <a:lnTo>
                  <a:pt x="6730706" y="673586"/>
                </a:lnTo>
                <a:lnTo>
                  <a:pt x="6723062" y="668670"/>
                </a:lnTo>
                <a:lnTo>
                  <a:pt x="6720465" y="667812"/>
                </a:lnTo>
                <a:lnTo>
                  <a:pt x="6717837" y="667361"/>
                </a:lnTo>
                <a:close/>
              </a:path>
              <a:path w="20008215" h="3382009" extrusionOk="0">
                <a:moveTo>
                  <a:pt x="19416351" y="364407"/>
                </a:moveTo>
                <a:lnTo>
                  <a:pt x="19386780" y="392034"/>
                </a:lnTo>
                <a:lnTo>
                  <a:pt x="19389964" y="401024"/>
                </a:lnTo>
                <a:lnTo>
                  <a:pt x="19395872" y="407798"/>
                </a:lnTo>
                <a:lnTo>
                  <a:pt x="19403616" y="411512"/>
                </a:lnTo>
                <a:lnTo>
                  <a:pt x="19412125" y="411922"/>
                </a:lnTo>
                <a:lnTo>
                  <a:pt x="19420330" y="408783"/>
                </a:lnTo>
                <a:lnTo>
                  <a:pt x="19426792" y="402218"/>
                </a:lnTo>
                <a:lnTo>
                  <a:pt x="19430408" y="393889"/>
                </a:lnTo>
                <a:lnTo>
                  <a:pt x="19430843" y="384754"/>
                </a:lnTo>
                <a:lnTo>
                  <a:pt x="19427764" y="375768"/>
                </a:lnTo>
                <a:lnTo>
                  <a:pt x="19423785" y="368428"/>
                </a:lnTo>
                <a:lnTo>
                  <a:pt x="19416351" y="364407"/>
                </a:lnTo>
                <a:close/>
              </a:path>
              <a:path w="20008215" h="3382009" extrusionOk="0">
                <a:moveTo>
                  <a:pt x="6508126" y="586987"/>
                </a:moveTo>
                <a:lnTo>
                  <a:pt x="6483642" y="612370"/>
                </a:lnTo>
                <a:lnTo>
                  <a:pt x="6485777" y="621134"/>
                </a:lnTo>
                <a:lnTo>
                  <a:pt x="6490820" y="628376"/>
                </a:lnTo>
                <a:lnTo>
                  <a:pt x="6498263" y="633027"/>
                </a:lnTo>
                <a:lnTo>
                  <a:pt x="6507143" y="634331"/>
                </a:lnTo>
                <a:lnTo>
                  <a:pt x="6515485" y="632003"/>
                </a:lnTo>
                <a:lnTo>
                  <a:pt x="6522323" y="626574"/>
                </a:lnTo>
                <a:lnTo>
                  <a:pt x="6526691" y="618578"/>
                </a:lnTo>
                <a:lnTo>
                  <a:pt x="6528014" y="609164"/>
                </a:lnTo>
                <a:lnTo>
                  <a:pt x="6525982" y="600374"/>
                </a:lnTo>
                <a:lnTo>
                  <a:pt x="6520969" y="593116"/>
                </a:lnTo>
                <a:lnTo>
                  <a:pt x="6513351" y="588296"/>
                </a:lnTo>
                <a:lnTo>
                  <a:pt x="6510712" y="587395"/>
                </a:lnTo>
                <a:lnTo>
                  <a:pt x="6508126" y="586987"/>
                </a:lnTo>
                <a:close/>
              </a:path>
              <a:path w="20008215" h="3382009" extrusionOk="0">
                <a:moveTo>
                  <a:pt x="2851337" y="644786"/>
                </a:moveTo>
                <a:lnTo>
                  <a:pt x="2821652" y="671477"/>
                </a:lnTo>
                <a:lnTo>
                  <a:pt x="2824479" y="680460"/>
                </a:lnTo>
                <a:lnTo>
                  <a:pt x="2830345" y="687595"/>
                </a:lnTo>
                <a:lnTo>
                  <a:pt x="2837993" y="691613"/>
                </a:lnTo>
                <a:lnTo>
                  <a:pt x="2846491" y="692233"/>
                </a:lnTo>
                <a:lnTo>
                  <a:pt x="2854908" y="689172"/>
                </a:lnTo>
                <a:lnTo>
                  <a:pt x="2861609" y="682862"/>
                </a:lnTo>
                <a:lnTo>
                  <a:pt x="2865403" y="674664"/>
                </a:lnTo>
                <a:lnTo>
                  <a:pt x="2866023" y="665576"/>
                </a:lnTo>
                <a:lnTo>
                  <a:pt x="2863200" y="656597"/>
                </a:lnTo>
                <a:lnTo>
                  <a:pt x="2859211" y="648796"/>
                </a:lnTo>
                <a:lnTo>
                  <a:pt x="2851337" y="644786"/>
                </a:lnTo>
                <a:close/>
              </a:path>
              <a:path w="20008215" h="3382009" extrusionOk="0">
                <a:moveTo>
                  <a:pt x="6299326" y="511670"/>
                </a:moveTo>
                <a:lnTo>
                  <a:pt x="6272552" y="537286"/>
                </a:lnTo>
                <a:lnTo>
                  <a:pt x="6274971" y="546073"/>
                </a:lnTo>
                <a:lnTo>
                  <a:pt x="6280209" y="553339"/>
                </a:lnTo>
                <a:lnTo>
                  <a:pt x="6287724" y="558181"/>
                </a:lnTo>
                <a:lnTo>
                  <a:pt x="6296585" y="559142"/>
                </a:lnTo>
                <a:lnTo>
                  <a:pt x="6304925" y="556466"/>
                </a:lnTo>
                <a:lnTo>
                  <a:pt x="6311770" y="550697"/>
                </a:lnTo>
                <a:lnTo>
                  <a:pt x="6316142" y="542381"/>
                </a:lnTo>
                <a:lnTo>
                  <a:pt x="6317149" y="533164"/>
                </a:lnTo>
                <a:lnTo>
                  <a:pt x="6314794" y="524392"/>
                </a:lnTo>
                <a:lnTo>
                  <a:pt x="6309452" y="517152"/>
                </a:lnTo>
                <a:lnTo>
                  <a:pt x="6301494" y="512528"/>
                </a:lnTo>
                <a:lnTo>
                  <a:pt x="6299326" y="511670"/>
                </a:lnTo>
                <a:close/>
              </a:path>
              <a:path w="20008215" h="3382009" extrusionOk="0">
                <a:moveTo>
                  <a:pt x="19607235" y="240956"/>
                </a:moveTo>
                <a:lnTo>
                  <a:pt x="19577908" y="268097"/>
                </a:lnTo>
                <a:lnTo>
                  <a:pt x="19580848" y="277080"/>
                </a:lnTo>
                <a:lnTo>
                  <a:pt x="19586756" y="283948"/>
                </a:lnTo>
                <a:lnTo>
                  <a:pt x="19594500" y="287830"/>
                </a:lnTo>
                <a:lnTo>
                  <a:pt x="19603009" y="288399"/>
                </a:lnTo>
                <a:lnTo>
                  <a:pt x="19611214" y="285331"/>
                </a:lnTo>
                <a:lnTo>
                  <a:pt x="19617860" y="278959"/>
                </a:lnTo>
                <a:lnTo>
                  <a:pt x="19621502" y="270659"/>
                </a:lnTo>
                <a:lnTo>
                  <a:pt x="19621963" y="261554"/>
                </a:lnTo>
                <a:lnTo>
                  <a:pt x="19619067" y="252767"/>
                </a:lnTo>
                <a:lnTo>
                  <a:pt x="19614669" y="244976"/>
                </a:lnTo>
                <a:lnTo>
                  <a:pt x="19607235" y="240956"/>
                </a:lnTo>
                <a:close/>
              </a:path>
              <a:path w="20008215" h="3382009" extrusionOk="0">
                <a:moveTo>
                  <a:pt x="3047991" y="531407"/>
                </a:moveTo>
                <a:lnTo>
                  <a:pt x="3017605" y="556997"/>
                </a:lnTo>
                <a:lnTo>
                  <a:pt x="3019803" y="566202"/>
                </a:lnTo>
                <a:lnTo>
                  <a:pt x="3025180" y="573689"/>
                </a:lnTo>
                <a:lnTo>
                  <a:pt x="3032631" y="578100"/>
                </a:lnTo>
                <a:lnTo>
                  <a:pt x="3041176" y="579192"/>
                </a:lnTo>
                <a:lnTo>
                  <a:pt x="3049834" y="576725"/>
                </a:lnTo>
                <a:lnTo>
                  <a:pt x="3056695" y="570980"/>
                </a:lnTo>
                <a:lnTo>
                  <a:pt x="3060893" y="563054"/>
                </a:lnTo>
                <a:lnTo>
                  <a:pt x="3062073" y="554051"/>
                </a:lnTo>
                <a:lnTo>
                  <a:pt x="3059875" y="545072"/>
                </a:lnTo>
                <a:lnTo>
                  <a:pt x="3055833" y="536371"/>
                </a:lnTo>
                <a:lnTo>
                  <a:pt x="3047991" y="531407"/>
                </a:lnTo>
                <a:close/>
              </a:path>
              <a:path w="20008215" h="3382009" extrusionOk="0">
                <a:moveTo>
                  <a:pt x="6084066" y="441525"/>
                </a:moveTo>
                <a:lnTo>
                  <a:pt x="6059744" y="468031"/>
                </a:lnTo>
                <a:lnTo>
                  <a:pt x="6062323" y="476711"/>
                </a:lnTo>
                <a:lnTo>
                  <a:pt x="6067729" y="483693"/>
                </a:lnTo>
                <a:lnTo>
                  <a:pt x="6075511" y="487985"/>
                </a:lnTo>
                <a:lnTo>
                  <a:pt x="6084476" y="488959"/>
                </a:lnTo>
                <a:lnTo>
                  <a:pt x="6092637" y="486244"/>
                </a:lnTo>
                <a:lnTo>
                  <a:pt x="6099222" y="480337"/>
                </a:lnTo>
                <a:lnTo>
                  <a:pt x="6103458" y="471734"/>
                </a:lnTo>
                <a:lnTo>
                  <a:pt x="6104157" y="462411"/>
                </a:lnTo>
                <a:lnTo>
                  <a:pt x="6101578" y="453836"/>
                </a:lnTo>
                <a:lnTo>
                  <a:pt x="6096172" y="446876"/>
                </a:lnTo>
                <a:lnTo>
                  <a:pt x="6088390" y="442394"/>
                </a:lnTo>
                <a:lnTo>
                  <a:pt x="6086223" y="441976"/>
                </a:lnTo>
                <a:lnTo>
                  <a:pt x="6084066" y="441525"/>
                </a:lnTo>
                <a:close/>
              </a:path>
              <a:path w="20008215" h="3382009" extrusionOk="0">
                <a:moveTo>
                  <a:pt x="3241765" y="431955"/>
                </a:moveTo>
                <a:lnTo>
                  <a:pt x="3219986" y="455587"/>
                </a:lnTo>
                <a:lnTo>
                  <a:pt x="3221797" y="464750"/>
                </a:lnTo>
                <a:lnTo>
                  <a:pt x="3226598" y="472743"/>
                </a:lnTo>
                <a:lnTo>
                  <a:pt x="3233685" y="477842"/>
                </a:lnTo>
                <a:lnTo>
                  <a:pt x="3242121" y="479617"/>
                </a:lnTo>
                <a:lnTo>
                  <a:pt x="3250969" y="477639"/>
                </a:lnTo>
                <a:lnTo>
                  <a:pt x="3258218" y="472257"/>
                </a:lnTo>
                <a:lnTo>
                  <a:pt x="3262886" y="464673"/>
                </a:lnTo>
                <a:lnTo>
                  <a:pt x="3264540" y="455763"/>
                </a:lnTo>
                <a:lnTo>
                  <a:pt x="3262748" y="446405"/>
                </a:lnTo>
                <a:lnTo>
                  <a:pt x="3259237" y="440241"/>
                </a:lnTo>
                <a:lnTo>
                  <a:pt x="3254322" y="435666"/>
                </a:lnTo>
                <a:lnTo>
                  <a:pt x="3248374" y="432848"/>
                </a:lnTo>
                <a:lnTo>
                  <a:pt x="3241765" y="431955"/>
                </a:lnTo>
                <a:close/>
              </a:path>
              <a:path w="20008215" h="3382009" extrusionOk="0">
                <a:moveTo>
                  <a:pt x="5869297" y="377433"/>
                </a:moveTo>
                <a:lnTo>
                  <a:pt x="5845487" y="404854"/>
                </a:lnTo>
                <a:lnTo>
                  <a:pt x="5848223" y="413490"/>
                </a:lnTo>
                <a:lnTo>
                  <a:pt x="5853785" y="420326"/>
                </a:lnTo>
                <a:lnTo>
                  <a:pt x="5861633" y="424332"/>
                </a:lnTo>
                <a:lnTo>
                  <a:pt x="5870590" y="424946"/>
                </a:lnTo>
                <a:lnTo>
                  <a:pt x="5878702" y="421933"/>
                </a:lnTo>
                <a:lnTo>
                  <a:pt x="5885158" y="415832"/>
                </a:lnTo>
                <a:lnTo>
                  <a:pt x="5889150" y="407181"/>
                </a:lnTo>
                <a:lnTo>
                  <a:pt x="5889531" y="397849"/>
                </a:lnTo>
                <a:lnTo>
                  <a:pt x="5886669" y="389323"/>
                </a:lnTo>
                <a:lnTo>
                  <a:pt x="5881058" y="382508"/>
                </a:lnTo>
                <a:lnTo>
                  <a:pt x="5873193" y="378313"/>
                </a:lnTo>
                <a:lnTo>
                  <a:pt x="5871036" y="377852"/>
                </a:lnTo>
                <a:lnTo>
                  <a:pt x="5869297" y="377433"/>
                </a:lnTo>
                <a:close/>
              </a:path>
              <a:path w="20008215" h="3382009" extrusionOk="0">
                <a:moveTo>
                  <a:pt x="19799481" y="119336"/>
                </a:moveTo>
                <a:lnTo>
                  <a:pt x="19769931" y="146212"/>
                </a:lnTo>
                <a:lnTo>
                  <a:pt x="19772570" y="155010"/>
                </a:lnTo>
                <a:lnTo>
                  <a:pt x="19778480" y="162145"/>
                </a:lnTo>
                <a:lnTo>
                  <a:pt x="19786235" y="166163"/>
                </a:lnTo>
                <a:lnTo>
                  <a:pt x="19794775" y="166783"/>
                </a:lnTo>
                <a:lnTo>
                  <a:pt x="19803041" y="163722"/>
                </a:lnTo>
                <a:lnTo>
                  <a:pt x="19809752" y="157348"/>
                </a:lnTo>
                <a:lnTo>
                  <a:pt x="19813538" y="149045"/>
                </a:lnTo>
                <a:lnTo>
                  <a:pt x="19814143" y="139936"/>
                </a:lnTo>
                <a:lnTo>
                  <a:pt x="19811313" y="131147"/>
                </a:lnTo>
                <a:lnTo>
                  <a:pt x="19807334" y="123347"/>
                </a:lnTo>
                <a:lnTo>
                  <a:pt x="19799481" y="119336"/>
                </a:lnTo>
                <a:close/>
              </a:path>
              <a:path w="20008215" h="3382009" extrusionOk="0">
                <a:moveTo>
                  <a:pt x="5654655" y="320754"/>
                </a:moveTo>
                <a:lnTo>
                  <a:pt x="5629426" y="348555"/>
                </a:lnTo>
                <a:lnTo>
                  <a:pt x="5632434" y="357021"/>
                </a:lnTo>
                <a:lnTo>
                  <a:pt x="5638189" y="363707"/>
                </a:lnTo>
                <a:lnTo>
                  <a:pt x="5646110" y="367664"/>
                </a:lnTo>
                <a:lnTo>
                  <a:pt x="5654988" y="367947"/>
                </a:lnTo>
                <a:lnTo>
                  <a:pt x="5662902" y="364634"/>
                </a:lnTo>
                <a:lnTo>
                  <a:pt x="5669082" y="358315"/>
                </a:lnTo>
                <a:lnTo>
                  <a:pt x="5672759" y="349580"/>
                </a:lnTo>
                <a:lnTo>
                  <a:pt x="5673114" y="340262"/>
                </a:lnTo>
                <a:lnTo>
                  <a:pt x="5670199" y="331796"/>
                </a:lnTo>
                <a:lnTo>
                  <a:pt x="5664472" y="325120"/>
                </a:lnTo>
                <a:lnTo>
                  <a:pt x="5656393" y="321173"/>
                </a:lnTo>
                <a:lnTo>
                  <a:pt x="5654655" y="320754"/>
                </a:lnTo>
                <a:close/>
              </a:path>
              <a:path w="20008215" h="3382009" extrusionOk="0">
                <a:moveTo>
                  <a:pt x="3450429" y="347067"/>
                </a:moveTo>
                <a:lnTo>
                  <a:pt x="3428416" y="369124"/>
                </a:lnTo>
                <a:lnTo>
                  <a:pt x="3429602" y="378470"/>
                </a:lnTo>
                <a:lnTo>
                  <a:pt x="3434095" y="386656"/>
                </a:lnTo>
                <a:lnTo>
                  <a:pt x="3440912" y="392222"/>
                </a:lnTo>
                <a:lnTo>
                  <a:pt x="3449152" y="394715"/>
                </a:lnTo>
                <a:lnTo>
                  <a:pt x="3457915" y="393684"/>
                </a:lnTo>
                <a:lnTo>
                  <a:pt x="3465582" y="388844"/>
                </a:lnTo>
                <a:lnTo>
                  <a:pt x="3470774" y="381534"/>
                </a:lnTo>
                <a:lnTo>
                  <a:pt x="3473020" y="372717"/>
                </a:lnTo>
                <a:lnTo>
                  <a:pt x="3471852" y="363360"/>
                </a:lnTo>
                <a:lnTo>
                  <a:pt x="3468515" y="356522"/>
                </a:lnTo>
                <a:lnTo>
                  <a:pt x="3463539" y="351354"/>
                </a:lnTo>
                <a:lnTo>
                  <a:pt x="3457364" y="348116"/>
                </a:lnTo>
                <a:lnTo>
                  <a:pt x="3450429" y="347067"/>
                </a:lnTo>
                <a:close/>
              </a:path>
              <a:path w="20008215" h="3382009" extrusionOk="0">
                <a:moveTo>
                  <a:pt x="5434431" y="271091"/>
                </a:moveTo>
                <a:lnTo>
                  <a:pt x="5411647" y="299985"/>
                </a:lnTo>
                <a:lnTo>
                  <a:pt x="5414839" y="308375"/>
                </a:lnTo>
                <a:lnTo>
                  <a:pt x="5420769" y="314805"/>
                </a:lnTo>
                <a:lnTo>
                  <a:pt x="5428944" y="318409"/>
                </a:lnTo>
                <a:lnTo>
                  <a:pt x="5437807" y="318355"/>
                </a:lnTo>
                <a:lnTo>
                  <a:pt x="5445664" y="314752"/>
                </a:lnTo>
                <a:lnTo>
                  <a:pt x="5451703" y="308231"/>
                </a:lnTo>
                <a:lnTo>
                  <a:pt x="5455111" y="299425"/>
                </a:lnTo>
                <a:lnTo>
                  <a:pt x="5455110" y="290115"/>
                </a:lnTo>
                <a:lnTo>
                  <a:pt x="5451777" y="281695"/>
                </a:lnTo>
                <a:lnTo>
                  <a:pt x="5445706" y="275156"/>
                </a:lnTo>
                <a:lnTo>
                  <a:pt x="5437559" y="271520"/>
                </a:lnTo>
                <a:lnTo>
                  <a:pt x="5436169" y="271520"/>
                </a:lnTo>
                <a:lnTo>
                  <a:pt x="5434431" y="271091"/>
                </a:lnTo>
                <a:close/>
              </a:path>
              <a:path w="20008215" h="3382009" extrusionOk="0">
                <a:moveTo>
                  <a:pt x="5437489" y="271489"/>
                </a:moveTo>
                <a:lnTo>
                  <a:pt x="5436169" y="271520"/>
                </a:lnTo>
                <a:lnTo>
                  <a:pt x="5437559" y="271520"/>
                </a:lnTo>
                <a:close/>
              </a:path>
              <a:path w="20008215" h="3382009" extrusionOk="0">
                <a:moveTo>
                  <a:pt x="19992983" y="0"/>
                </a:moveTo>
                <a:lnTo>
                  <a:pt x="19963258" y="26683"/>
                </a:lnTo>
                <a:lnTo>
                  <a:pt x="19966072" y="35674"/>
                </a:lnTo>
                <a:lnTo>
                  <a:pt x="19971967" y="42809"/>
                </a:lnTo>
                <a:lnTo>
                  <a:pt x="19979619" y="46827"/>
                </a:lnTo>
                <a:lnTo>
                  <a:pt x="19988115" y="47446"/>
                </a:lnTo>
                <a:lnTo>
                  <a:pt x="19996543" y="44386"/>
                </a:lnTo>
                <a:lnTo>
                  <a:pt x="20003254" y="38353"/>
                </a:lnTo>
                <a:lnTo>
                  <a:pt x="20007040" y="30287"/>
                </a:lnTo>
                <a:lnTo>
                  <a:pt x="20007645" y="21238"/>
                </a:lnTo>
                <a:lnTo>
                  <a:pt x="20004815" y="12261"/>
                </a:lnTo>
                <a:lnTo>
                  <a:pt x="20000836" y="4471"/>
                </a:lnTo>
                <a:lnTo>
                  <a:pt x="19992983" y="0"/>
                </a:lnTo>
                <a:close/>
              </a:path>
              <a:path w="20008215" h="3382009" extrusionOk="0">
                <a:moveTo>
                  <a:pt x="3664066" y="279227"/>
                </a:moveTo>
                <a:lnTo>
                  <a:pt x="3642675" y="299493"/>
                </a:lnTo>
                <a:lnTo>
                  <a:pt x="3643177" y="308775"/>
                </a:lnTo>
                <a:lnTo>
                  <a:pt x="3646880" y="317392"/>
                </a:lnTo>
                <a:lnTo>
                  <a:pt x="3653227" y="323478"/>
                </a:lnTo>
                <a:lnTo>
                  <a:pt x="3661316" y="326488"/>
                </a:lnTo>
                <a:lnTo>
                  <a:pt x="3670244" y="325874"/>
                </a:lnTo>
                <a:lnTo>
                  <a:pt x="3678082" y="321903"/>
                </a:lnTo>
                <a:lnTo>
                  <a:pt x="3683724" y="315097"/>
                </a:lnTo>
                <a:lnTo>
                  <a:pt x="3686655" y="306426"/>
                </a:lnTo>
                <a:lnTo>
                  <a:pt x="3686359" y="296860"/>
                </a:lnTo>
                <a:lnTo>
                  <a:pt x="3683199" y="289616"/>
                </a:lnTo>
                <a:lnTo>
                  <a:pt x="3678102" y="284007"/>
                </a:lnTo>
                <a:lnTo>
                  <a:pt x="3671560" y="280415"/>
                </a:lnTo>
                <a:lnTo>
                  <a:pt x="3664066" y="279227"/>
                </a:lnTo>
                <a:close/>
              </a:path>
              <a:path w="20008215" h="3382009" extrusionOk="0">
                <a:moveTo>
                  <a:pt x="5217359" y="232924"/>
                </a:moveTo>
                <a:lnTo>
                  <a:pt x="5191622" y="252840"/>
                </a:lnTo>
                <a:lnTo>
                  <a:pt x="5192141" y="262514"/>
                </a:lnTo>
                <a:lnTo>
                  <a:pt x="5195726" y="270825"/>
                </a:lnTo>
                <a:lnTo>
                  <a:pt x="5201888" y="277002"/>
                </a:lnTo>
                <a:lnTo>
                  <a:pt x="5210134" y="280274"/>
                </a:lnTo>
                <a:lnTo>
                  <a:pt x="5210553" y="280263"/>
                </a:lnTo>
                <a:lnTo>
                  <a:pt x="5219361" y="279671"/>
                </a:lnTo>
                <a:lnTo>
                  <a:pt x="5227025" y="275799"/>
                </a:lnTo>
                <a:lnTo>
                  <a:pt x="5232783" y="269180"/>
                </a:lnTo>
                <a:lnTo>
                  <a:pt x="5235872" y="260348"/>
                </a:lnTo>
                <a:lnTo>
                  <a:pt x="5235362" y="250869"/>
                </a:lnTo>
                <a:lnTo>
                  <a:pt x="5231775" y="242541"/>
                </a:lnTo>
                <a:lnTo>
                  <a:pt x="5225609" y="236259"/>
                </a:lnTo>
                <a:lnTo>
                  <a:pt x="5217359" y="232924"/>
                </a:lnTo>
                <a:close/>
              </a:path>
              <a:path w="20008215" h="3382009" extrusionOk="0">
                <a:moveTo>
                  <a:pt x="3882227" y="228443"/>
                </a:moveTo>
                <a:lnTo>
                  <a:pt x="3860469" y="256159"/>
                </a:lnTo>
                <a:lnTo>
                  <a:pt x="3863775" y="264941"/>
                </a:lnTo>
                <a:lnTo>
                  <a:pt x="3869699" y="271496"/>
                </a:lnTo>
                <a:lnTo>
                  <a:pt x="3877452" y="275237"/>
                </a:lnTo>
                <a:lnTo>
                  <a:pt x="3886248" y="275572"/>
                </a:lnTo>
                <a:lnTo>
                  <a:pt x="3894489" y="272008"/>
                </a:lnTo>
                <a:lnTo>
                  <a:pt x="3900665" y="265658"/>
                </a:lnTo>
                <a:lnTo>
                  <a:pt x="3904216" y="257353"/>
                </a:lnTo>
                <a:lnTo>
                  <a:pt x="3904582" y="247929"/>
                </a:lnTo>
                <a:lnTo>
                  <a:pt x="3901821" y="239984"/>
                </a:lnTo>
                <a:lnTo>
                  <a:pt x="3896762" y="233780"/>
                </a:lnTo>
                <a:lnTo>
                  <a:pt x="3890024" y="229779"/>
                </a:lnTo>
                <a:lnTo>
                  <a:pt x="3882227" y="228443"/>
                </a:lnTo>
                <a:close/>
              </a:path>
              <a:path w="20008215" h="3382009" extrusionOk="0">
                <a:moveTo>
                  <a:pt x="4990470" y="243587"/>
                </a:moveTo>
                <a:lnTo>
                  <a:pt x="4990130" y="243615"/>
                </a:lnTo>
                <a:lnTo>
                  <a:pt x="4990549" y="243615"/>
                </a:lnTo>
                <a:close/>
              </a:path>
              <a:path w="20008215" h="3382009" extrusionOk="0">
                <a:moveTo>
                  <a:pt x="4995628" y="196308"/>
                </a:moveTo>
                <a:lnTo>
                  <a:pt x="4970749" y="217574"/>
                </a:lnTo>
                <a:lnTo>
                  <a:pt x="4971666" y="226895"/>
                </a:lnTo>
                <a:lnTo>
                  <a:pt x="4975686" y="234855"/>
                </a:lnTo>
                <a:lnTo>
                  <a:pt x="4982187" y="240684"/>
                </a:lnTo>
                <a:lnTo>
                  <a:pt x="4990470" y="243587"/>
                </a:lnTo>
                <a:lnTo>
                  <a:pt x="4999105" y="242876"/>
                </a:lnTo>
                <a:lnTo>
                  <a:pt x="5006697" y="238681"/>
                </a:lnTo>
                <a:lnTo>
                  <a:pt x="5012225" y="231741"/>
                </a:lnTo>
                <a:lnTo>
                  <a:pt x="5015009" y="222768"/>
                </a:lnTo>
                <a:lnTo>
                  <a:pt x="5014362" y="213388"/>
                </a:lnTo>
                <a:lnTo>
                  <a:pt x="5010474" y="205273"/>
                </a:lnTo>
                <a:lnTo>
                  <a:pt x="5004008" y="199291"/>
                </a:lnTo>
                <a:lnTo>
                  <a:pt x="4995628" y="196308"/>
                </a:lnTo>
                <a:close/>
              </a:path>
              <a:path w="20008215" h="3382009" extrusionOk="0">
                <a:moveTo>
                  <a:pt x="4102775" y="193805"/>
                </a:moveTo>
                <a:lnTo>
                  <a:pt x="4080954" y="220118"/>
                </a:lnTo>
                <a:lnTo>
                  <a:pt x="4083705" y="229266"/>
                </a:lnTo>
                <a:lnTo>
                  <a:pt x="4089227" y="236238"/>
                </a:lnTo>
                <a:lnTo>
                  <a:pt x="4096746" y="240486"/>
                </a:lnTo>
                <a:lnTo>
                  <a:pt x="4105487" y="241458"/>
                </a:lnTo>
                <a:lnTo>
                  <a:pt x="4113875" y="238482"/>
                </a:lnTo>
                <a:lnTo>
                  <a:pt x="4120395" y="232545"/>
                </a:lnTo>
                <a:lnTo>
                  <a:pt x="4124367" y="224484"/>
                </a:lnTo>
                <a:lnTo>
                  <a:pt x="4125110" y="215134"/>
                </a:lnTo>
                <a:lnTo>
                  <a:pt x="4122765" y="206515"/>
                </a:lnTo>
                <a:lnTo>
                  <a:pt x="4117775" y="199719"/>
                </a:lnTo>
                <a:lnTo>
                  <a:pt x="4110868" y="195297"/>
                </a:lnTo>
                <a:lnTo>
                  <a:pt x="4102775" y="193805"/>
                </a:lnTo>
                <a:close/>
              </a:path>
              <a:path w="20008215" h="3382009" extrusionOk="0">
                <a:moveTo>
                  <a:pt x="4772315" y="179135"/>
                </a:moveTo>
                <a:lnTo>
                  <a:pt x="4748756" y="201313"/>
                </a:lnTo>
                <a:lnTo>
                  <a:pt x="4749963" y="210619"/>
                </a:lnTo>
                <a:lnTo>
                  <a:pt x="4754246" y="218475"/>
                </a:lnTo>
                <a:lnTo>
                  <a:pt x="4760946" y="224021"/>
                </a:lnTo>
                <a:lnTo>
                  <a:pt x="4769404" y="226401"/>
                </a:lnTo>
                <a:lnTo>
                  <a:pt x="4778112" y="225318"/>
                </a:lnTo>
                <a:lnTo>
                  <a:pt x="4785478" y="220785"/>
                </a:lnTo>
                <a:lnTo>
                  <a:pt x="4790695" y="213512"/>
                </a:lnTo>
                <a:lnTo>
                  <a:pt x="4792953" y="204213"/>
                </a:lnTo>
                <a:lnTo>
                  <a:pt x="4791987" y="194903"/>
                </a:lnTo>
                <a:lnTo>
                  <a:pt x="4787786" y="187049"/>
                </a:lnTo>
                <a:lnTo>
                  <a:pt x="4781009" y="181508"/>
                </a:lnTo>
                <a:lnTo>
                  <a:pt x="4772315" y="179135"/>
                </a:lnTo>
                <a:close/>
              </a:path>
              <a:path w="20008215" h="3382009" extrusionOk="0">
                <a:moveTo>
                  <a:pt x="4325198" y="174863"/>
                </a:moveTo>
                <a:lnTo>
                  <a:pt x="4302989" y="199826"/>
                </a:lnTo>
                <a:lnTo>
                  <a:pt x="4305155" y="208945"/>
                </a:lnTo>
                <a:lnTo>
                  <a:pt x="4310266" y="216307"/>
                </a:lnTo>
                <a:lnTo>
                  <a:pt x="4317537" y="221109"/>
                </a:lnTo>
                <a:lnTo>
                  <a:pt x="4326182" y="222548"/>
                </a:lnTo>
                <a:lnTo>
                  <a:pt x="4334904" y="220250"/>
                </a:lnTo>
                <a:lnTo>
                  <a:pt x="4341806" y="214852"/>
                </a:lnTo>
                <a:lnTo>
                  <a:pt x="4346236" y="207066"/>
                </a:lnTo>
                <a:lnTo>
                  <a:pt x="4347543" y="197606"/>
                </a:lnTo>
                <a:lnTo>
                  <a:pt x="4345460" y="188566"/>
                </a:lnTo>
                <a:lnTo>
                  <a:pt x="4340552" y="181303"/>
                </a:lnTo>
                <a:lnTo>
                  <a:pt x="4333553" y="176506"/>
                </a:lnTo>
                <a:lnTo>
                  <a:pt x="4325198" y="174863"/>
                </a:lnTo>
                <a:close/>
              </a:path>
              <a:path w="20008215" h="3382009" extrusionOk="0">
                <a:moveTo>
                  <a:pt x="4550008" y="170288"/>
                </a:moveTo>
                <a:lnTo>
                  <a:pt x="4527736" y="193857"/>
                </a:lnTo>
                <a:lnTo>
                  <a:pt x="4529288" y="203267"/>
                </a:lnTo>
                <a:lnTo>
                  <a:pt x="4533900" y="210886"/>
                </a:lnTo>
                <a:lnTo>
                  <a:pt x="4540916" y="216027"/>
                </a:lnTo>
                <a:lnTo>
                  <a:pt x="4549683" y="218003"/>
                </a:lnTo>
                <a:lnTo>
                  <a:pt x="4558308" y="216244"/>
                </a:lnTo>
                <a:lnTo>
                  <a:pt x="4565429" y="211175"/>
                </a:lnTo>
                <a:lnTo>
                  <a:pt x="4570245" y="203631"/>
                </a:lnTo>
                <a:lnTo>
                  <a:pt x="4571955" y="194444"/>
                </a:lnTo>
                <a:lnTo>
                  <a:pt x="4570409" y="185230"/>
                </a:lnTo>
                <a:lnTo>
                  <a:pt x="4565800" y="177635"/>
                </a:lnTo>
                <a:lnTo>
                  <a:pt x="4558785" y="172519"/>
                </a:lnTo>
                <a:lnTo>
                  <a:pt x="4550018" y="170738"/>
                </a:lnTo>
                <a:lnTo>
                  <a:pt x="4550008" y="170288"/>
                </a:lnTo>
                <a:close/>
              </a:path>
            </a:pathLst>
          </a:custGeom>
          <a:solidFill>
            <a:srgbClr val="FFFFFF">
              <a:alpha val="431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32537" y="1114489"/>
            <a:ext cx="9905999" cy="32714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27376" y="1198050"/>
            <a:ext cx="9878779" cy="3065353"/>
          </a:xfrm>
          <a:custGeom>
            <a:avLst/>
            <a:gdLst/>
            <a:ahLst/>
            <a:cxnLst/>
            <a:rect l="l" t="t" r="r" b="b"/>
            <a:pathLst>
              <a:path w="20048855" h="6221095" extrusionOk="0">
                <a:moveTo>
                  <a:pt x="11133345" y="6187549"/>
                </a:moveTo>
                <a:lnTo>
                  <a:pt x="11124843" y="6194952"/>
                </a:lnTo>
                <a:lnTo>
                  <a:pt x="11124696" y="6204198"/>
                </a:lnTo>
                <a:lnTo>
                  <a:pt x="11124696" y="6213339"/>
                </a:lnTo>
                <a:lnTo>
                  <a:pt x="11133021" y="6220773"/>
                </a:lnTo>
                <a:lnTo>
                  <a:pt x="11143303" y="6220899"/>
                </a:lnTo>
                <a:lnTo>
                  <a:pt x="11153598" y="6220899"/>
                </a:lnTo>
                <a:lnTo>
                  <a:pt x="11162077" y="6213632"/>
                </a:lnTo>
                <a:lnTo>
                  <a:pt x="11162080" y="6204198"/>
                </a:lnTo>
                <a:lnTo>
                  <a:pt x="11162224" y="6195350"/>
                </a:lnTo>
                <a:lnTo>
                  <a:pt x="11154025" y="6187916"/>
                </a:lnTo>
                <a:lnTo>
                  <a:pt x="11143890" y="6187675"/>
                </a:lnTo>
                <a:lnTo>
                  <a:pt x="11133345" y="6187549"/>
                </a:lnTo>
                <a:close/>
              </a:path>
              <a:path w="20048855" h="6221095" extrusionOk="0">
                <a:moveTo>
                  <a:pt x="10874097" y="6174681"/>
                </a:moveTo>
                <a:lnTo>
                  <a:pt x="10865772" y="6181120"/>
                </a:lnTo>
                <a:lnTo>
                  <a:pt x="10864704" y="6189759"/>
                </a:lnTo>
                <a:lnTo>
                  <a:pt x="10865495" y="6196317"/>
                </a:lnTo>
                <a:lnTo>
                  <a:pt x="10868903" y="6201925"/>
                </a:lnTo>
                <a:lnTo>
                  <a:pt x="10874384" y="6205999"/>
                </a:lnTo>
                <a:lnTo>
                  <a:pt x="10881395" y="6207957"/>
                </a:lnTo>
                <a:lnTo>
                  <a:pt x="10888791" y="6207329"/>
                </a:lnTo>
                <a:lnTo>
                  <a:pt x="10895129" y="6204326"/>
                </a:lnTo>
                <a:lnTo>
                  <a:pt x="10899717" y="6199434"/>
                </a:lnTo>
                <a:lnTo>
                  <a:pt x="10901866" y="6193141"/>
                </a:lnTo>
                <a:lnTo>
                  <a:pt x="10901156" y="6186582"/>
                </a:lnTo>
                <a:lnTo>
                  <a:pt x="10897773" y="6180974"/>
                </a:lnTo>
                <a:lnTo>
                  <a:pt x="10892264" y="6176897"/>
                </a:lnTo>
                <a:lnTo>
                  <a:pt x="10885175" y="6174932"/>
                </a:lnTo>
                <a:lnTo>
                  <a:pt x="10874097" y="6174681"/>
                </a:lnTo>
                <a:close/>
              </a:path>
              <a:path w="20048855" h="6221095" extrusionOk="0">
                <a:moveTo>
                  <a:pt x="11402709" y="6178345"/>
                </a:moveTo>
                <a:lnTo>
                  <a:pt x="11385086" y="6196450"/>
                </a:lnTo>
                <a:lnTo>
                  <a:pt x="11387193" y="6202785"/>
                </a:lnTo>
                <a:lnTo>
                  <a:pt x="11391694" y="6207719"/>
                </a:lnTo>
                <a:lnTo>
                  <a:pt x="11397953" y="6210756"/>
                </a:lnTo>
                <a:lnTo>
                  <a:pt x="11405337" y="6211402"/>
                </a:lnTo>
                <a:lnTo>
                  <a:pt x="11412465" y="6209583"/>
                </a:lnTo>
                <a:lnTo>
                  <a:pt x="11418030" y="6205579"/>
                </a:lnTo>
                <a:lnTo>
                  <a:pt x="11421487" y="6199986"/>
                </a:lnTo>
                <a:lnTo>
                  <a:pt x="11422289" y="6193403"/>
                </a:lnTo>
                <a:lnTo>
                  <a:pt x="11421347" y="6184953"/>
                </a:lnTo>
                <a:lnTo>
                  <a:pt x="11413525" y="6178597"/>
                </a:lnTo>
                <a:lnTo>
                  <a:pt x="11402709" y="6178345"/>
                </a:lnTo>
                <a:close/>
              </a:path>
              <a:path w="20048855" h="6221095" extrusionOk="0">
                <a:moveTo>
                  <a:pt x="10616953" y="6141310"/>
                </a:moveTo>
                <a:lnTo>
                  <a:pt x="10608911" y="6146943"/>
                </a:lnTo>
                <a:lnTo>
                  <a:pt x="10607287" y="6154648"/>
                </a:lnTo>
                <a:lnTo>
                  <a:pt x="10607312" y="6161664"/>
                </a:lnTo>
                <a:lnTo>
                  <a:pt x="10610156" y="6167504"/>
                </a:lnTo>
                <a:lnTo>
                  <a:pt x="10615244" y="6171971"/>
                </a:lnTo>
                <a:lnTo>
                  <a:pt x="10622094" y="6174429"/>
                </a:lnTo>
                <a:lnTo>
                  <a:pt x="10629501" y="6174395"/>
                </a:lnTo>
                <a:lnTo>
                  <a:pt x="10636074" y="6171899"/>
                </a:lnTo>
                <a:lnTo>
                  <a:pt x="10641102" y="6167384"/>
                </a:lnTo>
                <a:lnTo>
                  <a:pt x="10643873" y="6161288"/>
                </a:lnTo>
                <a:lnTo>
                  <a:pt x="10643771" y="6154648"/>
                </a:lnTo>
                <a:lnTo>
                  <a:pt x="10616953" y="6141310"/>
                </a:lnTo>
                <a:close/>
              </a:path>
              <a:path w="20048855" h="6221095" extrusionOk="0">
                <a:moveTo>
                  <a:pt x="11660638" y="6145603"/>
                </a:moveTo>
                <a:lnTo>
                  <a:pt x="11643249" y="6158807"/>
                </a:lnTo>
                <a:lnTo>
                  <a:pt x="11643338" y="6165614"/>
                </a:lnTo>
                <a:lnTo>
                  <a:pt x="11646077" y="6171496"/>
                </a:lnTo>
                <a:lnTo>
                  <a:pt x="11651156" y="6175995"/>
                </a:lnTo>
                <a:lnTo>
                  <a:pt x="11657748" y="6178459"/>
                </a:lnTo>
                <a:lnTo>
                  <a:pt x="11665141" y="6178482"/>
                </a:lnTo>
                <a:lnTo>
                  <a:pt x="11671971" y="6175957"/>
                </a:lnTo>
                <a:lnTo>
                  <a:pt x="11677036" y="6171467"/>
                </a:lnTo>
                <a:lnTo>
                  <a:pt x="11679839" y="6165614"/>
                </a:lnTo>
                <a:lnTo>
                  <a:pt x="11679840" y="6158807"/>
                </a:lnTo>
                <a:lnTo>
                  <a:pt x="11678104" y="6151236"/>
                </a:lnTo>
                <a:lnTo>
                  <a:pt x="11670512" y="6145833"/>
                </a:lnTo>
                <a:lnTo>
                  <a:pt x="11660638" y="6145603"/>
                </a:lnTo>
                <a:close/>
              </a:path>
              <a:path w="20048855" h="6221095" extrusionOk="0">
                <a:moveTo>
                  <a:pt x="10363683" y="6089521"/>
                </a:moveTo>
                <a:lnTo>
                  <a:pt x="10355924" y="6094442"/>
                </a:lnTo>
                <a:lnTo>
                  <a:pt x="10353568" y="6101981"/>
                </a:lnTo>
                <a:lnTo>
                  <a:pt x="10353096" y="6108559"/>
                </a:lnTo>
                <a:lnTo>
                  <a:pt x="10355407" y="6114591"/>
                </a:lnTo>
                <a:lnTo>
                  <a:pt x="10360084" y="6119409"/>
                </a:lnTo>
                <a:lnTo>
                  <a:pt x="10366709" y="6122347"/>
                </a:lnTo>
                <a:lnTo>
                  <a:pt x="10374111" y="6122768"/>
                </a:lnTo>
                <a:lnTo>
                  <a:pt x="10380898" y="6120715"/>
                </a:lnTo>
                <a:lnTo>
                  <a:pt x="10386321" y="6116559"/>
                </a:lnTo>
                <a:lnTo>
                  <a:pt x="10389630" y="6110672"/>
                </a:lnTo>
                <a:lnTo>
                  <a:pt x="10390100" y="6104088"/>
                </a:lnTo>
                <a:lnTo>
                  <a:pt x="10387786" y="6098053"/>
                </a:lnTo>
                <a:lnTo>
                  <a:pt x="10363683" y="6089521"/>
                </a:lnTo>
                <a:close/>
              </a:path>
              <a:path w="20048855" h="6221095" extrusionOk="0">
                <a:moveTo>
                  <a:pt x="11912599" y="6088976"/>
                </a:moveTo>
                <a:lnTo>
                  <a:pt x="11895453" y="6104001"/>
                </a:lnTo>
                <a:lnTo>
                  <a:pt x="11896202" y="6110557"/>
                </a:lnTo>
                <a:lnTo>
                  <a:pt x="11899763" y="6116325"/>
                </a:lnTo>
                <a:lnTo>
                  <a:pt x="11905343" y="6120296"/>
                </a:lnTo>
                <a:lnTo>
                  <a:pt x="11912210" y="6122117"/>
                </a:lnTo>
                <a:lnTo>
                  <a:pt x="11919636" y="6121436"/>
                </a:lnTo>
                <a:lnTo>
                  <a:pt x="11919871" y="6121436"/>
                </a:lnTo>
                <a:lnTo>
                  <a:pt x="11926133" y="6118372"/>
                </a:lnTo>
                <a:lnTo>
                  <a:pt x="11930601" y="6113387"/>
                </a:lnTo>
                <a:lnTo>
                  <a:pt x="11932646" y="6107274"/>
                </a:lnTo>
                <a:lnTo>
                  <a:pt x="11931876" y="6100714"/>
                </a:lnTo>
                <a:lnTo>
                  <a:pt x="11929415" y="6093772"/>
                </a:lnTo>
                <a:lnTo>
                  <a:pt x="11922348" y="6089207"/>
                </a:lnTo>
                <a:lnTo>
                  <a:pt x="11912599" y="6088976"/>
                </a:lnTo>
                <a:close/>
              </a:path>
              <a:path w="20048855" h="6221095" extrusionOk="0">
                <a:moveTo>
                  <a:pt x="11919871" y="6121436"/>
                </a:moveTo>
                <a:lnTo>
                  <a:pt x="11919636" y="6121436"/>
                </a:lnTo>
                <a:lnTo>
                  <a:pt x="11919871" y="6121436"/>
                </a:lnTo>
                <a:close/>
              </a:path>
              <a:path w="20048855" h="6221095" extrusionOk="0">
                <a:moveTo>
                  <a:pt x="10115324" y="6021104"/>
                </a:moveTo>
                <a:lnTo>
                  <a:pt x="10107848" y="6025439"/>
                </a:lnTo>
                <a:lnTo>
                  <a:pt x="10105094" y="6032381"/>
                </a:lnTo>
                <a:lnTo>
                  <a:pt x="10104061" y="6038942"/>
                </a:lnTo>
                <a:lnTo>
                  <a:pt x="10105891" y="6045114"/>
                </a:lnTo>
                <a:lnTo>
                  <a:pt x="10110205" y="6050210"/>
                </a:lnTo>
                <a:lnTo>
                  <a:pt x="10116622" y="6053543"/>
                </a:lnTo>
                <a:lnTo>
                  <a:pt x="10123931" y="6054417"/>
                </a:lnTo>
                <a:lnTo>
                  <a:pt x="10130835" y="6052797"/>
                </a:lnTo>
                <a:lnTo>
                  <a:pt x="10136552" y="6048990"/>
                </a:lnTo>
                <a:lnTo>
                  <a:pt x="10140297" y="6043302"/>
                </a:lnTo>
                <a:lnTo>
                  <a:pt x="10141338" y="6036807"/>
                </a:lnTo>
                <a:lnTo>
                  <a:pt x="10139525" y="6030667"/>
                </a:lnTo>
                <a:lnTo>
                  <a:pt x="10135249" y="6025583"/>
                </a:lnTo>
                <a:lnTo>
                  <a:pt x="10128905" y="6022256"/>
                </a:lnTo>
                <a:lnTo>
                  <a:pt x="10126926" y="6021617"/>
                </a:lnTo>
                <a:lnTo>
                  <a:pt x="10125062" y="6021334"/>
                </a:lnTo>
                <a:lnTo>
                  <a:pt x="10115324" y="6021104"/>
                </a:lnTo>
                <a:close/>
              </a:path>
              <a:path w="20048855" h="6221095" extrusionOk="0">
                <a:moveTo>
                  <a:pt x="12156435" y="6009262"/>
                </a:moveTo>
                <a:lnTo>
                  <a:pt x="12139891" y="6025973"/>
                </a:lnTo>
                <a:lnTo>
                  <a:pt x="12141451" y="6032413"/>
                </a:lnTo>
                <a:lnTo>
                  <a:pt x="12145642" y="6037898"/>
                </a:lnTo>
                <a:lnTo>
                  <a:pt x="12151642" y="6041377"/>
                </a:lnTo>
                <a:lnTo>
                  <a:pt x="12158658" y="6042565"/>
                </a:lnTo>
                <a:lnTo>
                  <a:pt x="12165900" y="6041177"/>
                </a:lnTo>
                <a:lnTo>
                  <a:pt x="12171991" y="6037452"/>
                </a:lnTo>
                <a:lnTo>
                  <a:pt x="12175882" y="6032119"/>
                </a:lnTo>
                <a:lnTo>
                  <a:pt x="12177247" y="6025884"/>
                </a:lnTo>
                <a:lnTo>
                  <a:pt x="12175764" y="6019450"/>
                </a:lnTo>
                <a:lnTo>
                  <a:pt x="12172874" y="6013324"/>
                </a:lnTo>
                <a:lnTo>
                  <a:pt x="12166173" y="6009492"/>
                </a:lnTo>
                <a:lnTo>
                  <a:pt x="12156435" y="6009262"/>
                </a:lnTo>
                <a:close/>
              </a:path>
              <a:path w="20048855" h="6221095" extrusionOk="0">
                <a:moveTo>
                  <a:pt x="9872609" y="5937871"/>
                </a:moveTo>
                <a:lnTo>
                  <a:pt x="9865415" y="5941735"/>
                </a:lnTo>
                <a:lnTo>
                  <a:pt x="9862410" y="5948195"/>
                </a:lnTo>
                <a:lnTo>
                  <a:pt x="9860881" y="5954656"/>
                </a:lnTo>
                <a:lnTo>
                  <a:pt x="9862251" y="5960895"/>
                </a:lnTo>
                <a:lnTo>
                  <a:pt x="9866177" y="5966214"/>
                </a:lnTo>
                <a:lnTo>
                  <a:pt x="9872316" y="5969912"/>
                </a:lnTo>
                <a:lnTo>
                  <a:pt x="9879589" y="5971223"/>
                </a:lnTo>
                <a:lnTo>
                  <a:pt x="9886608" y="5970014"/>
                </a:lnTo>
                <a:lnTo>
                  <a:pt x="9892592" y="5966555"/>
                </a:lnTo>
                <a:lnTo>
                  <a:pt x="9896755" y="5961116"/>
                </a:lnTo>
                <a:lnTo>
                  <a:pt x="9898229" y="5954656"/>
                </a:lnTo>
                <a:lnTo>
                  <a:pt x="9896867" y="5948415"/>
                </a:lnTo>
                <a:lnTo>
                  <a:pt x="9872609" y="5937871"/>
                </a:lnTo>
                <a:close/>
              </a:path>
              <a:path w="20048855" h="6221095" extrusionOk="0">
                <a:moveTo>
                  <a:pt x="12389831" y="5907799"/>
                </a:moveTo>
                <a:lnTo>
                  <a:pt x="12374055" y="5926158"/>
                </a:lnTo>
                <a:lnTo>
                  <a:pt x="12376281" y="5932405"/>
                </a:lnTo>
                <a:lnTo>
                  <a:pt x="12381072" y="5937453"/>
                </a:lnTo>
                <a:lnTo>
                  <a:pt x="12387445" y="5940357"/>
                </a:lnTo>
                <a:lnTo>
                  <a:pt x="12394565" y="5940918"/>
                </a:lnTo>
                <a:lnTo>
                  <a:pt x="12401600" y="5938939"/>
                </a:lnTo>
                <a:lnTo>
                  <a:pt x="12407276" y="5934678"/>
                </a:lnTo>
                <a:lnTo>
                  <a:pt x="12410539" y="5929015"/>
                </a:lnTo>
                <a:lnTo>
                  <a:pt x="12411168" y="5922689"/>
                </a:lnTo>
                <a:lnTo>
                  <a:pt x="12408940" y="5916437"/>
                </a:lnTo>
                <a:lnTo>
                  <a:pt x="12405621" y="5911024"/>
                </a:lnTo>
                <a:lnTo>
                  <a:pt x="12399443" y="5908029"/>
                </a:lnTo>
                <a:lnTo>
                  <a:pt x="12389831" y="5907799"/>
                </a:lnTo>
                <a:close/>
              </a:path>
              <a:path w="20048855" h="6221095" extrusionOk="0">
                <a:moveTo>
                  <a:pt x="9636030" y="5841476"/>
                </a:moveTo>
                <a:lnTo>
                  <a:pt x="9629245" y="5844890"/>
                </a:lnTo>
                <a:lnTo>
                  <a:pt x="9625873" y="5850858"/>
                </a:lnTo>
                <a:lnTo>
                  <a:pt x="9624001" y="5857237"/>
                </a:lnTo>
                <a:lnTo>
                  <a:pt x="9624986" y="5863570"/>
                </a:lnTo>
                <a:lnTo>
                  <a:pt x="9628550" y="5869117"/>
                </a:lnTo>
                <a:lnTo>
                  <a:pt x="9634417" y="5873140"/>
                </a:lnTo>
                <a:lnTo>
                  <a:pt x="9641570" y="5874801"/>
                </a:lnTo>
                <a:lnTo>
                  <a:pt x="9648650" y="5873920"/>
                </a:lnTo>
                <a:lnTo>
                  <a:pt x="9654846" y="5870746"/>
                </a:lnTo>
                <a:lnTo>
                  <a:pt x="9659348" y="5865528"/>
                </a:lnTo>
                <a:lnTo>
                  <a:pt x="9661292" y="5859177"/>
                </a:lnTo>
                <a:lnTo>
                  <a:pt x="9660342" y="5852888"/>
                </a:lnTo>
                <a:lnTo>
                  <a:pt x="9636030" y="5841476"/>
                </a:lnTo>
                <a:close/>
              </a:path>
              <a:path w="20048855" h="6221095" extrusionOk="0">
                <a:moveTo>
                  <a:pt x="9406079" y="5733375"/>
                </a:moveTo>
                <a:lnTo>
                  <a:pt x="9399440" y="5736422"/>
                </a:lnTo>
                <a:lnTo>
                  <a:pt x="9395932" y="5741929"/>
                </a:lnTo>
                <a:lnTo>
                  <a:pt x="9393655" y="5748183"/>
                </a:lnTo>
                <a:lnTo>
                  <a:pt x="9394226" y="5754527"/>
                </a:lnTo>
                <a:lnTo>
                  <a:pt x="9397420" y="5760222"/>
                </a:lnTo>
                <a:lnTo>
                  <a:pt x="9403011" y="5764526"/>
                </a:lnTo>
                <a:lnTo>
                  <a:pt x="9410105" y="5766557"/>
                </a:lnTo>
                <a:lnTo>
                  <a:pt x="9417238" y="5766049"/>
                </a:lnTo>
                <a:lnTo>
                  <a:pt x="9423613" y="5763209"/>
                </a:lnTo>
                <a:lnTo>
                  <a:pt x="9428434" y="5758243"/>
                </a:lnTo>
                <a:lnTo>
                  <a:pt x="9430775" y="5751988"/>
                </a:lnTo>
                <a:lnTo>
                  <a:pt x="9430201" y="5745640"/>
                </a:lnTo>
                <a:lnTo>
                  <a:pt x="9406079" y="5733375"/>
                </a:lnTo>
                <a:close/>
              </a:path>
              <a:path w="20048855" h="6221095" extrusionOk="0">
                <a:moveTo>
                  <a:pt x="12611395" y="5787069"/>
                </a:moveTo>
                <a:lnTo>
                  <a:pt x="12596277" y="5806912"/>
                </a:lnTo>
                <a:lnTo>
                  <a:pt x="12599123" y="5813016"/>
                </a:lnTo>
                <a:lnTo>
                  <a:pt x="12604410" y="5817639"/>
                </a:lnTo>
                <a:lnTo>
                  <a:pt x="12611040" y="5820003"/>
                </a:lnTo>
                <a:lnTo>
                  <a:pt x="12618190" y="5819975"/>
                </a:lnTo>
                <a:lnTo>
                  <a:pt x="12625038" y="5817424"/>
                </a:lnTo>
                <a:lnTo>
                  <a:pt x="12630242" y="5812777"/>
                </a:lnTo>
                <a:lnTo>
                  <a:pt x="12632902" y="5806912"/>
                </a:lnTo>
                <a:lnTo>
                  <a:pt x="12632926" y="5800501"/>
                </a:lnTo>
                <a:lnTo>
                  <a:pt x="12630138" y="5794399"/>
                </a:lnTo>
                <a:lnTo>
                  <a:pt x="12626525" y="5789792"/>
                </a:lnTo>
                <a:lnTo>
                  <a:pt x="12620860" y="5787289"/>
                </a:lnTo>
                <a:lnTo>
                  <a:pt x="12611395" y="5787069"/>
                </a:lnTo>
                <a:close/>
              </a:path>
              <a:path w="20048855" h="6221095" extrusionOk="0">
                <a:moveTo>
                  <a:pt x="9182588" y="5614624"/>
                </a:moveTo>
                <a:lnTo>
                  <a:pt x="9176222" y="5617441"/>
                </a:lnTo>
                <a:lnTo>
                  <a:pt x="9172599" y="5622582"/>
                </a:lnTo>
                <a:lnTo>
                  <a:pt x="9169999" y="5628720"/>
                </a:lnTo>
                <a:lnTo>
                  <a:pt x="9170236" y="5635079"/>
                </a:lnTo>
                <a:lnTo>
                  <a:pt x="9173119" y="5640920"/>
                </a:lnTo>
                <a:lnTo>
                  <a:pt x="9178452" y="5645503"/>
                </a:lnTo>
                <a:lnTo>
                  <a:pt x="9185362" y="5647814"/>
                </a:lnTo>
                <a:lnTo>
                  <a:pt x="9192520" y="5647605"/>
                </a:lnTo>
                <a:lnTo>
                  <a:pt x="9199096" y="5645044"/>
                </a:lnTo>
                <a:lnTo>
                  <a:pt x="9204263" y="5640299"/>
                </a:lnTo>
                <a:lnTo>
                  <a:pt x="9206857" y="5634113"/>
                </a:lnTo>
                <a:lnTo>
                  <a:pt x="9206615" y="5627759"/>
                </a:lnTo>
                <a:lnTo>
                  <a:pt x="9182588" y="5614624"/>
                </a:lnTo>
                <a:close/>
              </a:path>
              <a:path w="20048855" h="6221095" extrusionOk="0">
                <a:moveTo>
                  <a:pt x="12825126" y="5650372"/>
                </a:moveTo>
                <a:lnTo>
                  <a:pt x="12806084" y="5665128"/>
                </a:lnTo>
                <a:lnTo>
                  <a:pt x="12806649" y="5671461"/>
                </a:lnTo>
                <a:lnTo>
                  <a:pt x="12810048" y="5677314"/>
                </a:lnTo>
                <a:lnTo>
                  <a:pt x="12815678" y="5681552"/>
                </a:lnTo>
                <a:lnTo>
                  <a:pt x="12822510" y="5683481"/>
                </a:lnTo>
                <a:lnTo>
                  <a:pt x="12829666" y="5683015"/>
                </a:lnTo>
                <a:lnTo>
                  <a:pt x="12836267" y="5680067"/>
                </a:lnTo>
                <a:lnTo>
                  <a:pt x="12841037" y="5675004"/>
                </a:lnTo>
                <a:lnTo>
                  <a:pt x="12843195" y="5668934"/>
                </a:lnTo>
                <a:lnTo>
                  <a:pt x="12842630" y="5662601"/>
                </a:lnTo>
                <a:lnTo>
                  <a:pt x="12839231" y="5656749"/>
                </a:lnTo>
                <a:lnTo>
                  <a:pt x="12835754" y="5652749"/>
                </a:lnTo>
                <a:lnTo>
                  <a:pt x="12830466" y="5650498"/>
                </a:lnTo>
                <a:lnTo>
                  <a:pt x="12825126" y="5650372"/>
                </a:lnTo>
                <a:close/>
              </a:path>
              <a:path w="20048855" h="6221095" extrusionOk="0">
                <a:moveTo>
                  <a:pt x="8965223" y="5487351"/>
                </a:moveTo>
                <a:lnTo>
                  <a:pt x="8959139" y="5489822"/>
                </a:lnTo>
                <a:lnTo>
                  <a:pt x="8955391" y="5494597"/>
                </a:lnTo>
                <a:lnTo>
                  <a:pt x="8952479" y="5500682"/>
                </a:lnTo>
                <a:lnTo>
                  <a:pt x="8952400" y="5507066"/>
                </a:lnTo>
                <a:lnTo>
                  <a:pt x="8955012" y="5513001"/>
                </a:lnTo>
                <a:lnTo>
                  <a:pt x="8960176" y="5517737"/>
                </a:lnTo>
                <a:lnTo>
                  <a:pt x="8966942" y="5520324"/>
                </a:lnTo>
                <a:lnTo>
                  <a:pt x="8974087" y="5520394"/>
                </a:lnTo>
                <a:lnTo>
                  <a:pt x="8980752" y="5518073"/>
                </a:lnTo>
                <a:lnTo>
                  <a:pt x="8986081" y="5513486"/>
                </a:lnTo>
                <a:lnTo>
                  <a:pt x="8988994" y="5507468"/>
                </a:lnTo>
                <a:lnTo>
                  <a:pt x="8989089" y="5501117"/>
                </a:lnTo>
                <a:lnTo>
                  <a:pt x="8986517" y="5495195"/>
                </a:lnTo>
                <a:lnTo>
                  <a:pt x="8981432" y="5490461"/>
                </a:lnTo>
                <a:lnTo>
                  <a:pt x="8978280" y="5488492"/>
                </a:lnTo>
                <a:lnTo>
                  <a:pt x="8974699" y="5487571"/>
                </a:lnTo>
                <a:lnTo>
                  <a:pt x="8965223" y="5487351"/>
                </a:lnTo>
                <a:close/>
              </a:path>
              <a:path w="20048855" h="6221095" extrusionOk="0">
                <a:moveTo>
                  <a:pt x="13018838" y="5500366"/>
                </a:moveTo>
                <a:lnTo>
                  <a:pt x="13014262" y="5501801"/>
                </a:lnTo>
                <a:lnTo>
                  <a:pt x="13010440" y="5504795"/>
                </a:lnTo>
                <a:lnTo>
                  <a:pt x="13006099" y="5510086"/>
                </a:lnTo>
                <a:lnTo>
                  <a:pt x="13004415" y="5516274"/>
                </a:lnTo>
                <a:lnTo>
                  <a:pt x="13005435" y="5522591"/>
                </a:lnTo>
                <a:lnTo>
                  <a:pt x="13009205" y="5528271"/>
                </a:lnTo>
                <a:lnTo>
                  <a:pt x="13015210" y="5532178"/>
                </a:lnTo>
                <a:lnTo>
                  <a:pt x="13022165" y="5533670"/>
                </a:lnTo>
                <a:lnTo>
                  <a:pt x="13029242" y="5532737"/>
                </a:lnTo>
                <a:lnTo>
                  <a:pt x="13035612" y="5529370"/>
                </a:lnTo>
                <a:lnTo>
                  <a:pt x="13040024" y="5524086"/>
                </a:lnTo>
                <a:lnTo>
                  <a:pt x="13041730" y="5517900"/>
                </a:lnTo>
                <a:lnTo>
                  <a:pt x="13040683" y="5511580"/>
                </a:lnTo>
                <a:lnTo>
                  <a:pt x="13036837" y="5505895"/>
                </a:lnTo>
                <a:lnTo>
                  <a:pt x="13033350" y="5502366"/>
                </a:lnTo>
                <a:lnTo>
                  <a:pt x="13028460" y="5500596"/>
                </a:lnTo>
                <a:lnTo>
                  <a:pt x="13018838" y="5500366"/>
                </a:lnTo>
                <a:close/>
              </a:path>
              <a:path w="20048855" h="6221095" extrusionOk="0">
                <a:moveTo>
                  <a:pt x="8754674" y="5351219"/>
                </a:moveTo>
                <a:lnTo>
                  <a:pt x="8748863" y="5353449"/>
                </a:lnTo>
                <a:lnTo>
                  <a:pt x="8745125" y="5357878"/>
                </a:lnTo>
                <a:lnTo>
                  <a:pt x="8741841" y="5363769"/>
                </a:lnTo>
                <a:lnTo>
                  <a:pt x="8741421" y="5370119"/>
                </a:lnTo>
                <a:lnTo>
                  <a:pt x="8743714" y="5376155"/>
                </a:lnTo>
                <a:lnTo>
                  <a:pt x="8748570" y="5381103"/>
                </a:lnTo>
                <a:lnTo>
                  <a:pt x="8755260" y="5383975"/>
                </a:lnTo>
                <a:lnTo>
                  <a:pt x="8762412" y="5384353"/>
                </a:lnTo>
                <a:lnTo>
                  <a:pt x="8769211" y="5382341"/>
                </a:lnTo>
                <a:lnTo>
                  <a:pt x="8774841" y="5378045"/>
                </a:lnTo>
                <a:lnTo>
                  <a:pt x="8778070" y="5372077"/>
                </a:lnTo>
                <a:lnTo>
                  <a:pt x="8778481" y="5365690"/>
                </a:lnTo>
                <a:lnTo>
                  <a:pt x="8776177" y="5359639"/>
                </a:lnTo>
                <a:lnTo>
                  <a:pt x="8771260" y="5354685"/>
                </a:lnTo>
                <a:lnTo>
                  <a:pt x="8767983" y="5352475"/>
                </a:lnTo>
                <a:lnTo>
                  <a:pt x="8764276" y="5351439"/>
                </a:lnTo>
                <a:lnTo>
                  <a:pt x="8754674" y="5351219"/>
                </a:lnTo>
                <a:close/>
              </a:path>
              <a:path w="20048855" h="6221095" extrusionOk="0">
                <a:moveTo>
                  <a:pt x="13206068" y="5339659"/>
                </a:moveTo>
                <a:lnTo>
                  <a:pt x="13200937" y="5341313"/>
                </a:lnTo>
                <a:lnTo>
                  <a:pt x="13197241" y="5344664"/>
                </a:lnTo>
                <a:lnTo>
                  <a:pt x="13193164" y="5350212"/>
                </a:lnTo>
                <a:lnTo>
                  <a:pt x="13191847" y="5356470"/>
                </a:lnTo>
                <a:lnTo>
                  <a:pt x="13193284" y="5362705"/>
                </a:lnTo>
                <a:lnTo>
                  <a:pt x="13197471" y="5368182"/>
                </a:lnTo>
                <a:lnTo>
                  <a:pt x="13203712" y="5371790"/>
                </a:lnTo>
                <a:lnTo>
                  <a:pt x="13210751" y="5372934"/>
                </a:lnTo>
                <a:lnTo>
                  <a:pt x="13217762" y="5371649"/>
                </a:lnTo>
                <a:lnTo>
                  <a:pt x="13223920" y="5367972"/>
                </a:lnTo>
                <a:lnTo>
                  <a:pt x="13227922" y="5362425"/>
                </a:lnTo>
                <a:lnTo>
                  <a:pt x="13229215" y="5356168"/>
                </a:lnTo>
                <a:lnTo>
                  <a:pt x="13227800" y="5349936"/>
                </a:lnTo>
                <a:lnTo>
                  <a:pt x="13223680" y="5344465"/>
                </a:lnTo>
                <a:lnTo>
                  <a:pt x="13220046" y="5341408"/>
                </a:lnTo>
                <a:lnTo>
                  <a:pt x="13215544" y="5339879"/>
                </a:lnTo>
                <a:lnTo>
                  <a:pt x="13206068" y="5339659"/>
                </a:lnTo>
                <a:close/>
              </a:path>
              <a:path w="20048855" h="6221095" extrusionOk="0">
                <a:moveTo>
                  <a:pt x="8551864" y="5205998"/>
                </a:moveTo>
                <a:lnTo>
                  <a:pt x="8546335" y="5208008"/>
                </a:lnTo>
                <a:lnTo>
                  <a:pt x="8542608" y="5212071"/>
                </a:lnTo>
                <a:lnTo>
                  <a:pt x="8538986" y="5217828"/>
                </a:lnTo>
                <a:lnTo>
                  <a:pt x="8538190" y="5224153"/>
                </a:lnTo>
                <a:lnTo>
                  <a:pt x="8540129" y="5230296"/>
                </a:lnTo>
                <a:lnTo>
                  <a:pt x="8544712" y="5235505"/>
                </a:lnTo>
                <a:lnTo>
                  <a:pt x="8551263" y="5238662"/>
                </a:lnTo>
                <a:lnTo>
                  <a:pt x="8558402" y="5239336"/>
                </a:lnTo>
                <a:lnTo>
                  <a:pt x="8565287" y="5237597"/>
                </a:lnTo>
                <a:lnTo>
                  <a:pt x="8571078" y="5233516"/>
                </a:lnTo>
                <a:lnTo>
                  <a:pt x="8574622" y="5227712"/>
                </a:lnTo>
                <a:lnTo>
                  <a:pt x="8575380" y="5221394"/>
                </a:lnTo>
                <a:lnTo>
                  <a:pt x="8573426" y="5215279"/>
                </a:lnTo>
                <a:lnTo>
                  <a:pt x="8568837" y="5210082"/>
                </a:lnTo>
                <a:lnTo>
                  <a:pt x="8565445" y="5207506"/>
                </a:lnTo>
                <a:lnTo>
                  <a:pt x="8561476" y="5206228"/>
                </a:lnTo>
                <a:lnTo>
                  <a:pt x="8551864" y="5205998"/>
                </a:lnTo>
                <a:close/>
              </a:path>
              <a:path w="20048855" h="6221095" extrusionOk="0">
                <a:moveTo>
                  <a:pt x="8357472" y="5052076"/>
                </a:moveTo>
                <a:lnTo>
                  <a:pt x="8352341" y="5053867"/>
                </a:lnTo>
                <a:lnTo>
                  <a:pt x="8348488" y="5057448"/>
                </a:lnTo>
                <a:lnTo>
                  <a:pt x="8344612" y="5063068"/>
                </a:lnTo>
                <a:lnTo>
                  <a:pt x="8343481" y="5069353"/>
                </a:lnTo>
                <a:lnTo>
                  <a:pt x="8345082" y="5075568"/>
                </a:lnTo>
                <a:lnTo>
                  <a:pt x="8349399" y="5080976"/>
                </a:lnTo>
                <a:lnTo>
                  <a:pt x="8355659" y="5084423"/>
                </a:lnTo>
                <a:lnTo>
                  <a:pt x="8362719" y="5085430"/>
                </a:lnTo>
                <a:lnTo>
                  <a:pt x="8369703" y="5084007"/>
                </a:lnTo>
                <a:lnTo>
                  <a:pt x="8375733" y="5080169"/>
                </a:lnTo>
                <a:lnTo>
                  <a:pt x="8379609" y="5074553"/>
                </a:lnTo>
                <a:lnTo>
                  <a:pt x="8380739" y="5068284"/>
                </a:lnTo>
                <a:lnTo>
                  <a:pt x="8379139" y="5062107"/>
                </a:lnTo>
                <a:lnTo>
                  <a:pt x="8374822" y="5056767"/>
                </a:lnTo>
                <a:lnTo>
                  <a:pt x="8371440" y="5053835"/>
                </a:lnTo>
                <a:lnTo>
                  <a:pt x="8367084" y="5052306"/>
                </a:lnTo>
                <a:lnTo>
                  <a:pt x="8357472" y="5052076"/>
                </a:lnTo>
                <a:close/>
              </a:path>
              <a:path w="20048855" h="6221095" extrusionOk="0">
                <a:moveTo>
                  <a:pt x="13383266" y="5170156"/>
                </a:moveTo>
                <a:lnTo>
                  <a:pt x="13378000" y="5172051"/>
                </a:lnTo>
                <a:lnTo>
                  <a:pt x="13374157" y="5175884"/>
                </a:lnTo>
                <a:lnTo>
                  <a:pt x="13370418" y="5181567"/>
                </a:lnTo>
                <a:lnTo>
                  <a:pt x="13369476" y="5187861"/>
                </a:lnTo>
                <a:lnTo>
                  <a:pt x="13371268" y="5194020"/>
                </a:lnTo>
                <a:lnTo>
                  <a:pt x="13375727" y="5199297"/>
                </a:lnTo>
                <a:lnTo>
                  <a:pt x="13382123" y="5202620"/>
                </a:lnTo>
                <a:lnTo>
                  <a:pt x="13389206" y="5203458"/>
                </a:lnTo>
                <a:lnTo>
                  <a:pt x="13396136" y="5201866"/>
                </a:lnTo>
                <a:lnTo>
                  <a:pt x="13402072" y="5197904"/>
                </a:lnTo>
                <a:lnTo>
                  <a:pt x="13405811" y="5192203"/>
                </a:lnTo>
                <a:lnTo>
                  <a:pt x="13406753" y="5185878"/>
                </a:lnTo>
                <a:lnTo>
                  <a:pt x="13404961" y="5179710"/>
                </a:lnTo>
                <a:lnTo>
                  <a:pt x="13400501" y="5174481"/>
                </a:lnTo>
                <a:lnTo>
                  <a:pt x="13397109" y="5171790"/>
                </a:lnTo>
                <a:lnTo>
                  <a:pt x="13392879" y="5170387"/>
                </a:lnTo>
                <a:lnTo>
                  <a:pt x="13383266" y="5170156"/>
                </a:lnTo>
                <a:close/>
              </a:path>
              <a:path w="20048855" h="6221095" extrusionOk="0">
                <a:moveTo>
                  <a:pt x="8172148" y="4889474"/>
                </a:moveTo>
                <a:lnTo>
                  <a:pt x="8167289" y="4891023"/>
                </a:lnTo>
                <a:lnTo>
                  <a:pt x="8163582" y="4894259"/>
                </a:lnTo>
                <a:lnTo>
                  <a:pt x="8159371" y="4899669"/>
                </a:lnTo>
                <a:lnTo>
                  <a:pt x="8157851" y="4905878"/>
                </a:lnTo>
                <a:lnTo>
                  <a:pt x="8159058" y="4912151"/>
                </a:lnTo>
                <a:lnTo>
                  <a:pt x="8163027" y="4917756"/>
                </a:lnTo>
                <a:lnTo>
                  <a:pt x="8169186" y="4921482"/>
                </a:lnTo>
                <a:lnTo>
                  <a:pt x="8176195" y="4922793"/>
                </a:lnTo>
                <a:lnTo>
                  <a:pt x="8183227" y="4921680"/>
                </a:lnTo>
                <a:lnTo>
                  <a:pt x="8189456" y="4918132"/>
                </a:lnTo>
                <a:lnTo>
                  <a:pt x="8193672" y="4912722"/>
                </a:lnTo>
                <a:lnTo>
                  <a:pt x="8195193" y="4906515"/>
                </a:lnTo>
                <a:lnTo>
                  <a:pt x="8193987" y="4900245"/>
                </a:lnTo>
                <a:lnTo>
                  <a:pt x="8190021" y="4894646"/>
                </a:lnTo>
                <a:lnTo>
                  <a:pt x="8186503" y="4891474"/>
                </a:lnTo>
                <a:lnTo>
                  <a:pt x="8181749" y="4889704"/>
                </a:lnTo>
                <a:lnTo>
                  <a:pt x="8172148" y="4889474"/>
                </a:lnTo>
                <a:close/>
              </a:path>
              <a:path w="20048855" h="6221095" extrusionOk="0">
                <a:moveTo>
                  <a:pt x="13551858" y="4993690"/>
                </a:moveTo>
                <a:lnTo>
                  <a:pt x="13546319" y="4995816"/>
                </a:lnTo>
                <a:lnTo>
                  <a:pt x="13542466" y="4999879"/>
                </a:lnTo>
                <a:lnTo>
                  <a:pt x="13539015" y="5005705"/>
                </a:lnTo>
                <a:lnTo>
                  <a:pt x="13538372" y="5012042"/>
                </a:lnTo>
                <a:lnTo>
                  <a:pt x="13540469" y="5018130"/>
                </a:lnTo>
                <a:lnTo>
                  <a:pt x="13545241" y="5023208"/>
                </a:lnTo>
                <a:lnTo>
                  <a:pt x="13551775" y="5026319"/>
                </a:lnTo>
                <a:lnTo>
                  <a:pt x="13558867" y="5026896"/>
                </a:lnTo>
                <a:lnTo>
                  <a:pt x="13565706" y="5025043"/>
                </a:lnTo>
                <a:lnTo>
                  <a:pt x="13571481" y="5020862"/>
                </a:lnTo>
                <a:lnTo>
                  <a:pt x="13574929" y="5015038"/>
                </a:lnTo>
                <a:lnTo>
                  <a:pt x="13575588" y="5008703"/>
                </a:lnTo>
                <a:lnTo>
                  <a:pt x="13573533" y="5002616"/>
                </a:lnTo>
                <a:lnTo>
                  <a:pt x="13568842" y="4997533"/>
                </a:lnTo>
                <a:lnTo>
                  <a:pt x="13565449" y="4995073"/>
                </a:lnTo>
                <a:lnTo>
                  <a:pt x="13561460" y="4993921"/>
                </a:lnTo>
                <a:lnTo>
                  <a:pt x="13551858" y="4993690"/>
                </a:lnTo>
                <a:close/>
              </a:path>
              <a:path w="20048855" h="6221095" extrusionOk="0">
                <a:moveTo>
                  <a:pt x="7996823" y="4718432"/>
                </a:moveTo>
                <a:lnTo>
                  <a:pt x="7992237" y="4719877"/>
                </a:lnTo>
                <a:lnTo>
                  <a:pt x="7988551" y="4722631"/>
                </a:lnTo>
                <a:lnTo>
                  <a:pt x="7984016" y="4727849"/>
                </a:lnTo>
                <a:lnTo>
                  <a:pt x="7982148" y="4734010"/>
                </a:lnTo>
                <a:lnTo>
                  <a:pt x="7983006" y="4740347"/>
                </a:lnTo>
                <a:lnTo>
                  <a:pt x="7986645" y="4746096"/>
                </a:lnTo>
                <a:lnTo>
                  <a:pt x="7992513" y="4750122"/>
                </a:lnTo>
                <a:lnTo>
                  <a:pt x="7999443" y="4751782"/>
                </a:lnTo>
                <a:lnTo>
                  <a:pt x="8006574" y="4751023"/>
                </a:lnTo>
                <a:lnTo>
                  <a:pt x="8013042" y="4747792"/>
                </a:lnTo>
                <a:lnTo>
                  <a:pt x="8017574" y="4742568"/>
                </a:lnTo>
                <a:lnTo>
                  <a:pt x="8019442" y="4736405"/>
                </a:lnTo>
                <a:lnTo>
                  <a:pt x="8018586" y="4730069"/>
                </a:lnTo>
                <a:lnTo>
                  <a:pt x="8014948" y="4724327"/>
                </a:lnTo>
                <a:lnTo>
                  <a:pt x="8011315" y="4720673"/>
                </a:lnTo>
                <a:lnTo>
                  <a:pt x="8006299" y="4718662"/>
                </a:lnTo>
                <a:lnTo>
                  <a:pt x="7996823" y="4718432"/>
                </a:lnTo>
                <a:close/>
              </a:path>
              <a:path w="20048855" h="6221095" extrusionOk="0">
                <a:moveTo>
                  <a:pt x="13712879" y="4811581"/>
                </a:moveTo>
                <a:lnTo>
                  <a:pt x="13707058" y="4813947"/>
                </a:lnTo>
                <a:lnTo>
                  <a:pt x="13703330" y="4818366"/>
                </a:lnTo>
                <a:lnTo>
                  <a:pt x="13700102" y="4824261"/>
                </a:lnTo>
                <a:lnTo>
                  <a:pt x="13699694" y="4830610"/>
                </a:lnTo>
                <a:lnTo>
                  <a:pt x="13701999" y="4836644"/>
                </a:lnTo>
                <a:lnTo>
                  <a:pt x="13706911" y="4841590"/>
                </a:lnTo>
                <a:lnTo>
                  <a:pt x="13713542" y="4844462"/>
                </a:lnTo>
                <a:lnTo>
                  <a:pt x="13720684" y="4844830"/>
                </a:lnTo>
                <a:lnTo>
                  <a:pt x="13727471" y="4842784"/>
                </a:lnTo>
                <a:lnTo>
                  <a:pt x="13733036" y="4838418"/>
                </a:lnTo>
                <a:lnTo>
                  <a:pt x="13736267" y="4832474"/>
                </a:lnTo>
                <a:lnTo>
                  <a:pt x="13736681" y="4826129"/>
                </a:lnTo>
                <a:lnTo>
                  <a:pt x="13734380" y="4820119"/>
                </a:lnTo>
                <a:lnTo>
                  <a:pt x="13729465" y="4815183"/>
                </a:lnTo>
                <a:lnTo>
                  <a:pt x="13726188" y="4812973"/>
                </a:lnTo>
                <a:lnTo>
                  <a:pt x="13722481" y="4811811"/>
                </a:lnTo>
                <a:lnTo>
                  <a:pt x="13712879" y="4811581"/>
                </a:lnTo>
                <a:close/>
              </a:path>
              <a:path w="20048855" h="6221095" extrusionOk="0">
                <a:moveTo>
                  <a:pt x="7831750" y="4539442"/>
                </a:moveTo>
                <a:lnTo>
                  <a:pt x="7827572" y="4540657"/>
                </a:lnTo>
                <a:lnTo>
                  <a:pt x="7824033" y="4543065"/>
                </a:lnTo>
                <a:lnTo>
                  <a:pt x="7819162" y="4548058"/>
                </a:lnTo>
                <a:lnTo>
                  <a:pt x="7816906" y="4554103"/>
                </a:lnTo>
                <a:lnTo>
                  <a:pt x="7817373" y="4560457"/>
                </a:lnTo>
                <a:lnTo>
                  <a:pt x="7820671" y="4566374"/>
                </a:lnTo>
                <a:lnTo>
                  <a:pt x="7826304" y="4570696"/>
                </a:lnTo>
                <a:lnTo>
                  <a:pt x="7833133" y="4572690"/>
                </a:lnTo>
                <a:lnTo>
                  <a:pt x="7840286" y="4572246"/>
                </a:lnTo>
                <a:lnTo>
                  <a:pt x="7846890" y="4569253"/>
                </a:lnTo>
                <a:lnTo>
                  <a:pt x="7851755" y="4564307"/>
                </a:lnTo>
                <a:lnTo>
                  <a:pt x="7854009" y="4558269"/>
                </a:lnTo>
                <a:lnTo>
                  <a:pt x="7853545" y="4551925"/>
                </a:lnTo>
                <a:lnTo>
                  <a:pt x="7850252" y="4546060"/>
                </a:lnTo>
                <a:lnTo>
                  <a:pt x="7846629" y="4541935"/>
                </a:lnTo>
                <a:lnTo>
                  <a:pt x="7841362" y="4539673"/>
                </a:lnTo>
                <a:lnTo>
                  <a:pt x="7831750" y="4539442"/>
                </a:lnTo>
                <a:close/>
              </a:path>
              <a:path w="20048855" h="6221095" extrusionOk="0">
                <a:moveTo>
                  <a:pt x="13867335" y="4625168"/>
                </a:moveTo>
                <a:lnTo>
                  <a:pt x="13861398" y="4627524"/>
                </a:lnTo>
                <a:lnTo>
                  <a:pt x="13857650" y="4632183"/>
                </a:lnTo>
                <a:lnTo>
                  <a:pt x="13854564" y="4638197"/>
                </a:lnTo>
                <a:lnTo>
                  <a:pt x="13854345" y="4644557"/>
                </a:lnTo>
                <a:lnTo>
                  <a:pt x="13856841" y="4650512"/>
                </a:lnTo>
                <a:lnTo>
                  <a:pt x="13861901" y="4655313"/>
                </a:lnTo>
                <a:lnTo>
                  <a:pt x="13868672" y="4658059"/>
                </a:lnTo>
                <a:lnTo>
                  <a:pt x="13875839" y="4658254"/>
                </a:lnTo>
                <a:lnTo>
                  <a:pt x="13882576" y="4656036"/>
                </a:lnTo>
                <a:lnTo>
                  <a:pt x="13888057" y="4651544"/>
                </a:lnTo>
                <a:lnTo>
                  <a:pt x="13891012" y="4645519"/>
                </a:lnTo>
                <a:lnTo>
                  <a:pt x="13876958" y="4625398"/>
                </a:lnTo>
                <a:lnTo>
                  <a:pt x="13867335" y="4625168"/>
                </a:lnTo>
                <a:close/>
              </a:path>
              <a:path w="20048855" h="6221095" extrusionOk="0">
                <a:moveTo>
                  <a:pt x="7677723" y="4352767"/>
                </a:moveTo>
                <a:lnTo>
                  <a:pt x="7662784" y="4372866"/>
                </a:lnTo>
                <a:lnTo>
                  <a:pt x="7665734" y="4378955"/>
                </a:lnTo>
                <a:lnTo>
                  <a:pt x="7671094" y="4383510"/>
                </a:lnTo>
                <a:lnTo>
                  <a:pt x="7677762" y="4385827"/>
                </a:lnTo>
                <a:lnTo>
                  <a:pt x="7684929" y="4385752"/>
                </a:lnTo>
                <a:lnTo>
                  <a:pt x="7691785" y="4383133"/>
                </a:lnTo>
                <a:lnTo>
                  <a:pt x="7696887" y="4378369"/>
                </a:lnTo>
                <a:lnTo>
                  <a:pt x="7699459" y="4372441"/>
                </a:lnTo>
                <a:lnTo>
                  <a:pt x="7699367" y="4366072"/>
                </a:lnTo>
                <a:lnTo>
                  <a:pt x="7696476" y="4359982"/>
                </a:lnTo>
                <a:lnTo>
                  <a:pt x="7692874" y="4355500"/>
                </a:lnTo>
                <a:lnTo>
                  <a:pt x="7687335" y="4352998"/>
                </a:lnTo>
                <a:lnTo>
                  <a:pt x="7677723" y="4352767"/>
                </a:lnTo>
                <a:close/>
              </a:path>
              <a:path w="20048855" h="6221095" extrusionOk="0">
                <a:moveTo>
                  <a:pt x="14016315" y="4435058"/>
                </a:moveTo>
                <a:lnTo>
                  <a:pt x="14010221" y="4437655"/>
                </a:lnTo>
                <a:lnTo>
                  <a:pt x="14006483" y="4442430"/>
                </a:lnTo>
                <a:lnTo>
                  <a:pt x="14003644" y="4448515"/>
                </a:lnTo>
                <a:lnTo>
                  <a:pt x="14003676" y="4455066"/>
                </a:lnTo>
                <a:lnTo>
                  <a:pt x="14006228" y="4460834"/>
                </a:lnTo>
                <a:lnTo>
                  <a:pt x="14011394" y="4465570"/>
                </a:lnTo>
                <a:lnTo>
                  <a:pt x="14018237" y="4468097"/>
                </a:lnTo>
                <a:lnTo>
                  <a:pt x="14025420" y="4468134"/>
                </a:lnTo>
                <a:lnTo>
                  <a:pt x="14032100" y="4465799"/>
                </a:lnTo>
                <a:lnTo>
                  <a:pt x="14037435" y="4461204"/>
                </a:lnTo>
                <a:lnTo>
                  <a:pt x="14040269" y="4455066"/>
                </a:lnTo>
                <a:lnTo>
                  <a:pt x="14040234" y="4448515"/>
                </a:lnTo>
                <a:lnTo>
                  <a:pt x="14016315" y="4435058"/>
                </a:lnTo>
                <a:close/>
              </a:path>
              <a:path w="20048855" h="6221095" extrusionOk="0">
                <a:moveTo>
                  <a:pt x="7534177" y="4159569"/>
                </a:moveTo>
                <a:lnTo>
                  <a:pt x="7518777" y="4178877"/>
                </a:lnTo>
                <a:lnTo>
                  <a:pt x="7521403" y="4185024"/>
                </a:lnTo>
                <a:lnTo>
                  <a:pt x="7526534" y="4189789"/>
                </a:lnTo>
                <a:lnTo>
                  <a:pt x="7533106" y="4192363"/>
                </a:lnTo>
                <a:lnTo>
                  <a:pt x="7540299" y="4192547"/>
                </a:lnTo>
                <a:lnTo>
                  <a:pt x="7547298" y="4190144"/>
                </a:lnTo>
                <a:lnTo>
                  <a:pt x="7552634" y="4185658"/>
                </a:lnTo>
                <a:lnTo>
                  <a:pt x="7555496" y="4179866"/>
                </a:lnTo>
                <a:lnTo>
                  <a:pt x="7555696" y="4173521"/>
                </a:lnTo>
                <a:lnTo>
                  <a:pt x="7553046" y="4167380"/>
                </a:lnTo>
                <a:lnTo>
                  <a:pt x="7549591" y="4162428"/>
                </a:lnTo>
                <a:lnTo>
                  <a:pt x="7543790" y="4159800"/>
                </a:lnTo>
                <a:lnTo>
                  <a:pt x="7534177" y="4159569"/>
                </a:lnTo>
                <a:close/>
              </a:path>
              <a:path w="20048855" h="6221095" extrusionOk="0">
                <a:moveTo>
                  <a:pt x="14160813" y="4242247"/>
                </a:moveTo>
                <a:lnTo>
                  <a:pt x="14154594" y="4244938"/>
                </a:lnTo>
                <a:lnTo>
                  <a:pt x="14150971" y="4249964"/>
                </a:lnTo>
                <a:lnTo>
                  <a:pt x="14148407" y="4255638"/>
                </a:lnTo>
                <a:lnTo>
                  <a:pt x="14148312" y="4262457"/>
                </a:lnTo>
                <a:lnTo>
                  <a:pt x="14151122" y="4268298"/>
                </a:lnTo>
                <a:lnTo>
                  <a:pt x="14156437" y="4272885"/>
                </a:lnTo>
                <a:lnTo>
                  <a:pt x="14163262" y="4275348"/>
                </a:lnTo>
                <a:lnTo>
                  <a:pt x="14170386" y="4275246"/>
                </a:lnTo>
                <a:lnTo>
                  <a:pt x="14176980" y="4272750"/>
                </a:lnTo>
                <a:lnTo>
                  <a:pt x="14182216" y="4268027"/>
                </a:lnTo>
                <a:lnTo>
                  <a:pt x="14184989" y="4262008"/>
                </a:lnTo>
                <a:lnTo>
                  <a:pt x="14184876" y="4255638"/>
                </a:lnTo>
                <a:lnTo>
                  <a:pt x="14182069" y="4249761"/>
                </a:lnTo>
                <a:lnTo>
                  <a:pt x="14176761" y="4245106"/>
                </a:lnTo>
                <a:lnTo>
                  <a:pt x="14173745" y="4243378"/>
                </a:lnTo>
                <a:lnTo>
                  <a:pt x="14170436" y="4242467"/>
                </a:lnTo>
                <a:lnTo>
                  <a:pt x="14160813" y="4242247"/>
                </a:lnTo>
                <a:close/>
              </a:path>
              <a:path w="20048855" h="6221095" extrusionOk="0">
                <a:moveTo>
                  <a:pt x="14182268" y="4268027"/>
                </a:moveTo>
                <a:close/>
              </a:path>
              <a:path w="20048855" h="6221095" extrusionOk="0">
                <a:moveTo>
                  <a:pt x="7398663" y="3961565"/>
                </a:moveTo>
                <a:lnTo>
                  <a:pt x="7383008" y="3980477"/>
                </a:lnTo>
                <a:lnTo>
                  <a:pt x="7385355" y="3986663"/>
                </a:lnTo>
                <a:lnTo>
                  <a:pt x="7390327" y="3991605"/>
                </a:lnTo>
                <a:lnTo>
                  <a:pt x="7396813" y="3994367"/>
                </a:lnTo>
                <a:lnTo>
                  <a:pt x="7403970" y="3994762"/>
                </a:lnTo>
                <a:lnTo>
                  <a:pt x="7410956" y="3992600"/>
                </a:lnTo>
                <a:lnTo>
                  <a:pt x="7416515" y="3988203"/>
                </a:lnTo>
                <a:lnTo>
                  <a:pt x="7419622" y="3982466"/>
                </a:lnTo>
                <a:lnTo>
                  <a:pt x="7420069" y="3976110"/>
                </a:lnTo>
                <a:lnTo>
                  <a:pt x="7417647" y="3969858"/>
                </a:lnTo>
                <a:lnTo>
                  <a:pt x="7414181" y="3964790"/>
                </a:lnTo>
                <a:lnTo>
                  <a:pt x="7408276" y="3961795"/>
                </a:lnTo>
                <a:lnTo>
                  <a:pt x="7398663" y="3961565"/>
                </a:lnTo>
                <a:close/>
              </a:path>
              <a:path w="20048855" h="6221095" extrusionOk="0">
                <a:moveTo>
                  <a:pt x="14301647" y="4047311"/>
                </a:moveTo>
                <a:lnTo>
                  <a:pt x="14295427" y="4050023"/>
                </a:lnTo>
                <a:lnTo>
                  <a:pt x="14291804" y="4055154"/>
                </a:lnTo>
                <a:lnTo>
                  <a:pt x="14289124" y="4061356"/>
                </a:lnTo>
                <a:lnTo>
                  <a:pt x="14289319" y="4067738"/>
                </a:lnTo>
                <a:lnTo>
                  <a:pt x="14292186" y="4073561"/>
                </a:lnTo>
                <a:lnTo>
                  <a:pt x="14297521" y="4078085"/>
                </a:lnTo>
                <a:lnTo>
                  <a:pt x="14304503" y="4080463"/>
                </a:lnTo>
                <a:lnTo>
                  <a:pt x="14311686" y="4080288"/>
                </a:lnTo>
                <a:lnTo>
                  <a:pt x="14318236" y="4077739"/>
                </a:lnTo>
                <a:lnTo>
                  <a:pt x="14323322" y="4072996"/>
                </a:lnTo>
                <a:lnTo>
                  <a:pt x="14326002" y="4066792"/>
                </a:lnTo>
                <a:lnTo>
                  <a:pt x="14325806" y="4060407"/>
                </a:lnTo>
                <a:lnTo>
                  <a:pt x="14301647" y="4047311"/>
                </a:lnTo>
                <a:close/>
              </a:path>
              <a:path w="20048855" h="6221095" extrusionOk="0">
                <a:moveTo>
                  <a:pt x="7268960" y="3760628"/>
                </a:moveTo>
                <a:lnTo>
                  <a:pt x="7253234" y="3779107"/>
                </a:lnTo>
                <a:lnTo>
                  <a:pt x="7255537" y="3785361"/>
                </a:lnTo>
                <a:lnTo>
                  <a:pt x="7260334" y="3790385"/>
                </a:lnTo>
                <a:lnTo>
                  <a:pt x="7266708" y="3793245"/>
                </a:lnTo>
                <a:lnTo>
                  <a:pt x="7273826" y="3793766"/>
                </a:lnTo>
                <a:lnTo>
                  <a:pt x="7280855" y="3791769"/>
                </a:lnTo>
                <a:lnTo>
                  <a:pt x="7286518" y="3787440"/>
                </a:lnTo>
                <a:lnTo>
                  <a:pt x="7289741" y="3781740"/>
                </a:lnTo>
                <a:lnTo>
                  <a:pt x="7290328" y="3775401"/>
                </a:lnTo>
                <a:lnTo>
                  <a:pt x="7288080" y="3769152"/>
                </a:lnTo>
                <a:lnTo>
                  <a:pt x="7284761" y="3763843"/>
                </a:lnTo>
                <a:lnTo>
                  <a:pt x="7278573" y="3760848"/>
                </a:lnTo>
                <a:lnTo>
                  <a:pt x="7268960" y="3760628"/>
                </a:lnTo>
                <a:close/>
              </a:path>
              <a:path w="20048855" h="6221095" extrusionOk="0">
                <a:moveTo>
                  <a:pt x="14439863" y="3850783"/>
                </a:moveTo>
                <a:lnTo>
                  <a:pt x="14433496" y="3853599"/>
                </a:lnTo>
                <a:lnTo>
                  <a:pt x="14429863" y="3858856"/>
                </a:lnTo>
                <a:lnTo>
                  <a:pt x="14427291" y="3865040"/>
                </a:lnTo>
                <a:lnTo>
                  <a:pt x="14427591" y="3871383"/>
                </a:lnTo>
                <a:lnTo>
                  <a:pt x="14430561" y="3877166"/>
                </a:lnTo>
                <a:lnTo>
                  <a:pt x="14435999" y="3881672"/>
                </a:lnTo>
                <a:lnTo>
                  <a:pt x="14442902" y="3883964"/>
                </a:lnTo>
                <a:lnTo>
                  <a:pt x="14450044" y="3883711"/>
                </a:lnTo>
                <a:lnTo>
                  <a:pt x="14456579" y="3881106"/>
                </a:lnTo>
                <a:lnTo>
                  <a:pt x="14461663" y="3876342"/>
                </a:lnTo>
                <a:lnTo>
                  <a:pt x="14464184" y="3870134"/>
                </a:lnTo>
                <a:lnTo>
                  <a:pt x="14463893" y="3863748"/>
                </a:lnTo>
                <a:lnTo>
                  <a:pt x="14439863" y="3850783"/>
                </a:lnTo>
                <a:close/>
              </a:path>
              <a:path w="20048855" h="6221095" extrusionOk="0">
                <a:moveTo>
                  <a:pt x="7143341" y="3557640"/>
                </a:moveTo>
                <a:lnTo>
                  <a:pt x="7127449" y="3575946"/>
                </a:lnTo>
                <a:lnTo>
                  <a:pt x="7129656" y="3582246"/>
                </a:lnTo>
                <a:lnTo>
                  <a:pt x="7134370" y="3587308"/>
                </a:lnTo>
                <a:lnTo>
                  <a:pt x="7140716" y="3590251"/>
                </a:lnTo>
                <a:lnTo>
                  <a:pt x="7147858" y="3590854"/>
                </a:lnTo>
                <a:lnTo>
                  <a:pt x="7154964" y="3588895"/>
                </a:lnTo>
                <a:lnTo>
                  <a:pt x="7160642" y="3584651"/>
                </a:lnTo>
                <a:lnTo>
                  <a:pt x="7163920" y="3579016"/>
                </a:lnTo>
                <a:lnTo>
                  <a:pt x="7164589" y="3572698"/>
                </a:lnTo>
                <a:lnTo>
                  <a:pt x="7162440" y="3566404"/>
                </a:lnTo>
                <a:lnTo>
                  <a:pt x="7159131" y="3560980"/>
                </a:lnTo>
                <a:lnTo>
                  <a:pt x="7152953" y="3557860"/>
                </a:lnTo>
                <a:lnTo>
                  <a:pt x="7143341" y="3557640"/>
                </a:lnTo>
                <a:close/>
              </a:path>
              <a:path w="20048855" h="6221095" extrusionOk="0">
                <a:moveTo>
                  <a:pt x="14575827" y="3653490"/>
                </a:moveTo>
                <a:lnTo>
                  <a:pt x="14569325" y="3656297"/>
                </a:lnTo>
                <a:lnTo>
                  <a:pt x="14565827" y="3661679"/>
                </a:lnTo>
                <a:lnTo>
                  <a:pt x="14563275" y="3667863"/>
                </a:lnTo>
                <a:lnTo>
                  <a:pt x="14563618" y="3674195"/>
                </a:lnTo>
                <a:lnTo>
                  <a:pt x="14566631" y="3679945"/>
                </a:lnTo>
                <a:lnTo>
                  <a:pt x="14572089" y="3684379"/>
                </a:lnTo>
                <a:lnTo>
                  <a:pt x="14578992" y="3686668"/>
                </a:lnTo>
                <a:lnTo>
                  <a:pt x="14586136" y="3686389"/>
                </a:lnTo>
                <a:lnTo>
                  <a:pt x="14592674" y="3683712"/>
                </a:lnTo>
                <a:lnTo>
                  <a:pt x="14597763" y="3678809"/>
                </a:lnTo>
                <a:lnTo>
                  <a:pt x="14600261" y="3672675"/>
                </a:lnTo>
                <a:lnTo>
                  <a:pt x="14599910" y="3666339"/>
                </a:lnTo>
                <a:lnTo>
                  <a:pt x="14575827" y="3653490"/>
                </a:lnTo>
                <a:close/>
              </a:path>
              <a:path w="20048855" h="6221095" extrusionOk="0">
                <a:moveTo>
                  <a:pt x="7019481" y="3353751"/>
                </a:moveTo>
                <a:lnTo>
                  <a:pt x="7003610" y="3371933"/>
                </a:lnTo>
                <a:lnTo>
                  <a:pt x="7005785" y="3378232"/>
                </a:lnTo>
                <a:lnTo>
                  <a:pt x="7010504" y="3383360"/>
                </a:lnTo>
                <a:lnTo>
                  <a:pt x="7016849" y="3386339"/>
                </a:lnTo>
                <a:lnTo>
                  <a:pt x="7023989" y="3386958"/>
                </a:lnTo>
                <a:lnTo>
                  <a:pt x="7031093" y="3385006"/>
                </a:lnTo>
                <a:lnTo>
                  <a:pt x="7036791" y="3380809"/>
                </a:lnTo>
                <a:lnTo>
                  <a:pt x="7040102" y="3375165"/>
                </a:lnTo>
                <a:lnTo>
                  <a:pt x="7040781" y="3368817"/>
                </a:lnTo>
                <a:lnTo>
                  <a:pt x="7038620" y="3362620"/>
                </a:lnTo>
                <a:lnTo>
                  <a:pt x="7035407" y="3357091"/>
                </a:lnTo>
                <a:lnTo>
                  <a:pt x="7029219" y="3353971"/>
                </a:lnTo>
                <a:lnTo>
                  <a:pt x="7019481" y="3353751"/>
                </a:lnTo>
                <a:close/>
              </a:path>
              <a:path w="20048855" h="6221095" extrusionOk="0">
                <a:moveTo>
                  <a:pt x="7038580" y="3362504"/>
                </a:moveTo>
                <a:close/>
              </a:path>
              <a:path w="20048855" h="6221095" extrusionOk="0">
                <a:moveTo>
                  <a:pt x="14710608" y="3455329"/>
                </a:moveTo>
                <a:lnTo>
                  <a:pt x="14704242" y="3458261"/>
                </a:lnTo>
                <a:lnTo>
                  <a:pt x="14700619" y="3463528"/>
                </a:lnTo>
                <a:lnTo>
                  <a:pt x="14698109" y="3469777"/>
                </a:lnTo>
                <a:lnTo>
                  <a:pt x="14698444" y="3476141"/>
                </a:lnTo>
                <a:lnTo>
                  <a:pt x="14701429" y="3481902"/>
                </a:lnTo>
                <a:lnTo>
                  <a:pt x="14706870" y="3486344"/>
                </a:lnTo>
                <a:lnTo>
                  <a:pt x="14713909" y="3488564"/>
                </a:lnTo>
                <a:lnTo>
                  <a:pt x="14721075" y="3488248"/>
                </a:lnTo>
                <a:lnTo>
                  <a:pt x="14727560" y="3485559"/>
                </a:lnTo>
                <a:lnTo>
                  <a:pt x="14732555" y="3480658"/>
                </a:lnTo>
                <a:lnTo>
                  <a:pt x="14735052" y="3474469"/>
                </a:lnTo>
                <a:lnTo>
                  <a:pt x="14734699" y="3468136"/>
                </a:lnTo>
                <a:lnTo>
                  <a:pt x="14710608" y="3455329"/>
                </a:lnTo>
                <a:close/>
              </a:path>
              <a:path w="20048855" h="6221095" extrusionOk="0">
                <a:moveTo>
                  <a:pt x="6895747" y="3149851"/>
                </a:moveTo>
                <a:lnTo>
                  <a:pt x="6879854" y="3168153"/>
                </a:lnTo>
                <a:lnTo>
                  <a:pt x="6882061" y="3174447"/>
                </a:lnTo>
                <a:lnTo>
                  <a:pt x="6886780" y="3179515"/>
                </a:lnTo>
                <a:lnTo>
                  <a:pt x="6893125" y="3182463"/>
                </a:lnTo>
                <a:lnTo>
                  <a:pt x="6900265" y="3183070"/>
                </a:lnTo>
                <a:lnTo>
                  <a:pt x="6907369" y="3181117"/>
                </a:lnTo>
                <a:lnTo>
                  <a:pt x="6913067" y="3176917"/>
                </a:lnTo>
                <a:lnTo>
                  <a:pt x="6916378" y="3171276"/>
                </a:lnTo>
                <a:lnTo>
                  <a:pt x="6917057" y="3164930"/>
                </a:lnTo>
                <a:lnTo>
                  <a:pt x="6914856" y="3158615"/>
                </a:lnTo>
                <a:lnTo>
                  <a:pt x="6911547" y="3153191"/>
                </a:lnTo>
                <a:lnTo>
                  <a:pt x="6905359" y="3150082"/>
                </a:lnTo>
                <a:lnTo>
                  <a:pt x="6895747" y="3149851"/>
                </a:lnTo>
                <a:close/>
              </a:path>
              <a:path w="20048855" h="6221095" extrusionOk="0">
                <a:moveTo>
                  <a:pt x="14844992" y="3256927"/>
                </a:moveTo>
                <a:lnTo>
                  <a:pt x="14838636" y="3259743"/>
                </a:lnTo>
                <a:lnTo>
                  <a:pt x="14834992" y="3265125"/>
                </a:lnTo>
                <a:lnTo>
                  <a:pt x="14832520" y="3271308"/>
                </a:lnTo>
                <a:lnTo>
                  <a:pt x="14832907" y="3277637"/>
                </a:lnTo>
                <a:lnTo>
                  <a:pt x="14835939" y="3283382"/>
                </a:lnTo>
                <a:lnTo>
                  <a:pt x="14841400" y="3287816"/>
                </a:lnTo>
                <a:lnTo>
                  <a:pt x="14848361" y="3290037"/>
                </a:lnTo>
                <a:lnTo>
                  <a:pt x="14855486" y="3289725"/>
                </a:lnTo>
                <a:lnTo>
                  <a:pt x="14861956" y="3287040"/>
                </a:lnTo>
                <a:lnTo>
                  <a:pt x="14866949" y="3282140"/>
                </a:lnTo>
                <a:lnTo>
                  <a:pt x="14869500" y="3275952"/>
                </a:lnTo>
                <a:lnTo>
                  <a:pt x="14869122" y="3269619"/>
                </a:lnTo>
                <a:lnTo>
                  <a:pt x="14866120" y="3263869"/>
                </a:lnTo>
                <a:lnTo>
                  <a:pt x="14860677" y="3259429"/>
                </a:lnTo>
                <a:lnTo>
                  <a:pt x="14857787" y="3257817"/>
                </a:lnTo>
                <a:lnTo>
                  <a:pt x="14854604" y="3257157"/>
                </a:lnTo>
                <a:lnTo>
                  <a:pt x="14844992" y="3256927"/>
                </a:lnTo>
                <a:close/>
              </a:path>
              <a:path w="20048855" h="6221095" extrusionOk="0">
                <a:moveTo>
                  <a:pt x="6769991" y="2946978"/>
                </a:moveTo>
                <a:lnTo>
                  <a:pt x="6754202" y="2965458"/>
                </a:lnTo>
                <a:lnTo>
                  <a:pt x="6756432" y="2971700"/>
                </a:lnTo>
                <a:lnTo>
                  <a:pt x="6761301" y="2976752"/>
                </a:lnTo>
                <a:lnTo>
                  <a:pt x="6767713" y="2979644"/>
                </a:lnTo>
                <a:lnTo>
                  <a:pt x="6774845" y="2980169"/>
                </a:lnTo>
                <a:lnTo>
                  <a:pt x="6781876" y="2978118"/>
                </a:lnTo>
                <a:lnTo>
                  <a:pt x="6787479" y="2973811"/>
                </a:lnTo>
                <a:lnTo>
                  <a:pt x="6790705" y="2968141"/>
                </a:lnTo>
                <a:lnTo>
                  <a:pt x="6791320" y="2961805"/>
                </a:lnTo>
                <a:lnTo>
                  <a:pt x="6789090" y="2955501"/>
                </a:lnTo>
                <a:lnTo>
                  <a:pt x="6785781" y="2950203"/>
                </a:lnTo>
                <a:lnTo>
                  <a:pt x="6779593" y="2947208"/>
                </a:lnTo>
                <a:lnTo>
                  <a:pt x="6769991" y="2946978"/>
                </a:lnTo>
                <a:close/>
              </a:path>
              <a:path w="20048855" h="6221095" extrusionOk="0">
                <a:moveTo>
                  <a:pt x="14979794" y="3058409"/>
                </a:moveTo>
                <a:lnTo>
                  <a:pt x="14973427" y="3061226"/>
                </a:lnTo>
                <a:lnTo>
                  <a:pt x="14969794" y="3066493"/>
                </a:lnTo>
                <a:lnTo>
                  <a:pt x="14967299" y="3072693"/>
                </a:lnTo>
                <a:lnTo>
                  <a:pt x="14967637" y="3079063"/>
                </a:lnTo>
                <a:lnTo>
                  <a:pt x="14970622" y="3084851"/>
                </a:lnTo>
                <a:lnTo>
                  <a:pt x="14976066" y="3089309"/>
                </a:lnTo>
                <a:lnTo>
                  <a:pt x="14983045" y="3091530"/>
                </a:lnTo>
                <a:lnTo>
                  <a:pt x="14990210" y="3091227"/>
                </a:lnTo>
                <a:lnTo>
                  <a:pt x="14996719" y="3088572"/>
                </a:lnTo>
                <a:lnTo>
                  <a:pt x="15001730" y="3083738"/>
                </a:lnTo>
                <a:lnTo>
                  <a:pt x="15004236" y="3077531"/>
                </a:lnTo>
                <a:lnTo>
                  <a:pt x="15003902" y="3071159"/>
                </a:lnTo>
                <a:lnTo>
                  <a:pt x="14979794" y="3058409"/>
                </a:lnTo>
                <a:close/>
              </a:path>
              <a:path w="20048855" h="6221095" extrusionOk="0">
                <a:moveTo>
                  <a:pt x="6640435" y="2746042"/>
                </a:moveTo>
                <a:lnTo>
                  <a:pt x="6624813" y="2764873"/>
                </a:lnTo>
                <a:lnTo>
                  <a:pt x="6627263" y="2771130"/>
                </a:lnTo>
                <a:lnTo>
                  <a:pt x="6632152" y="2776021"/>
                </a:lnTo>
                <a:lnTo>
                  <a:pt x="6638597" y="2778777"/>
                </a:lnTo>
                <a:lnTo>
                  <a:pt x="6645742" y="2779168"/>
                </a:lnTo>
                <a:lnTo>
                  <a:pt x="6652728" y="2776962"/>
                </a:lnTo>
                <a:lnTo>
                  <a:pt x="6658286" y="2772561"/>
                </a:lnTo>
                <a:lnTo>
                  <a:pt x="6661394" y="2766833"/>
                </a:lnTo>
                <a:lnTo>
                  <a:pt x="6661841" y="2760510"/>
                </a:lnTo>
                <a:lnTo>
                  <a:pt x="6659419" y="2754324"/>
                </a:lnTo>
                <a:lnTo>
                  <a:pt x="6655963" y="2749130"/>
                </a:lnTo>
                <a:lnTo>
                  <a:pt x="6649901" y="2746261"/>
                </a:lnTo>
                <a:lnTo>
                  <a:pt x="6640435" y="2746042"/>
                </a:lnTo>
                <a:close/>
              </a:path>
              <a:path w="20048855" h="6221095" extrusionOk="0">
                <a:moveTo>
                  <a:pt x="15115643" y="2860279"/>
                </a:moveTo>
                <a:lnTo>
                  <a:pt x="15109287" y="2863096"/>
                </a:lnTo>
                <a:lnTo>
                  <a:pt x="15105654" y="2868362"/>
                </a:lnTo>
                <a:lnTo>
                  <a:pt x="15103077" y="2874497"/>
                </a:lnTo>
                <a:lnTo>
                  <a:pt x="15103378" y="2880842"/>
                </a:lnTo>
                <a:lnTo>
                  <a:pt x="15106350" y="2886652"/>
                </a:lnTo>
                <a:lnTo>
                  <a:pt x="15111790" y="2891178"/>
                </a:lnTo>
                <a:lnTo>
                  <a:pt x="15118692" y="2893398"/>
                </a:lnTo>
                <a:lnTo>
                  <a:pt x="15125831" y="2893108"/>
                </a:lnTo>
                <a:lnTo>
                  <a:pt x="15132366" y="2890489"/>
                </a:lnTo>
                <a:lnTo>
                  <a:pt x="15137454" y="2885723"/>
                </a:lnTo>
                <a:lnTo>
                  <a:pt x="15139955" y="2879518"/>
                </a:lnTo>
                <a:lnTo>
                  <a:pt x="15139632" y="2873148"/>
                </a:lnTo>
                <a:lnTo>
                  <a:pt x="15115643" y="2860279"/>
                </a:lnTo>
                <a:close/>
              </a:path>
              <a:path w="20048855" h="6221095" extrusionOk="0">
                <a:moveTo>
                  <a:pt x="15956" y="2441548"/>
                </a:moveTo>
                <a:lnTo>
                  <a:pt x="0" y="2459850"/>
                </a:lnTo>
                <a:lnTo>
                  <a:pt x="2135" y="2466144"/>
                </a:lnTo>
                <a:lnTo>
                  <a:pt x="6964" y="2471212"/>
                </a:lnTo>
                <a:lnTo>
                  <a:pt x="13365" y="2474158"/>
                </a:lnTo>
                <a:lnTo>
                  <a:pt x="20511" y="2474763"/>
                </a:lnTo>
                <a:lnTo>
                  <a:pt x="27579" y="2472804"/>
                </a:lnTo>
                <a:lnTo>
                  <a:pt x="33277" y="2468559"/>
                </a:lnTo>
                <a:lnTo>
                  <a:pt x="36571" y="2462925"/>
                </a:lnTo>
                <a:lnTo>
                  <a:pt x="37253" y="2456607"/>
                </a:lnTo>
                <a:lnTo>
                  <a:pt x="35118" y="2450312"/>
                </a:lnTo>
                <a:lnTo>
                  <a:pt x="31767" y="2444888"/>
                </a:lnTo>
                <a:lnTo>
                  <a:pt x="25589" y="2441779"/>
                </a:lnTo>
                <a:lnTo>
                  <a:pt x="15956" y="2441548"/>
                </a:lnTo>
                <a:close/>
              </a:path>
              <a:path w="20048855" h="6221095" extrusionOk="0">
                <a:moveTo>
                  <a:pt x="6504764" y="2548267"/>
                </a:moveTo>
                <a:lnTo>
                  <a:pt x="6489469" y="2567585"/>
                </a:lnTo>
                <a:lnTo>
                  <a:pt x="6492115" y="2573733"/>
                </a:lnTo>
                <a:lnTo>
                  <a:pt x="6497169" y="2578500"/>
                </a:lnTo>
                <a:lnTo>
                  <a:pt x="6503702" y="2581087"/>
                </a:lnTo>
                <a:lnTo>
                  <a:pt x="6510882" y="2581309"/>
                </a:lnTo>
                <a:lnTo>
                  <a:pt x="6517873" y="2578979"/>
                </a:lnTo>
                <a:lnTo>
                  <a:pt x="6523214" y="2574415"/>
                </a:lnTo>
                <a:lnTo>
                  <a:pt x="6526076" y="2568585"/>
                </a:lnTo>
                <a:lnTo>
                  <a:pt x="6526274" y="2562226"/>
                </a:lnTo>
                <a:lnTo>
                  <a:pt x="6523622" y="2556079"/>
                </a:lnTo>
                <a:lnTo>
                  <a:pt x="6520166" y="2551126"/>
                </a:lnTo>
                <a:lnTo>
                  <a:pt x="6514376" y="2548498"/>
                </a:lnTo>
                <a:lnTo>
                  <a:pt x="6504764" y="2548267"/>
                </a:lnTo>
                <a:close/>
              </a:path>
              <a:path w="20048855" h="6221095" extrusionOk="0">
                <a:moveTo>
                  <a:pt x="238881" y="2322390"/>
                </a:moveTo>
                <a:lnTo>
                  <a:pt x="223681" y="2342060"/>
                </a:lnTo>
                <a:lnTo>
                  <a:pt x="226421" y="2348211"/>
                </a:lnTo>
                <a:lnTo>
                  <a:pt x="231642" y="2352875"/>
                </a:lnTo>
                <a:lnTo>
                  <a:pt x="238266" y="2355348"/>
                </a:lnTo>
                <a:lnTo>
                  <a:pt x="245460" y="2355474"/>
                </a:lnTo>
                <a:lnTo>
                  <a:pt x="252389" y="2353101"/>
                </a:lnTo>
                <a:lnTo>
                  <a:pt x="257596" y="2348469"/>
                </a:lnTo>
                <a:lnTo>
                  <a:pt x="260360" y="2342601"/>
                </a:lnTo>
                <a:lnTo>
                  <a:pt x="260473" y="2336226"/>
                </a:lnTo>
                <a:lnTo>
                  <a:pt x="257729" y="2330075"/>
                </a:lnTo>
                <a:lnTo>
                  <a:pt x="254273" y="2325363"/>
                </a:lnTo>
                <a:lnTo>
                  <a:pt x="248410" y="2322609"/>
                </a:lnTo>
                <a:lnTo>
                  <a:pt x="238881" y="2322390"/>
                </a:lnTo>
                <a:close/>
              </a:path>
              <a:path w="20048855" h="6221095" extrusionOk="0">
                <a:moveTo>
                  <a:pt x="15253209" y="2662903"/>
                </a:moveTo>
                <a:lnTo>
                  <a:pt x="15246843" y="2665719"/>
                </a:lnTo>
                <a:lnTo>
                  <a:pt x="15243220" y="2670861"/>
                </a:lnTo>
                <a:lnTo>
                  <a:pt x="15240627" y="2677045"/>
                </a:lnTo>
                <a:lnTo>
                  <a:pt x="15240879" y="2683398"/>
                </a:lnTo>
                <a:lnTo>
                  <a:pt x="15243799" y="2689215"/>
                </a:lnTo>
                <a:lnTo>
                  <a:pt x="15249210" y="2693792"/>
                </a:lnTo>
                <a:lnTo>
                  <a:pt x="15256119" y="2696095"/>
                </a:lnTo>
                <a:lnTo>
                  <a:pt x="15263264" y="2695870"/>
                </a:lnTo>
                <a:lnTo>
                  <a:pt x="15269801" y="2693274"/>
                </a:lnTo>
                <a:lnTo>
                  <a:pt x="15274884" y="2688462"/>
                </a:lnTo>
                <a:lnTo>
                  <a:pt x="15277480" y="2682325"/>
                </a:lnTo>
                <a:lnTo>
                  <a:pt x="15277240" y="2675974"/>
                </a:lnTo>
                <a:lnTo>
                  <a:pt x="15253209" y="2662903"/>
                </a:lnTo>
                <a:close/>
              </a:path>
              <a:path w="20048855" h="6221095" extrusionOk="0">
                <a:moveTo>
                  <a:pt x="6360946" y="2355069"/>
                </a:moveTo>
                <a:lnTo>
                  <a:pt x="6346007" y="2375102"/>
                </a:lnTo>
                <a:lnTo>
                  <a:pt x="6348957" y="2381142"/>
                </a:lnTo>
                <a:lnTo>
                  <a:pt x="6354319" y="2385795"/>
                </a:lnTo>
                <a:lnTo>
                  <a:pt x="6360988" y="2388084"/>
                </a:lnTo>
                <a:lnTo>
                  <a:pt x="6368152" y="2388001"/>
                </a:lnTo>
                <a:lnTo>
                  <a:pt x="6374998" y="2385424"/>
                </a:lnTo>
                <a:lnTo>
                  <a:pt x="6380112" y="2380644"/>
                </a:lnTo>
                <a:lnTo>
                  <a:pt x="6382689" y="2374689"/>
                </a:lnTo>
                <a:lnTo>
                  <a:pt x="6382596" y="2368314"/>
                </a:lnTo>
                <a:lnTo>
                  <a:pt x="6379700" y="2362273"/>
                </a:lnTo>
                <a:lnTo>
                  <a:pt x="6376098" y="2357792"/>
                </a:lnTo>
                <a:lnTo>
                  <a:pt x="6370558" y="2355300"/>
                </a:lnTo>
                <a:lnTo>
                  <a:pt x="6360946" y="2355069"/>
                </a:lnTo>
                <a:close/>
              </a:path>
              <a:path w="20048855" h="6221095" extrusionOk="0">
                <a:moveTo>
                  <a:pt x="452697" y="2190676"/>
                </a:moveTo>
                <a:lnTo>
                  <a:pt x="448613" y="2191765"/>
                </a:lnTo>
                <a:lnTo>
                  <a:pt x="445262" y="2193943"/>
                </a:lnTo>
                <a:lnTo>
                  <a:pt x="440176" y="2198795"/>
                </a:lnTo>
                <a:lnTo>
                  <a:pt x="437710" y="2204775"/>
                </a:lnTo>
                <a:lnTo>
                  <a:pt x="437974" y="2211133"/>
                </a:lnTo>
                <a:lnTo>
                  <a:pt x="441074" y="2217115"/>
                </a:lnTo>
                <a:lnTo>
                  <a:pt x="446547" y="2221617"/>
                </a:lnTo>
                <a:lnTo>
                  <a:pt x="453286" y="2223797"/>
                </a:lnTo>
                <a:lnTo>
                  <a:pt x="460437" y="2223560"/>
                </a:lnTo>
                <a:lnTo>
                  <a:pt x="467147" y="2220811"/>
                </a:lnTo>
                <a:lnTo>
                  <a:pt x="472233" y="2215964"/>
                </a:lnTo>
                <a:lnTo>
                  <a:pt x="474699" y="2209985"/>
                </a:lnTo>
                <a:lnTo>
                  <a:pt x="474435" y="2203628"/>
                </a:lnTo>
                <a:lnTo>
                  <a:pt x="471335" y="2197650"/>
                </a:lnTo>
                <a:lnTo>
                  <a:pt x="467670" y="2193284"/>
                </a:lnTo>
                <a:lnTo>
                  <a:pt x="462330" y="2190907"/>
                </a:lnTo>
                <a:lnTo>
                  <a:pt x="452697" y="2190676"/>
                </a:lnTo>
                <a:close/>
              </a:path>
              <a:path w="20048855" h="6221095" extrusionOk="0">
                <a:moveTo>
                  <a:pt x="15392985" y="2467348"/>
                </a:moveTo>
                <a:lnTo>
                  <a:pt x="15386766" y="2470060"/>
                </a:lnTo>
                <a:lnTo>
                  <a:pt x="15383143" y="2475076"/>
                </a:lnTo>
                <a:lnTo>
                  <a:pt x="15380453" y="2481214"/>
                </a:lnTo>
                <a:lnTo>
                  <a:pt x="15380606" y="2487573"/>
                </a:lnTo>
                <a:lnTo>
                  <a:pt x="15383425" y="2493414"/>
                </a:lnTo>
                <a:lnTo>
                  <a:pt x="15388734" y="2497997"/>
                </a:lnTo>
                <a:lnTo>
                  <a:pt x="15395638" y="2500393"/>
                </a:lnTo>
                <a:lnTo>
                  <a:pt x="15402793" y="2500258"/>
                </a:lnTo>
                <a:lnTo>
                  <a:pt x="15409368" y="2497752"/>
                </a:lnTo>
                <a:lnTo>
                  <a:pt x="15414534" y="2493034"/>
                </a:lnTo>
                <a:lnTo>
                  <a:pt x="15417224" y="2486897"/>
                </a:lnTo>
                <a:lnTo>
                  <a:pt x="15417070" y="2480539"/>
                </a:lnTo>
                <a:lnTo>
                  <a:pt x="15392985" y="2467348"/>
                </a:lnTo>
                <a:close/>
              </a:path>
              <a:path w="20048855" h="6221095" extrusionOk="0">
                <a:moveTo>
                  <a:pt x="659916" y="2050618"/>
                </a:moveTo>
                <a:lnTo>
                  <a:pt x="655518" y="2051696"/>
                </a:lnTo>
                <a:lnTo>
                  <a:pt x="652062" y="2054220"/>
                </a:lnTo>
                <a:lnTo>
                  <a:pt x="647287" y="2059216"/>
                </a:lnTo>
                <a:lnTo>
                  <a:pt x="645112" y="2065263"/>
                </a:lnTo>
                <a:lnTo>
                  <a:pt x="645628" y="2071617"/>
                </a:lnTo>
                <a:lnTo>
                  <a:pt x="648921" y="2077538"/>
                </a:lnTo>
                <a:lnTo>
                  <a:pt x="654514" y="2081778"/>
                </a:lnTo>
                <a:lnTo>
                  <a:pt x="661310" y="2083710"/>
                </a:lnTo>
                <a:lnTo>
                  <a:pt x="668468" y="2083244"/>
                </a:lnTo>
                <a:lnTo>
                  <a:pt x="675151" y="2080292"/>
                </a:lnTo>
                <a:lnTo>
                  <a:pt x="679923" y="2075231"/>
                </a:lnTo>
                <a:lnTo>
                  <a:pt x="682096" y="2069164"/>
                </a:lnTo>
                <a:lnTo>
                  <a:pt x="681571" y="2062835"/>
                </a:lnTo>
                <a:lnTo>
                  <a:pt x="678250" y="2056984"/>
                </a:lnTo>
                <a:lnTo>
                  <a:pt x="674627" y="2052984"/>
                </a:lnTo>
                <a:lnTo>
                  <a:pt x="669444" y="2050838"/>
                </a:lnTo>
                <a:lnTo>
                  <a:pt x="659916" y="2050618"/>
                </a:lnTo>
                <a:close/>
              </a:path>
              <a:path w="20048855" h="6221095" extrusionOk="0">
                <a:moveTo>
                  <a:pt x="6207202" y="2167923"/>
                </a:moveTo>
                <a:lnTo>
                  <a:pt x="6203045" y="2169012"/>
                </a:lnTo>
                <a:lnTo>
                  <a:pt x="6199496" y="2171420"/>
                </a:lnTo>
                <a:lnTo>
                  <a:pt x="6194605" y="2176411"/>
                </a:lnTo>
                <a:lnTo>
                  <a:pt x="6192305" y="2182453"/>
                </a:lnTo>
                <a:lnTo>
                  <a:pt x="6192725" y="2188803"/>
                </a:lnTo>
                <a:lnTo>
                  <a:pt x="6195998" y="2194718"/>
                </a:lnTo>
                <a:lnTo>
                  <a:pt x="6201612" y="2199049"/>
                </a:lnTo>
                <a:lnTo>
                  <a:pt x="6208408" y="2201067"/>
                </a:lnTo>
                <a:lnTo>
                  <a:pt x="6215551" y="2200689"/>
                </a:lnTo>
                <a:lnTo>
                  <a:pt x="6222207" y="2197828"/>
                </a:lnTo>
                <a:lnTo>
                  <a:pt x="6227073" y="2192840"/>
                </a:lnTo>
                <a:lnTo>
                  <a:pt x="6229331" y="2186794"/>
                </a:lnTo>
                <a:lnTo>
                  <a:pt x="6228870" y="2180438"/>
                </a:lnTo>
                <a:lnTo>
                  <a:pt x="6225579" y="2174520"/>
                </a:lnTo>
                <a:lnTo>
                  <a:pt x="6222092" y="2170405"/>
                </a:lnTo>
                <a:lnTo>
                  <a:pt x="6216689" y="2168143"/>
                </a:lnTo>
                <a:lnTo>
                  <a:pt x="6207202" y="2167923"/>
                </a:lnTo>
                <a:close/>
              </a:path>
              <a:path w="20048855" h="6221095" extrusionOk="0">
                <a:moveTo>
                  <a:pt x="15526217" y="2281030"/>
                </a:moveTo>
                <a:lnTo>
                  <a:pt x="15523467" y="2287070"/>
                </a:lnTo>
                <a:lnTo>
                  <a:pt x="15523476" y="2293538"/>
                </a:lnTo>
                <a:lnTo>
                  <a:pt x="15526196" y="2299416"/>
                </a:lnTo>
                <a:lnTo>
                  <a:pt x="15531400" y="2304076"/>
                </a:lnTo>
                <a:lnTo>
                  <a:pt x="15538249" y="2306625"/>
                </a:lnTo>
                <a:lnTo>
                  <a:pt x="15545423" y="2306611"/>
                </a:lnTo>
                <a:lnTo>
                  <a:pt x="15552068" y="2304204"/>
                </a:lnTo>
                <a:lnTo>
                  <a:pt x="15557326" y="2299573"/>
                </a:lnTo>
                <a:lnTo>
                  <a:pt x="15560074" y="2293538"/>
                </a:lnTo>
                <a:lnTo>
                  <a:pt x="15560065" y="2287070"/>
                </a:lnTo>
                <a:lnTo>
                  <a:pt x="15557342" y="2281196"/>
                </a:lnTo>
                <a:lnTo>
                  <a:pt x="15557168" y="2281040"/>
                </a:lnTo>
                <a:lnTo>
                  <a:pt x="15526217" y="2281030"/>
                </a:lnTo>
                <a:close/>
              </a:path>
              <a:path w="20048855" h="6221095" extrusionOk="0">
                <a:moveTo>
                  <a:pt x="15536060" y="2273553"/>
                </a:moveTo>
                <a:lnTo>
                  <a:pt x="15529965" y="2276140"/>
                </a:lnTo>
                <a:lnTo>
                  <a:pt x="15526353" y="2281040"/>
                </a:lnTo>
                <a:lnTo>
                  <a:pt x="15557168" y="2281040"/>
                </a:lnTo>
                <a:lnTo>
                  <a:pt x="15552132" y="2276538"/>
                </a:lnTo>
                <a:lnTo>
                  <a:pt x="15549117" y="2274684"/>
                </a:lnTo>
                <a:lnTo>
                  <a:pt x="15545661" y="2273784"/>
                </a:lnTo>
                <a:lnTo>
                  <a:pt x="15536060" y="2273553"/>
                </a:lnTo>
                <a:close/>
              </a:path>
              <a:path w="20048855" h="6221095" extrusionOk="0">
                <a:moveTo>
                  <a:pt x="862538" y="1905104"/>
                </a:moveTo>
                <a:lnTo>
                  <a:pt x="858098" y="1906423"/>
                </a:lnTo>
                <a:lnTo>
                  <a:pt x="854538" y="1909062"/>
                </a:lnTo>
                <a:lnTo>
                  <a:pt x="849870" y="1914143"/>
                </a:lnTo>
                <a:lnTo>
                  <a:pt x="847814" y="1920245"/>
                </a:lnTo>
                <a:lnTo>
                  <a:pt x="848482" y="1926590"/>
                </a:lnTo>
                <a:lnTo>
                  <a:pt x="851983" y="1932401"/>
                </a:lnTo>
                <a:lnTo>
                  <a:pt x="857751" y="1936545"/>
                </a:lnTo>
                <a:lnTo>
                  <a:pt x="864603" y="1938371"/>
                </a:lnTo>
                <a:lnTo>
                  <a:pt x="871702" y="1937780"/>
                </a:lnTo>
                <a:lnTo>
                  <a:pt x="878213" y="1934674"/>
                </a:lnTo>
                <a:lnTo>
                  <a:pt x="882940" y="1929546"/>
                </a:lnTo>
                <a:lnTo>
                  <a:pt x="884994" y="1923454"/>
                </a:lnTo>
                <a:lnTo>
                  <a:pt x="884301" y="1917142"/>
                </a:lnTo>
                <a:lnTo>
                  <a:pt x="880788" y="1911355"/>
                </a:lnTo>
                <a:lnTo>
                  <a:pt x="877291" y="1907470"/>
                </a:lnTo>
                <a:lnTo>
                  <a:pt x="872150" y="1905334"/>
                </a:lnTo>
                <a:lnTo>
                  <a:pt x="862538" y="1905104"/>
                </a:lnTo>
                <a:close/>
              </a:path>
              <a:path w="20048855" h="6221095" extrusionOk="0">
                <a:moveTo>
                  <a:pt x="6042977" y="1987876"/>
                </a:moveTo>
                <a:lnTo>
                  <a:pt x="6038391" y="1989195"/>
                </a:lnTo>
                <a:lnTo>
                  <a:pt x="6034705" y="1991960"/>
                </a:lnTo>
                <a:lnTo>
                  <a:pt x="6030153" y="1997164"/>
                </a:lnTo>
                <a:lnTo>
                  <a:pt x="6028239" y="2003284"/>
                </a:lnTo>
                <a:lnTo>
                  <a:pt x="6029051" y="2009576"/>
                </a:lnTo>
                <a:lnTo>
                  <a:pt x="6032673" y="2015299"/>
                </a:lnTo>
                <a:lnTo>
                  <a:pt x="6038522" y="2019463"/>
                </a:lnTo>
                <a:lnTo>
                  <a:pt x="6045419" y="2021159"/>
                </a:lnTo>
                <a:lnTo>
                  <a:pt x="6052540" y="2020439"/>
                </a:lnTo>
                <a:lnTo>
                  <a:pt x="6059060" y="2017226"/>
                </a:lnTo>
                <a:lnTo>
                  <a:pt x="6063612" y="2012024"/>
                </a:lnTo>
                <a:lnTo>
                  <a:pt x="6065526" y="2005890"/>
                </a:lnTo>
                <a:lnTo>
                  <a:pt x="6064714" y="1999558"/>
                </a:lnTo>
                <a:lnTo>
                  <a:pt x="6061091" y="1993761"/>
                </a:lnTo>
                <a:lnTo>
                  <a:pt x="6057458" y="1990117"/>
                </a:lnTo>
                <a:lnTo>
                  <a:pt x="6052443" y="1988096"/>
                </a:lnTo>
                <a:lnTo>
                  <a:pt x="6042977" y="1987876"/>
                </a:lnTo>
                <a:close/>
              </a:path>
              <a:path w="20048855" h="6221095" extrusionOk="0">
                <a:moveTo>
                  <a:pt x="1063003" y="1757161"/>
                </a:moveTo>
                <a:lnTo>
                  <a:pt x="1058553" y="1758365"/>
                </a:lnTo>
                <a:lnTo>
                  <a:pt x="1054867" y="1761129"/>
                </a:lnTo>
                <a:lnTo>
                  <a:pt x="1050240" y="1766259"/>
                </a:lnTo>
                <a:lnTo>
                  <a:pt x="1048274" y="1772354"/>
                </a:lnTo>
                <a:lnTo>
                  <a:pt x="1049032" y="1778669"/>
                </a:lnTo>
                <a:lnTo>
                  <a:pt x="1052574" y="1784458"/>
                </a:lnTo>
                <a:lnTo>
                  <a:pt x="1058344" y="1788592"/>
                </a:lnTo>
                <a:lnTo>
                  <a:pt x="1065199" y="1790368"/>
                </a:lnTo>
                <a:lnTo>
                  <a:pt x="1072302" y="1789699"/>
                </a:lnTo>
                <a:lnTo>
                  <a:pt x="1078814" y="1786500"/>
                </a:lnTo>
                <a:lnTo>
                  <a:pt x="1083467" y="1781419"/>
                </a:lnTo>
                <a:lnTo>
                  <a:pt x="1085480" y="1775318"/>
                </a:lnTo>
                <a:lnTo>
                  <a:pt x="1084770" y="1768976"/>
                </a:lnTo>
                <a:lnTo>
                  <a:pt x="1081254" y="1763171"/>
                </a:lnTo>
                <a:lnTo>
                  <a:pt x="1077620" y="1759401"/>
                </a:lnTo>
                <a:lnTo>
                  <a:pt x="1072615" y="1757391"/>
                </a:lnTo>
                <a:lnTo>
                  <a:pt x="1063003" y="1757161"/>
                </a:lnTo>
                <a:close/>
              </a:path>
              <a:path w="20048855" h="6221095" extrusionOk="0">
                <a:moveTo>
                  <a:pt x="15683333" y="2082219"/>
                </a:moveTo>
                <a:lnTo>
                  <a:pt x="15677249" y="2084679"/>
                </a:lnTo>
                <a:lnTo>
                  <a:pt x="15673490" y="2089465"/>
                </a:lnTo>
                <a:lnTo>
                  <a:pt x="15670557" y="2095532"/>
                </a:lnTo>
                <a:lnTo>
                  <a:pt x="15670432" y="2101887"/>
                </a:lnTo>
                <a:lnTo>
                  <a:pt x="15673001" y="2107816"/>
                </a:lnTo>
                <a:lnTo>
                  <a:pt x="15678149" y="2112605"/>
                </a:lnTo>
                <a:lnTo>
                  <a:pt x="15684916" y="2115212"/>
                </a:lnTo>
                <a:lnTo>
                  <a:pt x="15692070" y="2115324"/>
                </a:lnTo>
                <a:lnTo>
                  <a:pt x="15698770" y="2113043"/>
                </a:lnTo>
                <a:lnTo>
                  <a:pt x="15704170" y="2108469"/>
                </a:lnTo>
                <a:lnTo>
                  <a:pt x="15707107" y="2102455"/>
                </a:lnTo>
                <a:lnTo>
                  <a:pt x="15707234" y="2096094"/>
                </a:lnTo>
                <a:lnTo>
                  <a:pt x="15704669" y="2090136"/>
                </a:lnTo>
                <a:lnTo>
                  <a:pt x="15699531" y="2085329"/>
                </a:lnTo>
                <a:lnTo>
                  <a:pt x="15696505" y="2083475"/>
                </a:lnTo>
                <a:lnTo>
                  <a:pt x="15692934" y="2082449"/>
                </a:lnTo>
                <a:lnTo>
                  <a:pt x="15683333" y="2082219"/>
                </a:lnTo>
                <a:close/>
              </a:path>
              <a:path w="20048855" h="6221095" extrusionOk="0">
                <a:moveTo>
                  <a:pt x="5868354" y="1815682"/>
                </a:moveTo>
                <a:lnTo>
                  <a:pt x="5863495" y="1817222"/>
                </a:lnTo>
                <a:lnTo>
                  <a:pt x="5859799" y="1820332"/>
                </a:lnTo>
                <a:lnTo>
                  <a:pt x="5855503" y="1825748"/>
                </a:lnTo>
                <a:lnTo>
                  <a:pt x="5853939" y="1831958"/>
                </a:lnTo>
                <a:lnTo>
                  <a:pt x="5855130" y="1838229"/>
                </a:lnTo>
                <a:lnTo>
                  <a:pt x="5859098" y="1843828"/>
                </a:lnTo>
                <a:lnTo>
                  <a:pt x="5865180" y="1847641"/>
                </a:lnTo>
                <a:lnTo>
                  <a:pt x="5872163" y="1849030"/>
                </a:lnTo>
                <a:lnTo>
                  <a:pt x="5879220" y="1847972"/>
                </a:lnTo>
                <a:lnTo>
                  <a:pt x="5885526" y="1844446"/>
                </a:lnTo>
                <a:lnTo>
                  <a:pt x="5889744" y="1839042"/>
                </a:lnTo>
                <a:lnTo>
                  <a:pt x="5891280" y="1832836"/>
                </a:lnTo>
                <a:lnTo>
                  <a:pt x="5890114" y="1826564"/>
                </a:lnTo>
                <a:lnTo>
                  <a:pt x="5886228" y="1820960"/>
                </a:lnTo>
                <a:lnTo>
                  <a:pt x="5882584" y="1817672"/>
                </a:lnTo>
                <a:lnTo>
                  <a:pt x="5877956" y="1815902"/>
                </a:lnTo>
                <a:lnTo>
                  <a:pt x="5868354" y="1815682"/>
                </a:lnTo>
                <a:close/>
              </a:path>
              <a:path w="20048855" h="6221095" extrusionOk="0">
                <a:moveTo>
                  <a:pt x="1263468" y="1608987"/>
                </a:moveTo>
                <a:lnTo>
                  <a:pt x="1259028" y="1610191"/>
                </a:lnTo>
                <a:lnTo>
                  <a:pt x="1255479" y="1612830"/>
                </a:lnTo>
                <a:lnTo>
                  <a:pt x="1250747" y="1617961"/>
                </a:lnTo>
                <a:lnTo>
                  <a:pt x="1248693" y="1624070"/>
                </a:lnTo>
                <a:lnTo>
                  <a:pt x="1249388" y="1630423"/>
                </a:lnTo>
                <a:lnTo>
                  <a:pt x="1252903" y="1636285"/>
                </a:lnTo>
                <a:lnTo>
                  <a:pt x="1258679" y="1640415"/>
                </a:lnTo>
                <a:lnTo>
                  <a:pt x="1265537" y="1642201"/>
                </a:lnTo>
                <a:lnTo>
                  <a:pt x="1272641" y="1641568"/>
                </a:lnTo>
                <a:lnTo>
                  <a:pt x="1279153" y="1638442"/>
                </a:lnTo>
                <a:lnTo>
                  <a:pt x="1283880" y="1633363"/>
                </a:lnTo>
                <a:lnTo>
                  <a:pt x="1285933" y="1627265"/>
                </a:lnTo>
                <a:lnTo>
                  <a:pt x="1285238" y="1620927"/>
                </a:lnTo>
                <a:lnTo>
                  <a:pt x="1281719" y="1615123"/>
                </a:lnTo>
                <a:lnTo>
                  <a:pt x="1278096" y="1611238"/>
                </a:lnTo>
                <a:lnTo>
                  <a:pt x="1273080" y="1609218"/>
                </a:lnTo>
                <a:lnTo>
                  <a:pt x="1263468" y="1608987"/>
                </a:lnTo>
                <a:close/>
              </a:path>
              <a:path w="20048855" h="6221095" extrusionOk="0">
                <a:moveTo>
                  <a:pt x="15835443" y="1893963"/>
                </a:moveTo>
                <a:lnTo>
                  <a:pt x="15829632" y="1896319"/>
                </a:lnTo>
                <a:lnTo>
                  <a:pt x="15825757" y="1900853"/>
                </a:lnTo>
                <a:lnTo>
                  <a:pt x="15822648" y="1906826"/>
                </a:lnTo>
                <a:lnTo>
                  <a:pt x="15822368" y="1913206"/>
                </a:lnTo>
                <a:lnTo>
                  <a:pt x="15824777" y="1919220"/>
                </a:lnTo>
                <a:lnTo>
                  <a:pt x="15829736" y="1924098"/>
                </a:lnTo>
                <a:lnTo>
                  <a:pt x="15836444" y="1926882"/>
                </a:lnTo>
                <a:lnTo>
                  <a:pt x="15843614" y="1927159"/>
                </a:lnTo>
                <a:lnTo>
                  <a:pt x="15850382" y="1925024"/>
                </a:lnTo>
                <a:lnTo>
                  <a:pt x="15855882" y="1920569"/>
                </a:lnTo>
                <a:lnTo>
                  <a:pt x="15859015" y="1914621"/>
                </a:lnTo>
                <a:lnTo>
                  <a:pt x="15859327" y="1908286"/>
                </a:lnTo>
                <a:lnTo>
                  <a:pt x="15856922" y="1902309"/>
                </a:lnTo>
                <a:lnTo>
                  <a:pt x="15851903" y="1897439"/>
                </a:lnTo>
                <a:lnTo>
                  <a:pt x="15848762" y="1895345"/>
                </a:lnTo>
                <a:lnTo>
                  <a:pt x="15845055" y="1894193"/>
                </a:lnTo>
                <a:lnTo>
                  <a:pt x="15835443" y="1893963"/>
                </a:lnTo>
                <a:close/>
              </a:path>
              <a:path w="20048855" h="6221095" extrusionOk="0">
                <a:moveTo>
                  <a:pt x="5683449" y="1652242"/>
                </a:moveTo>
                <a:lnTo>
                  <a:pt x="5678318" y="1653907"/>
                </a:lnTo>
                <a:lnTo>
                  <a:pt x="5674485" y="1657499"/>
                </a:lnTo>
                <a:lnTo>
                  <a:pt x="5670525" y="1663111"/>
                </a:lnTo>
                <a:lnTo>
                  <a:pt x="5669351" y="1669392"/>
                </a:lnTo>
                <a:lnTo>
                  <a:pt x="5670935" y="1675609"/>
                </a:lnTo>
                <a:lnTo>
                  <a:pt x="5675250" y="1681027"/>
                </a:lnTo>
                <a:lnTo>
                  <a:pt x="5681569" y="1684476"/>
                </a:lnTo>
                <a:lnTo>
                  <a:pt x="5688637" y="1685495"/>
                </a:lnTo>
                <a:lnTo>
                  <a:pt x="5695626" y="1684107"/>
                </a:lnTo>
                <a:lnTo>
                  <a:pt x="5701710" y="1680336"/>
                </a:lnTo>
                <a:lnTo>
                  <a:pt x="5705590" y="1674717"/>
                </a:lnTo>
                <a:lnTo>
                  <a:pt x="5706721" y="1668434"/>
                </a:lnTo>
                <a:lnTo>
                  <a:pt x="5705121" y="1662220"/>
                </a:lnTo>
                <a:lnTo>
                  <a:pt x="5700809" y="1656808"/>
                </a:lnTo>
                <a:lnTo>
                  <a:pt x="5697427" y="1653886"/>
                </a:lnTo>
                <a:lnTo>
                  <a:pt x="5692925" y="1652473"/>
                </a:lnTo>
                <a:lnTo>
                  <a:pt x="5683449" y="1652242"/>
                </a:lnTo>
                <a:close/>
              </a:path>
              <a:path w="20048855" h="6221095" extrusionOk="0">
                <a:moveTo>
                  <a:pt x="1466142" y="1463128"/>
                </a:moveTo>
                <a:lnTo>
                  <a:pt x="1461828" y="1464206"/>
                </a:lnTo>
                <a:lnTo>
                  <a:pt x="1458289" y="1466730"/>
                </a:lnTo>
                <a:lnTo>
                  <a:pt x="1453519" y="1471791"/>
                </a:lnTo>
                <a:lnTo>
                  <a:pt x="1451361" y="1477859"/>
                </a:lnTo>
                <a:lnTo>
                  <a:pt x="1451927" y="1484192"/>
                </a:lnTo>
                <a:lnTo>
                  <a:pt x="1455326" y="1490048"/>
                </a:lnTo>
                <a:lnTo>
                  <a:pt x="1460939" y="1494341"/>
                </a:lnTo>
                <a:lnTo>
                  <a:pt x="1467725" y="1496267"/>
                </a:lnTo>
                <a:lnTo>
                  <a:pt x="1474835" y="1495772"/>
                </a:lnTo>
                <a:lnTo>
                  <a:pt x="1481419" y="1492802"/>
                </a:lnTo>
                <a:lnTo>
                  <a:pt x="1486262" y="1487745"/>
                </a:lnTo>
                <a:lnTo>
                  <a:pt x="1488457" y="1481678"/>
                </a:lnTo>
                <a:lnTo>
                  <a:pt x="1487906" y="1475346"/>
                </a:lnTo>
                <a:lnTo>
                  <a:pt x="1484508" y="1469494"/>
                </a:lnTo>
                <a:lnTo>
                  <a:pt x="1480896" y="1465494"/>
                </a:lnTo>
                <a:lnTo>
                  <a:pt x="1475744" y="1463358"/>
                </a:lnTo>
                <a:lnTo>
                  <a:pt x="1466142" y="1463128"/>
                </a:lnTo>
                <a:close/>
              </a:path>
              <a:path w="20048855" h="6221095" extrusionOk="0">
                <a:moveTo>
                  <a:pt x="5488386" y="1498310"/>
                </a:moveTo>
                <a:lnTo>
                  <a:pt x="5482847" y="1500310"/>
                </a:lnTo>
                <a:lnTo>
                  <a:pt x="5478994" y="1504383"/>
                </a:lnTo>
                <a:lnTo>
                  <a:pt x="5475447" y="1510205"/>
                </a:lnTo>
                <a:lnTo>
                  <a:pt x="5474704" y="1516553"/>
                </a:lnTo>
                <a:lnTo>
                  <a:pt x="5476697" y="1522677"/>
                </a:lnTo>
                <a:lnTo>
                  <a:pt x="5481360" y="1527827"/>
                </a:lnTo>
                <a:lnTo>
                  <a:pt x="5487838" y="1530959"/>
                </a:lnTo>
                <a:lnTo>
                  <a:pt x="5494940" y="1531588"/>
                </a:lnTo>
                <a:lnTo>
                  <a:pt x="5501812" y="1529808"/>
                </a:lnTo>
                <a:lnTo>
                  <a:pt x="5507600" y="1525712"/>
                </a:lnTo>
                <a:lnTo>
                  <a:pt x="5511145" y="1519936"/>
                </a:lnTo>
                <a:lnTo>
                  <a:pt x="5511904" y="1513586"/>
                </a:lnTo>
                <a:lnTo>
                  <a:pt x="5509953" y="1507437"/>
                </a:lnTo>
                <a:lnTo>
                  <a:pt x="5505370" y="1502268"/>
                </a:lnTo>
                <a:lnTo>
                  <a:pt x="5501967" y="1499818"/>
                </a:lnTo>
                <a:lnTo>
                  <a:pt x="5497863" y="1498530"/>
                </a:lnTo>
                <a:lnTo>
                  <a:pt x="5488386" y="1498310"/>
                </a:lnTo>
                <a:close/>
              </a:path>
              <a:path w="20048855" h="6221095" extrusionOk="0">
                <a:moveTo>
                  <a:pt x="15993585" y="1709654"/>
                </a:moveTo>
                <a:lnTo>
                  <a:pt x="15987773" y="1711895"/>
                </a:lnTo>
                <a:lnTo>
                  <a:pt x="15984035" y="1716199"/>
                </a:lnTo>
                <a:lnTo>
                  <a:pt x="15980710" y="1722071"/>
                </a:lnTo>
                <a:lnTo>
                  <a:pt x="15980200" y="1728391"/>
                </a:lnTo>
                <a:lnTo>
                  <a:pt x="15982404" y="1734417"/>
                </a:lnTo>
                <a:lnTo>
                  <a:pt x="15987219" y="1739413"/>
                </a:lnTo>
                <a:lnTo>
                  <a:pt x="15993773" y="1742442"/>
                </a:lnTo>
                <a:lnTo>
                  <a:pt x="16000890" y="1742932"/>
                </a:lnTo>
                <a:lnTo>
                  <a:pt x="16007702" y="1740990"/>
                </a:lnTo>
                <a:lnTo>
                  <a:pt x="16013343" y="1736721"/>
                </a:lnTo>
                <a:lnTo>
                  <a:pt x="16016690" y="1730825"/>
                </a:lnTo>
                <a:lnTo>
                  <a:pt x="16017246" y="1724463"/>
                </a:lnTo>
                <a:lnTo>
                  <a:pt x="16015090" y="1718395"/>
                </a:lnTo>
                <a:lnTo>
                  <a:pt x="16010296" y="1713382"/>
                </a:lnTo>
                <a:lnTo>
                  <a:pt x="16006904" y="1711036"/>
                </a:lnTo>
                <a:lnTo>
                  <a:pt x="16003061" y="1709885"/>
                </a:lnTo>
                <a:lnTo>
                  <a:pt x="15993585" y="1709654"/>
                </a:lnTo>
                <a:close/>
              </a:path>
              <a:path w="20048855" h="6221095" extrusionOk="0">
                <a:moveTo>
                  <a:pt x="1673340" y="1322116"/>
                </a:moveTo>
                <a:lnTo>
                  <a:pt x="1669298" y="1323205"/>
                </a:lnTo>
                <a:lnTo>
                  <a:pt x="1665759" y="1325383"/>
                </a:lnTo>
                <a:lnTo>
                  <a:pt x="1660777" y="1330297"/>
                </a:lnTo>
                <a:lnTo>
                  <a:pt x="1658377" y="1336312"/>
                </a:lnTo>
                <a:lnTo>
                  <a:pt x="1658694" y="1342685"/>
                </a:lnTo>
                <a:lnTo>
                  <a:pt x="1661864" y="1348670"/>
                </a:lnTo>
                <a:lnTo>
                  <a:pt x="1667322" y="1353095"/>
                </a:lnTo>
                <a:lnTo>
                  <a:pt x="1674052" y="1355229"/>
                </a:lnTo>
                <a:lnTo>
                  <a:pt x="1681206" y="1354951"/>
                </a:lnTo>
                <a:lnTo>
                  <a:pt x="1687937" y="1352136"/>
                </a:lnTo>
                <a:lnTo>
                  <a:pt x="1692921" y="1347277"/>
                </a:lnTo>
                <a:lnTo>
                  <a:pt x="1695336" y="1341292"/>
                </a:lnTo>
                <a:lnTo>
                  <a:pt x="1695059" y="1334936"/>
                </a:lnTo>
                <a:lnTo>
                  <a:pt x="1691968" y="1328964"/>
                </a:lnTo>
                <a:lnTo>
                  <a:pt x="1688355" y="1324713"/>
                </a:lnTo>
                <a:lnTo>
                  <a:pt x="1682953" y="1322336"/>
                </a:lnTo>
                <a:lnTo>
                  <a:pt x="1673340" y="1322116"/>
                </a:lnTo>
                <a:close/>
              </a:path>
              <a:path w="20048855" h="6221095" extrusionOk="0">
                <a:moveTo>
                  <a:pt x="5283115" y="1355173"/>
                </a:moveTo>
                <a:lnTo>
                  <a:pt x="5277304" y="1357529"/>
                </a:lnTo>
                <a:lnTo>
                  <a:pt x="5273566" y="1361958"/>
                </a:lnTo>
                <a:lnTo>
                  <a:pt x="5270378" y="1367968"/>
                </a:lnTo>
                <a:lnTo>
                  <a:pt x="5270058" y="1374337"/>
                </a:lnTo>
                <a:lnTo>
                  <a:pt x="5272455" y="1380326"/>
                </a:lnTo>
                <a:lnTo>
                  <a:pt x="5277419" y="1385193"/>
                </a:lnTo>
                <a:lnTo>
                  <a:pt x="5284180" y="1388027"/>
                </a:lnTo>
                <a:lnTo>
                  <a:pt x="5291343" y="1388311"/>
                </a:lnTo>
                <a:lnTo>
                  <a:pt x="5298078" y="1386179"/>
                </a:lnTo>
                <a:lnTo>
                  <a:pt x="5303554" y="1381769"/>
                </a:lnTo>
                <a:lnTo>
                  <a:pt x="5306687" y="1375760"/>
                </a:lnTo>
                <a:lnTo>
                  <a:pt x="5306999" y="1369392"/>
                </a:lnTo>
                <a:lnTo>
                  <a:pt x="5304594" y="1363401"/>
                </a:lnTo>
                <a:lnTo>
                  <a:pt x="5299575" y="1358524"/>
                </a:lnTo>
                <a:lnTo>
                  <a:pt x="5296434" y="1356440"/>
                </a:lnTo>
                <a:lnTo>
                  <a:pt x="5292727" y="1355403"/>
                </a:lnTo>
                <a:lnTo>
                  <a:pt x="5283115" y="1355173"/>
                </a:lnTo>
                <a:close/>
              </a:path>
              <a:path w="20048855" h="6221095" extrusionOk="0">
                <a:moveTo>
                  <a:pt x="16158533" y="1530246"/>
                </a:moveTo>
                <a:lnTo>
                  <a:pt x="16153119" y="1532267"/>
                </a:lnTo>
                <a:lnTo>
                  <a:pt x="16149276" y="1536330"/>
                </a:lnTo>
                <a:lnTo>
                  <a:pt x="16145708" y="1542083"/>
                </a:lnTo>
                <a:lnTo>
                  <a:pt x="16144918" y="1548393"/>
                </a:lnTo>
                <a:lnTo>
                  <a:pt x="16146865" y="1554501"/>
                </a:lnTo>
                <a:lnTo>
                  <a:pt x="16151507" y="1559648"/>
                </a:lnTo>
                <a:lnTo>
                  <a:pt x="16157979" y="1562866"/>
                </a:lnTo>
                <a:lnTo>
                  <a:pt x="16165078" y="1563572"/>
                </a:lnTo>
                <a:lnTo>
                  <a:pt x="16171952" y="1561848"/>
                </a:lnTo>
                <a:lnTo>
                  <a:pt x="16177747" y="1557774"/>
                </a:lnTo>
                <a:lnTo>
                  <a:pt x="16181367" y="1552017"/>
                </a:lnTo>
                <a:lnTo>
                  <a:pt x="16182159" y="1545692"/>
                </a:lnTo>
                <a:lnTo>
                  <a:pt x="16180216" y="1539549"/>
                </a:lnTo>
                <a:lnTo>
                  <a:pt x="16175632" y="1534340"/>
                </a:lnTo>
                <a:lnTo>
                  <a:pt x="16172239" y="1531764"/>
                </a:lnTo>
                <a:lnTo>
                  <a:pt x="16168134" y="1530476"/>
                </a:lnTo>
                <a:lnTo>
                  <a:pt x="16158533" y="1530246"/>
                </a:lnTo>
                <a:close/>
              </a:path>
              <a:path w="20048855" h="6221095" extrusionOk="0">
                <a:moveTo>
                  <a:pt x="1887250" y="1189209"/>
                </a:moveTo>
                <a:lnTo>
                  <a:pt x="1872083" y="1208880"/>
                </a:lnTo>
                <a:lnTo>
                  <a:pt x="1874872" y="1215048"/>
                </a:lnTo>
                <a:lnTo>
                  <a:pt x="1880067" y="1219680"/>
                </a:lnTo>
                <a:lnTo>
                  <a:pt x="1886666" y="1222094"/>
                </a:lnTo>
                <a:lnTo>
                  <a:pt x="1893838" y="1222141"/>
                </a:lnTo>
                <a:lnTo>
                  <a:pt x="1900759" y="1219678"/>
                </a:lnTo>
                <a:lnTo>
                  <a:pt x="1905989" y="1215031"/>
                </a:lnTo>
                <a:lnTo>
                  <a:pt x="1908698" y="1209180"/>
                </a:lnTo>
                <a:lnTo>
                  <a:pt x="1908751" y="1202805"/>
                </a:lnTo>
                <a:lnTo>
                  <a:pt x="1905973" y="1196641"/>
                </a:lnTo>
                <a:lnTo>
                  <a:pt x="1902517" y="1191932"/>
                </a:lnTo>
                <a:lnTo>
                  <a:pt x="1896852" y="1189440"/>
                </a:lnTo>
                <a:lnTo>
                  <a:pt x="1887250" y="1189209"/>
                </a:lnTo>
                <a:close/>
              </a:path>
              <a:path w="20048855" h="6221095" extrusionOk="0">
                <a:moveTo>
                  <a:pt x="5068148" y="1223805"/>
                </a:moveTo>
                <a:lnTo>
                  <a:pt x="5061928" y="1226507"/>
                </a:lnTo>
                <a:lnTo>
                  <a:pt x="5058305" y="1231522"/>
                </a:lnTo>
                <a:lnTo>
                  <a:pt x="5055610" y="1237660"/>
                </a:lnTo>
                <a:lnTo>
                  <a:pt x="5055761" y="1244019"/>
                </a:lnTo>
                <a:lnTo>
                  <a:pt x="5058582" y="1249860"/>
                </a:lnTo>
                <a:lnTo>
                  <a:pt x="5063897" y="1254443"/>
                </a:lnTo>
                <a:lnTo>
                  <a:pt x="5070801" y="1256845"/>
                </a:lnTo>
                <a:lnTo>
                  <a:pt x="5077954" y="1256713"/>
                </a:lnTo>
                <a:lnTo>
                  <a:pt x="5084526" y="1254204"/>
                </a:lnTo>
                <a:lnTo>
                  <a:pt x="5089686" y="1249480"/>
                </a:lnTo>
                <a:lnTo>
                  <a:pt x="5092380" y="1243342"/>
                </a:lnTo>
                <a:lnTo>
                  <a:pt x="5092214" y="1236981"/>
                </a:lnTo>
                <a:lnTo>
                  <a:pt x="5089352" y="1231137"/>
                </a:lnTo>
                <a:lnTo>
                  <a:pt x="5083971" y="1226559"/>
                </a:lnTo>
                <a:lnTo>
                  <a:pt x="5081069" y="1224821"/>
                </a:lnTo>
                <a:lnTo>
                  <a:pt x="5077760" y="1224025"/>
                </a:lnTo>
                <a:lnTo>
                  <a:pt x="5068148" y="1223805"/>
                </a:lnTo>
                <a:close/>
              </a:path>
              <a:path w="20048855" h="6221095" extrusionOk="0">
                <a:moveTo>
                  <a:pt x="5084077" y="1226549"/>
                </a:moveTo>
                <a:close/>
              </a:path>
              <a:path w="20048855" h="6221095" extrusionOk="0">
                <a:moveTo>
                  <a:pt x="2113086" y="1067988"/>
                </a:moveTo>
                <a:lnTo>
                  <a:pt x="2094015" y="1086507"/>
                </a:lnTo>
                <a:lnTo>
                  <a:pt x="2096322" y="1092762"/>
                </a:lnTo>
                <a:lnTo>
                  <a:pt x="2101192" y="1097789"/>
                </a:lnTo>
                <a:lnTo>
                  <a:pt x="2107605" y="1100636"/>
                </a:lnTo>
                <a:lnTo>
                  <a:pt x="2114740" y="1101120"/>
                </a:lnTo>
                <a:lnTo>
                  <a:pt x="2121777" y="1099055"/>
                </a:lnTo>
                <a:lnTo>
                  <a:pt x="2127377" y="1094742"/>
                </a:lnTo>
                <a:lnTo>
                  <a:pt x="2130585" y="1089068"/>
                </a:lnTo>
                <a:lnTo>
                  <a:pt x="2131159" y="1082731"/>
                </a:lnTo>
                <a:lnTo>
                  <a:pt x="2128855" y="1076427"/>
                </a:lnTo>
                <a:lnTo>
                  <a:pt x="2125546" y="1071244"/>
                </a:lnTo>
                <a:lnTo>
                  <a:pt x="2119358" y="1068135"/>
                </a:lnTo>
                <a:lnTo>
                  <a:pt x="2113086" y="1067988"/>
                </a:lnTo>
                <a:close/>
              </a:path>
              <a:path w="20048855" h="6221095" extrusionOk="0">
                <a:moveTo>
                  <a:pt x="4843568" y="1105620"/>
                </a:moveTo>
                <a:lnTo>
                  <a:pt x="4836930" y="1108793"/>
                </a:lnTo>
                <a:lnTo>
                  <a:pt x="4833558" y="1114405"/>
                </a:lnTo>
                <a:lnTo>
                  <a:pt x="4831318" y="1120711"/>
                </a:lnTo>
                <a:lnTo>
                  <a:pt x="4831982" y="1127041"/>
                </a:lnTo>
                <a:lnTo>
                  <a:pt x="4835269" y="1132676"/>
                </a:lnTo>
                <a:lnTo>
                  <a:pt x="4840898" y="1136897"/>
                </a:lnTo>
                <a:lnTo>
                  <a:pt x="4847998" y="1138837"/>
                </a:lnTo>
                <a:lnTo>
                  <a:pt x="4855136" y="1138253"/>
                </a:lnTo>
                <a:lnTo>
                  <a:pt x="4861516" y="1135360"/>
                </a:lnTo>
                <a:lnTo>
                  <a:pt x="4866342" y="1130373"/>
                </a:lnTo>
                <a:lnTo>
                  <a:pt x="4868523" y="1124061"/>
                </a:lnTo>
                <a:lnTo>
                  <a:pt x="4867850" y="1117718"/>
                </a:lnTo>
                <a:lnTo>
                  <a:pt x="4843568" y="1105620"/>
                </a:lnTo>
                <a:close/>
              </a:path>
              <a:path w="20048855" h="6221095" extrusionOk="0">
                <a:moveTo>
                  <a:pt x="16331438" y="1356733"/>
                </a:moveTo>
                <a:lnTo>
                  <a:pt x="16326182" y="1358628"/>
                </a:lnTo>
                <a:lnTo>
                  <a:pt x="16322475" y="1362230"/>
                </a:lnTo>
                <a:lnTo>
                  <a:pt x="16318608" y="1367865"/>
                </a:lnTo>
                <a:lnTo>
                  <a:pt x="16317519" y="1374174"/>
                </a:lnTo>
                <a:lnTo>
                  <a:pt x="16319164" y="1380390"/>
                </a:lnTo>
                <a:lnTo>
                  <a:pt x="16323501" y="1385748"/>
                </a:lnTo>
                <a:lnTo>
                  <a:pt x="16329840" y="1389164"/>
                </a:lnTo>
                <a:lnTo>
                  <a:pt x="16336941" y="1390091"/>
                </a:lnTo>
                <a:lnTo>
                  <a:pt x="16343939" y="1388587"/>
                </a:lnTo>
                <a:lnTo>
                  <a:pt x="16349972" y="1384711"/>
                </a:lnTo>
                <a:lnTo>
                  <a:pt x="16353754" y="1379095"/>
                </a:lnTo>
                <a:lnTo>
                  <a:pt x="16354800" y="1372826"/>
                </a:lnTo>
                <a:lnTo>
                  <a:pt x="16353139" y="1366648"/>
                </a:lnTo>
                <a:lnTo>
                  <a:pt x="16348799" y="1361309"/>
                </a:lnTo>
                <a:lnTo>
                  <a:pt x="16345417" y="1358492"/>
                </a:lnTo>
                <a:lnTo>
                  <a:pt x="16341051" y="1356963"/>
                </a:lnTo>
                <a:lnTo>
                  <a:pt x="16331438" y="1356733"/>
                </a:lnTo>
                <a:close/>
              </a:path>
              <a:path w="20048855" h="6221095" extrusionOk="0">
                <a:moveTo>
                  <a:pt x="2342702" y="963342"/>
                </a:moveTo>
                <a:lnTo>
                  <a:pt x="2326316" y="980408"/>
                </a:lnTo>
                <a:lnTo>
                  <a:pt x="2327980" y="986870"/>
                </a:lnTo>
                <a:lnTo>
                  <a:pt x="2332265" y="992196"/>
                </a:lnTo>
                <a:lnTo>
                  <a:pt x="2338350" y="995552"/>
                </a:lnTo>
                <a:lnTo>
                  <a:pt x="2345430" y="996640"/>
                </a:lnTo>
                <a:lnTo>
                  <a:pt x="2352702" y="995163"/>
                </a:lnTo>
                <a:lnTo>
                  <a:pt x="2352566" y="995163"/>
                </a:lnTo>
                <a:lnTo>
                  <a:pt x="2358624" y="991352"/>
                </a:lnTo>
                <a:lnTo>
                  <a:pt x="2362412" y="985941"/>
                </a:lnTo>
                <a:lnTo>
                  <a:pt x="2363646" y="979646"/>
                </a:lnTo>
                <a:lnTo>
                  <a:pt x="2362042" y="973185"/>
                </a:lnTo>
                <a:lnTo>
                  <a:pt x="2359016" y="967174"/>
                </a:lnTo>
                <a:lnTo>
                  <a:pt x="2352450" y="963572"/>
                </a:lnTo>
                <a:lnTo>
                  <a:pt x="2342702" y="963342"/>
                </a:lnTo>
                <a:close/>
              </a:path>
              <a:path w="20048855" h="6221095" extrusionOk="0">
                <a:moveTo>
                  <a:pt x="4610141" y="1002063"/>
                </a:moveTo>
                <a:lnTo>
                  <a:pt x="4603094" y="1005697"/>
                </a:lnTo>
                <a:lnTo>
                  <a:pt x="4599974" y="1011916"/>
                </a:lnTo>
                <a:lnTo>
                  <a:pt x="4598242" y="1018324"/>
                </a:lnTo>
                <a:lnTo>
                  <a:pt x="4599423" y="1024589"/>
                </a:lnTo>
                <a:lnTo>
                  <a:pt x="4603185" y="1030001"/>
                </a:lnTo>
                <a:lnTo>
                  <a:pt x="4609198" y="1033853"/>
                </a:lnTo>
                <a:lnTo>
                  <a:pt x="4616406" y="1035337"/>
                </a:lnTo>
                <a:lnTo>
                  <a:pt x="4623455" y="1034293"/>
                </a:lnTo>
                <a:lnTo>
                  <a:pt x="4629545" y="1030979"/>
                </a:lnTo>
                <a:lnTo>
                  <a:pt x="4633878" y="1025654"/>
                </a:lnTo>
                <a:lnTo>
                  <a:pt x="4635553" y="1019240"/>
                </a:lnTo>
                <a:lnTo>
                  <a:pt x="4634378" y="1012973"/>
                </a:lnTo>
                <a:lnTo>
                  <a:pt x="4610141" y="1002063"/>
                </a:lnTo>
                <a:close/>
              </a:path>
              <a:path w="20048855" h="6221095" extrusionOk="0">
                <a:moveTo>
                  <a:pt x="2585878" y="878863"/>
                </a:moveTo>
                <a:lnTo>
                  <a:pt x="2568901" y="894287"/>
                </a:lnTo>
                <a:lnTo>
                  <a:pt x="2569868" y="900799"/>
                </a:lnTo>
                <a:lnTo>
                  <a:pt x="2573600" y="906537"/>
                </a:lnTo>
                <a:lnTo>
                  <a:pt x="2579280" y="910401"/>
                </a:lnTo>
                <a:lnTo>
                  <a:pt x="2586152" y="912067"/>
                </a:lnTo>
                <a:lnTo>
                  <a:pt x="2593459" y="911207"/>
                </a:lnTo>
                <a:lnTo>
                  <a:pt x="2593615" y="911207"/>
                </a:lnTo>
                <a:lnTo>
                  <a:pt x="2599969" y="907896"/>
                </a:lnTo>
                <a:lnTo>
                  <a:pt x="2604278" y="902832"/>
                </a:lnTo>
                <a:lnTo>
                  <a:pt x="2606140" y="896686"/>
                </a:lnTo>
                <a:lnTo>
                  <a:pt x="2605176" y="890119"/>
                </a:lnTo>
                <a:lnTo>
                  <a:pt x="2602568" y="883407"/>
                </a:lnTo>
                <a:lnTo>
                  <a:pt x="2595626" y="879093"/>
                </a:lnTo>
                <a:lnTo>
                  <a:pt x="2585878" y="878863"/>
                </a:lnTo>
                <a:close/>
              </a:path>
              <a:path w="20048855" h="6221095" extrusionOk="0">
                <a:moveTo>
                  <a:pt x="4368358" y="914569"/>
                </a:moveTo>
                <a:lnTo>
                  <a:pt x="4360892" y="918788"/>
                </a:lnTo>
                <a:lnTo>
                  <a:pt x="4358138" y="925730"/>
                </a:lnTo>
                <a:lnTo>
                  <a:pt x="4357062" y="932244"/>
                </a:lnTo>
                <a:lnTo>
                  <a:pt x="4358799" y="938434"/>
                </a:lnTo>
                <a:lnTo>
                  <a:pt x="4363019" y="943592"/>
                </a:lnTo>
                <a:lnTo>
                  <a:pt x="4369394" y="947007"/>
                </a:lnTo>
                <a:lnTo>
                  <a:pt x="4376702" y="947949"/>
                </a:lnTo>
                <a:lnTo>
                  <a:pt x="4383636" y="946376"/>
                </a:lnTo>
                <a:lnTo>
                  <a:pt x="4389433" y="942616"/>
                </a:lnTo>
                <a:lnTo>
                  <a:pt x="4393331" y="936997"/>
                </a:lnTo>
                <a:lnTo>
                  <a:pt x="4394392" y="930506"/>
                </a:lnTo>
                <a:lnTo>
                  <a:pt x="4392623" y="924346"/>
                </a:lnTo>
                <a:lnTo>
                  <a:pt x="4368358" y="914569"/>
                </a:lnTo>
                <a:close/>
              </a:path>
              <a:path w="20048855" h="6221095" extrusionOk="0">
                <a:moveTo>
                  <a:pt x="16512312" y="1189701"/>
                </a:moveTo>
                <a:lnTo>
                  <a:pt x="16507318" y="1191366"/>
                </a:lnTo>
                <a:lnTo>
                  <a:pt x="16503459" y="1194738"/>
                </a:lnTo>
                <a:lnTo>
                  <a:pt x="16499381" y="1200198"/>
                </a:lnTo>
                <a:lnTo>
                  <a:pt x="16498005" y="1206431"/>
                </a:lnTo>
                <a:lnTo>
                  <a:pt x="16499357" y="1212684"/>
                </a:lnTo>
                <a:lnTo>
                  <a:pt x="16503444" y="1218224"/>
                </a:lnTo>
                <a:lnTo>
                  <a:pt x="16509628" y="1221865"/>
                </a:lnTo>
                <a:lnTo>
                  <a:pt x="16516672" y="1223089"/>
                </a:lnTo>
                <a:lnTo>
                  <a:pt x="16523715" y="1221889"/>
                </a:lnTo>
                <a:lnTo>
                  <a:pt x="16529893" y="1218256"/>
                </a:lnTo>
                <a:lnTo>
                  <a:pt x="16533982" y="1212757"/>
                </a:lnTo>
                <a:lnTo>
                  <a:pt x="16535358" y="1206493"/>
                </a:lnTo>
                <a:lnTo>
                  <a:pt x="16534006" y="1200231"/>
                </a:lnTo>
                <a:lnTo>
                  <a:pt x="16529891" y="1194717"/>
                </a:lnTo>
                <a:lnTo>
                  <a:pt x="16526406" y="1191576"/>
                </a:lnTo>
                <a:lnTo>
                  <a:pt x="16521789" y="1189921"/>
                </a:lnTo>
                <a:lnTo>
                  <a:pt x="16512312" y="1189701"/>
                </a:lnTo>
                <a:close/>
              </a:path>
              <a:path w="20048855" h="6221095" extrusionOk="0">
                <a:moveTo>
                  <a:pt x="2837095" y="815692"/>
                </a:moveTo>
                <a:lnTo>
                  <a:pt x="2819753" y="829465"/>
                </a:lnTo>
                <a:lnTo>
                  <a:pt x="2819923" y="836058"/>
                </a:lnTo>
                <a:lnTo>
                  <a:pt x="2822976" y="842076"/>
                </a:lnTo>
                <a:lnTo>
                  <a:pt x="2828233" y="846436"/>
                </a:lnTo>
                <a:lnTo>
                  <a:pt x="2834953" y="848740"/>
                </a:lnTo>
                <a:lnTo>
                  <a:pt x="2842394" y="848591"/>
                </a:lnTo>
                <a:lnTo>
                  <a:pt x="2849089" y="845891"/>
                </a:lnTo>
                <a:lnTo>
                  <a:pt x="2853950" y="841259"/>
                </a:lnTo>
                <a:lnTo>
                  <a:pt x="2856519" y="835327"/>
                </a:lnTo>
                <a:lnTo>
                  <a:pt x="2856341" y="828728"/>
                </a:lnTo>
                <a:lnTo>
                  <a:pt x="2854435" y="821084"/>
                </a:lnTo>
                <a:lnTo>
                  <a:pt x="2846969" y="815922"/>
                </a:lnTo>
                <a:lnTo>
                  <a:pt x="2837095" y="815692"/>
                </a:lnTo>
                <a:close/>
              </a:path>
              <a:path w="20048855" h="6221095" extrusionOk="0">
                <a:moveTo>
                  <a:pt x="4119370" y="844958"/>
                </a:moveTo>
                <a:lnTo>
                  <a:pt x="4111475" y="849879"/>
                </a:lnTo>
                <a:lnTo>
                  <a:pt x="4109245" y="857418"/>
                </a:lnTo>
                <a:lnTo>
                  <a:pt x="4108775" y="864049"/>
                </a:lnTo>
                <a:lnTo>
                  <a:pt x="4111088" y="870076"/>
                </a:lnTo>
                <a:lnTo>
                  <a:pt x="4115765" y="874869"/>
                </a:lnTo>
                <a:lnTo>
                  <a:pt x="4122386" y="877795"/>
                </a:lnTo>
                <a:lnTo>
                  <a:pt x="4129789" y="878214"/>
                </a:lnTo>
                <a:lnTo>
                  <a:pt x="4136575" y="876157"/>
                </a:lnTo>
                <a:lnTo>
                  <a:pt x="4141998" y="871998"/>
                </a:lnTo>
                <a:lnTo>
                  <a:pt x="4145307" y="866109"/>
                </a:lnTo>
                <a:lnTo>
                  <a:pt x="4145779" y="859531"/>
                </a:lnTo>
                <a:lnTo>
                  <a:pt x="4143468" y="853498"/>
                </a:lnTo>
                <a:lnTo>
                  <a:pt x="4119370" y="844958"/>
                </a:lnTo>
                <a:close/>
              </a:path>
              <a:path w="20048855" h="6221095" extrusionOk="0">
                <a:moveTo>
                  <a:pt x="3864310" y="794907"/>
                </a:moveTo>
                <a:lnTo>
                  <a:pt x="3856258" y="800645"/>
                </a:lnTo>
                <a:lnTo>
                  <a:pt x="3854541" y="808802"/>
                </a:lnTo>
                <a:lnTo>
                  <a:pt x="3854765" y="815428"/>
                </a:lnTo>
                <a:lnTo>
                  <a:pt x="3857700" y="821251"/>
                </a:lnTo>
                <a:lnTo>
                  <a:pt x="3862854" y="825657"/>
                </a:lnTo>
                <a:lnTo>
                  <a:pt x="3869734" y="828037"/>
                </a:lnTo>
                <a:lnTo>
                  <a:pt x="3877187" y="827845"/>
                </a:lnTo>
                <a:lnTo>
                  <a:pt x="3883739" y="825239"/>
                </a:lnTo>
                <a:lnTo>
                  <a:pt x="3888697" y="820657"/>
                </a:lnTo>
                <a:lnTo>
                  <a:pt x="3891367" y="814540"/>
                </a:lnTo>
                <a:lnTo>
                  <a:pt x="3891167" y="807979"/>
                </a:lnTo>
                <a:lnTo>
                  <a:pt x="3864310" y="794907"/>
                </a:lnTo>
                <a:close/>
              </a:path>
              <a:path w="20048855" h="6221095" extrusionOk="0">
                <a:moveTo>
                  <a:pt x="3093370" y="775787"/>
                </a:moveTo>
                <a:lnTo>
                  <a:pt x="3076125" y="794384"/>
                </a:lnTo>
                <a:lnTo>
                  <a:pt x="3078500" y="800663"/>
                </a:lnTo>
                <a:lnTo>
                  <a:pt x="3083214" y="805466"/>
                </a:lnTo>
                <a:lnTo>
                  <a:pt x="3089616" y="808350"/>
                </a:lnTo>
                <a:lnTo>
                  <a:pt x="3097056" y="808875"/>
                </a:lnTo>
                <a:lnTo>
                  <a:pt x="3104069" y="806761"/>
                </a:lnTo>
                <a:lnTo>
                  <a:pt x="3109463" y="802582"/>
                </a:lnTo>
                <a:lnTo>
                  <a:pt x="3112695" y="796928"/>
                </a:lnTo>
                <a:lnTo>
                  <a:pt x="3113223" y="790384"/>
                </a:lnTo>
                <a:lnTo>
                  <a:pt x="3112145" y="782049"/>
                </a:lnTo>
                <a:lnTo>
                  <a:pt x="3104312" y="776039"/>
                </a:lnTo>
                <a:lnTo>
                  <a:pt x="3093370" y="775787"/>
                </a:lnTo>
                <a:close/>
              </a:path>
              <a:path w="20048855" h="6221095" extrusionOk="0">
                <a:moveTo>
                  <a:pt x="3616234" y="766039"/>
                </a:moveTo>
                <a:lnTo>
                  <a:pt x="3608879" y="766941"/>
                </a:lnTo>
                <a:lnTo>
                  <a:pt x="3602641" y="770060"/>
                </a:lnTo>
                <a:lnTo>
                  <a:pt x="3598177" y="775024"/>
                </a:lnTo>
                <a:lnTo>
                  <a:pt x="3596140" y="781347"/>
                </a:lnTo>
                <a:lnTo>
                  <a:pt x="3597031" y="787884"/>
                </a:lnTo>
                <a:lnTo>
                  <a:pt x="3600556" y="793427"/>
                </a:lnTo>
                <a:lnTo>
                  <a:pt x="3606183" y="797393"/>
                </a:lnTo>
                <a:lnTo>
                  <a:pt x="3613375" y="799200"/>
                </a:lnTo>
                <a:lnTo>
                  <a:pt x="3620731" y="798414"/>
                </a:lnTo>
                <a:lnTo>
                  <a:pt x="3626967" y="795295"/>
                </a:lnTo>
                <a:lnTo>
                  <a:pt x="3631428" y="790330"/>
                </a:lnTo>
                <a:lnTo>
                  <a:pt x="3633459" y="784007"/>
                </a:lnTo>
                <a:lnTo>
                  <a:pt x="3632555" y="777420"/>
                </a:lnTo>
                <a:lnTo>
                  <a:pt x="3629001" y="771870"/>
                </a:lnTo>
                <a:lnTo>
                  <a:pt x="3623369" y="767897"/>
                </a:lnTo>
                <a:lnTo>
                  <a:pt x="3616234" y="766039"/>
                </a:lnTo>
                <a:close/>
              </a:path>
              <a:path w="20048855" h="6221095" extrusionOk="0">
                <a:moveTo>
                  <a:pt x="3354409" y="759275"/>
                </a:moveTo>
                <a:lnTo>
                  <a:pt x="3354137" y="759380"/>
                </a:lnTo>
                <a:lnTo>
                  <a:pt x="3343855" y="759505"/>
                </a:lnTo>
                <a:lnTo>
                  <a:pt x="3335614" y="767128"/>
                </a:lnTo>
                <a:lnTo>
                  <a:pt x="3336138" y="785421"/>
                </a:lnTo>
                <a:lnTo>
                  <a:pt x="3344598" y="792750"/>
                </a:lnTo>
                <a:lnTo>
                  <a:pt x="3365320" y="792290"/>
                </a:lnTo>
                <a:lnTo>
                  <a:pt x="3373414" y="784761"/>
                </a:lnTo>
                <a:lnTo>
                  <a:pt x="3373152" y="775620"/>
                </a:lnTo>
                <a:lnTo>
                  <a:pt x="3373027" y="766709"/>
                </a:lnTo>
                <a:lnTo>
                  <a:pt x="3364954" y="759526"/>
                </a:lnTo>
                <a:lnTo>
                  <a:pt x="3354409" y="759275"/>
                </a:lnTo>
                <a:close/>
              </a:path>
              <a:path w="20048855" h="6221095" extrusionOk="0">
                <a:moveTo>
                  <a:pt x="16700977" y="1029853"/>
                </a:moveTo>
                <a:lnTo>
                  <a:pt x="16696265" y="1031287"/>
                </a:lnTo>
                <a:lnTo>
                  <a:pt x="16692558" y="1034282"/>
                </a:lnTo>
                <a:lnTo>
                  <a:pt x="16688169" y="1039622"/>
                </a:lnTo>
                <a:lnTo>
                  <a:pt x="16686490" y="1045805"/>
                </a:lnTo>
                <a:lnTo>
                  <a:pt x="16687537" y="1052099"/>
                </a:lnTo>
                <a:lnTo>
                  <a:pt x="16691323" y="1057768"/>
                </a:lnTo>
                <a:lnTo>
                  <a:pt x="16697331" y="1061668"/>
                </a:lnTo>
                <a:lnTo>
                  <a:pt x="16704284" y="1063156"/>
                </a:lnTo>
                <a:lnTo>
                  <a:pt x="16711362" y="1062224"/>
                </a:lnTo>
                <a:lnTo>
                  <a:pt x="16717741" y="1058868"/>
                </a:lnTo>
                <a:lnTo>
                  <a:pt x="16722148" y="1053524"/>
                </a:lnTo>
                <a:lnTo>
                  <a:pt x="16723856" y="1047341"/>
                </a:lnTo>
                <a:lnTo>
                  <a:pt x="16722815" y="1041049"/>
                </a:lnTo>
                <a:lnTo>
                  <a:pt x="16718976" y="1035382"/>
                </a:lnTo>
                <a:lnTo>
                  <a:pt x="16715332" y="1031853"/>
                </a:lnTo>
                <a:lnTo>
                  <a:pt x="16710579" y="1030083"/>
                </a:lnTo>
                <a:lnTo>
                  <a:pt x="16700977" y="1029853"/>
                </a:lnTo>
                <a:close/>
              </a:path>
              <a:path w="20048855" h="6221095" extrusionOk="0">
                <a:moveTo>
                  <a:pt x="16897955" y="877795"/>
                </a:moveTo>
                <a:lnTo>
                  <a:pt x="16893505" y="879114"/>
                </a:lnTo>
                <a:lnTo>
                  <a:pt x="16889819" y="881753"/>
                </a:lnTo>
                <a:lnTo>
                  <a:pt x="16885171" y="886893"/>
                </a:lnTo>
                <a:lnTo>
                  <a:pt x="16883159" y="892991"/>
                </a:lnTo>
                <a:lnTo>
                  <a:pt x="16883869" y="899305"/>
                </a:lnTo>
                <a:lnTo>
                  <a:pt x="16887390" y="905092"/>
                </a:lnTo>
                <a:lnTo>
                  <a:pt x="16893160" y="909295"/>
                </a:lnTo>
                <a:lnTo>
                  <a:pt x="16900015" y="911117"/>
                </a:lnTo>
                <a:lnTo>
                  <a:pt x="16907118" y="910495"/>
                </a:lnTo>
                <a:lnTo>
                  <a:pt x="16913630" y="907365"/>
                </a:lnTo>
                <a:lnTo>
                  <a:pt x="16918285" y="902217"/>
                </a:lnTo>
                <a:lnTo>
                  <a:pt x="16920312" y="896082"/>
                </a:lnTo>
                <a:lnTo>
                  <a:pt x="16919639" y="889727"/>
                </a:lnTo>
                <a:lnTo>
                  <a:pt x="16916195" y="883920"/>
                </a:lnTo>
                <a:lnTo>
                  <a:pt x="16912573" y="880161"/>
                </a:lnTo>
                <a:lnTo>
                  <a:pt x="16907431" y="878025"/>
                </a:lnTo>
                <a:lnTo>
                  <a:pt x="16897955" y="877795"/>
                </a:lnTo>
                <a:close/>
              </a:path>
              <a:path w="20048855" h="6221095" extrusionOk="0">
                <a:moveTo>
                  <a:pt x="17102808" y="734469"/>
                </a:moveTo>
                <a:lnTo>
                  <a:pt x="17098776" y="735569"/>
                </a:lnTo>
                <a:lnTo>
                  <a:pt x="17095237" y="737862"/>
                </a:lnTo>
                <a:lnTo>
                  <a:pt x="17090271" y="742782"/>
                </a:lnTo>
                <a:lnTo>
                  <a:pt x="17087914" y="748799"/>
                </a:lnTo>
                <a:lnTo>
                  <a:pt x="17088277" y="755169"/>
                </a:lnTo>
                <a:lnTo>
                  <a:pt x="17091468" y="761149"/>
                </a:lnTo>
                <a:lnTo>
                  <a:pt x="17097008" y="765566"/>
                </a:lnTo>
                <a:lnTo>
                  <a:pt x="17103766" y="767661"/>
                </a:lnTo>
                <a:lnTo>
                  <a:pt x="17110892" y="767335"/>
                </a:lnTo>
                <a:lnTo>
                  <a:pt x="17117540" y="764489"/>
                </a:lnTo>
                <a:lnTo>
                  <a:pt x="17122509" y="759576"/>
                </a:lnTo>
                <a:lnTo>
                  <a:pt x="17124880" y="753560"/>
                </a:lnTo>
                <a:lnTo>
                  <a:pt x="17124558" y="747188"/>
                </a:lnTo>
                <a:lnTo>
                  <a:pt x="17121446" y="741202"/>
                </a:lnTo>
                <a:lnTo>
                  <a:pt x="17117823" y="736972"/>
                </a:lnTo>
                <a:lnTo>
                  <a:pt x="17112430" y="734700"/>
                </a:lnTo>
                <a:lnTo>
                  <a:pt x="17102808" y="734469"/>
                </a:lnTo>
                <a:close/>
              </a:path>
              <a:path w="20048855" h="6221095" extrusionOk="0">
                <a:moveTo>
                  <a:pt x="17315806" y="600725"/>
                </a:moveTo>
                <a:lnTo>
                  <a:pt x="17312037" y="601583"/>
                </a:lnTo>
                <a:lnTo>
                  <a:pt x="17308644" y="603520"/>
                </a:lnTo>
                <a:lnTo>
                  <a:pt x="17303421" y="608217"/>
                </a:lnTo>
                <a:lnTo>
                  <a:pt x="17300715" y="614108"/>
                </a:lnTo>
                <a:lnTo>
                  <a:pt x="17300766" y="620609"/>
                </a:lnTo>
                <a:lnTo>
                  <a:pt x="17303545" y="626556"/>
                </a:lnTo>
                <a:lnTo>
                  <a:pt x="17308833" y="631198"/>
                </a:lnTo>
                <a:lnTo>
                  <a:pt x="17315462" y="633611"/>
                </a:lnTo>
                <a:lnTo>
                  <a:pt x="17322612" y="633657"/>
                </a:lnTo>
                <a:lnTo>
                  <a:pt x="17329460" y="631195"/>
                </a:lnTo>
                <a:lnTo>
                  <a:pt x="17334683" y="626499"/>
                </a:lnTo>
                <a:lnTo>
                  <a:pt x="17337388" y="620609"/>
                </a:lnTo>
                <a:lnTo>
                  <a:pt x="17337332" y="614108"/>
                </a:lnTo>
                <a:lnTo>
                  <a:pt x="17334549" y="608169"/>
                </a:lnTo>
                <a:lnTo>
                  <a:pt x="17331094" y="603458"/>
                </a:lnTo>
                <a:lnTo>
                  <a:pt x="17325419" y="600945"/>
                </a:lnTo>
                <a:lnTo>
                  <a:pt x="17315806" y="600725"/>
                </a:lnTo>
                <a:close/>
              </a:path>
              <a:path w="20048855" h="6221095" extrusionOk="0">
                <a:moveTo>
                  <a:pt x="17536637" y="477367"/>
                </a:moveTo>
                <a:lnTo>
                  <a:pt x="17521045" y="496194"/>
                </a:lnTo>
                <a:lnTo>
                  <a:pt x="17523475" y="502455"/>
                </a:lnTo>
                <a:lnTo>
                  <a:pt x="17528428" y="507329"/>
                </a:lnTo>
                <a:lnTo>
                  <a:pt x="17534881" y="510056"/>
                </a:lnTo>
                <a:lnTo>
                  <a:pt x="17542029" y="510441"/>
                </a:lnTo>
                <a:lnTo>
                  <a:pt x="17549066" y="508288"/>
                </a:lnTo>
                <a:lnTo>
                  <a:pt x="17554554" y="503864"/>
                </a:lnTo>
                <a:lnTo>
                  <a:pt x="17557626" y="498097"/>
                </a:lnTo>
                <a:lnTo>
                  <a:pt x="17558060" y="491737"/>
                </a:lnTo>
                <a:lnTo>
                  <a:pt x="17555632" y="485534"/>
                </a:lnTo>
                <a:lnTo>
                  <a:pt x="17552166" y="480456"/>
                </a:lnTo>
                <a:lnTo>
                  <a:pt x="17546239" y="477587"/>
                </a:lnTo>
                <a:lnTo>
                  <a:pt x="17536637" y="477367"/>
                </a:lnTo>
                <a:close/>
              </a:path>
              <a:path w="20048855" h="6221095" extrusionOk="0">
                <a:moveTo>
                  <a:pt x="17765143" y="365465"/>
                </a:moveTo>
                <a:lnTo>
                  <a:pt x="17749060" y="383343"/>
                </a:lnTo>
                <a:lnTo>
                  <a:pt x="17751060" y="389705"/>
                </a:lnTo>
                <a:lnTo>
                  <a:pt x="17755681" y="394855"/>
                </a:lnTo>
                <a:lnTo>
                  <a:pt x="17761952" y="397898"/>
                </a:lnTo>
                <a:lnTo>
                  <a:pt x="17769068" y="398625"/>
                </a:lnTo>
                <a:lnTo>
                  <a:pt x="17776222" y="396825"/>
                </a:lnTo>
                <a:lnTo>
                  <a:pt x="17781959" y="392736"/>
                </a:lnTo>
                <a:lnTo>
                  <a:pt x="17785388" y="387189"/>
                </a:lnTo>
                <a:lnTo>
                  <a:pt x="17786239" y="380869"/>
                </a:lnTo>
                <a:lnTo>
                  <a:pt x="17784242" y="374459"/>
                </a:lnTo>
                <a:lnTo>
                  <a:pt x="17781070" y="368920"/>
                </a:lnTo>
                <a:lnTo>
                  <a:pt x="17774745" y="365685"/>
                </a:lnTo>
                <a:lnTo>
                  <a:pt x="17765143" y="365465"/>
                </a:lnTo>
                <a:close/>
              </a:path>
              <a:path w="20048855" h="6221095" extrusionOk="0">
                <a:moveTo>
                  <a:pt x="18001011" y="266086"/>
                </a:moveTo>
                <a:lnTo>
                  <a:pt x="17984578" y="282914"/>
                </a:lnTo>
                <a:lnTo>
                  <a:pt x="17986163" y="289352"/>
                </a:lnTo>
                <a:lnTo>
                  <a:pt x="17990375" y="294747"/>
                </a:lnTo>
                <a:lnTo>
                  <a:pt x="17996422" y="298151"/>
                </a:lnTo>
                <a:lnTo>
                  <a:pt x="18003485" y="299293"/>
                </a:lnTo>
                <a:lnTo>
                  <a:pt x="18010749" y="297896"/>
                </a:lnTo>
                <a:lnTo>
                  <a:pt x="18016822" y="294152"/>
                </a:lnTo>
                <a:lnTo>
                  <a:pt x="18020654" y="288775"/>
                </a:lnTo>
                <a:lnTo>
                  <a:pt x="18021933" y="282493"/>
                </a:lnTo>
                <a:lnTo>
                  <a:pt x="18020350" y="276033"/>
                </a:lnTo>
                <a:lnTo>
                  <a:pt x="18017324" y="269908"/>
                </a:lnTo>
                <a:lnTo>
                  <a:pt x="18010759" y="266316"/>
                </a:lnTo>
                <a:lnTo>
                  <a:pt x="18001011" y="266086"/>
                </a:lnTo>
                <a:close/>
              </a:path>
              <a:path w="20048855" h="6221095" extrusionOk="0">
                <a:moveTo>
                  <a:pt x="18243694" y="180507"/>
                </a:moveTo>
                <a:lnTo>
                  <a:pt x="18226848" y="196223"/>
                </a:lnTo>
                <a:lnTo>
                  <a:pt x="18227936" y="202695"/>
                </a:lnTo>
                <a:lnTo>
                  <a:pt x="18231767" y="208341"/>
                </a:lnTo>
                <a:lnTo>
                  <a:pt x="18237535" y="212120"/>
                </a:lnTo>
                <a:lnTo>
                  <a:pt x="18244469" y="213702"/>
                </a:lnTo>
                <a:lnTo>
                  <a:pt x="18251799" y="212757"/>
                </a:lnTo>
                <a:lnTo>
                  <a:pt x="18258153" y="209347"/>
                </a:lnTo>
                <a:lnTo>
                  <a:pt x="18262406" y="204217"/>
                </a:lnTo>
                <a:lnTo>
                  <a:pt x="18264185" y="198049"/>
                </a:lnTo>
                <a:lnTo>
                  <a:pt x="18263118" y="191522"/>
                </a:lnTo>
                <a:lnTo>
                  <a:pt x="18260385" y="184936"/>
                </a:lnTo>
                <a:lnTo>
                  <a:pt x="18253422" y="180737"/>
                </a:lnTo>
                <a:lnTo>
                  <a:pt x="18243694" y="180507"/>
                </a:lnTo>
                <a:close/>
              </a:path>
              <a:path w="20048855" h="6221095" extrusionOk="0">
                <a:moveTo>
                  <a:pt x="18492451" y="109923"/>
                </a:moveTo>
                <a:lnTo>
                  <a:pt x="18475234" y="124436"/>
                </a:lnTo>
                <a:lnTo>
                  <a:pt x="18475802" y="131022"/>
                </a:lnTo>
                <a:lnTo>
                  <a:pt x="18479185" y="136896"/>
                </a:lnTo>
                <a:lnTo>
                  <a:pt x="18484637" y="141006"/>
                </a:lnTo>
                <a:lnTo>
                  <a:pt x="18491428" y="142987"/>
                </a:lnTo>
                <a:lnTo>
                  <a:pt x="18498828" y="142477"/>
                </a:lnTo>
                <a:lnTo>
                  <a:pt x="18505439" y="139473"/>
                </a:lnTo>
                <a:lnTo>
                  <a:pt x="18510063" y="134629"/>
                </a:lnTo>
                <a:lnTo>
                  <a:pt x="18512292" y="128591"/>
                </a:lnTo>
                <a:lnTo>
                  <a:pt x="18511718" y="122006"/>
                </a:lnTo>
                <a:lnTo>
                  <a:pt x="18509404" y="114834"/>
                </a:lnTo>
                <a:lnTo>
                  <a:pt x="18502200" y="110153"/>
                </a:lnTo>
                <a:lnTo>
                  <a:pt x="18492451" y="109923"/>
                </a:lnTo>
                <a:close/>
              </a:path>
              <a:path w="20048855" h="6221095" extrusionOk="0">
                <a:moveTo>
                  <a:pt x="18746224" y="55359"/>
                </a:moveTo>
                <a:lnTo>
                  <a:pt x="18743407" y="55767"/>
                </a:lnTo>
                <a:lnTo>
                  <a:pt x="18736517" y="58369"/>
                </a:lnTo>
                <a:lnTo>
                  <a:pt x="18731474" y="62916"/>
                </a:lnTo>
                <a:lnTo>
                  <a:pt x="18728762" y="68751"/>
                </a:lnTo>
                <a:lnTo>
                  <a:pt x="18728800" y="75358"/>
                </a:lnTo>
                <a:lnTo>
                  <a:pt x="18731652" y="81416"/>
                </a:lnTo>
                <a:lnTo>
                  <a:pt x="18736730" y="85880"/>
                </a:lnTo>
                <a:lnTo>
                  <a:pt x="18743323" y="88332"/>
                </a:lnTo>
                <a:lnTo>
                  <a:pt x="18750716" y="88353"/>
                </a:lnTo>
                <a:lnTo>
                  <a:pt x="18757601" y="85745"/>
                </a:lnTo>
                <a:lnTo>
                  <a:pt x="18762645" y="81195"/>
                </a:lnTo>
                <a:lnTo>
                  <a:pt x="18765359" y="75358"/>
                </a:lnTo>
                <a:lnTo>
                  <a:pt x="18765322" y="68751"/>
                </a:lnTo>
                <a:lnTo>
                  <a:pt x="18763553" y="60992"/>
                </a:lnTo>
                <a:lnTo>
                  <a:pt x="18756098" y="55589"/>
                </a:lnTo>
                <a:lnTo>
                  <a:pt x="18746224" y="55359"/>
                </a:lnTo>
                <a:close/>
              </a:path>
              <a:path w="20048855" h="6221095" extrusionOk="0">
                <a:moveTo>
                  <a:pt x="20029095" y="82144"/>
                </a:moveTo>
                <a:lnTo>
                  <a:pt x="20021337" y="86950"/>
                </a:lnTo>
                <a:lnTo>
                  <a:pt x="20018991" y="94374"/>
                </a:lnTo>
                <a:lnTo>
                  <a:pt x="20018342" y="100950"/>
                </a:lnTo>
                <a:lnTo>
                  <a:pt x="20020528" y="107008"/>
                </a:lnTo>
                <a:lnTo>
                  <a:pt x="20025128" y="111897"/>
                </a:lnTo>
                <a:lnTo>
                  <a:pt x="20031724" y="114970"/>
                </a:lnTo>
                <a:lnTo>
                  <a:pt x="20039130" y="115476"/>
                </a:lnTo>
                <a:lnTo>
                  <a:pt x="20045946" y="113496"/>
                </a:lnTo>
                <a:lnTo>
                  <a:pt x="20048539" y="111561"/>
                </a:lnTo>
                <a:lnTo>
                  <a:pt x="20048539" y="86016"/>
                </a:lnTo>
                <a:lnTo>
                  <a:pt x="20042017" y="83044"/>
                </a:lnTo>
                <a:lnTo>
                  <a:pt x="20040435" y="82657"/>
                </a:lnTo>
                <a:lnTo>
                  <a:pt x="20038844" y="82374"/>
                </a:lnTo>
                <a:lnTo>
                  <a:pt x="20029095" y="82144"/>
                </a:lnTo>
                <a:close/>
              </a:path>
              <a:path w="20048855" h="6221095" extrusionOk="0">
                <a:moveTo>
                  <a:pt x="19002802" y="18198"/>
                </a:moveTo>
                <a:lnTo>
                  <a:pt x="18985703" y="36899"/>
                </a:lnTo>
                <a:lnTo>
                  <a:pt x="18988020" y="43134"/>
                </a:lnTo>
                <a:lnTo>
                  <a:pt x="18992728" y="47933"/>
                </a:lnTo>
                <a:lnTo>
                  <a:pt x="18999122" y="50811"/>
                </a:lnTo>
                <a:lnTo>
                  <a:pt x="19006498" y="51286"/>
                </a:lnTo>
                <a:lnTo>
                  <a:pt x="19013509" y="49236"/>
                </a:lnTo>
                <a:lnTo>
                  <a:pt x="19018918" y="45079"/>
                </a:lnTo>
                <a:lnTo>
                  <a:pt x="19022193" y="39403"/>
                </a:lnTo>
                <a:lnTo>
                  <a:pt x="19022802" y="32794"/>
                </a:lnTo>
                <a:lnTo>
                  <a:pt x="19021576" y="24575"/>
                </a:lnTo>
                <a:lnTo>
                  <a:pt x="19013755" y="18460"/>
                </a:lnTo>
                <a:lnTo>
                  <a:pt x="19002802" y="18198"/>
                </a:lnTo>
                <a:close/>
              </a:path>
              <a:path w="20048855" h="6221095" extrusionOk="0">
                <a:moveTo>
                  <a:pt x="19774349" y="30805"/>
                </a:moveTo>
                <a:lnTo>
                  <a:pt x="19766161" y="36658"/>
                </a:lnTo>
                <a:lnTo>
                  <a:pt x="19764590" y="44804"/>
                </a:lnTo>
                <a:lnTo>
                  <a:pt x="19764804" y="51420"/>
                </a:lnTo>
                <a:lnTo>
                  <a:pt x="19767736" y="57218"/>
                </a:lnTo>
                <a:lnTo>
                  <a:pt x="19772888" y="61617"/>
                </a:lnTo>
                <a:lnTo>
                  <a:pt x="19779763" y="64039"/>
                </a:lnTo>
                <a:lnTo>
                  <a:pt x="19787220" y="63846"/>
                </a:lnTo>
                <a:lnTo>
                  <a:pt x="19793773" y="61227"/>
                </a:lnTo>
                <a:lnTo>
                  <a:pt x="19798731" y="56611"/>
                </a:lnTo>
                <a:lnTo>
                  <a:pt x="19801406" y="50427"/>
                </a:lnTo>
                <a:lnTo>
                  <a:pt x="19801184" y="43873"/>
                </a:lnTo>
                <a:lnTo>
                  <a:pt x="19774349" y="30805"/>
                </a:lnTo>
                <a:close/>
              </a:path>
              <a:path w="20048855" h="6221095" extrusionOk="0">
                <a:moveTo>
                  <a:pt x="19263234" y="0"/>
                </a:moveTo>
                <a:lnTo>
                  <a:pt x="19252952" y="230"/>
                </a:lnTo>
                <a:lnTo>
                  <a:pt x="19244973" y="7999"/>
                </a:lnTo>
                <a:lnTo>
                  <a:pt x="19245235" y="17140"/>
                </a:lnTo>
                <a:lnTo>
                  <a:pt x="19246911" y="23553"/>
                </a:lnTo>
                <a:lnTo>
                  <a:pt x="19251118" y="28711"/>
                </a:lnTo>
                <a:lnTo>
                  <a:pt x="19257207" y="32086"/>
                </a:lnTo>
                <a:lnTo>
                  <a:pt x="19264532" y="33150"/>
                </a:lnTo>
                <a:lnTo>
                  <a:pt x="19271737" y="31662"/>
                </a:lnTo>
                <a:lnTo>
                  <a:pt x="19277533" y="27924"/>
                </a:lnTo>
                <a:lnTo>
                  <a:pt x="19281329" y="22512"/>
                </a:lnTo>
                <a:lnTo>
                  <a:pt x="19282532" y="15999"/>
                </a:lnTo>
                <a:lnTo>
                  <a:pt x="19282260" y="7214"/>
                </a:lnTo>
                <a:lnTo>
                  <a:pt x="19274187" y="261"/>
                </a:lnTo>
                <a:lnTo>
                  <a:pt x="19263234" y="0"/>
                </a:lnTo>
                <a:close/>
              </a:path>
              <a:path w="20048855" h="6221095" extrusionOk="0">
                <a:moveTo>
                  <a:pt x="19514881" y="3560"/>
                </a:moveTo>
                <a:lnTo>
                  <a:pt x="19506389" y="10355"/>
                </a:lnTo>
                <a:lnTo>
                  <a:pt x="19505719" y="19360"/>
                </a:lnTo>
                <a:lnTo>
                  <a:pt x="19506650" y="25882"/>
                </a:lnTo>
                <a:lnTo>
                  <a:pt x="19510254" y="31372"/>
                </a:lnTo>
                <a:lnTo>
                  <a:pt x="19515933" y="35261"/>
                </a:lnTo>
                <a:lnTo>
                  <a:pt x="19523090" y="36983"/>
                </a:lnTo>
                <a:lnTo>
                  <a:pt x="19530426" y="36110"/>
                </a:lnTo>
                <a:lnTo>
                  <a:pt x="19536601" y="32913"/>
                </a:lnTo>
                <a:lnTo>
                  <a:pt x="19540976" y="27893"/>
                </a:lnTo>
                <a:lnTo>
                  <a:pt x="19542911" y="21549"/>
                </a:lnTo>
                <a:lnTo>
                  <a:pt x="19541930" y="15027"/>
                </a:lnTo>
                <a:lnTo>
                  <a:pt x="19538338" y="9537"/>
                </a:lnTo>
                <a:lnTo>
                  <a:pt x="19532692" y="5647"/>
                </a:lnTo>
                <a:lnTo>
                  <a:pt x="19525551" y="3926"/>
                </a:lnTo>
                <a:lnTo>
                  <a:pt x="19514881" y="3560"/>
                </a:lnTo>
                <a:close/>
              </a:path>
            </a:pathLst>
          </a:cu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1849" y="1139698"/>
            <a:ext cx="9801809" cy="3099458"/>
          </a:xfrm>
          <a:custGeom>
            <a:avLst/>
            <a:gdLst/>
            <a:ahLst/>
            <a:cxnLst/>
            <a:rect l="l" t="t" r="r" b="b"/>
            <a:pathLst>
              <a:path w="19892645" h="6290309" extrusionOk="0">
                <a:moveTo>
                  <a:pt x="11284613" y="6258940"/>
                </a:moveTo>
                <a:lnTo>
                  <a:pt x="11274729" y="6258940"/>
                </a:lnTo>
                <a:lnTo>
                  <a:pt x="11266781" y="6265767"/>
                </a:lnTo>
                <a:lnTo>
                  <a:pt x="11266677" y="6282855"/>
                </a:lnTo>
                <a:lnTo>
                  <a:pt x="11274330" y="6289913"/>
                </a:lnTo>
                <a:lnTo>
                  <a:pt x="11293678" y="6289913"/>
                </a:lnTo>
                <a:lnTo>
                  <a:pt x="11301513" y="6283201"/>
                </a:lnTo>
                <a:lnTo>
                  <a:pt x="11301618" y="6266112"/>
                </a:lnTo>
                <a:lnTo>
                  <a:pt x="11294090" y="6259160"/>
                </a:lnTo>
                <a:lnTo>
                  <a:pt x="11284613" y="6258940"/>
                </a:lnTo>
                <a:close/>
              </a:path>
              <a:path w="19892645" h="6290309" extrusionOk="0">
                <a:moveTo>
                  <a:pt x="11015512" y="6245359"/>
                </a:moveTo>
                <a:lnTo>
                  <a:pt x="11007585" y="6251348"/>
                </a:lnTo>
                <a:lnTo>
                  <a:pt x="11006674" y="6259516"/>
                </a:lnTo>
                <a:lnTo>
                  <a:pt x="11005753" y="6268039"/>
                </a:lnTo>
                <a:lnTo>
                  <a:pt x="11012611" y="6275557"/>
                </a:lnTo>
                <a:lnTo>
                  <a:pt x="11031783" y="6277431"/>
                </a:lnTo>
                <a:lnTo>
                  <a:pt x="11040380" y="6271233"/>
                </a:lnTo>
                <a:lnTo>
                  <a:pt x="11041438" y="6262709"/>
                </a:lnTo>
                <a:lnTo>
                  <a:pt x="11042359" y="6254186"/>
                </a:lnTo>
                <a:lnTo>
                  <a:pt x="11035375" y="6246542"/>
                </a:lnTo>
                <a:lnTo>
                  <a:pt x="11025920" y="6245725"/>
                </a:lnTo>
                <a:lnTo>
                  <a:pt x="11025386" y="6245589"/>
                </a:lnTo>
                <a:lnTo>
                  <a:pt x="11015512" y="6245359"/>
                </a:lnTo>
                <a:close/>
              </a:path>
              <a:path w="19892645" h="6290309" extrusionOk="0">
                <a:moveTo>
                  <a:pt x="11543548" y="6249966"/>
                </a:moveTo>
                <a:lnTo>
                  <a:pt x="11542888" y="6250071"/>
                </a:lnTo>
                <a:lnTo>
                  <a:pt x="11533255" y="6250793"/>
                </a:lnTo>
                <a:lnTo>
                  <a:pt x="11526219" y="6258343"/>
                </a:lnTo>
                <a:lnTo>
                  <a:pt x="11527035" y="6266908"/>
                </a:lnTo>
                <a:lnTo>
                  <a:pt x="11527978" y="6275358"/>
                </a:lnTo>
                <a:lnTo>
                  <a:pt x="11536459" y="6281735"/>
                </a:lnTo>
                <a:lnTo>
                  <a:pt x="11545967" y="6280887"/>
                </a:lnTo>
                <a:lnTo>
                  <a:pt x="11555621" y="6280164"/>
                </a:lnTo>
                <a:lnTo>
                  <a:pt x="11562647" y="6272615"/>
                </a:lnTo>
                <a:lnTo>
                  <a:pt x="11561841" y="6264049"/>
                </a:lnTo>
                <a:lnTo>
                  <a:pt x="11561003" y="6256196"/>
                </a:lnTo>
                <a:lnTo>
                  <a:pt x="11553705" y="6250207"/>
                </a:lnTo>
                <a:lnTo>
                  <a:pt x="11543548" y="6249966"/>
                </a:lnTo>
                <a:close/>
              </a:path>
              <a:path w="19892645" h="6290309" extrusionOk="0">
                <a:moveTo>
                  <a:pt x="10758368" y="6211402"/>
                </a:moveTo>
                <a:lnTo>
                  <a:pt x="10750870" y="6216679"/>
                </a:lnTo>
                <a:lnTo>
                  <a:pt x="10749174" y="6224239"/>
                </a:lnTo>
                <a:lnTo>
                  <a:pt x="10747457" y="6232626"/>
                </a:lnTo>
                <a:lnTo>
                  <a:pt x="10753624" y="6240731"/>
                </a:lnTo>
                <a:lnTo>
                  <a:pt x="10763048" y="6242375"/>
                </a:lnTo>
                <a:lnTo>
                  <a:pt x="10769961" y="6242270"/>
                </a:lnTo>
                <a:lnTo>
                  <a:pt x="10776099" y="6239922"/>
                </a:lnTo>
                <a:lnTo>
                  <a:pt x="10780813" y="6235716"/>
                </a:lnTo>
                <a:lnTo>
                  <a:pt x="10783456" y="6230040"/>
                </a:lnTo>
                <a:lnTo>
                  <a:pt x="10785309" y="6221653"/>
                </a:lnTo>
                <a:lnTo>
                  <a:pt x="10779006" y="6213548"/>
                </a:lnTo>
                <a:lnTo>
                  <a:pt x="10769571" y="6211904"/>
                </a:lnTo>
                <a:lnTo>
                  <a:pt x="10767718" y="6211622"/>
                </a:lnTo>
                <a:lnTo>
                  <a:pt x="10758368" y="6211402"/>
                </a:lnTo>
                <a:close/>
              </a:path>
              <a:path w="19892645" h="6290309" extrusionOk="0">
                <a:moveTo>
                  <a:pt x="11801613" y="6217349"/>
                </a:moveTo>
                <a:lnTo>
                  <a:pt x="11800273" y="6217433"/>
                </a:lnTo>
                <a:lnTo>
                  <a:pt x="11799069" y="6217768"/>
                </a:lnTo>
                <a:lnTo>
                  <a:pt x="11789540" y="6219318"/>
                </a:lnTo>
                <a:lnTo>
                  <a:pt x="11783415" y="6227485"/>
                </a:lnTo>
                <a:lnTo>
                  <a:pt x="11785300" y="6235841"/>
                </a:lnTo>
                <a:lnTo>
                  <a:pt x="11787897" y="6241561"/>
                </a:lnTo>
                <a:lnTo>
                  <a:pt x="11792601" y="6245761"/>
                </a:lnTo>
                <a:lnTo>
                  <a:pt x="11798737" y="6248058"/>
                </a:lnTo>
                <a:lnTo>
                  <a:pt x="11805634" y="6248071"/>
                </a:lnTo>
                <a:lnTo>
                  <a:pt x="11815163" y="6246521"/>
                </a:lnTo>
                <a:lnTo>
                  <a:pt x="11821288" y="6238354"/>
                </a:lnTo>
                <a:lnTo>
                  <a:pt x="11819403" y="6229873"/>
                </a:lnTo>
                <a:lnTo>
                  <a:pt x="11817885" y="6222721"/>
                </a:lnTo>
                <a:lnTo>
                  <a:pt x="11810817" y="6217569"/>
                </a:lnTo>
                <a:lnTo>
                  <a:pt x="11801613" y="6217349"/>
                </a:lnTo>
                <a:close/>
              </a:path>
              <a:path w="19892645" h="6290309" extrusionOk="0">
                <a:moveTo>
                  <a:pt x="10505265" y="6158901"/>
                </a:moveTo>
                <a:lnTo>
                  <a:pt x="10497915" y="6163477"/>
                </a:lnTo>
                <a:lnTo>
                  <a:pt x="10495842" y="6170440"/>
                </a:lnTo>
                <a:lnTo>
                  <a:pt x="10495308" y="6176576"/>
                </a:lnTo>
                <a:lnTo>
                  <a:pt x="10497423" y="6182208"/>
                </a:lnTo>
                <a:lnTo>
                  <a:pt x="10501776" y="6186715"/>
                </a:lnTo>
                <a:lnTo>
                  <a:pt x="10507956" y="6189476"/>
                </a:lnTo>
                <a:lnTo>
                  <a:pt x="10514869" y="6189880"/>
                </a:lnTo>
                <a:lnTo>
                  <a:pt x="10521209" y="6187965"/>
                </a:lnTo>
                <a:lnTo>
                  <a:pt x="10526278" y="6184084"/>
                </a:lnTo>
                <a:lnTo>
                  <a:pt x="10529380" y="6178586"/>
                </a:lnTo>
                <a:lnTo>
                  <a:pt x="10529830" y="6172460"/>
                </a:lnTo>
                <a:lnTo>
                  <a:pt x="10527676" y="6166852"/>
                </a:lnTo>
                <a:lnTo>
                  <a:pt x="10505265" y="6158901"/>
                </a:lnTo>
                <a:close/>
              </a:path>
              <a:path w="19892645" h="6290309" extrusionOk="0">
                <a:moveTo>
                  <a:pt x="12053574" y="6160723"/>
                </a:moveTo>
                <a:lnTo>
                  <a:pt x="12051574" y="6160922"/>
                </a:lnTo>
                <a:lnTo>
                  <a:pt x="12049679" y="6161466"/>
                </a:lnTo>
                <a:lnTo>
                  <a:pt x="12043692" y="6164401"/>
                </a:lnTo>
                <a:lnTo>
                  <a:pt x="12039503" y="6169017"/>
                </a:lnTo>
                <a:lnTo>
                  <a:pt x="12037585" y="6174688"/>
                </a:lnTo>
                <a:lnTo>
                  <a:pt x="12038287" y="6180785"/>
                </a:lnTo>
                <a:lnTo>
                  <a:pt x="12041583" y="6186225"/>
                </a:lnTo>
                <a:lnTo>
                  <a:pt x="12046773" y="6189950"/>
                </a:lnTo>
                <a:lnTo>
                  <a:pt x="12053150" y="6191652"/>
                </a:lnTo>
                <a:lnTo>
                  <a:pt x="12060003" y="6191026"/>
                </a:lnTo>
                <a:lnTo>
                  <a:pt x="12066075" y="6188091"/>
                </a:lnTo>
                <a:lnTo>
                  <a:pt x="12070277" y="6183464"/>
                </a:lnTo>
                <a:lnTo>
                  <a:pt x="12072226" y="6177760"/>
                </a:lnTo>
                <a:lnTo>
                  <a:pt x="12071542" y="6171592"/>
                </a:lnTo>
                <a:lnTo>
                  <a:pt x="12069333" y="6165131"/>
                </a:lnTo>
                <a:lnTo>
                  <a:pt x="12062642" y="6160943"/>
                </a:lnTo>
                <a:lnTo>
                  <a:pt x="12053574" y="6160723"/>
                </a:lnTo>
                <a:close/>
              </a:path>
              <a:path w="19892645" h="6290309" extrusionOk="0">
                <a:moveTo>
                  <a:pt x="10256917" y="6089657"/>
                </a:moveTo>
                <a:lnTo>
                  <a:pt x="10249996" y="6093657"/>
                </a:lnTo>
                <a:lnTo>
                  <a:pt x="10247399" y="6100117"/>
                </a:lnTo>
                <a:lnTo>
                  <a:pt x="10246454" y="6106227"/>
                </a:lnTo>
                <a:lnTo>
                  <a:pt x="10248162" y="6111978"/>
                </a:lnTo>
                <a:lnTo>
                  <a:pt x="10252177" y="6116759"/>
                </a:lnTo>
                <a:lnTo>
                  <a:pt x="10258152" y="6119960"/>
                </a:lnTo>
                <a:lnTo>
                  <a:pt x="10264971" y="6120798"/>
                </a:lnTo>
                <a:lnTo>
                  <a:pt x="10271431" y="6119278"/>
                </a:lnTo>
                <a:lnTo>
                  <a:pt x="10276801" y="6115706"/>
                </a:lnTo>
                <a:lnTo>
                  <a:pt x="10280351" y="6110389"/>
                </a:lnTo>
                <a:lnTo>
                  <a:pt x="10281287" y="6104336"/>
                </a:lnTo>
                <a:lnTo>
                  <a:pt x="10279590" y="6098595"/>
                </a:lnTo>
                <a:lnTo>
                  <a:pt x="10256917" y="6089657"/>
                </a:lnTo>
                <a:close/>
              </a:path>
              <a:path w="19892645" h="6290309" extrusionOk="0">
                <a:moveTo>
                  <a:pt x="12297420" y="6080641"/>
                </a:moveTo>
                <a:lnTo>
                  <a:pt x="12281945" y="6096341"/>
                </a:lnTo>
                <a:lnTo>
                  <a:pt x="12283410" y="6102389"/>
                </a:lnTo>
                <a:lnTo>
                  <a:pt x="12287325" y="6107427"/>
                </a:lnTo>
                <a:lnTo>
                  <a:pt x="12292920" y="6110644"/>
                </a:lnTo>
                <a:lnTo>
                  <a:pt x="12299478" y="6111771"/>
                </a:lnTo>
                <a:lnTo>
                  <a:pt x="12306279" y="6110536"/>
                </a:lnTo>
                <a:lnTo>
                  <a:pt x="12311940" y="6107037"/>
                </a:lnTo>
                <a:lnTo>
                  <a:pt x="12315558" y="6102023"/>
                </a:lnTo>
                <a:lnTo>
                  <a:pt x="12316824" y="6096153"/>
                </a:lnTo>
                <a:lnTo>
                  <a:pt x="12315430" y="6090086"/>
                </a:lnTo>
                <a:lnTo>
                  <a:pt x="12312666" y="6084442"/>
                </a:lnTo>
                <a:lnTo>
                  <a:pt x="12306362" y="6080851"/>
                </a:lnTo>
                <a:lnTo>
                  <a:pt x="12297420" y="6080641"/>
                </a:lnTo>
                <a:close/>
              </a:path>
              <a:path w="19892645" h="6290309" extrusionOk="0">
                <a:moveTo>
                  <a:pt x="10014495" y="6005597"/>
                </a:moveTo>
                <a:lnTo>
                  <a:pt x="10007846" y="6009240"/>
                </a:lnTo>
                <a:lnTo>
                  <a:pt x="10004998" y="6015230"/>
                </a:lnTo>
                <a:lnTo>
                  <a:pt x="10003618" y="6021251"/>
                </a:lnTo>
                <a:lnTo>
                  <a:pt x="10004862" y="6027078"/>
                </a:lnTo>
                <a:lnTo>
                  <a:pt x="10008461" y="6032048"/>
                </a:lnTo>
                <a:lnTo>
                  <a:pt x="10014149" y="6035501"/>
                </a:lnTo>
                <a:lnTo>
                  <a:pt x="10020922" y="6036778"/>
                </a:lnTo>
                <a:lnTo>
                  <a:pt x="10027492" y="6035668"/>
                </a:lnTo>
                <a:lnTo>
                  <a:pt x="10033124" y="6032443"/>
                </a:lnTo>
                <a:lnTo>
                  <a:pt x="10037081" y="6027376"/>
                </a:lnTo>
                <a:lnTo>
                  <a:pt x="10038464" y="6021352"/>
                </a:lnTo>
                <a:lnTo>
                  <a:pt x="10037210" y="6015509"/>
                </a:lnTo>
                <a:lnTo>
                  <a:pt x="10014495" y="6005597"/>
                </a:lnTo>
                <a:close/>
              </a:path>
              <a:path w="19892645" h="6290309" extrusionOk="0">
                <a:moveTo>
                  <a:pt x="12530575" y="5978582"/>
                </a:moveTo>
                <a:lnTo>
                  <a:pt x="12515746" y="5995822"/>
                </a:lnTo>
                <a:lnTo>
                  <a:pt x="12517864" y="6001681"/>
                </a:lnTo>
                <a:lnTo>
                  <a:pt x="12522376" y="6006361"/>
                </a:lnTo>
                <a:lnTo>
                  <a:pt x="12528340" y="6009074"/>
                </a:lnTo>
                <a:lnTo>
                  <a:pt x="12534994" y="6009622"/>
                </a:lnTo>
                <a:lnTo>
                  <a:pt x="12541580" y="6007806"/>
                </a:lnTo>
                <a:lnTo>
                  <a:pt x="12546850" y="6003795"/>
                </a:lnTo>
                <a:lnTo>
                  <a:pt x="12549892" y="5998495"/>
                </a:lnTo>
                <a:lnTo>
                  <a:pt x="12550471" y="5992578"/>
                </a:lnTo>
                <a:lnTo>
                  <a:pt x="12548355" y="5986718"/>
                </a:lnTo>
                <a:lnTo>
                  <a:pt x="12545297" y="5981660"/>
                </a:lnTo>
                <a:lnTo>
                  <a:pt x="12539518" y="5978802"/>
                </a:lnTo>
                <a:lnTo>
                  <a:pt x="12530575" y="5978582"/>
                </a:lnTo>
                <a:close/>
              </a:path>
              <a:path w="19892645" h="6290309" extrusionOk="0">
                <a:moveTo>
                  <a:pt x="9778345" y="5908511"/>
                </a:moveTo>
                <a:lnTo>
                  <a:pt x="9771968" y="5911683"/>
                </a:lnTo>
                <a:lnTo>
                  <a:pt x="9768733" y="5917306"/>
                </a:lnTo>
                <a:lnTo>
                  <a:pt x="9766963" y="5923225"/>
                </a:lnTo>
                <a:lnTo>
                  <a:pt x="9767847" y="5929108"/>
                </a:lnTo>
                <a:lnTo>
                  <a:pt x="9771155" y="5934270"/>
                </a:lnTo>
                <a:lnTo>
                  <a:pt x="9776659" y="5938028"/>
                </a:lnTo>
                <a:lnTo>
                  <a:pt x="9783320" y="5939654"/>
                </a:lnTo>
                <a:lnTo>
                  <a:pt x="9789940" y="5938874"/>
                </a:lnTo>
                <a:lnTo>
                  <a:pt x="9795750" y="5935937"/>
                </a:lnTo>
                <a:lnTo>
                  <a:pt x="9799978" y="5931096"/>
                </a:lnTo>
                <a:lnTo>
                  <a:pt x="9801806" y="5925177"/>
                </a:lnTo>
                <a:lnTo>
                  <a:pt x="9800927" y="5919294"/>
                </a:lnTo>
                <a:lnTo>
                  <a:pt x="9778345" y="5908511"/>
                </a:lnTo>
                <a:close/>
              </a:path>
              <a:path w="19892645" h="6290309" extrusionOk="0">
                <a:moveTo>
                  <a:pt x="9548415" y="5799812"/>
                </a:moveTo>
                <a:lnTo>
                  <a:pt x="9542310" y="5802639"/>
                </a:lnTo>
                <a:lnTo>
                  <a:pt x="9539085" y="5807781"/>
                </a:lnTo>
                <a:lnTo>
                  <a:pt x="9536924" y="5813651"/>
                </a:lnTo>
                <a:lnTo>
                  <a:pt x="9537435" y="5819584"/>
                </a:lnTo>
                <a:lnTo>
                  <a:pt x="9540418" y="5824908"/>
                </a:lnTo>
                <a:lnTo>
                  <a:pt x="9545672" y="5828953"/>
                </a:lnTo>
                <a:lnTo>
                  <a:pt x="9552214" y="5830876"/>
                </a:lnTo>
                <a:lnTo>
                  <a:pt x="9558879" y="5830420"/>
                </a:lnTo>
                <a:lnTo>
                  <a:pt x="9564859" y="5827767"/>
                </a:lnTo>
                <a:lnTo>
                  <a:pt x="9569346" y="5823100"/>
                </a:lnTo>
                <a:lnTo>
                  <a:pt x="9571513" y="5817229"/>
                </a:lnTo>
                <a:lnTo>
                  <a:pt x="9571002" y="5811296"/>
                </a:lnTo>
                <a:lnTo>
                  <a:pt x="9548415" y="5799812"/>
                </a:lnTo>
                <a:close/>
              </a:path>
              <a:path w="19892645" h="6290309" extrusionOk="0">
                <a:moveTo>
                  <a:pt x="12751741" y="5857486"/>
                </a:moveTo>
                <a:lnTo>
                  <a:pt x="12737664" y="5876031"/>
                </a:lnTo>
                <a:lnTo>
                  <a:pt x="12740318" y="5881674"/>
                </a:lnTo>
                <a:lnTo>
                  <a:pt x="12745326" y="5886021"/>
                </a:lnTo>
                <a:lnTo>
                  <a:pt x="12751544" y="5888272"/>
                </a:lnTo>
                <a:lnTo>
                  <a:pt x="12758227" y="5888287"/>
                </a:lnTo>
                <a:lnTo>
                  <a:pt x="12764631" y="5885925"/>
                </a:lnTo>
                <a:lnTo>
                  <a:pt x="12769450" y="5881529"/>
                </a:lnTo>
                <a:lnTo>
                  <a:pt x="12771932" y="5876031"/>
                </a:lnTo>
                <a:lnTo>
                  <a:pt x="12771948" y="5870028"/>
                </a:lnTo>
                <a:lnTo>
                  <a:pt x="12769280" y="5864313"/>
                </a:lnTo>
                <a:lnTo>
                  <a:pt x="12765940" y="5860083"/>
                </a:lnTo>
                <a:lnTo>
                  <a:pt x="12760673" y="5857695"/>
                </a:lnTo>
                <a:lnTo>
                  <a:pt x="12751741" y="5857486"/>
                </a:lnTo>
                <a:close/>
              </a:path>
              <a:path w="19892645" h="6290309" extrusionOk="0">
                <a:moveTo>
                  <a:pt x="9325197" y="5680706"/>
                </a:moveTo>
                <a:lnTo>
                  <a:pt x="9319367" y="5683198"/>
                </a:lnTo>
                <a:lnTo>
                  <a:pt x="9316024" y="5687973"/>
                </a:lnTo>
                <a:lnTo>
                  <a:pt x="9313546" y="5693719"/>
                </a:lnTo>
                <a:lnTo>
                  <a:pt x="9313728" y="5699652"/>
                </a:lnTo>
                <a:lnTo>
                  <a:pt x="9316404" y="5705087"/>
                </a:lnTo>
                <a:lnTo>
                  <a:pt x="9321406" y="5709344"/>
                </a:lnTo>
                <a:lnTo>
                  <a:pt x="9327870" y="5711550"/>
                </a:lnTo>
                <a:lnTo>
                  <a:pt x="9334546" y="5711391"/>
                </a:lnTo>
                <a:lnTo>
                  <a:pt x="9340662" y="5709017"/>
                </a:lnTo>
                <a:lnTo>
                  <a:pt x="9345447" y="5704580"/>
                </a:lnTo>
                <a:lnTo>
                  <a:pt x="9347931" y="5698825"/>
                </a:lnTo>
                <a:lnTo>
                  <a:pt x="9347752" y="5692888"/>
                </a:lnTo>
                <a:lnTo>
                  <a:pt x="9325197" y="5680706"/>
                </a:lnTo>
                <a:close/>
              </a:path>
              <a:path w="19892645" h="6290309" extrusionOk="0">
                <a:moveTo>
                  <a:pt x="12961075" y="5720328"/>
                </a:moveTo>
                <a:lnTo>
                  <a:pt x="12957044" y="5721427"/>
                </a:lnTo>
                <a:lnTo>
                  <a:pt x="12953756" y="5723836"/>
                </a:lnTo>
                <a:lnTo>
                  <a:pt x="12949251" y="5728512"/>
                </a:lnTo>
                <a:lnTo>
                  <a:pt x="12947230" y="5734144"/>
                </a:lnTo>
                <a:lnTo>
                  <a:pt x="12947781" y="5740036"/>
                </a:lnTo>
                <a:lnTo>
                  <a:pt x="12950992" y="5745489"/>
                </a:lnTo>
                <a:lnTo>
                  <a:pt x="12956248" y="5749501"/>
                </a:lnTo>
                <a:lnTo>
                  <a:pt x="12962598" y="5751316"/>
                </a:lnTo>
                <a:lnTo>
                  <a:pt x="12969267" y="5750870"/>
                </a:lnTo>
                <a:lnTo>
                  <a:pt x="12975483" y="5748097"/>
                </a:lnTo>
                <a:lnTo>
                  <a:pt x="12979922" y="5743346"/>
                </a:lnTo>
                <a:lnTo>
                  <a:pt x="12981923" y="5737662"/>
                </a:lnTo>
                <a:lnTo>
                  <a:pt x="12981403" y="5731720"/>
                </a:lnTo>
                <a:lnTo>
                  <a:pt x="12978279" y="5726192"/>
                </a:lnTo>
                <a:lnTo>
                  <a:pt x="12974897" y="5722548"/>
                </a:lnTo>
                <a:lnTo>
                  <a:pt x="12970038" y="5720537"/>
                </a:lnTo>
                <a:lnTo>
                  <a:pt x="12961075" y="5720328"/>
                </a:lnTo>
                <a:close/>
              </a:path>
              <a:path w="19892645" h="6290309" extrusionOk="0">
                <a:moveTo>
                  <a:pt x="9108261" y="5552616"/>
                </a:moveTo>
                <a:lnTo>
                  <a:pt x="9102575" y="5554972"/>
                </a:lnTo>
                <a:lnTo>
                  <a:pt x="9099109" y="5559401"/>
                </a:lnTo>
                <a:lnTo>
                  <a:pt x="9096407" y="5565080"/>
                </a:lnTo>
                <a:lnTo>
                  <a:pt x="9096341" y="5571013"/>
                </a:lnTo>
                <a:lnTo>
                  <a:pt x="9098766" y="5576537"/>
                </a:lnTo>
                <a:lnTo>
                  <a:pt x="9103538" y="5580992"/>
                </a:lnTo>
                <a:lnTo>
                  <a:pt x="9109872" y="5583408"/>
                </a:lnTo>
                <a:lnTo>
                  <a:pt x="9116535" y="5583496"/>
                </a:lnTo>
                <a:lnTo>
                  <a:pt x="9122739" y="5581347"/>
                </a:lnTo>
                <a:lnTo>
                  <a:pt x="9127695" y="5577055"/>
                </a:lnTo>
                <a:lnTo>
                  <a:pt x="9130471" y="5571426"/>
                </a:lnTo>
                <a:lnTo>
                  <a:pt x="9130577" y="5565500"/>
                </a:lnTo>
                <a:lnTo>
                  <a:pt x="9128166" y="5559983"/>
                </a:lnTo>
                <a:lnTo>
                  <a:pt x="9123391" y="5555579"/>
                </a:lnTo>
                <a:lnTo>
                  <a:pt x="9120512" y="5553736"/>
                </a:lnTo>
                <a:lnTo>
                  <a:pt x="9117192" y="5552825"/>
                </a:lnTo>
                <a:lnTo>
                  <a:pt x="9108261" y="5552616"/>
                </a:lnTo>
                <a:close/>
              </a:path>
              <a:path w="19892645" h="6290309" extrusionOk="0">
                <a:moveTo>
                  <a:pt x="13158682" y="5569945"/>
                </a:moveTo>
                <a:lnTo>
                  <a:pt x="13154242" y="5571275"/>
                </a:lnTo>
                <a:lnTo>
                  <a:pt x="13150818" y="5574039"/>
                </a:lnTo>
                <a:lnTo>
                  <a:pt x="13146717" y="5579010"/>
                </a:lnTo>
                <a:lnTo>
                  <a:pt x="13145122" y="5584795"/>
                </a:lnTo>
                <a:lnTo>
                  <a:pt x="13146080" y="5590687"/>
                </a:lnTo>
                <a:lnTo>
                  <a:pt x="13149635" y="5595976"/>
                </a:lnTo>
                <a:lnTo>
                  <a:pt x="13155282" y="5599601"/>
                </a:lnTo>
                <a:lnTo>
                  <a:pt x="13161785" y="5600977"/>
                </a:lnTo>
                <a:lnTo>
                  <a:pt x="13168381" y="5600085"/>
                </a:lnTo>
                <a:lnTo>
                  <a:pt x="13174305" y="5596907"/>
                </a:lnTo>
                <a:lnTo>
                  <a:pt x="13178384" y="5591935"/>
                </a:lnTo>
                <a:lnTo>
                  <a:pt x="13179950" y="5586149"/>
                </a:lnTo>
                <a:lnTo>
                  <a:pt x="13178988" y="5580260"/>
                </a:lnTo>
                <a:lnTo>
                  <a:pt x="13175488" y="5574981"/>
                </a:lnTo>
                <a:lnTo>
                  <a:pt x="13172116" y="5571809"/>
                </a:lnTo>
                <a:lnTo>
                  <a:pt x="13167624" y="5570165"/>
                </a:lnTo>
                <a:lnTo>
                  <a:pt x="13158682" y="5569945"/>
                </a:lnTo>
                <a:close/>
              </a:path>
              <a:path w="19892645" h="6290309" extrusionOk="0">
                <a:moveTo>
                  <a:pt x="8897848" y="5416243"/>
                </a:moveTo>
                <a:lnTo>
                  <a:pt x="8892445" y="5418368"/>
                </a:lnTo>
                <a:lnTo>
                  <a:pt x="8888854" y="5422442"/>
                </a:lnTo>
                <a:lnTo>
                  <a:pt x="8885834" y="5428002"/>
                </a:lnTo>
                <a:lnTo>
                  <a:pt x="8885435" y="5433935"/>
                </a:lnTo>
                <a:lnTo>
                  <a:pt x="8887549" y="5439571"/>
                </a:lnTo>
                <a:lnTo>
                  <a:pt x="8892068" y="5444242"/>
                </a:lnTo>
                <a:lnTo>
                  <a:pt x="8898325" y="5446919"/>
                </a:lnTo>
                <a:lnTo>
                  <a:pt x="8905001" y="5447262"/>
                </a:lnTo>
                <a:lnTo>
                  <a:pt x="8911342" y="5445348"/>
                </a:lnTo>
                <a:lnTo>
                  <a:pt x="8916591" y="5441258"/>
                </a:lnTo>
                <a:lnTo>
                  <a:pt x="8919609" y="5435751"/>
                </a:lnTo>
                <a:lnTo>
                  <a:pt x="8919993" y="5429822"/>
                </a:lnTo>
                <a:lnTo>
                  <a:pt x="8917838" y="5424190"/>
                </a:lnTo>
                <a:lnTo>
                  <a:pt x="8913241" y="5419573"/>
                </a:lnTo>
                <a:lnTo>
                  <a:pt x="8910235" y="5417489"/>
                </a:lnTo>
                <a:lnTo>
                  <a:pt x="8906780" y="5416452"/>
                </a:lnTo>
                <a:lnTo>
                  <a:pt x="8897848" y="5416243"/>
                </a:lnTo>
                <a:close/>
              </a:path>
              <a:path w="19892645" h="6290309" extrusionOk="0">
                <a:moveTo>
                  <a:pt x="13345388" y="5408630"/>
                </a:moveTo>
                <a:lnTo>
                  <a:pt x="13340666" y="5410180"/>
                </a:lnTo>
                <a:lnTo>
                  <a:pt x="13337106" y="5413416"/>
                </a:lnTo>
                <a:lnTo>
                  <a:pt x="13333337" y="5418596"/>
                </a:lnTo>
                <a:lnTo>
                  <a:pt x="13332128" y="5424460"/>
                </a:lnTo>
                <a:lnTo>
                  <a:pt x="13333473" y="5430296"/>
                </a:lnTo>
                <a:lnTo>
                  <a:pt x="13337368" y="5435394"/>
                </a:lnTo>
                <a:lnTo>
                  <a:pt x="13343201" y="5438716"/>
                </a:lnTo>
                <a:lnTo>
                  <a:pt x="13349800" y="5439745"/>
                </a:lnTo>
                <a:lnTo>
                  <a:pt x="13356367" y="5438504"/>
                </a:lnTo>
                <a:lnTo>
                  <a:pt x="13362100" y="5435017"/>
                </a:lnTo>
                <a:lnTo>
                  <a:pt x="13365843" y="5429855"/>
                </a:lnTo>
                <a:lnTo>
                  <a:pt x="13367015" y="5424033"/>
                </a:lnTo>
                <a:lnTo>
                  <a:pt x="13365656" y="5418243"/>
                </a:lnTo>
                <a:lnTo>
                  <a:pt x="13361807" y="5413175"/>
                </a:lnTo>
                <a:lnTo>
                  <a:pt x="13358425" y="5410358"/>
                </a:lnTo>
                <a:lnTo>
                  <a:pt x="13354320" y="5408840"/>
                </a:lnTo>
                <a:lnTo>
                  <a:pt x="13345388" y="5408630"/>
                </a:lnTo>
                <a:close/>
              </a:path>
              <a:path w="19892645" h="6290309" extrusionOk="0">
                <a:moveTo>
                  <a:pt x="8694766" y="5271378"/>
                </a:moveTo>
                <a:lnTo>
                  <a:pt x="8689635" y="5273273"/>
                </a:lnTo>
                <a:lnTo>
                  <a:pt x="8686054" y="5276991"/>
                </a:lnTo>
                <a:lnTo>
                  <a:pt x="8682725" y="5282377"/>
                </a:lnTo>
                <a:lnTo>
                  <a:pt x="8681995" y="5288291"/>
                </a:lnTo>
                <a:lnTo>
                  <a:pt x="8683799" y="5293998"/>
                </a:lnTo>
                <a:lnTo>
                  <a:pt x="8688075" y="5298759"/>
                </a:lnTo>
                <a:lnTo>
                  <a:pt x="8694190" y="5301722"/>
                </a:lnTo>
                <a:lnTo>
                  <a:pt x="8700852" y="5302372"/>
                </a:lnTo>
                <a:lnTo>
                  <a:pt x="8707281" y="5300768"/>
                </a:lnTo>
                <a:lnTo>
                  <a:pt x="8712702" y="5296969"/>
                </a:lnTo>
                <a:lnTo>
                  <a:pt x="8716032" y="5291528"/>
                </a:lnTo>
                <a:lnTo>
                  <a:pt x="8716744" y="5285605"/>
                </a:lnTo>
                <a:lnTo>
                  <a:pt x="8714896" y="5279891"/>
                </a:lnTo>
                <a:lnTo>
                  <a:pt x="8710545" y="5275074"/>
                </a:lnTo>
                <a:lnTo>
                  <a:pt x="8707404" y="5272739"/>
                </a:lnTo>
                <a:lnTo>
                  <a:pt x="8703572" y="5271588"/>
                </a:lnTo>
                <a:lnTo>
                  <a:pt x="8694766" y="5271378"/>
                </a:lnTo>
                <a:close/>
              </a:path>
              <a:path w="19892645" h="6290309" extrusionOk="0">
                <a:moveTo>
                  <a:pt x="13522200" y="5238646"/>
                </a:moveTo>
                <a:lnTo>
                  <a:pt x="13517205" y="5240426"/>
                </a:lnTo>
                <a:lnTo>
                  <a:pt x="13513624" y="5244028"/>
                </a:lnTo>
                <a:lnTo>
                  <a:pt x="13510122" y="5249393"/>
                </a:lnTo>
                <a:lnTo>
                  <a:pt x="13509255" y="5255287"/>
                </a:lnTo>
                <a:lnTo>
                  <a:pt x="13510944" y="5261020"/>
                </a:lnTo>
                <a:lnTo>
                  <a:pt x="13515111" y="5265902"/>
                </a:lnTo>
                <a:lnTo>
                  <a:pt x="13521150" y="5269018"/>
                </a:lnTo>
                <a:lnTo>
                  <a:pt x="13527785" y="5269789"/>
                </a:lnTo>
                <a:lnTo>
                  <a:pt x="13534237" y="5268287"/>
                </a:lnTo>
                <a:lnTo>
                  <a:pt x="13539728" y="5264583"/>
                </a:lnTo>
                <a:lnTo>
                  <a:pt x="13543177" y="5259218"/>
                </a:lnTo>
                <a:lnTo>
                  <a:pt x="13544050" y="5253322"/>
                </a:lnTo>
                <a:lnTo>
                  <a:pt x="13542390" y="5247586"/>
                </a:lnTo>
                <a:lnTo>
                  <a:pt x="13538241" y="5242698"/>
                </a:lnTo>
                <a:lnTo>
                  <a:pt x="13534974" y="5240133"/>
                </a:lnTo>
                <a:lnTo>
                  <a:pt x="13531016" y="5238856"/>
                </a:lnTo>
                <a:lnTo>
                  <a:pt x="13522200" y="5238646"/>
                </a:lnTo>
                <a:close/>
              </a:path>
              <a:path w="19892645" h="6290309" extrusionOk="0">
                <a:moveTo>
                  <a:pt x="8499682" y="5117917"/>
                </a:moveTo>
                <a:lnTo>
                  <a:pt x="8494824" y="5119582"/>
                </a:lnTo>
                <a:lnTo>
                  <a:pt x="8491253" y="5122943"/>
                </a:lnTo>
                <a:lnTo>
                  <a:pt x="8487687" y="5128194"/>
                </a:lnTo>
                <a:lnTo>
                  <a:pt x="8486668" y="5134071"/>
                </a:lnTo>
                <a:lnTo>
                  <a:pt x="8488180" y="5139850"/>
                </a:lnTo>
                <a:lnTo>
                  <a:pt x="8492206" y="5144806"/>
                </a:lnTo>
                <a:lnTo>
                  <a:pt x="8498110" y="5148046"/>
                </a:lnTo>
                <a:lnTo>
                  <a:pt x="8504722" y="5148977"/>
                </a:lnTo>
                <a:lnTo>
                  <a:pt x="8511228" y="5147614"/>
                </a:lnTo>
                <a:lnTo>
                  <a:pt x="8516813" y="5143968"/>
                </a:lnTo>
                <a:lnTo>
                  <a:pt x="8520452" y="5138788"/>
                </a:lnTo>
                <a:lnTo>
                  <a:pt x="8521508" y="5132935"/>
                </a:lnTo>
                <a:lnTo>
                  <a:pt x="8520010" y="5127132"/>
                </a:lnTo>
                <a:lnTo>
                  <a:pt x="8515986" y="5122105"/>
                </a:lnTo>
                <a:lnTo>
                  <a:pt x="8512729" y="5119414"/>
                </a:lnTo>
                <a:lnTo>
                  <a:pt x="8508625" y="5118126"/>
                </a:lnTo>
                <a:lnTo>
                  <a:pt x="8499682" y="5117917"/>
                </a:lnTo>
                <a:close/>
              </a:path>
              <a:path w="19892645" h="6290309" extrusionOk="0">
                <a:moveTo>
                  <a:pt x="8313667" y="4956006"/>
                </a:moveTo>
                <a:lnTo>
                  <a:pt x="8309091" y="4957440"/>
                </a:lnTo>
                <a:lnTo>
                  <a:pt x="8305531" y="4960445"/>
                </a:lnTo>
                <a:lnTo>
                  <a:pt x="8301647" y="4965555"/>
                </a:lnTo>
                <a:lnTo>
                  <a:pt x="8300296" y="4971392"/>
                </a:lnTo>
                <a:lnTo>
                  <a:pt x="8301497" y="4977246"/>
                </a:lnTo>
                <a:lnTo>
                  <a:pt x="8305270" y="4982403"/>
                </a:lnTo>
                <a:lnTo>
                  <a:pt x="8310941" y="4985853"/>
                </a:lnTo>
                <a:lnTo>
                  <a:pt x="8317469" y="4987052"/>
                </a:lnTo>
                <a:lnTo>
                  <a:pt x="8324039" y="4985981"/>
                </a:lnTo>
                <a:lnTo>
                  <a:pt x="8329834" y="4982623"/>
                </a:lnTo>
                <a:lnTo>
                  <a:pt x="8333720" y="4977586"/>
                </a:lnTo>
                <a:lnTo>
                  <a:pt x="8335085" y="4971785"/>
                </a:lnTo>
                <a:lnTo>
                  <a:pt x="8333922" y="4965945"/>
                </a:lnTo>
                <a:lnTo>
                  <a:pt x="8330222" y="4960791"/>
                </a:lnTo>
                <a:lnTo>
                  <a:pt x="8326840" y="4957744"/>
                </a:lnTo>
                <a:lnTo>
                  <a:pt x="8322484" y="4956215"/>
                </a:lnTo>
                <a:lnTo>
                  <a:pt x="8313667" y="4956006"/>
                </a:lnTo>
                <a:close/>
              </a:path>
              <a:path w="19892645" h="6290309" extrusionOk="0">
                <a:moveTo>
                  <a:pt x="13690132" y="5061814"/>
                </a:moveTo>
                <a:lnTo>
                  <a:pt x="13685001" y="5063709"/>
                </a:lnTo>
                <a:lnTo>
                  <a:pt x="13681420" y="5067541"/>
                </a:lnTo>
                <a:lnTo>
                  <a:pt x="13678204" y="5073049"/>
                </a:lnTo>
                <a:lnTo>
                  <a:pt x="13677620" y="5078997"/>
                </a:lnTo>
                <a:lnTo>
                  <a:pt x="13679575" y="5084693"/>
                </a:lnTo>
                <a:lnTo>
                  <a:pt x="13683975" y="5089446"/>
                </a:lnTo>
                <a:lnTo>
                  <a:pt x="13690090" y="5092248"/>
                </a:lnTo>
                <a:lnTo>
                  <a:pt x="13696741" y="5092770"/>
                </a:lnTo>
                <a:lnTo>
                  <a:pt x="13703138" y="5091059"/>
                </a:lnTo>
                <a:lnTo>
                  <a:pt x="13708487" y="5087164"/>
                </a:lnTo>
                <a:lnTo>
                  <a:pt x="13711692" y="5081680"/>
                </a:lnTo>
                <a:lnTo>
                  <a:pt x="13712274" y="5075775"/>
                </a:lnTo>
                <a:lnTo>
                  <a:pt x="13710320" y="5070120"/>
                </a:lnTo>
                <a:lnTo>
                  <a:pt x="13705922" y="5065384"/>
                </a:lnTo>
                <a:lnTo>
                  <a:pt x="13702781" y="5063060"/>
                </a:lnTo>
                <a:lnTo>
                  <a:pt x="13699074" y="5062023"/>
                </a:lnTo>
                <a:lnTo>
                  <a:pt x="13690132" y="5061814"/>
                </a:lnTo>
                <a:close/>
              </a:path>
              <a:path w="19892645" h="6290309" extrusionOk="0">
                <a:moveTo>
                  <a:pt x="8136992" y="4785885"/>
                </a:moveTo>
                <a:lnTo>
                  <a:pt x="8132678" y="4787089"/>
                </a:lnTo>
                <a:lnTo>
                  <a:pt x="8129254" y="4789864"/>
                </a:lnTo>
                <a:lnTo>
                  <a:pt x="8125056" y="4794746"/>
                </a:lnTo>
                <a:lnTo>
                  <a:pt x="8123361" y="4800466"/>
                </a:lnTo>
                <a:lnTo>
                  <a:pt x="8124215" y="4806335"/>
                </a:lnTo>
                <a:lnTo>
                  <a:pt x="8127662" y="4811664"/>
                </a:lnTo>
                <a:lnTo>
                  <a:pt x="8133181" y="4815400"/>
                </a:lnTo>
                <a:lnTo>
                  <a:pt x="8139667" y="4816906"/>
                </a:lnTo>
                <a:lnTo>
                  <a:pt x="8146319" y="4816145"/>
                </a:lnTo>
                <a:lnTo>
                  <a:pt x="8152332" y="4813078"/>
                </a:lnTo>
                <a:lnTo>
                  <a:pt x="8156534" y="4808196"/>
                </a:lnTo>
                <a:lnTo>
                  <a:pt x="8158228" y="4802475"/>
                </a:lnTo>
                <a:lnTo>
                  <a:pt x="8157372" y="4796603"/>
                </a:lnTo>
                <a:lnTo>
                  <a:pt x="8153923" y="4791267"/>
                </a:lnTo>
                <a:lnTo>
                  <a:pt x="8150552" y="4787875"/>
                </a:lnTo>
                <a:lnTo>
                  <a:pt x="8145924" y="4786094"/>
                </a:lnTo>
                <a:lnTo>
                  <a:pt x="8136992" y="4785885"/>
                </a:lnTo>
                <a:close/>
              </a:path>
              <a:path w="19892645" h="6290309" extrusionOk="0">
                <a:moveTo>
                  <a:pt x="13850504" y="4879212"/>
                </a:moveTo>
                <a:lnTo>
                  <a:pt x="13845090" y="4881338"/>
                </a:lnTo>
                <a:lnTo>
                  <a:pt x="13841625" y="4885526"/>
                </a:lnTo>
                <a:lnTo>
                  <a:pt x="13838616" y="4891038"/>
                </a:lnTo>
                <a:lnTo>
                  <a:pt x="13838232" y="4896967"/>
                </a:lnTo>
                <a:lnTo>
                  <a:pt x="13840385" y="4902599"/>
                </a:lnTo>
                <a:lnTo>
                  <a:pt x="13844986" y="4907222"/>
                </a:lnTo>
                <a:lnTo>
                  <a:pt x="13851236" y="4909881"/>
                </a:lnTo>
                <a:lnTo>
                  <a:pt x="13857899" y="4910193"/>
                </a:lnTo>
                <a:lnTo>
                  <a:pt x="13864204" y="4908270"/>
                </a:lnTo>
                <a:lnTo>
                  <a:pt x="13869383" y="4904227"/>
                </a:lnTo>
                <a:lnTo>
                  <a:pt x="13872383" y="4898606"/>
                </a:lnTo>
                <a:lnTo>
                  <a:pt x="13859446" y="4879421"/>
                </a:lnTo>
                <a:lnTo>
                  <a:pt x="13850504" y="4879212"/>
                </a:lnTo>
                <a:close/>
              </a:path>
              <a:path w="19892645" h="6290309" extrusionOk="0">
                <a:moveTo>
                  <a:pt x="7970557" y="4607932"/>
                </a:moveTo>
                <a:lnTo>
                  <a:pt x="7966652" y="4608917"/>
                </a:lnTo>
                <a:lnTo>
                  <a:pt x="7963238" y="4611325"/>
                </a:lnTo>
                <a:lnTo>
                  <a:pt x="7958779" y="4616003"/>
                </a:lnTo>
                <a:lnTo>
                  <a:pt x="7956736" y="4621649"/>
                </a:lnTo>
                <a:lnTo>
                  <a:pt x="7957213" y="4627578"/>
                </a:lnTo>
                <a:lnTo>
                  <a:pt x="7960317" y="4633104"/>
                </a:lnTo>
                <a:lnTo>
                  <a:pt x="7965653" y="4637044"/>
                </a:lnTo>
                <a:lnTo>
                  <a:pt x="7972034" y="4638820"/>
                </a:lnTo>
                <a:lnTo>
                  <a:pt x="7978681" y="4638357"/>
                </a:lnTo>
                <a:lnTo>
                  <a:pt x="7984819" y="4635575"/>
                </a:lnTo>
                <a:lnTo>
                  <a:pt x="7989330" y="4630902"/>
                </a:lnTo>
                <a:lnTo>
                  <a:pt x="7991367" y="4625255"/>
                </a:lnTo>
                <a:lnTo>
                  <a:pt x="7990857" y="4619324"/>
                </a:lnTo>
                <a:lnTo>
                  <a:pt x="7987729" y="4613796"/>
                </a:lnTo>
                <a:lnTo>
                  <a:pt x="7984379" y="4610047"/>
                </a:lnTo>
                <a:lnTo>
                  <a:pt x="7979489" y="4608142"/>
                </a:lnTo>
                <a:lnTo>
                  <a:pt x="7970557" y="4607932"/>
                </a:lnTo>
                <a:close/>
              </a:path>
              <a:path w="19892645" h="6290309" extrusionOk="0">
                <a:moveTo>
                  <a:pt x="14004321" y="4692192"/>
                </a:moveTo>
                <a:lnTo>
                  <a:pt x="13998772" y="4694432"/>
                </a:lnTo>
                <a:lnTo>
                  <a:pt x="13995295" y="4698862"/>
                </a:lnTo>
                <a:lnTo>
                  <a:pt x="13992505" y="4704491"/>
                </a:lnTo>
                <a:lnTo>
                  <a:pt x="13992358" y="4710427"/>
                </a:lnTo>
                <a:lnTo>
                  <a:pt x="13994724" y="4715978"/>
                </a:lnTo>
                <a:lnTo>
                  <a:pt x="13999473" y="4720452"/>
                </a:lnTo>
                <a:lnTo>
                  <a:pt x="14005800" y="4722939"/>
                </a:lnTo>
                <a:lnTo>
                  <a:pt x="14012477" y="4723086"/>
                </a:lnTo>
                <a:lnTo>
                  <a:pt x="14018720" y="4721018"/>
                </a:lnTo>
                <a:lnTo>
                  <a:pt x="14023745" y="4716861"/>
                </a:lnTo>
                <a:lnTo>
                  <a:pt x="14026541" y="4711230"/>
                </a:lnTo>
                <a:lnTo>
                  <a:pt x="14026692" y="4705283"/>
                </a:lnTo>
                <a:lnTo>
                  <a:pt x="14024331" y="4699701"/>
                </a:lnTo>
                <a:lnTo>
                  <a:pt x="14019588" y="4695165"/>
                </a:lnTo>
                <a:lnTo>
                  <a:pt x="14016698" y="4693312"/>
                </a:lnTo>
                <a:lnTo>
                  <a:pt x="14013253" y="4692401"/>
                </a:lnTo>
                <a:lnTo>
                  <a:pt x="14004321" y="4692192"/>
                </a:lnTo>
                <a:close/>
              </a:path>
              <a:path w="19892645" h="6290309" extrusionOk="0">
                <a:moveTo>
                  <a:pt x="7814761" y="4422399"/>
                </a:moveTo>
                <a:lnTo>
                  <a:pt x="7811128" y="4423268"/>
                </a:lnTo>
                <a:lnTo>
                  <a:pt x="7807850" y="4425320"/>
                </a:lnTo>
                <a:lnTo>
                  <a:pt x="7803104" y="4429790"/>
                </a:lnTo>
                <a:lnTo>
                  <a:pt x="7800764" y="4435351"/>
                </a:lnTo>
                <a:lnTo>
                  <a:pt x="7800941" y="4441305"/>
                </a:lnTo>
                <a:lnTo>
                  <a:pt x="7803746" y="4446953"/>
                </a:lnTo>
                <a:lnTo>
                  <a:pt x="7808768" y="4451127"/>
                </a:lnTo>
                <a:lnTo>
                  <a:pt x="7815020" y="4453215"/>
                </a:lnTo>
                <a:lnTo>
                  <a:pt x="7821716" y="4453087"/>
                </a:lnTo>
                <a:lnTo>
                  <a:pt x="7828069" y="4450618"/>
                </a:lnTo>
                <a:lnTo>
                  <a:pt x="7832765" y="4446144"/>
                </a:lnTo>
                <a:lnTo>
                  <a:pt x="7835114" y="4440583"/>
                </a:lnTo>
                <a:lnTo>
                  <a:pt x="7834969" y="4434631"/>
                </a:lnTo>
                <a:lnTo>
                  <a:pt x="7832184" y="4428985"/>
                </a:lnTo>
                <a:lnTo>
                  <a:pt x="7828844" y="4424870"/>
                </a:lnTo>
                <a:lnTo>
                  <a:pt x="7823693" y="4422608"/>
                </a:lnTo>
                <a:lnTo>
                  <a:pt x="7814761" y="4422399"/>
                </a:lnTo>
                <a:close/>
              </a:path>
              <a:path w="19892645" h="6290309" extrusionOk="0">
                <a:moveTo>
                  <a:pt x="14152620" y="4501716"/>
                </a:moveTo>
                <a:lnTo>
                  <a:pt x="14146945" y="4504072"/>
                </a:lnTo>
                <a:lnTo>
                  <a:pt x="14143469" y="4508616"/>
                </a:lnTo>
                <a:lnTo>
                  <a:pt x="14140846" y="4514316"/>
                </a:lnTo>
                <a:lnTo>
                  <a:pt x="14140844" y="4520289"/>
                </a:lnTo>
                <a:lnTo>
                  <a:pt x="14143317" y="4525763"/>
                </a:lnTo>
                <a:lnTo>
                  <a:pt x="14148181" y="4530102"/>
                </a:lnTo>
                <a:lnTo>
                  <a:pt x="14154588" y="4532501"/>
                </a:lnTo>
                <a:lnTo>
                  <a:pt x="14161291" y="4532547"/>
                </a:lnTo>
                <a:lnTo>
                  <a:pt x="14167510" y="4530356"/>
                </a:lnTo>
                <a:lnTo>
                  <a:pt x="14172463" y="4526040"/>
                </a:lnTo>
                <a:lnTo>
                  <a:pt x="14172537" y="4525763"/>
                </a:lnTo>
                <a:lnTo>
                  <a:pt x="14175071" y="4520289"/>
                </a:lnTo>
                <a:lnTo>
                  <a:pt x="14161709" y="4501925"/>
                </a:lnTo>
                <a:lnTo>
                  <a:pt x="14152620" y="4501716"/>
                </a:lnTo>
                <a:close/>
              </a:path>
              <a:path w="19892645" h="6290309" extrusionOk="0">
                <a:moveTo>
                  <a:pt x="7669854" y="4229996"/>
                </a:moveTo>
                <a:lnTo>
                  <a:pt x="7655709" y="4248118"/>
                </a:lnTo>
                <a:lnTo>
                  <a:pt x="7658190" y="4253817"/>
                </a:lnTo>
                <a:lnTo>
                  <a:pt x="7662958" y="4258270"/>
                </a:lnTo>
                <a:lnTo>
                  <a:pt x="7669066" y="4260651"/>
                </a:lnTo>
                <a:lnTo>
                  <a:pt x="7675745" y="4260796"/>
                </a:lnTo>
                <a:lnTo>
                  <a:pt x="7682220" y="4258540"/>
                </a:lnTo>
                <a:lnTo>
                  <a:pt x="7687213" y="4254300"/>
                </a:lnTo>
                <a:lnTo>
                  <a:pt x="7689859" y="4248869"/>
                </a:lnTo>
                <a:lnTo>
                  <a:pt x="7690016" y="4242933"/>
                </a:lnTo>
                <a:lnTo>
                  <a:pt x="7687540" y="4237179"/>
                </a:lnTo>
                <a:lnTo>
                  <a:pt x="7684325" y="4232708"/>
                </a:lnTo>
                <a:lnTo>
                  <a:pt x="7678922" y="4230216"/>
                </a:lnTo>
                <a:lnTo>
                  <a:pt x="7669854" y="4229996"/>
                </a:lnTo>
                <a:close/>
              </a:path>
              <a:path w="19892645" h="6290309" extrusionOk="0">
                <a:moveTo>
                  <a:pt x="14296344" y="4308392"/>
                </a:moveTo>
                <a:lnTo>
                  <a:pt x="14290658" y="4310873"/>
                </a:lnTo>
                <a:lnTo>
                  <a:pt x="14287182" y="4315543"/>
                </a:lnTo>
                <a:lnTo>
                  <a:pt x="14284842" y="4320798"/>
                </a:lnTo>
                <a:lnTo>
                  <a:pt x="14284750" y="4327237"/>
                </a:lnTo>
                <a:lnTo>
                  <a:pt x="14287370" y="4332706"/>
                </a:lnTo>
                <a:lnTo>
                  <a:pt x="14292291" y="4337030"/>
                </a:lnTo>
                <a:lnTo>
                  <a:pt x="14298758" y="4339304"/>
                </a:lnTo>
                <a:lnTo>
                  <a:pt x="14305448" y="4339192"/>
                </a:lnTo>
                <a:lnTo>
                  <a:pt x="14311604" y="4336865"/>
                </a:lnTo>
                <a:lnTo>
                  <a:pt x="14316469" y="4332496"/>
                </a:lnTo>
                <a:lnTo>
                  <a:pt x="14318968" y="4326743"/>
                </a:lnTo>
                <a:lnTo>
                  <a:pt x="14318832" y="4320798"/>
                </a:lnTo>
                <a:lnTo>
                  <a:pt x="14296344" y="4308392"/>
                </a:lnTo>
                <a:close/>
              </a:path>
              <a:path w="19892645" h="6290309" extrusionOk="0">
                <a:moveTo>
                  <a:pt x="7533785" y="4032348"/>
                </a:moveTo>
                <a:lnTo>
                  <a:pt x="7519210" y="4049987"/>
                </a:lnTo>
                <a:lnTo>
                  <a:pt x="7521461" y="4055803"/>
                </a:lnTo>
                <a:lnTo>
                  <a:pt x="7526135" y="4060375"/>
                </a:lnTo>
                <a:lnTo>
                  <a:pt x="7532170" y="4062936"/>
                </a:lnTo>
                <a:lnTo>
                  <a:pt x="7538821" y="4063286"/>
                </a:lnTo>
                <a:lnTo>
                  <a:pt x="7545345" y="4061226"/>
                </a:lnTo>
                <a:lnTo>
                  <a:pt x="7550489" y="4057125"/>
                </a:lnTo>
                <a:lnTo>
                  <a:pt x="7553368" y="4051757"/>
                </a:lnTo>
                <a:lnTo>
                  <a:pt x="7553762" y="4045817"/>
                </a:lnTo>
                <a:lnTo>
                  <a:pt x="7551450" y="4040002"/>
                </a:lnTo>
                <a:lnTo>
                  <a:pt x="7548382" y="4035301"/>
                </a:lnTo>
                <a:lnTo>
                  <a:pt x="7542717" y="4032557"/>
                </a:lnTo>
                <a:lnTo>
                  <a:pt x="7533785" y="4032348"/>
                </a:lnTo>
                <a:close/>
              </a:path>
              <a:path w="19892645" h="6290309" extrusionOk="0">
                <a:moveTo>
                  <a:pt x="14436528" y="4112984"/>
                </a:moveTo>
                <a:lnTo>
                  <a:pt x="14430570" y="4115570"/>
                </a:lnTo>
                <a:lnTo>
                  <a:pt x="14427219" y="4120356"/>
                </a:lnTo>
                <a:lnTo>
                  <a:pt x="14424767" y="4126104"/>
                </a:lnTo>
                <a:lnTo>
                  <a:pt x="14424995" y="4132040"/>
                </a:lnTo>
                <a:lnTo>
                  <a:pt x="14427715" y="4137479"/>
                </a:lnTo>
                <a:lnTo>
                  <a:pt x="14432737" y="4141737"/>
                </a:lnTo>
                <a:lnTo>
                  <a:pt x="14439202" y="4143921"/>
                </a:lnTo>
                <a:lnTo>
                  <a:pt x="14445877" y="4143720"/>
                </a:lnTo>
                <a:lnTo>
                  <a:pt x="14451993" y="4141303"/>
                </a:lnTo>
                <a:lnTo>
                  <a:pt x="14456779" y="4136837"/>
                </a:lnTo>
                <a:lnTo>
                  <a:pt x="14459237" y="4131089"/>
                </a:lnTo>
                <a:lnTo>
                  <a:pt x="14459011" y="4125154"/>
                </a:lnTo>
                <a:lnTo>
                  <a:pt x="14436528" y="4112984"/>
                </a:lnTo>
                <a:close/>
              </a:path>
              <a:path w="19892645" h="6290309" extrusionOk="0">
                <a:moveTo>
                  <a:pt x="7404365" y="3831171"/>
                </a:moveTo>
                <a:lnTo>
                  <a:pt x="7389542" y="3848518"/>
                </a:lnTo>
                <a:lnTo>
                  <a:pt x="7391653" y="3854374"/>
                </a:lnTo>
                <a:lnTo>
                  <a:pt x="7396171" y="3859035"/>
                </a:lnTo>
                <a:lnTo>
                  <a:pt x="7402135" y="3861697"/>
                </a:lnTo>
                <a:lnTo>
                  <a:pt x="7408790" y="3862174"/>
                </a:lnTo>
                <a:lnTo>
                  <a:pt x="7415380" y="3860280"/>
                </a:lnTo>
                <a:lnTo>
                  <a:pt x="7420631" y="3856328"/>
                </a:lnTo>
                <a:lnTo>
                  <a:pt x="7423641" y="3851046"/>
                </a:lnTo>
                <a:lnTo>
                  <a:pt x="7424214" y="3845106"/>
                </a:lnTo>
                <a:lnTo>
                  <a:pt x="7422155" y="3839181"/>
                </a:lnTo>
                <a:lnTo>
                  <a:pt x="7418961" y="3834239"/>
                </a:lnTo>
                <a:lnTo>
                  <a:pt x="7413307" y="3831380"/>
                </a:lnTo>
                <a:lnTo>
                  <a:pt x="7404365" y="3831171"/>
                </a:lnTo>
                <a:close/>
              </a:path>
              <a:path w="19892645" h="6290309" extrusionOk="0">
                <a:moveTo>
                  <a:pt x="14573812" y="3915953"/>
                </a:moveTo>
                <a:lnTo>
                  <a:pt x="14567854" y="3918540"/>
                </a:lnTo>
                <a:lnTo>
                  <a:pt x="14564513" y="3923440"/>
                </a:lnTo>
                <a:lnTo>
                  <a:pt x="14562130" y="3929264"/>
                </a:lnTo>
                <a:lnTo>
                  <a:pt x="14562408" y="3935224"/>
                </a:lnTo>
                <a:lnTo>
                  <a:pt x="14565181" y="3940640"/>
                </a:lnTo>
                <a:lnTo>
                  <a:pt x="14570283" y="3944832"/>
                </a:lnTo>
                <a:lnTo>
                  <a:pt x="14576751" y="3946934"/>
                </a:lnTo>
                <a:lnTo>
                  <a:pt x="14583416" y="3946657"/>
                </a:lnTo>
                <a:lnTo>
                  <a:pt x="14589496" y="3944184"/>
                </a:lnTo>
                <a:lnTo>
                  <a:pt x="14594209" y="3939701"/>
                </a:lnTo>
                <a:lnTo>
                  <a:pt x="14596595" y="3933882"/>
                </a:lnTo>
                <a:lnTo>
                  <a:pt x="14596314" y="3927922"/>
                </a:lnTo>
                <a:lnTo>
                  <a:pt x="14573812" y="3915953"/>
                </a:lnTo>
                <a:close/>
              </a:path>
              <a:path w="19892645" h="6290309" extrusionOk="0">
                <a:moveTo>
                  <a:pt x="7279426" y="3627721"/>
                </a:moveTo>
                <a:lnTo>
                  <a:pt x="7264569" y="3644771"/>
                </a:lnTo>
                <a:lnTo>
                  <a:pt x="7266579" y="3650694"/>
                </a:lnTo>
                <a:lnTo>
                  <a:pt x="7271019" y="3655394"/>
                </a:lnTo>
                <a:lnTo>
                  <a:pt x="7276945" y="3658147"/>
                </a:lnTo>
                <a:lnTo>
                  <a:pt x="7283586" y="3658737"/>
                </a:lnTo>
                <a:lnTo>
                  <a:pt x="7290170" y="3656946"/>
                </a:lnTo>
                <a:lnTo>
                  <a:pt x="7295534" y="3653068"/>
                </a:lnTo>
                <a:lnTo>
                  <a:pt x="7298672" y="3647825"/>
                </a:lnTo>
                <a:lnTo>
                  <a:pt x="7299352" y="3641900"/>
                </a:lnTo>
                <a:lnTo>
                  <a:pt x="7297342" y="3635972"/>
                </a:lnTo>
                <a:lnTo>
                  <a:pt x="7294285" y="3630925"/>
                </a:lnTo>
                <a:lnTo>
                  <a:pt x="7288494" y="3627941"/>
                </a:lnTo>
                <a:lnTo>
                  <a:pt x="7279426" y="3627721"/>
                </a:lnTo>
                <a:close/>
              </a:path>
              <a:path w="19892645" h="6290309" extrusionOk="0">
                <a:moveTo>
                  <a:pt x="14708855" y="3718148"/>
                </a:moveTo>
                <a:lnTo>
                  <a:pt x="14702897" y="3720745"/>
                </a:lnTo>
                <a:lnTo>
                  <a:pt x="14699546" y="3725771"/>
                </a:lnTo>
                <a:lnTo>
                  <a:pt x="14697184" y="3731522"/>
                </a:lnTo>
                <a:lnTo>
                  <a:pt x="14697508" y="3737444"/>
                </a:lnTo>
                <a:lnTo>
                  <a:pt x="14700328" y="3742847"/>
                </a:lnTo>
                <a:lnTo>
                  <a:pt x="14705452" y="3747037"/>
                </a:lnTo>
                <a:lnTo>
                  <a:pt x="14712003" y="3749074"/>
                </a:lnTo>
                <a:lnTo>
                  <a:pt x="14718696" y="3748765"/>
                </a:lnTo>
                <a:lnTo>
                  <a:pt x="14724751" y="3746280"/>
                </a:lnTo>
                <a:lnTo>
                  <a:pt x="14729388" y="3741791"/>
                </a:lnTo>
                <a:lnTo>
                  <a:pt x="14731750" y="3735919"/>
                </a:lnTo>
                <a:lnTo>
                  <a:pt x="14717922" y="3718368"/>
                </a:lnTo>
                <a:lnTo>
                  <a:pt x="14708855" y="3718148"/>
                </a:lnTo>
                <a:close/>
              </a:path>
              <a:path w="19892645" h="6290309" extrusionOk="0">
                <a:moveTo>
                  <a:pt x="7157315" y="3423037"/>
                </a:moveTo>
                <a:lnTo>
                  <a:pt x="7142415" y="3439963"/>
                </a:lnTo>
                <a:lnTo>
                  <a:pt x="7144352" y="3445884"/>
                </a:lnTo>
                <a:lnTo>
                  <a:pt x="7148714" y="3450601"/>
                </a:lnTo>
                <a:lnTo>
                  <a:pt x="7154611" y="3453394"/>
                </a:lnTo>
                <a:lnTo>
                  <a:pt x="7161274" y="3454024"/>
                </a:lnTo>
                <a:lnTo>
                  <a:pt x="7167932" y="3452250"/>
                </a:lnTo>
                <a:lnTo>
                  <a:pt x="7173299" y="3448395"/>
                </a:lnTo>
                <a:lnTo>
                  <a:pt x="7176450" y="3443194"/>
                </a:lnTo>
                <a:lnTo>
                  <a:pt x="7177168" y="3437312"/>
                </a:lnTo>
                <a:lnTo>
                  <a:pt x="7175231" y="3431413"/>
                </a:lnTo>
                <a:lnTo>
                  <a:pt x="7172184" y="3426241"/>
                </a:lnTo>
                <a:lnTo>
                  <a:pt x="7166257" y="3423256"/>
                </a:lnTo>
                <a:lnTo>
                  <a:pt x="7157315" y="3423037"/>
                </a:lnTo>
                <a:close/>
              </a:path>
              <a:path w="19892645" h="6290309" extrusionOk="0">
                <a:moveTo>
                  <a:pt x="14842725" y="3519505"/>
                </a:moveTo>
                <a:lnTo>
                  <a:pt x="14836757" y="3522217"/>
                </a:lnTo>
                <a:lnTo>
                  <a:pt x="14833416" y="3527128"/>
                </a:lnTo>
                <a:lnTo>
                  <a:pt x="14831128" y="3532943"/>
                </a:lnTo>
                <a:lnTo>
                  <a:pt x="14831494" y="3538886"/>
                </a:lnTo>
                <a:lnTo>
                  <a:pt x="14834331" y="3544264"/>
                </a:lnTo>
                <a:lnTo>
                  <a:pt x="14839458" y="3548383"/>
                </a:lnTo>
                <a:lnTo>
                  <a:pt x="14845985" y="3550421"/>
                </a:lnTo>
                <a:lnTo>
                  <a:pt x="14852646" y="3550095"/>
                </a:lnTo>
                <a:lnTo>
                  <a:pt x="14858694" y="3547571"/>
                </a:lnTo>
                <a:lnTo>
                  <a:pt x="14863384" y="3543012"/>
                </a:lnTo>
                <a:lnTo>
                  <a:pt x="14865671" y="3537212"/>
                </a:lnTo>
                <a:lnTo>
                  <a:pt x="14865303" y="3531295"/>
                </a:lnTo>
                <a:lnTo>
                  <a:pt x="14842725" y="3519505"/>
                </a:lnTo>
                <a:close/>
              </a:path>
              <a:path w="19892645" h="6290309" extrusionOk="0">
                <a:moveTo>
                  <a:pt x="7036031" y="3218017"/>
                </a:moveTo>
                <a:lnTo>
                  <a:pt x="7021131" y="3234848"/>
                </a:lnTo>
                <a:lnTo>
                  <a:pt x="7023068" y="3240749"/>
                </a:lnTo>
                <a:lnTo>
                  <a:pt x="7027429" y="3245517"/>
                </a:lnTo>
                <a:lnTo>
                  <a:pt x="7033325" y="3248318"/>
                </a:lnTo>
                <a:lnTo>
                  <a:pt x="7039985" y="3248958"/>
                </a:lnTo>
                <a:lnTo>
                  <a:pt x="7046638" y="3247241"/>
                </a:lnTo>
                <a:lnTo>
                  <a:pt x="7052004" y="3243357"/>
                </a:lnTo>
                <a:lnTo>
                  <a:pt x="7055156" y="3238114"/>
                </a:lnTo>
                <a:lnTo>
                  <a:pt x="7055873" y="3232194"/>
                </a:lnTo>
                <a:lnTo>
                  <a:pt x="7053936" y="3226278"/>
                </a:lnTo>
                <a:lnTo>
                  <a:pt x="7050889" y="3221221"/>
                </a:lnTo>
                <a:lnTo>
                  <a:pt x="7044973" y="3218226"/>
                </a:lnTo>
                <a:lnTo>
                  <a:pt x="7036031" y="3218017"/>
                </a:lnTo>
                <a:close/>
              </a:path>
              <a:path w="19892645" h="6290309" extrusionOk="0">
                <a:moveTo>
                  <a:pt x="14976197" y="3320369"/>
                </a:moveTo>
                <a:lnTo>
                  <a:pt x="14970250" y="3323081"/>
                </a:lnTo>
                <a:lnTo>
                  <a:pt x="14966889" y="3328097"/>
                </a:lnTo>
                <a:lnTo>
                  <a:pt x="14964490" y="3333914"/>
                </a:lnTo>
                <a:lnTo>
                  <a:pt x="14964899" y="3339862"/>
                </a:lnTo>
                <a:lnTo>
                  <a:pt x="14967782" y="3345247"/>
                </a:lnTo>
                <a:lnTo>
                  <a:pt x="14972930" y="3349374"/>
                </a:lnTo>
                <a:lnTo>
                  <a:pt x="14979456" y="3351403"/>
                </a:lnTo>
                <a:lnTo>
                  <a:pt x="14986101" y="3351078"/>
                </a:lnTo>
                <a:lnTo>
                  <a:pt x="14992109" y="3348558"/>
                </a:lnTo>
                <a:lnTo>
                  <a:pt x="14996720" y="3344002"/>
                </a:lnTo>
                <a:lnTo>
                  <a:pt x="14999013" y="3338179"/>
                </a:lnTo>
                <a:lnTo>
                  <a:pt x="14998647" y="3332229"/>
                </a:lnTo>
                <a:lnTo>
                  <a:pt x="14995807" y="3326847"/>
                </a:lnTo>
                <a:lnTo>
                  <a:pt x="14990679" y="3322725"/>
                </a:lnTo>
                <a:lnTo>
                  <a:pt x="14988061" y="3321354"/>
                </a:lnTo>
                <a:lnTo>
                  <a:pt x="14985139" y="3320579"/>
                </a:lnTo>
                <a:lnTo>
                  <a:pt x="14976197" y="3320369"/>
                </a:lnTo>
                <a:close/>
              </a:path>
              <a:path w="19892645" h="6290309" extrusionOk="0">
                <a:moveTo>
                  <a:pt x="6913657" y="3013436"/>
                </a:moveTo>
                <a:lnTo>
                  <a:pt x="6898785" y="3030432"/>
                </a:lnTo>
                <a:lnTo>
                  <a:pt x="6900820" y="3036284"/>
                </a:lnTo>
                <a:lnTo>
                  <a:pt x="6905183" y="3041039"/>
                </a:lnTo>
                <a:lnTo>
                  <a:pt x="6911083" y="3043803"/>
                </a:lnTo>
                <a:lnTo>
                  <a:pt x="6917746" y="3044402"/>
                </a:lnTo>
                <a:lnTo>
                  <a:pt x="6924401" y="3042661"/>
                </a:lnTo>
                <a:lnTo>
                  <a:pt x="6929692" y="3038715"/>
                </a:lnTo>
                <a:lnTo>
                  <a:pt x="6932792" y="3033437"/>
                </a:lnTo>
                <a:lnTo>
                  <a:pt x="6933455" y="3027502"/>
                </a:lnTo>
                <a:lnTo>
                  <a:pt x="6931437" y="3021583"/>
                </a:lnTo>
                <a:lnTo>
                  <a:pt x="6928380" y="3016525"/>
                </a:lnTo>
                <a:lnTo>
                  <a:pt x="6922600" y="3013656"/>
                </a:lnTo>
                <a:lnTo>
                  <a:pt x="6913657" y="3013436"/>
                </a:lnTo>
                <a:close/>
              </a:path>
              <a:path w="19892645" h="6290309" extrusionOk="0">
                <a:moveTo>
                  <a:pt x="15109816" y="3121234"/>
                </a:moveTo>
                <a:lnTo>
                  <a:pt x="15103858" y="3123946"/>
                </a:lnTo>
                <a:lnTo>
                  <a:pt x="15100497" y="3128962"/>
                </a:lnTo>
                <a:lnTo>
                  <a:pt x="15098214" y="3134767"/>
                </a:lnTo>
                <a:lnTo>
                  <a:pt x="15098578" y="3140688"/>
                </a:lnTo>
                <a:lnTo>
                  <a:pt x="15101413" y="3146064"/>
                </a:lnTo>
                <a:lnTo>
                  <a:pt x="15106539" y="3150239"/>
                </a:lnTo>
                <a:lnTo>
                  <a:pt x="15113065" y="3152268"/>
                </a:lnTo>
                <a:lnTo>
                  <a:pt x="15119724" y="3151943"/>
                </a:lnTo>
                <a:lnTo>
                  <a:pt x="15125775" y="3149423"/>
                </a:lnTo>
                <a:lnTo>
                  <a:pt x="15130475" y="3144867"/>
                </a:lnTo>
                <a:lnTo>
                  <a:pt x="15132757" y="3139067"/>
                </a:lnTo>
                <a:lnTo>
                  <a:pt x="15132390" y="3133150"/>
                </a:lnTo>
                <a:lnTo>
                  <a:pt x="15109816" y="3121234"/>
                </a:lnTo>
                <a:close/>
              </a:path>
              <a:path w="19892645" h="6290309" extrusionOk="0">
                <a:moveTo>
                  <a:pt x="6788164" y="2810343"/>
                </a:moveTo>
                <a:lnTo>
                  <a:pt x="6773455" y="2827571"/>
                </a:lnTo>
                <a:lnTo>
                  <a:pt x="6775588" y="2833431"/>
                </a:lnTo>
                <a:lnTo>
                  <a:pt x="6780107" y="2838097"/>
                </a:lnTo>
                <a:lnTo>
                  <a:pt x="6786075" y="2840758"/>
                </a:lnTo>
                <a:lnTo>
                  <a:pt x="6792734" y="2841233"/>
                </a:lnTo>
                <a:lnTo>
                  <a:pt x="6799326" y="2839337"/>
                </a:lnTo>
                <a:lnTo>
                  <a:pt x="6804570" y="2835320"/>
                </a:lnTo>
                <a:lnTo>
                  <a:pt x="6807577" y="2830018"/>
                </a:lnTo>
                <a:lnTo>
                  <a:pt x="6808149" y="2824103"/>
                </a:lnTo>
                <a:lnTo>
                  <a:pt x="6806090" y="2818249"/>
                </a:lnTo>
                <a:lnTo>
                  <a:pt x="6805954" y="2818238"/>
                </a:lnTo>
                <a:lnTo>
                  <a:pt x="6802907" y="2813296"/>
                </a:lnTo>
                <a:lnTo>
                  <a:pt x="6797242" y="2810563"/>
                </a:lnTo>
                <a:lnTo>
                  <a:pt x="6788164" y="2810343"/>
                </a:lnTo>
                <a:close/>
              </a:path>
              <a:path w="19892645" h="6290309" extrusionOk="0">
                <a:moveTo>
                  <a:pt x="15244482" y="2922486"/>
                </a:moveTo>
                <a:lnTo>
                  <a:pt x="15238514" y="2925188"/>
                </a:lnTo>
                <a:lnTo>
                  <a:pt x="15235174" y="2930088"/>
                </a:lnTo>
                <a:lnTo>
                  <a:pt x="15232811" y="2935895"/>
                </a:lnTo>
                <a:lnTo>
                  <a:pt x="15233136" y="2941818"/>
                </a:lnTo>
                <a:lnTo>
                  <a:pt x="15235956" y="2947195"/>
                </a:lnTo>
                <a:lnTo>
                  <a:pt x="15241079" y="2951365"/>
                </a:lnTo>
                <a:lnTo>
                  <a:pt x="15247548" y="2953467"/>
                </a:lnTo>
                <a:lnTo>
                  <a:pt x="15254212" y="2953178"/>
                </a:lnTo>
                <a:lnTo>
                  <a:pt x="15260292" y="2950669"/>
                </a:lnTo>
                <a:lnTo>
                  <a:pt x="15265005" y="2946109"/>
                </a:lnTo>
                <a:lnTo>
                  <a:pt x="15267366" y="2940361"/>
                </a:lnTo>
                <a:lnTo>
                  <a:pt x="15267038" y="2934435"/>
                </a:lnTo>
                <a:lnTo>
                  <a:pt x="15244482" y="2922486"/>
                </a:lnTo>
                <a:close/>
              </a:path>
              <a:path w="19892645" h="6290309" extrusionOk="0">
                <a:moveTo>
                  <a:pt x="6657937" y="2609616"/>
                </a:moveTo>
                <a:lnTo>
                  <a:pt x="6643354" y="2627376"/>
                </a:lnTo>
                <a:lnTo>
                  <a:pt x="6645613" y="2633186"/>
                </a:lnTo>
                <a:lnTo>
                  <a:pt x="6650304" y="2637746"/>
                </a:lnTo>
                <a:lnTo>
                  <a:pt x="6656385" y="2640267"/>
                </a:lnTo>
                <a:lnTo>
                  <a:pt x="6663083" y="2640578"/>
                </a:lnTo>
                <a:lnTo>
                  <a:pt x="6669623" y="2638505"/>
                </a:lnTo>
                <a:lnTo>
                  <a:pt x="6674695" y="2634403"/>
                </a:lnTo>
                <a:lnTo>
                  <a:pt x="6677536" y="2629032"/>
                </a:lnTo>
                <a:lnTo>
                  <a:pt x="6677916" y="2623092"/>
                </a:lnTo>
                <a:lnTo>
                  <a:pt x="6675602" y="2617281"/>
                </a:lnTo>
                <a:lnTo>
                  <a:pt x="6672398" y="2612569"/>
                </a:lnTo>
                <a:lnTo>
                  <a:pt x="6666869" y="2609826"/>
                </a:lnTo>
                <a:lnTo>
                  <a:pt x="6657937" y="2609616"/>
                </a:lnTo>
                <a:close/>
              </a:path>
              <a:path w="19892645" h="6290309" extrusionOk="0">
                <a:moveTo>
                  <a:pt x="14904" y="2374849"/>
                </a:moveTo>
                <a:lnTo>
                  <a:pt x="0" y="2391959"/>
                </a:lnTo>
                <a:lnTo>
                  <a:pt x="2025" y="2397811"/>
                </a:lnTo>
                <a:lnTo>
                  <a:pt x="6532" y="2402516"/>
                </a:lnTo>
                <a:lnTo>
                  <a:pt x="12483" y="2405273"/>
                </a:lnTo>
                <a:lnTo>
                  <a:pt x="19120" y="2405864"/>
                </a:lnTo>
                <a:lnTo>
                  <a:pt x="25689" y="2404073"/>
                </a:lnTo>
                <a:lnTo>
                  <a:pt x="30997" y="2400025"/>
                </a:lnTo>
                <a:lnTo>
                  <a:pt x="34066" y="2394790"/>
                </a:lnTo>
                <a:lnTo>
                  <a:pt x="34701" y="2388896"/>
                </a:lnTo>
                <a:lnTo>
                  <a:pt x="32705" y="2382995"/>
                </a:lnTo>
                <a:lnTo>
                  <a:pt x="29563" y="2377937"/>
                </a:lnTo>
                <a:lnTo>
                  <a:pt x="23804" y="2375058"/>
                </a:lnTo>
                <a:lnTo>
                  <a:pt x="14904" y="2374849"/>
                </a:lnTo>
                <a:close/>
              </a:path>
              <a:path w="19892645" h="6290309" extrusionOk="0">
                <a:moveTo>
                  <a:pt x="15380855" y="2724482"/>
                </a:moveTo>
                <a:lnTo>
                  <a:pt x="15375044" y="2727068"/>
                </a:lnTo>
                <a:lnTo>
                  <a:pt x="15371557" y="2731969"/>
                </a:lnTo>
                <a:lnTo>
                  <a:pt x="15369173" y="2737720"/>
                </a:lnTo>
                <a:lnTo>
                  <a:pt x="15369439" y="2743642"/>
                </a:lnTo>
                <a:lnTo>
                  <a:pt x="15372175" y="2749045"/>
                </a:lnTo>
                <a:lnTo>
                  <a:pt x="15377201" y="2753235"/>
                </a:lnTo>
                <a:lnTo>
                  <a:pt x="15383746" y="2755427"/>
                </a:lnTo>
                <a:lnTo>
                  <a:pt x="15390448" y="2755217"/>
                </a:lnTo>
                <a:lnTo>
                  <a:pt x="15396539" y="2752764"/>
                </a:lnTo>
                <a:lnTo>
                  <a:pt x="15401252" y="2748230"/>
                </a:lnTo>
                <a:lnTo>
                  <a:pt x="15403637" y="2742479"/>
                </a:lnTo>
                <a:lnTo>
                  <a:pt x="15403370" y="2736556"/>
                </a:lnTo>
                <a:lnTo>
                  <a:pt x="15380855" y="2724482"/>
                </a:lnTo>
                <a:close/>
              </a:path>
              <a:path w="19892645" h="6290309" extrusionOk="0">
                <a:moveTo>
                  <a:pt x="6520633" y="2412774"/>
                </a:moveTo>
                <a:lnTo>
                  <a:pt x="6506417" y="2431009"/>
                </a:lnTo>
                <a:lnTo>
                  <a:pt x="6508979" y="2436711"/>
                </a:lnTo>
                <a:lnTo>
                  <a:pt x="6513766" y="2441145"/>
                </a:lnTo>
                <a:lnTo>
                  <a:pt x="6519906" y="2443486"/>
                </a:lnTo>
                <a:lnTo>
                  <a:pt x="6526591" y="2443591"/>
                </a:lnTo>
                <a:lnTo>
                  <a:pt x="6533009" y="2441318"/>
                </a:lnTo>
                <a:lnTo>
                  <a:pt x="6537938" y="2437055"/>
                </a:lnTo>
                <a:lnTo>
                  <a:pt x="6540576" y="2431594"/>
                </a:lnTo>
                <a:lnTo>
                  <a:pt x="6540727" y="2425652"/>
                </a:lnTo>
                <a:lnTo>
                  <a:pt x="6538192" y="2419947"/>
                </a:lnTo>
                <a:lnTo>
                  <a:pt x="6534978" y="2415486"/>
                </a:lnTo>
                <a:lnTo>
                  <a:pt x="6529575" y="2412983"/>
                </a:lnTo>
                <a:lnTo>
                  <a:pt x="6520633" y="2412774"/>
                </a:lnTo>
                <a:close/>
              </a:path>
              <a:path w="19892645" h="6290309" extrusionOk="0">
                <a:moveTo>
                  <a:pt x="238143" y="2255941"/>
                </a:moveTo>
                <a:lnTo>
                  <a:pt x="223874" y="2274241"/>
                </a:lnTo>
                <a:lnTo>
                  <a:pt x="226416" y="2279993"/>
                </a:lnTo>
                <a:lnTo>
                  <a:pt x="231254" y="2284361"/>
                </a:lnTo>
                <a:lnTo>
                  <a:pt x="237397" y="2286668"/>
                </a:lnTo>
                <a:lnTo>
                  <a:pt x="244071" y="2286760"/>
                </a:lnTo>
                <a:lnTo>
                  <a:pt x="250499" y="2284485"/>
                </a:lnTo>
                <a:lnTo>
                  <a:pt x="255483" y="2280174"/>
                </a:lnTo>
                <a:lnTo>
                  <a:pt x="258090" y="2274719"/>
                </a:lnTo>
                <a:lnTo>
                  <a:pt x="258185" y="2268807"/>
                </a:lnTo>
                <a:lnTo>
                  <a:pt x="255630" y="2263124"/>
                </a:lnTo>
                <a:lnTo>
                  <a:pt x="252279" y="2258653"/>
                </a:lnTo>
                <a:lnTo>
                  <a:pt x="247044" y="2256151"/>
                </a:lnTo>
                <a:lnTo>
                  <a:pt x="238143" y="2255941"/>
                </a:lnTo>
                <a:close/>
              </a:path>
              <a:path w="19892645" h="6290309" extrusionOk="0">
                <a:moveTo>
                  <a:pt x="15519469" y="2528069"/>
                </a:moveTo>
                <a:lnTo>
                  <a:pt x="15513511" y="2530666"/>
                </a:lnTo>
                <a:lnTo>
                  <a:pt x="15510171" y="2535451"/>
                </a:lnTo>
                <a:lnTo>
                  <a:pt x="15507691" y="2541151"/>
                </a:lnTo>
                <a:lnTo>
                  <a:pt x="15507868" y="2547091"/>
                </a:lnTo>
                <a:lnTo>
                  <a:pt x="15510537" y="2552554"/>
                </a:lnTo>
                <a:lnTo>
                  <a:pt x="15515532" y="2556822"/>
                </a:lnTo>
                <a:lnTo>
                  <a:pt x="15522002" y="2559030"/>
                </a:lnTo>
                <a:lnTo>
                  <a:pt x="15528680" y="2558873"/>
                </a:lnTo>
                <a:lnTo>
                  <a:pt x="15534797" y="2556500"/>
                </a:lnTo>
                <a:lnTo>
                  <a:pt x="15539583" y="2552058"/>
                </a:lnTo>
                <a:lnTo>
                  <a:pt x="15542063" y="2546311"/>
                </a:lnTo>
                <a:lnTo>
                  <a:pt x="15541886" y="2540379"/>
                </a:lnTo>
                <a:lnTo>
                  <a:pt x="15519469" y="2528069"/>
                </a:lnTo>
                <a:close/>
              </a:path>
              <a:path w="19892645" h="6290309" extrusionOk="0">
                <a:moveTo>
                  <a:pt x="452064" y="2124354"/>
                </a:moveTo>
                <a:lnTo>
                  <a:pt x="448294" y="2125327"/>
                </a:lnTo>
                <a:lnTo>
                  <a:pt x="445048" y="2127380"/>
                </a:lnTo>
                <a:lnTo>
                  <a:pt x="440379" y="2131919"/>
                </a:lnTo>
                <a:lnTo>
                  <a:pt x="438085" y="2137501"/>
                </a:lnTo>
                <a:lnTo>
                  <a:pt x="438304" y="2143431"/>
                </a:lnTo>
                <a:lnTo>
                  <a:pt x="441174" y="2149012"/>
                </a:lnTo>
                <a:lnTo>
                  <a:pt x="446282" y="2153171"/>
                </a:lnTo>
                <a:lnTo>
                  <a:pt x="452587" y="2155206"/>
                </a:lnTo>
                <a:lnTo>
                  <a:pt x="459285" y="2155002"/>
                </a:lnTo>
                <a:lnTo>
                  <a:pt x="465571" y="2152447"/>
                </a:lnTo>
                <a:lnTo>
                  <a:pt x="470240" y="2147908"/>
                </a:lnTo>
                <a:lnTo>
                  <a:pt x="472534" y="2142325"/>
                </a:lnTo>
                <a:lnTo>
                  <a:pt x="472315" y="2136396"/>
                </a:lnTo>
                <a:lnTo>
                  <a:pt x="469445" y="2130814"/>
                </a:lnTo>
                <a:lnTo>
                  <a:pt x="465990" y="2126699"/>
                </a:lnTo>
                <a:lnTo>
                  <a:pt x="461069" y="2124563"/>
                </a:lnTo>
                <a:lnTo>
                  <a:pt x="452064" y="2124354"/>
                </a:lnTo>
                <a:close/>
              </a:path>
              <a:path w="19892645" h="6290309" extrusionOk="0">
                <a:moveTo>
                  <a:pt x="6373978" y="2221042"/>
                </a:moveTo>
                <a:lnTo>
                  <a:pt x="6370208" y="2222015"/>
                </a:lnTo>
                <a:lnTo>
                  <a:pt x="6367077" y="2224089"/>
                </a:lnTo>
                <a:lnTo>
                  <a:pt x="6362325" y="2228552"/>
                </a:lnTo>
                <a:lnTo>
                  <a:pt x="6359982" y="2234109"/>
                </a:lnTo>
                <a:lnTo>
                  <a:pt x="6360158" y="2240059"/>
                </a:lnTo>
                <a:lnTo>
                  <a:pt x="6362962" y="2245701"/>
                </a:lnTo>
                <a:lnTo>
                  <a:pt x="6368044" y="2249879"/>
                </a:lnTo>
                <a:lnTo>
                  <a:pt x="6374292" y="2251954"/>
                </a:lnTo>
                <a:lnTo>
                  <a:pt x="6380956" y="2251788"/>
                </a:lnTo>
                <a:lnTo>
                  <a:pt x="6387286" y="2249240"/>
                </a:lnTo>
                <a:lnTo>
                  <a:pt x="6392040" y="2244778"/>
                </a:lnTo>
                <a:lnTo>
                  <a:pt x="6394387" y="2239234"/>
                </a:lnTo>
                <a:lnTo>
                  <a:pt x="6394214" y="2233318"/>
                </a:lnTo>
                <a:lnTo>
                  <a:pt x="6391412" y="2227743"/>
                </a:lnTo>
                <a:lnTo>
                  <a:pt x="6388061" y="2223502"/>
                </a:lnTo>
                <a:lnTo>
                  <a:pt x="6382920" y="2221251"/>
                </a:lnTo>
                <a:lnTo>
                  <a:pt x="6373978" y="2221042"/>
                </a:lnTo>
                <a:close/>
              </a:path>
              <a:path w="19892645" h="6290309" extrusionOk="0">
                <a:moveTo>
                  <a:pt x="659282" y="1984284"/>
                </a:moveTo>
                <a:lnTo>
                  <a:pt x="655303" y="1985373"/>
                </a:lnTo>
                <a:lnTo>
                  <a:pt x="651953" y="1987677"/>
                </a:lnTo>
                <a:lnTo>
                  <a:pt x="647475" y="1992351"/>
                </a:lnTo>
                <a:lnTo>
                  <a:pt x="645422" y="1997996"/>
                </a:lnTo>
                <a:lnTo>
                  <a:pt x="645901" y="2003924"/>
                </a:lnTo>
                <a:lnTo>
                  <a:pt x="649021" y="2009446"/>
                </a:lnTo>
                <a:lnTo>
                  <a:pt x="654292" y="2013406"/>
                </a:lnTo>
                <a:lnTo>
                  <a:pt x="660644" y="2015210"/>
                </a:lnTo>
                <a:lnTo>
                  <a:pt x="667309" y="2014753"/>
                </a:lnTo>
                <a:lnTo>
                  <a:pt x="673523" y="2011928"/>
                </a:lnTo>
                <a:lnTo>
                  <a:pt x="678001" y="2007250"/>
                </a:lnTo>
                <a:lnTo>
                  <a:pt x="680054" y="2001614"/>
                </a:lnTo>
                <a:lnTo>
                  <a:pt x="679575" y="1995719"/>
                </a:lnTo>
                <a:lnTo>
                  <a:pt x="676455" y="1990263"/>
                </a:lnTo>
                <a:lnTo>
                  <a:pt x="673104" y="1986515"/>
                </a:lnTo>
                <a:lnTo>
                  <a:pt x="668183" y="1984494"/>
                </a:lnTo>
                <a:lnTo>
                  <a:pt x="659282" y="1984284"/>
                </a:lnTo>
                <a:close/>
              </a:path>
              <a:path w="19892645" h="6290309" extrusionOk="0">
                <a:moveTo>
                  <a:pt x="15661087" y="2333405"/>
                </a:moveTo>
                <a:lnTo>
                  <a:pt x="15655276" y="2335876"/>
                </a:lnTo>
                <a:lnTo>
                  <a:pt x="15651936" y="2340556"/>
                </a:lnTo>
                <a:lnTo>
                  <a:pt x="15649465" y="2345970"/>
                </a:lnTo>
                <a:lnTo>
                  <a:pt x="15649384" y="2352197"/>
                </a:lnTo>
                <a:lnTo>
                  <a:pt x="15651948" y="2357693"/>
                </a:lnTo>
                <a:lnTo>
                  <a:pt x="15656899" y="2362032"/>
                </a:lnTo>
                <a:lnTo>
                  <a:pt x="15663291" y="2364325"/>
                </a:lnTo>
                <a:lnTo>
                  <a:pt x="15669941" y="2364252"/>
                </a:lnTo>
                <a:lnTo>
                  <a:pt x="15676079" y="2361964"/>
                </a:lnTo>
                <a:lnTo>
                  <a:pt x="15680940" y="2357613"/>
                </a:lnTo>
                <a:lnTo>
                  <a:pt x="15681071" y="2357613"/>
                </a:lnTo>
                <a:lnTo>
                  <a:pt x="15683465" y="2352197"/>
                </a:lnTo>
                <a:lnTo>
                  <a:pt x="15683503" y="2345970"/>
                </a:lnTo>
                <a:lnTo>
                  <a:pt x="15680925" y="2340476"/>
                </a:lnTo>
                <a:lnTo>
                  <a:pt x="15675967" y="2336138"/>
                </a:lnTo>
                <a:lnTo>
                  <a:pt x="15673213" y="2334515"/>
                </a:lnTo>
                <a:lnTo>
                  <a:pt x="15670030" y="2333614"/>
                </a:lnTo>
                <a:lnTo>
                  <a:pt x="15661087" y="2333405"/>
                </a:lnTo>
                <a:close/>
              </a:path>
              <a:path w="19892645" h="6290309" extrusionOk="0">
                <a:moveTo>
                  <a:pt x="6217103" y="2035833"/>
                </a:moveTo>
                <a:lnTo>
                  <a:pt x="6213197" y="2036932"/>
                </a:lnTo>
                <a:lnTo>
                  <a:pt x="6209794" y="2039351"/>
                </a:lnTo>
                <a:lnTo>
                  <a:pt x="6205355" y="2044021"/>
                </a:lnTo>
                <a:lnTo>
                  <a:pt x="6203356" y="2049650"/>
                </a:lnTo>
                <a:lnTo>
                  <a:pt x="6203879" y="2055541"/>
                </a:lnTo>
                <a:lnTo>
                  <a:pt x="6207009" y="2060994"/>
                </a:lnTo>
                <a:lnTo>
                  <a:pt x="6212262" y="2065064"/>
                </a:lnTo>
                <a:lnTo>
                  <a:pt x="6218617" y="2066841"/>
                </a:lnTo>
                <a:lnTo>
                  <a:pt x="6225288" y="2066378"/>
                </a:lnTo>
                <a:lnTo>
                  <a:pt x="6231500" y="2063601"/>
                </a:lnTo>
                <a:lnTo>
                  <a:pt x="6235958" y="2058922"/>
                </a:lnTo>
                <a:lnTo>
                  <a:pt x="6237990" y="2053272"/>
                </a:lnTo>
                <a:lnTo>
                  <a:pt x="6237473" y="2047340"/>
                </a:lnTo>
                <a:lnTo>
                  <a:pt x="6234285" y="2041812"/>
                </a:lnTo>
                <a:lnTo>
                  <a:pt x="6231060" y="2038063"/>
                </a:lnTo>
                <a:lnTo>
                  <a:pt x="6226045" y="2036042"/>
                </a:lnTo>
                <a:lnTo>
                  <a:pt x="6217103" y="2035833"/>
                </a:lnTo>
                <a:close/>
              </a:path>
              <a:path w="19892645" h="6290309" extrusionOk="0">
                <a:moveTo>
                  <a:pt x="861925" y="1838771"/>
                </a:moveTo>
                <a:lnTo>
                  <a:pt x="857894" y="1839860"/>
                </a:lnTo>
                <a:lnTo>
                  <a:pt x="854470" y="1842404"/>
                </a:lnTo>
                <a:lnTo>
                  <a:pt x="850057" y="1847160"/>
                </a:lnTo>
                <a:lnTo>
                  <a:pt x="848134" y="1852858"/>
                </a:lnTo>
                <a:lnTo>
                  <a:pt x="848785" y="1858773"/>
                </a:lnTo>
                <a:lnTo>
                  <a:pt x="852093" y="1864183"/>
                </a:lnTo>
                <a:lnTo>
                  <a:pt x="857447" y="1868039"/>
                </a:lnTo>
                <a:lnTo>
                  <a:pt x="863857" y="1869726"/>
                </a:lnTo>
                <a:lnTo>
                  <a:pt x="870511" y="1869174"/>
                </a:lnTo>
                <a:lnTo>
                  <a:pt x="876595" y="1866309"/>
                </a:lnTo>
                <a:lnTo>
                  <a:pt x="880934" y="1861547"/>
                </a:lnTo>
                <a:lnTo>
                  <a:pt x="882835" y="1855846"/>
                </a:lnTo>
                <a:lnTo>
                  <a:pt x="882213" y="1849929"/>
                </a:lnTo>
                <a:lnTo>
                  <a:pt x="878983" y="1844519"/>
                </a:lnTo>
                <a:lnTo>
                  <a:pt x="875621" y="1840865"/>
                </a:lnTo>
                <a:lnTo>
                  <a:pt x="870868" y="1838980"/>
                </a:lnTo>
                <a:lnTo>
                  <a:pt x="861925" y="1838771"/>
                </a:lnTo>
                <a:close/>
              </a:path>
              <a:path w="19892645" h="6290309" extrusionOk="0">
                <a:moveTo>
                  <a:pt x="15806790" y="2141086"/>
                </a:moveTo>
                <a:lnTo>
                  <a:pt x="15801115" y="2143442"/>
                </a:lnTo>
                <a:lnTo>
                  <a:pt x="15797638" y="2147986"/>
                </a:lnTo>
                <a:lnTo>
                  <a:pt x="15794864" y="2153616"/>
                </a:lnTo>
                <a:lnTo>
                  <a:pt x="15794772" y="2159542"/>
                </a:lnTo>
                <a:lnTo>
                  <a:pt x="15797220" y="2165063"/>
                </a:lnTo>
                <a:lnTo>
                  <a:pt x="15802067" y="2169473"/>
                </a:lnTo>
                <a:lnTo>
                  <a:pt x="15808454" y="2171932"/>
                </a:lnTo>
                <a:lnTo>
                  <a:pt x="15815112" y="2172010"/>
                </a:lnTo>
                <a:lnTo>
                  <a:pt x="15821286" y="2169833"/>
                </a:lnTo>
                <a:lnTo>
                  <a:pt x="15826224" y="2165525"/>
                </a:lnTo>
                <a:lnTo>
                  <a:pt x="15828996" y="2159896"/>
                </a:lnTo>
                <a:lnTo>
                  <a:pt x="15829086" y="2153960"/>
                </a:lnTo>
                <a:lnTo>
                  <a:pt x="15826638" y="2148409"/>
                </a:lnTo>
                <a:lnTo>
                  <a:pt x="15821795" y="2143934"/>
                </a:lnTo>
                <a:lnTo>
                  <a:pt x="15818905" y="2142206"/>
                </a:lnTo>
                <a:lnTo>
                  <a:pt x="15815732" y="2141295"/>
                </a:lnTo>
                <a:lnTo>
                  <a:pt x="15806790" y="2141086"/>
                </a:lnTo>
                <a:close/>
              </a:path>
              <a:path w="19892645" h="6290309" extrusionOk="0">
                <a:moveTo>
                  <a:pt x="6050134" y="1857869"/>
                </a:moveTo>
                <a:lnTo>
                  <a:pt x="6045820" y="1859074"/>
                </a:lnTo>
                <a:lnTo>
                  <a:pt x="6042406" y="1861848"/>
                </a:lnTo>
                <a:lnTo>
                  <a:pt x="6038207" y="1866726"/>
                </a:lnTo>
                <a:lnTo>
                  <a:pt x="6036510" y="1872446"/>
                </a:lnTo>
                <a:lnTo>
                  <a:pt x="6037363" y="1878318"/>
                </a:lnTo>
                <a:lnTo>
                  <a:pt x="6040815" y="1883649"/>
                </a:lnTo>
                <a:lnTo>
                  <a:pt x="6046311" y="1887384"/>
                </a:lnTo>
                <a:lnTo>
                  <a:pt x="6052748" y="1888891"/>
                </a:lnTo>
                <a:lnTo>
                  <a:pt x="6059352" y="1888130"/>
                </a:lnTo>
                <a:lnTo>
                  <a:pt x="6065348" y="1885062"/>
                </a:lnTo>
                <a:lnTo>
                  <a:pt x="6069546" y="1880179"/>
                </a:lnTo>
                <a:lnTo>
                  <a:pt x="6071241" y="1874455"/>
                </a:lnTo>
                <a:lnTo>
                  <a:pt x="6070387" y="1868583"/>
                </a:lnTo>
                <a:lnTo>
                  <a:pt x="6066940" y="1863252"/>
                </a:lnTo>
                <a:lnTo>
                  <a:pt x="6063704" y="1859859"/>
                </a:lnTo>
                <a:lnTo>
                  <a:pt x="6059076" y="1858079"/>
                </a:lnTo>
                <a:lnTo>
                  <a:pt x="6050134" y="1857869"/>
                </a:lnTo>
                <a:close/>
              </a:path>
              <a:path w="19892645" h="6290309" extrusionOk="0">
                <a:moveTo>
                  <a:pt x="1062139" y="1690471"/>
                </a:moveTo>
                <a:lnTo>
                  <a:pt x="1057961" y="1691560"/>
                </a:lnTo>
                <a:lnTo>
                  <a:pt x="1054674" y="1694094"/>
                </a:lnTo>
                <a:lnTo>
                  <a:pt x="1050281" y="1698929"/>
                </a:lnTo>
                <a:lnTo>
                  <a:pt x="1048404" y="1704667"/>
                </a:lnTo>
                <a:lnTo>
                  <a:pt x="1049099" y="1710598"/>
                </a:lnTo>
                <a:lnTo>
                  <a:pt x="1052422" y="1716010"/>
                </a:lnTo>
                <a:lnTo>
                  <a:pt x="1057842" y="1719846"/>
                </a:lnTo>
                <a:lnTo>
                  <a:pt x="1064265" y="1721478"/>
                </a:lnTo>
                <a:lnTo>
                  <a:pt x="1070931" y="1720846"/>
                </a:lnTo>
                <a:lnTo>
                  <a:pt x="1077081" y="1717884"/>
                </a:lnTo>
                <a:lnTo>
                  <a:pt x="1081390" y="1713073"/>
                </a:lnTo>
                <a:lnTo>
                  <a:pt x="1083228" y="1707378"/>
                </a:lnTo>
                <a:lnTo>
                  <a:pt x="1082521" y="1701488"/>
                </a:lnTo>
                <a:lnTo>
                  <a:pt x="1079196" y="1696094"/>
                </a:lnTo>
                <a:lnTo>
                  <a:pt x="1075825" y="1692461"/>
                </a:lnTo>
                <a:lnTo>
                  <a:pt x="1071071" y="1690681"/>
                </a:lnTo>
                <a:lnTo>
                  <a:pt x="1062139" y="1690471"/>
                </a:lnTo>
                <a:close/>
              </a:path>
              <a:path w="19892645" h="6290309" extrusionOk="0">
                <a:moveTo>
                  <a:pt x="15957204" y="1951846"/>
                </a:moveTo>
                <a:lnTo>
                  <a:pt x="15951665" y="1953971"/>
                </a:lnTo>
                <a:lnTo>
                  <a:pt x="15948189" y="1958285"/>
                </a:lnTo>
                <a:lnTo>
                  <a:pt x="15945299" y="1963910"/>
                </a:lnTo>
                <a:lnTo>
                  <a:pt x="15945063" y="1969854"/>
                </a:lnTo>
                <a:lnTo>
                  <a:pt x="15947364" y="1975435"/>
                </a:lnTo>
                <a:lnTo>
                  <a:pt x="15952084" y="1979970"/>
                </a:lnTo>
                <a:lnTo>
                  <a:pt x="15958338" y="1982543"/>
                </a:lnTo>
                <a:lnTo>
                  <a:pt x="15964990" y="1982757"/>
                </a:lnTo>
                <a:lnTo>
                  <a:pt x="15971260" y="1980711"/>
                </a:lnTo>
                <a:lnTo>
                  <a:pt x="15976366" y="1976505"/>
                </a:lnTo>
                <a:lnTo>
                  <a:pt x="15979257" y="1970880"/>
                </a:lnTo>
                <a:lnTo>
                  <a:pt x="15979494" y="1964936"/>
                </a:lnTo>
                <a:lnTo>
                  <a:pt x="15977190" y="1959355"/>
                </a:lnTo>
                <a:lnTo>
                  <a:pt x="15972460" y="1954819"/>
                </a:lnTo>
                <a:lnTo>
                  <a:pt x="15969581" y="1952966"/>
                </a:lnTo>
                <a:lnTo>
                  <a:pt x="15966146" y="1952055"/>
                </a:lnTo>
                <a:lnTo>
                  <a:pt x="15957204" y="1951846"/>
                </a:lnTo>
                <a:close/>
              </a:path>
              <a:path w="19892645" h="6290309" extrusionOk="0">
                <a:moveTo>
                  <a:pt x="5872914" y="1687739"/>
                </a:moveTo>
                <a:lnTo>
                  <a:pt x="5868328" y="1689288"/>
                </a:lnTo>
                <a:lnTo>
                  <a:pt x="5864768" y="1692293"/>
                </a:lnTo>
                <a:lnTo>
                  <a:pt x="5860884" y="1697387"/>
                </a:lnTo>
                <a:lnTo>
                  <a:pt x="5859532" y="1703198"/>
                </a:lnTo>
                <a:lnTo>
                  <a:pt x="5860733" y="1709046"/>
                </a:lnTo>
                <a:lnTo>
                  <a:pt x="5864506" y="1714251"/>
                </a:lnTo>
                <a:lnTo>
                  <a:pt x="5870182" y="1717703"/>
                </a:lnTo>
                <a:lnTo>
                  <a:pt x="5876710" y="1718904"/>
                </a:lnTo>
                <a:lnTo>
                  <a:pt x="5883277" y="1717833"/>
                </a:lnTo>
                <a:lnTo>
                  <a:pt x="5889071" y="1714471"/>
                </a:lnTo>
                <a:lnTo>
                  <a:pt x="5893014" y="1709384"/>
                </a:lnTo>
                <a:lnTo>
                  <a:pt x="5894373" y="1703576"/>
                </a:lnTo>
                <a:lnTo>
                  <a:pt x="5893178" y="1697729"/>
                </a:lnTo>
                <a:lnTo>
                  <a:pt x="5889458" y="1692524"/>
                </a:lnTo>
                <a:lnTo>
                  <a:pt x="5886076" y="1689592"/>
                </a:lnTo>
                <a:lnTo>
                  <a:pt x="5881856" y="1687948"/>
                </a:lnTo>
                <a:lnTo>
                  <a:pt x="5872914" y="1687739"/>
                </a:lnTo>
                <a:close/>
              </a:path>
              <a:path w="19892645" h="6290309" extrusionOk="0">
                <a:moveTo>
                  <a:pt x="1262091" y="1541691"/>
                </a:moveTo>
                <a:lnTo>
                  <a:pt x="1258039" y="1542905"/>
                </a:lnTo>
                <a:lnTo>
                  <a:pt x="1254626" y="1545429"/>
                </a:lnTo>
                <a:lnTo>
                  <a:pt x="1250289" y="1550191"/>
                </a:lnTo>
                <a:lnTo>
                  <a:pt x="1248403" y="1555892"/>
                </a:lnTo>
                <a:lnTo>
                  <a:pt x="1249066" y="1561808"/>
                </a:lnTo>
                <a:lnTo>
                  <a:pt x="1252374" y="1567219"/>
                </a:lnTo>
                <a:lnTo>
                  <a:pt x="1257787" y="1571056"/>
                </a:lnTo>
                <a:lnTo>
                  <a:pt x="1264195" y="1572703"/>
                </a:lnTo>
                <a:lnTo>
                  <a:pt x="1270820" y="1572107"/>
                </a:lnTo>
                <a:lnTo>
                  <a:pt x="1276887" y="1569219"/>
                </a:lnTo>
                <a:lnTo>
                  <a:pt x="1281228" y="1564409"/>
                </a:lnTo>
                <a:lnTo>
                  <a:pt x="1283114" y="1558718"/>
                </a:lnTo>
                <a:lnTo>
                  <a:pt x="1282453" y="1552832"/>
                </a:lnTo>
                <a:lnTo>
                  <a:pt x="1279148" y="1547439"/>
                </a:lnTo>
                <a:lnTo>
                  <a:pt x="1275777" y="1543795"/>
                </a:lnTo>
                <a:lnTo>
                  <a:pt x="1271023" y="1541900"/>
                </a:lnTo>
                <a:lnTo>
                  <a:pt x="1262091" y="1541691"/>
                </a:lnTo>
                <a:close/>
              </a:path>
              <a:path w="19892645" h="6290309" extrusionOk="0">
                <a:moveTo>
                  <a:pt x="5685412" y="1526508"/>
                </a:moveTo>
                <a:lnTo>
                  <a:pt x="5680554" y="1528162"/>
                </a:lnTo>
                <a:lnTo>
                  <a:pt x="5676973" y="1531649"/>
                </a:lnTo>
                <a:lnTo>
                  <a:pt x="5673428" y="1536894"/>
                </a:lnTo>
                <a:lnTo>
                  <a:pt x="5672456" y="1542770"/>
                </a:lnTo>
                <a:lnTo>
                  <a:pt x="5674014" y="1548554"/>
                </a:lnTo>
                <a:lnTo>
                  <a:pt x="5678062" y="1553523"/>
                </a:lnTo>
                <a:lnTo>
                  <a:pt x="5684022" y="1556688"/>
                </a:lnTo>
                <a:lnTo>
                  <a:pt x="5690628" y="1557580"/>
                </a:lnTo>
                <a:lnTo>
                  <a:pt x="5697102" y="1556203"/>
                </a:lnTo>
                <a:lnTo>
                  <a:pt x="5702668" y="1552559"/>
                </a:lnTo>
                <a:lnTo>
                  <a:pt x="5706290" y="1547308"/>
                </a:lnTo>
                <a:lnTo>
                  <a:pt x="5707287" y="1541429"/>
                </a:lnTo>
                <a:lnTo>
                  <a:pt x="5705703" y="1535644"/>
                </a:lnTo>
                <a:lnTo>
                  <a:pt x="5701579" y="1530675"/>
                </a:lnTo>
                <a:lnTo>
                  <a:pt x="5698448" y="1528110"/>
                </a:lnTo>
                <a:lnTo>
                  <a:pt x="5694354" y="1526717"/>
                </a:lnTo>
                <a:lnTo>
                  <a:pt x="5685412" y="1526508"/>
                </a:lnTo>
                <a:close/>
              </a:path>
              <a:path w="19892645" h="6290309" extrusionOk="0">
                <a:moveTo>
                  <a:pt x="16113377" y="1766176"/>
                </a:moveTo>
                <a:lnTo>
                  <a:pt x="16108110" y="1768312"/>
                </a:lnTo>
                <a:lnTo>
                  <a:pt x="16104519" y="1772375"/>
                </a:lnTo>
                <a:lnTo>
                  <a:pt x="16101425" y="1777886"/>
                </a:lnTo>
                <a:lnTo>
                  <a:pt x="16100986" y="1783814"/>
                </a:lnTo>
                <a:lnTo>
                  <a:pt x="16103086" y="1789444"/>
                </a:lnTo>
                <a:lnTo>
                  <a:pt x="16107608" y="1794060"/>
                </a:lnTo>
                <a:lnTo>
                  <a:pt x="16113863" y="1796806"/>
                </a:lnTo>
                <a:lnTo>
                  <a:pt x="16120537" y="1797195"/>
                </a:lnTo>
                <a:lnTo>
                  <a:pt x="16126877" y="1795328"/>
                </a:lnTo>
                <a:lnTo>
                  <a:pt x="16132131" y="1791306"/>
                </a:lnTo>
                <a:lnTo>
                  <a:pt x="16135172" y="1785752"/>
                </a:lnTo>
                <a:lnTo>
                  <a:pt x="16135616" y="1779822"/>
                </a:lnTo>
                <a:lnTo>
                  <a:pt x="16133546" y="1774187"/>
                </a:lnTo>
                <a:lnTo>
                  <a:pt x="16129042" y="1769516"/>
                </a:lnTo>
                <a:lnTo>
                  <a:pt x="16125890" y="1767422"/>
                </a:lnTo>
                <a:lnTo>
                  <a:pt x="16122330" y="1766385"/>
                </a:lnTo>
                <a:lnTo>
                  <a:pt x="16113377" y="1766176"/>
                </a:lnTo>
                <a:close/>
              </a:path>
              <a:path w="19892645" h="6290309" extrusionOk="0">
                <a:moveTo>
                  <a:pt x="1464117" y="1394983"/>
                </a:moveTo>
                <a:lnTo>
                  <a:pt x="1460075" y="1396072"/>
                </a:lnTo>
                <a:lnTo>
                  <a:pt x="1456661" y="1398480"/>
                </a:lnTo>
                <a:lnTo>
                  <a:pt x="1452248" y="1403172"/>
                </a:lnTo>
                <a:lnTo>
                  <a:pt x="1450295" y="1408849"/>
                </a:lnTo>
                <a:lnTo>
                  <a:pt x="1450863" y="1414789"/>
                </a:lnTo>
                <a:lnTo>
                  <a:pt x="1454012" y="1420270"/>
                </a:lnTo>
                <a:lnTo>
                  <a:pt x="1459347" y="1424210"/>
                </a:lnTo>
                <a:lnTo>
                  <a:pt x="1465725" y="1425970"/>
                </a:lnTo>
                <a:lnTo>
                  <a:pt x="1472372" y="1425467"/>
                </a:lnTo>
                <a:lnTo>
                  <a:pt x="1478514" y="1422616"/>
                </a:lnTo>
                <a:lnTo>
                  <a:pt x="1482945" y="1417924"/>
                </a:lnTo>
                <a:lnTo>
                  <a:pt x="1484927" y="1412248"/>
                </a:lnTo>
                <a:lnTo>
                  <a:pt x="1484366" y="1406311"/>
                </a:lnTo>
                <a:lnTo>
                  <a:pt x="1481163" y="1400836"/>
                </a:lnTo>
                <a:lnTo>
                  <a:pt x="1477938" y="1397203"/>
                </a:lnTo>
                <a:lnTo>
                  <a:pt x="1473059" y="1395192"/>
                </a:lnTo>
                <a:lnTo>
                  <a:pt x="1464117" y="1394983"/>
                </a:lnTo>
                <a:close/>
              </a:path>
              <a:path w="19892645" h="6290309" extrusionOk="0">
                <a:moveTo>
                  <a:pt x="5488005" y="1375005"/>
                </a:moveTo>
                <a:lnTo>
                  <a:pt x="5482874" y="1376900"/>
                </a:lnTo>
                <a:lnTo>
                  <a:pt x="5479282" y="1380858"/>
                </a:lnTo>
                <a:lnTo>
                  <a:pt x="5476051" y="1386297"/>
                </a:lnTo>
                <a:lnTo>
                  <a:pt x="5475424" y="1392207"/>
                </a:lnTo>
                <a:lnTo>
                  <a:pt x="5477333" y="1397887"/>
                </a:lnTo>
                <a:lnTo>
                  <a:pt x="5481712" y="1402637"/>
                </a:lnTo>
                <a:lnTo>
                  <a:pt x="5487886" y="1405494"/>
                </a:lnTo>
                <a:lnTo>
                  <a:pt x="5494545" y="1406013"/>
                </a:lnTo>
                <a:lnTo>
                  <a:pt x="5500946" y="1404276"/>
                </a:lnTo>
                <a:lnTo>
                  <a:pt x="5506350" y="1400365"/>
                </a:lnTo>
                <a:lnTo>
                  <a:pt x="5509559" y="1394930"/>
                </a:lnTo>
                <a:lnTo>
                  <a:pt x="5510141" y="1389020"/>
                </a:lnTo>
                <a:lnTo>
                  <a:pt x="5508189" y="1383337"/>
                </a:lnTo>
                <a:lnTo>
                  <a:pt x="5503795" y="1378586"/>
                </a:lnTo>
                <a:lnTo>
                  <a:pt x="5500653" y="1376376"/>
                </a:lnTo>
                <a:lnTo>
                  <a:pt x="5496947" y="1375225"/>
                </a:lnTo>
                <a:lnTo>
                  <a:pt x="5488005" y="1375005"/>
                </a:lnTo>
                <a:close/>
              </a:path>
              <a:path w="19892645" h="6290309" extrusionOk="0">
                <a:moveTo>
                  <a:pt x="1670278" y="1252757"/>
                </a:moveTo>
                <a:lnTo>
                  <a:pt x="1666383" y="1253731"/>
                </a:lnTo>
                <a:lnTo>
                  <a:pt x="1663105" y="1255909"/>
                </a:lnTo>
                <a:lnTo>
                  <a:pt x="1658529" y="1260516"/>
                </a:lnTo>
                <a:lnTo>
                  <a:pt x="1656340" y="1266136"/>
                </a:lnTo>
                <a:lnTo>
                  <a:pt x="1656669" y="1272082"/>
                </a:lnTo>
                <a:lnTo>
                  <a:pt x="1659650" y="1277667"/>
                </a:lnTo>
                <a:lnTo>
                  <a:pt x="1664834" y="1281735"/>
                </a:lnTo>
                <a:lnTo>
                  <a:pt x="1671144" y="1283681"/>
                </a:lnTo>
                <a:lnTo>
                  <a:pt x="1677797" y="1283388"/>
                </a:lnTo>
                <a:lnTo>
                  <a:pt x="1684005" y="1280735"/>
                </a:lnTo>
                <a:lnTo>
                  <a:pt x="1688636" y="1276134"/>
                </a:lnTo>
                <a:lnTo>
                  <a:pt x="1690833" y="1270527"/>
                </a:lnTo>
                <a:lnTo>
                  <a:pt x="1690512" y="1264616"/>
                </a:lnTo>
                <a:lnTo>
                  <a:pt x="1687586" y="1259102"/>
                </a:lnTo>
                <a:lnTo>
                  <a:pt x="1684236" y="1255103"/>
                </a:lnTo>
                <a:lnTo>
                  <a:pt x="1679220" y="1252966"/>
                </a:lnTo>
                <a:lnTo>
                  <a:pt x="1670278" y="1252757"/>
                </a:lnTo>
                <a:close/>
              </a:path>
              <a:path w="19892645" h="6290309" extrusionOk="0">
                <a:moveTo>
                  <a:pt x="16276493" y="1585312"/>
                </a:moveTo>
                <a:lnTo>
                  <a:pt x="16271362" y="1587208"/>
                </a:lnTo>
                <a:lnTo>
                  <a:pt x="16267781" y="1591040"/>
                </a:lnTo>
                <a:lnTo>
                  <a:pt x="16264471" y="1596410"/>
                </a:lnTo>
                <a:lnTo>
                  <a:pt x="16263802" y="1602299"/>
                </a:lnTo>
                <a:lnTo>
                  <a:pt x="16265693" y="1608003"/>
                </a:lnTo>
                <a:lnTo>
                  <a:pt x="16270064" y="1612819"/>
                </a:lnTo>
                <a:lnTo>
                  <a:pt x="16276102" y="1615761"/>
                </a:lnTo>
                <a:lnTo>
                  <a:pt x="16282727" y="1616355"/>
                </a:lnTo>
                <a:lnTo>
                  <a:pt x="16289145" y="1614673"/>
                </a:lnTo>
                <a:lnTo>
                  <a:pt x="16294566" y="1610788"/>
                </a:lnTo>
                <a:lnTo>
                  <a:pt x="16297813" y="1605413"/>
                </a:lnTo>
                <a:lnTo>
                  <a:pt x="16298488" y="1599525"/>
                </a:lnTo>
                <a:lnTo>
                  <a:pt x="16296628" y="1593824"/>
                </a:lnTo>
                <a:lnTo>
                  <a:pt x="16292272" y="1589009"/>
                </a:lnTo>
                <a:lnTo>
                  <a:pt x="16289142" y="1586674"/>
                </a:lnTo>
                <a:lnTo>
                  <a:pt x="16285435" y="1585522"/>
                </a:lnTo>
                <a:lnTo>
                  <a:pt x="16276493" y="1585312"/>
                </a:lnTo>
                <a:close/>
              </a:path>
              <a:path w="19892645" h="6290309" extrusionOk="0">
                <a:moveTo>
                  <a:pt x="5280660" y="1234192"/>
                </a:moveTo>
                <a:lnTo>
                  <a:pt x="5275121" y="1236443"/>
                </a:lnTo>
                <a:lnTo>
                  <a:pt x="5271655" y="1240757"/>
                </a:lnTo>
                <a:lnTo>
                  <a:pt x="5268779" y="1246400"/>
                </a:lnTo>
                <a:lnTo>
                  <a:pt x="5268584" y="1252374"/>
                </a:lnTo>
                <a:lnTo>
                  <a:pt x="5270931" y="1257960"/>
                </a:lnTo>
                <a:lnTo>
                  <a:pt x="5275676" y="1262443"/>
                </a:lnTo>
                <a:lnTo>
                  <a:pt x="5281954" y="1264952"/>
                </a:lnTo>
                <a:lnTo>
                  <a:pt x="5288638" y="1265130"/>
                </a:lnTo>
                <a:lnTo>
                  <a:pt x="5294911" y="1263071"/>
                </a:lnTo>
                <a:lnTo>
                  <a:pt x="5299958" y="1258872"/>
                </a:lnTo>
                <a:lnTo>
                  <a:pt x="5302775" y="1253243"/>
                </a:lnTo>
                <a:lnTo>
                  <a:pt x="5302972" y="1247308"/>
                </a:lnTo>
                <a:lnTo>
                  <a:pt x="5300654" y="1241760"/>
                </a:lnTo>
                <a:lnTo>
                  <a:pt x="5295927" y="1237292"/>
                </a:lnTo>
                <a:lnTo>
                  <a:pt x="5293047" y="1235323"/>
                </a:lnTo>
                <a:lnTo>
                  <a:pt x="5289602" y="1234412"/>
                </a:lnTo>
                <a:lnTo>
                  <a:pt x="5280660" y="1234192"/>
                </a:lnTo>
                <a:close/>
              </a:path>
              <a:path w="19892645" h="6290309" extrusionOk="0">
                <a:moveTo>
                  <a:pt x="1882774" y="1118039"/>
                </a:moveTo>
                <a:lnTo>
                  <a:pt x="1868699" y="1136637"/>
                </a:lnTo>
                <a:lnTo>
                  <a:pt x="1871361" y="1142342"/>
                </a:lnTo>
                <a:lnTo>
                  <a:pt x="1876292" y="1146604"/>
                </a:lnTo>
                <a:lnTo>
                  <a:pt x="1882473" y="1148781"/>
                </a:lnTo>
                <a:lnTo>
                  <a:pt x="1889145" y="1148744"/>
                </a:lnTo>
                <a:lnTo>
                  <a:pt x="1895548" y="1146362"/>
                </a:lnTo>
                <a:lnTo>
                  <a:pt x="1900412" y="1142030"/>
                </a:lnTo>
                <a:lnTo>
                  <a:pt x="1902848" y="1136637"/>
                </a:lnTo>
                <a:lnTo>
                  <a:pt x="1902868" y="1130566"/>
                </a:lnTo>
                <a:lnTo>
                  <a:pt x="1900187" y="1124855"/>
                </a:lnTo>
                <a:lnTo>
                  <a:pt x="1896983" y="1120635"/>
                </a:lnTo>
                <a:lnTo>
                  <a:pt x="1891706" y="1118248"/>
                </a:lnTo>
                <a:lnTo>
                  <a:pt x="1882774" y="1118039"/>
                </a:lnTo>
                <a:close/>
              </a:path>
              <a:path w="19892645" h="6290309" extrusionOk="0">
                <a:moveTo>
                  <a:pt x="16447189" y="1410082"/>
                </a:moveTo>
                <a:lnTo>
                  <a:pt x="16442184" y="1411862"/>
                </a:lnTo>
                <a:lnTo>
                  <a:pt x="16438613" y="1415349"/>
                </a:lnTo>
                <a:lnTo>
                  <a:pt x="16435145" y="1420648"/>
                </a:lnTo>
                <a:lnTo>
                  <a:pt x="16434229" y="1426520"/>
                </a:lnTo>
                <a:lnTo>
                  <a:pt x="16435845" y="1432272"/>
                </a:lnTo>
                <a:lnTo>
                  <a:pt x="16439975" y="1437212"/>
                </a:lnTo>
                <a:lnTo>
                  <a:pt x="16445935" y="1440346"/>
                </a:lnTo>
                <a:lnTo>
                  <a:pt x="16452541" y="1441157"/>
                </a:lnTo>
                <a:lnTo>
                  <a:pt x="16459015" y="1439695"/>
                </a:lnTo>
                <a:lnTo>
                  <a:pt x="16464581" y="1436008"/>
                </a:lnTo>
                <a:lnTo>
                  <a:pt x="16468126" y="1430762"/>
                </a:lnTo>
                <a:lnTo>
                  <a:pt x="16469086" y="1424884"/>
                </a:lnTo>
                <a:lnTo>
                  <a:pt x="16467491" y="1419103"/>
                </a:lnTo>
                <a:lnTo>
                  <a:pt x="16463367" y="1414145"/>
                </a:lnTo>
                <a:lnTo>
                  <a:pt x="16460100" y="1411569"/>
                </a:lnTo>
                <a:lnTo>
                  <a:pt x="16456121" y="1410292"/>
                </a:lnTo>
                <a:lnTo>
                  <a:pt x="16447189" y="1410082"/>
                </a:lnTo>
                <a:close/>
              </a:path>
              <a:path w="19892645" h="6290309" extrusionOk="0">
                <a:moveTo>
                  <a:pt x="5063609" y="1105505"/>
                </a:moveTo>
                <a:lnTo>
                  <a:pt x="5057798" y="1108102"/>
                </a:lnTo>
                <a:lnTo>
                  <a:pt x="5054311" y="1113002"/>
                </a:lnTo>
                <a:lnTo>
                  <a:pt x="5051925" y="1118753"/>
                </a:lnTo>
                <a:lnTo>
                  <a:pt x="5052188" y="1124676"/>
                </a:lnTo>
                <a:lnTo>
                  <a:pt x="5054921" y="1130078"/>
                </a:lnTo>
                <a:lnTo>
                  <a:pt x="5059944" y="1134268"/>
                </a:lnTo>
                <a:lnTo>
                  <a:pt x="5066415" y="1136449"/>
                </a:lnTo>
                <a:lnTo>
                  <a:pt x="5073094" y="1136233"/>
                </a:lnTo>
                <a:lnTo>
                  <a:pt x="5079214" y="1133781"/>
                </a:lnTo>
                <a:lnTo>
                  <a:pt x="5084006" y="1129253"/>
                </a:lnTo>
                <a:lnTo>
                  <a:pt x="5086386" y="1123502"/>
                </a:lnTo>
                <a:lnTo>
                  <a:pt x="5086120" y="1117581"/>
                </a:lnTo>
                <a:lnTo>
                  <a:pt x="5063609" y="1105505"/>
                </a:lnTo>
                <a:close/>
              </a:path>
              <a:path w="19892645" h="6290309" extrusionOk="0">
                <a:moveTo>
                  <a:pt x="2103479" y="994315"/>
                </a:moveTo>
                <a:lnTo>
                  <a:pt x="2088792" y="1011910"/>
                </a:lnTo>
                <a:lnTo>
                  <a:pt x="2091029" y="1017769"/>
                </a:lnTo>
                <a:lnTo>
                  <a:pt x="2095640" y="1022346"/>
                </a:lnTo>
                <a:lnTo>
                  <a:pt x="2101677" y="1024922"/>
                </a:lnTo>
                <a:lnTo>
                  <a:pt x="2108356" y="1025310"/>
                </a:lnTo>
                <a:lnTo>
                  <a:pt x="2114893" y="1023319"/>
                </a:lnTo>
                <a:lnTo>
                  <a:pt x="2120042" y="1019213"/>
                </a:lnTo>
                <a:lnTo>
                  <a:pt x="2122941" y="1013845"/>
                </a:lnTo>
                <a:lnTo>
                  <a:pt x="2123375" y="1007908"/>
                </a:lnTo>
                <a:lnTo>
                  <a:pt x="2121133" y="1002095"/>
                </a:lnTo>
                <a:lnTo>
                  <a:pt x="2118076" y="997278"/>
                </a:lnTo>
                <a:lnTo>
                  <a:pt x="2112411" y="994524"/>
                </a:lnTo>
                <a:lnTo>
                  <a:pt x="2103479" y="994315"/>
                </a:lnTo>
                <a:close/>
              </a:path>
              <a:path w="19892645" h="6290309" extrusionOk="0">
                <a:moveTo>
                  <a:pt x="4837354" y="990137"/>
                </a:moveTo>
                <a:lnTo>
                  <a:pt x="4830988" y="993069"/>
                </a:lnTo>
                <a:lnTo>
                  <a:pt x="4827888" y="998451"/>
                </a:lnTo>
                <a:lnTo>
                  <a:pt x="4825861" y="1004372"/>
                </a:lnTo>
                <a:lnTo>
                  <a:pt x="4826565" y="1010278"/>
                </a:lnTo>
                <a:lnTo>
                  <a:pt x="4829745" y="1015508"/>
                </a:lnTo>
                <a:lnTo>
                  <a:pt x="4835145" y="1019403"/>
                </a:lnTo>
                <a:lnTo>
                  <a:pt x="4841749" y="1021152"/>
                </a:lnTo>
                <a:lnTo>
                  <a:pt x="4848397" y="1020529"/>
                </a:lnTo>
                <a:lnTo>
                  <a:pt x="4854309" y="1017730"/>
                </a:lnTo>
                <a:lnTo>
                  <a:pt x="4858704" y="1012953"/>
                </a:lnTo>
                <a:lnTo>
                  <a:pt x="4860649" y="1007080"/>
                </a:lnTo>
                <a:lnTo>
                  <a:pt x="4859905" y="1001169"/>
                </a:lnTo>
                <a:lnTo>
                  <a:pt x="4837354" y="990137"/>
                </a:lnTo>
                <a:close/>
              </a:path>
              <a:path w="19892645" h="6290309" extrusionOk="0">
                <a:moveTo>
                  <a:pt x="16625833" y="1241218"/>
                </a:moveTo>
                <a:lnTo>
                  <a:pt x="16621121" y="1242757"/>
                </a:lnTo>
                <a:lnTo>
                  <a:pt x="16617561" y="1245888"/>
                </a:lnTo>
                <a:lnTo>
                  <a:pt x="16613793" y="1251063"/>
                </a:lnTo>
                <a:lnTo>
                  <a:pt x="16612583" y="1256923"/>
                </a:lnTo>
                <a:lnTo>
                  <a:pt x="16613928" y="1262758"/>
                </a:lnTo>
                <a:lnTo>
                  <a:pt x="16617823" y="1267856"/>
                </a:lnTo>
                <a:lnTo>
                  <a:pt x="16623577" y="1271200"/>
                </a:lnTo>
                <a:lnTo>
                  <a:pt x="16630135" y="1272268"/>
                </a:lnTo>
                <a:lnTo>
                  <a:pt x="16636684" y="1271065"/>
                </a:lnTo>
                <a:lnTo>
                  <a:pt x="16642408" y="1267594"/>
                </a:lnTo>
                <a:lnTo>
                  <a:pt x="16646177" y="1262436"/>
                </a:lnTo>
                <a:lnTo>
                  <a:pt x="16647385" y="1256604"/>
                </a:lnTo>
                <a:lnTo>
                  <a:pt x="16646037" y="1250777"/>
                </a:lnTo>
                <a:lnTo>
                  <a:pt x="16642136" y="1245637"/>
                </a:lnTo>
                <a:lnTo>
                  <a:pt x="16638880" y="1242820"/>
                </a:lnTo>
                <a:lnTo>
                  <a:pt x="16634649" y="1241417"/>
                </a:lnTo>
                <a:lnTo>
                  <a:pt x="16625833" y="1241218"/>
                </a:lnTo>
                <a:close/>
              </a:path>
              <a:path w="19892645" h="6290309" extrusionOk="0">
                <a:moveTo>
                  <a:pt x="2334268" y="886161"/>
                </a:moveTo>
                <a:lnTo>
                  <a:pt x="2319036" y="902363"/>
                </a:lnTo>
                <a:lnTo>
                  <a:pt x="2320645" y="908380"/>
                </a:lnTo>
                <a:lnTo>
                  <a:pt x="2324811" y="913298"/>
                </a:lnTo>
                <a:lnTo>
                  <a:pt x="2330563" y="916324"/>
                </a:lnTo>
                <a:lnTo>
                  <a:pt x="2337180" y="917208"/>
                </a:lnTo>
                <a:lnTo>
                  <a:pt x="2343943" y="915699"/>
                </a:lnTo>
                <a:lnTo>
                  <a:pt x="2349466" y="912051"/>
                </a:lnTo>
                <a:lnTo>
                  <a:pt x="2352880" y="906951"/>
                </a:lnTo>
                <a:lnTo>
                  <a:pt x="2353915" y="901081"/>
                </a:lnTo>
                <a:lnTo>
                  <a:pt x="2352299" y="895124"/>
                </a:lnTo>
                <a:lnTo>
                  <a:pt x="2349399" y="889595"/>
                </a:lnTo>
                <a:lnTo>
                  <a:pt x="2343346" y="886370"/>
                </a:lnTo>
                <a:lnTo>
                  <a:pt x="2334268" y="886161"/>
                </a:lnTo>
                <a:close/>
              </a:path>
              <a:path w="19892645" h="6290309" extrusionOk="0">
                <a:moveTo>
                  <a:pt x="4602094" y="889491"/>
                </a:moveTo>
                <a:lnTo>
                  <a:pt x="4595456" y="893019"/>
                </a:lnTo>
                <a:lnTo>
                  <a:pt x="4592597" y="898893"/>
                </a:lnTo>
                <a:lnTo>
                  <a:pt x="4591087" y="904912"/>
                </a:lnTo>
                <a:lnTo>
                  <a:pt x="4592299" y="910753"/>
                </a:lnTo>
                <a:lnTo>
                  <a:pt x="4595913" y="915764"/>
                </a:lnTo>
                <a:lnTo>
                  <a:pt x="4601613" y="919291"/>
                </a:lnTo>
                <a:lnTo>
                  <a:pt x="4608328" y="920631"/>
                </a:lnTo>
                <a:lnTo>
                  <a:pt x="4614904" y="919568"/>
                </a:lnTo>
                <a:lnTo>
                  <a:pt x="4620568" y="916393"/>
                </a:lnTo>
                <a:lnTo>
                  <a:pt x="4624544" y="911396"/>
                </a:lnTo>
                <a:lnTo>
                  <a:pt x="4626002" y="905369"/>
                </a:lnTo>
                <a:lnTo>
                  <a:pt x="4624802" y="899514"/>
                </a:lnTo>
                <a:lnTo>
                  <a:pt x="4602094" y="889491"/>
                </a:lnTo>
                <a:close/>
              </a:path>
              <a:path w="19892645" h="6290309" extrusionOk="0">
                <a:moveTo>
                  <a:pt x="2575559" y="797703"/>
                </a:moveTo>
                <a:lnTo>
                  <a:pt x="2559806" y="812359"/>
                </a:lnTo>
                <a:lnTo>
                  <a:pt x="2560785" y="818488"/>
                </a:lnTo>
                <a:lnTo>
                  <a:pt x="2564358" y="823729"/>
                </a:lnTo>
                <a:lnTo>
                  <a:pt x="2569752" y="827225"/>
                </a:lnTo>
                <a:lnTo>
                  <a:pt x="2576235" y="828680"/>
                </a:lnTo>
                <a:lnTo>
                  <a:pt x="2583077" y="827796"/>
                </a:lnTo>
                <a:lnTo>
                  <a:pt x="2588996" y="824636"/>
                </a:lnTo>
                <a:lnTo>
                  <a:pt x="2592975" y="819868"/>
                </a:lnTo>
                <a:lnTo>
                  <a:pt x="2594657" y="814110"/>
                </a:lnTo>
                <a:lnTo>
                  <a:pt x="2593684" y="807975"/>
                </a:lnTo>
                <a:lnTo>
                  <a:pt x="2591192" y="801755"/>
                </a:lnTo>
                <a:lnTo>
                  <a:pt x="2584637" y="797912"/>
                </a:lnTo>
                <a:lnTo>
                  <a:pt x="2575559" y="797703"/>
                </a:lnTo>
                <a:close/>
              </a:path>
              <a:path w="19892645" h="6290309" extrusionOk="0">
                <a:moveTo>
                  <a:pt x="4358877" y="805305"/>
                </a:moveTo>
                <a:lnTo>
                  <a:pt x="4351945" y="809409"/>
                </a:lnTo>
                <a:lnTo>
                  <a:pt x="4349348" y="815880"/>
                </a:lnTo>
                <a:lnTo>
                  <a:pt x="4348422" y="821988"/>
                </a:lnTo>
                <a:lnTo>
                  <a:pt x="4350164" y="827725"/>
                </a:lnTo>
                <a:lnTo>
                  <a:pt x="4354188" y="832469"/>
                </a:lnTo>
                <a:lnTo>
                  <a:pt x="4360112" y="835597"/>
                </a:lnTo>
                <a:lnTo>
                  <a:pt x="4367002" y="836437"/>
                </a:lnTo>
                <a:lnTo>
                  <a:pt x="4373487" y="834920"/>
                </a:lnTo>
                <a:lnTo>
                  <a:pt x="4378832" y="831352"/>
                </a:lnTo>
                <a:lnTo>
                  <a:pt x="4382300" y="826037"/>
                </a:lnTo>
                <a:lnTo>
                  <a:pt x="4383245" y="819926"/>
                </a:lnTo>
                <a:lnTo>
                  <a:pt x="4381536" y="814191"/>
                </a:lnTo>
                <a:lnTo>
                  <a:pt x="4358877" y="805305"/>
                </a:lnTo>
                <a:close/>
              </a:path>
              <a:path w="19892645" h="6290309" extrusionOk="0">
                <a:moveTo>
                  <a:pt x="16812298" y="1079171"/>
                </a:moveTo>
                <a:lnTo>
                  <a:pt x="16807859" y="1080490"/>
                </a:lnTo>
                <a:lnTo>
                  <a:pt x="16804299" y="1083380"/>
                </a:lnTo>
                <a:lnTo>
                  <a:pt x="16800291" y="1088417"/>
                </a:lnTo>
                <a:lnTo>
                  <a:pt x="16798792" y="1094228"/>
                </a:lnTo>
                <a:lnTo>
                  <a:pt x="16799847" y="1100101"/>
                </a:lnTo>
                <a:lnTo>
                  <a:pt x="16803503" y="1105327"/>
                </a:lnTo>
                <a:lnTo>
                  <a:pt x="16809160" y="1108882"/>
                </a:lnTo>
                <a:lnTo>
                  <a:pt x="16815667" y="1110209"/>
                </a:lnTo>
                <a:lnTo>
                  <a:pt x="16822265" y="1109270"/>
                </a:lnTo>
                <a:lnTo>
                  <a:pt x="16828193" y="1106029"/>
                </a:lnTo>
                <a:lnTo>
                  <a:pt x="16832175" y="1101052"/>
                </a:lnTo>
                <a:lnTo>
                  <a:pt x="16833639" y="1095274"/>
                </a:lnTo>
                <a:lnTo>
                  <a:pt x="16832577" y="1089415"/>
                </a:lnTo>
                <a:lnTo>
                  <a:pt x="16828979" y="1084197"/>
                </a:lnTo>
                <a:lnTo>
                  <a:pt x="16825596" y="1081024"/>
                </a:lnTo>
                <a:lnTo>
                  <a:pt x="16821115" y="1079380"/>
                </a:lnTo>
                <a:lnTo>
                  <a:pt x="16812298" y="1079171"/>
                </a:lnTo>
                <a:close/>
              </a:path>
              <a:path w="19892645" h="6290309" extrusionOk="0">
                <a:moveTo>
                  <a:pt x="2825436" y="730469"/>
                </a:moveTo>
                <a:lnTo>
                  <a:pt x="2809350" y="743621"/>
                </a:lnTo>
                <a:lnTo>
                  <a:pt x="2809636" y="749799"/>
                </a:lnTo>
                <a:lnTo>
                  <a:pt x="2812582" y="755330"/>
                </a:lnTo>
                <a:lnTo>
                  <a:pt x="2817543" y="759293"/>
                </a:lnTo>
                <a:lnTo>
                  <a:pt x="2823841" y="761304"/>
                </a:lnTo>
                <a:lnTo>
                  <a:pt x="2830797" y="760981"/>
                </a:lnTo>
                <a:lnTo>
                  <a:pt x="2837020" y="758358"/>
                </a:lnTo>
                <a:lnTo>
                  <a:pt x="2841492" y="753961"/>
                </a:lnTo>
                <a:lnTo>
                  <a:pt x="2843795" y="748401"/>
                </a:lnTo>
                <a:lnTo>
                  <a:pt x="2843509" y="742291"/>
                </a:lnTo>
                <a:lnTo>
                  <a:pt x="2841582" y="735359"/>
                </a:lnTo>
                <a:lnTo>
                  <a:pt x="2834640" y="730689"/>
                </a:lnTo>
                <a:lnTo>
                  <a:pt x="2825436" y="730469"/>
                </a:lnTo>
                <a:close/>
              </a:path>
              <a:path w="19892645" h="6290309" extrusionOk="0">
                <a:moveTo>
                  <a:pt x="4108570" y="739212"/>
                </a:moveTo>
                <a:lnTo>
                  <a:pt x="4101220" y="743914"/>
                </a:lnTo>
                <a:lnTo>
                  <a:pt x="4099272" y="751107"/>
                </a:lnTo>
                <a:lnTo>
                  <a:pt x="4098923" y="757229"/>
                </a:lnTo>
                <a:lnTo>
                  <a:pt x="4101180" y="762813"/>
                </a:lnTo>
                <a:lnTo>
                  <a:pt x="4105648" y="767247"/>
                </a:lnTo>
                <a:lnTo>
                  <a:pt x="4111931" y="769924"/>
                </a:lnTo>
                <a:lnTo>
                  <a:pt x="4118822" y="770169"/>
                </a:lnTo>
                <a:lnTo>
                  <a:pt x="4125105" y="768140"/>
                </a:lnTo>
                <a:lnTo>
                  <a:pt x="4130094" y="764188"/>
                </a:lnTo>
                <a:lnTo>
                  <a:pt x="4133103" y="758667"/>
                </a:lnTo>
                <a:lnTo>
                  <a:pt x="4133381" y="752492"/>
                </a:lnTo>
                <a:lnTo>
                  <a:pt x="4131101" y="746915"/>
                </a:lnTo>
                <a:lnTo>
                  <a:pt x="4108570" y="739212"/>
                </a:lnTo>
                <a:close/>
              </a:path>
              <a:path w="19892645" h="6290309" extrusionOk="0">
                <a:moveTo>
                  <a:pt x="3081826" y="686177"/>
                </a:moveTo>
                <a:lnTo>
                  <a:pt x="3079816" y="686355"/>
                </a:lnTo>
                <a:lnTo>
                  <a:pt x="3070309" y="687560"/>
                </a:lnTo>
                <a:lnTo>
                  <a:pt x="3063659" y="695486"/>
                </a:lnTo>
                <a:lnTo>
                  <a:pt x="3066361" y="712407"/>
                </a:lnTo>
                <a:lnTo>
                  <a:pt x="3075261" y="718313"/>
                </a:lnTo>
                <a:lnTo>
                  <a:pt x="3094297" y="715904"/>
                </a:lnTo>
                <a:lnTo>
                  <a:pt x="3100946" y="707988"/>
                </a:lnTo>
                <a:lnTo>
                  <a:pt x="3099596" y="699538"/>
                </a:lnTo>
                <a:lnTo>
                  <a:pt x="3098350" y="691915"/>
                </a:lnTo>
                <a:lnTo>
                  <a:pt x="3091177" y="686397"/>
                </a:lnTo>
                <a:lnTo>
                  <a:pt x="3081826" y="686177"/>
                </a:lnTo>
                <a:close/>
              </a:path>
              <a:path w="19892645" h="6290309" extrusionOk="0">
                <a:moveTo>
                  <a:pt x="3852745" y="692826"/>
                </a:moveTo>
                <a:lnTo>
                  <a:pt x="3845102" y="698345"/>
                </a:lnTo>
                <a:lnTo>
                  <a:pt x="3843667" y="706145"/>
                </a:lnTo>
                <a:lnTo>
                  <a:pt x="3842212" y="714543"/>
                </a:lnTo>
                <a:lnTo>
                  <a:pt x="3848787" y="722532"/>
                </a:lnTo>
                <a:lnTo>
                  <a:pt x="3867813" y="725108"/>
                </a:lnTo>
                <a:lnTo>
                  <a:pt x="3876661" y="719381"/>
                </a:lnTo>
                <a:lnTo>
                  <a:pt x="3878116" y="710878"/>
                </a:lnTo>
                <a:lnTo>
                  <a:pt x="3879697" y="702491"/>
                </a:lnTo>
                <a:lnTo>
                  <a:pt x="3873122" y="694606"/>
                </a:lnTo>
                <a:lnTo>
                  <a:pt x="3863677" y="693203"/>
                </a:lnTo>
                <a:lnTo>
                  <a:pt x="3862881" y="693067"/>
                </a:lnTo>
                <a:lnTo>
                  <a:pt x="3852745" y="692826"/>
                </a:lnTo>
                <a:close/>
              </a:path>
              <a:path w="19892645" h="6290309" extrusionOk="0">
                <a:moveTo>
                  <a:pt x="3341127" y="665466"/>
                </a:moveTo>
                <a:lnTo>
                  <a:pt x="3331505" y="665822"/>
                </a:lnTo>
                <a:lnTo>
                  <a:pt x="3323945" y="673005"/>
                </a:lnTo>
                <a:lnTo>
                  <a:pt x="3324772" y="690114"/>
                </a:lnTo>
                <a:lnTo>
                  <a:pt x="3332855" y="696722"/>
                </a:lnTo>
                <a:lnTo>
                  <a:pt x="3342478" y="696355"/>
                </a:lnTo>
                <a:lnTo>
                  <a:pt x="3352101" y="696104"/>
                </a:lnTo>
                <a:lnTo>
                  <a:pt x="3359535" y="688921"/>
                </a:lnTo>
                <a:lnTo>
                  <a:pt x="3359116" y="680366"/>
                </a:lnTo>
                <a:lnTo>
                  <a:pt x="3358823" y="672157"/>
                </a:lnTo>
                <a:lnTo>
                  <a:pt x="3351410" y="665707"/>
                </a:lnTo>
                <a:lnTo>
                  <a:pt x="3341127" y="665466"/>
                </a:lnTo>
                <a:close/>
              </a:path>
              <a:path w="19892645" h="6290309" extrusionOk="0">
                <a:moveTo>
                  <a:pt x="3593340" y="667717"/>
                </a:moveTo>
                <a:lnTo>
                  <a:pt x="3585267" y="674178"/>
                </a:lnTo>
                <a:lnTo>
                  <a:pt x="3584230" y="691130"/>
                </a:lnTo>
                <a:lnTo>
                  <a:pt x="3591497" y="698418"/>
                </a:lnTo>
                <a:lnTo>
                  <a:pt x="3601088" y="698889"/>
                </a:lnTo>
                <a:lnTo>
                  <a:pt x="3610690" y="699475"/>
                </a:lnTo>
                <a:lnTo>
                  <a:pt x="3618889" y="692900"/>
                </a:lnTo>
                <a:lnTo>
                  <a:pt x="3619548" y="684366"/>
                </a:lnTo>
                <a:lnTo>
                  <a:pt x="3620072" y="675822"/>
                </a:lnTo>
                <a:lnTo>
                  <a:pt x="3612816" y="668534"/>
                </a:lnTo>
                <a:lnTo>
                  <a:pt x="3603214" y="668063"/>
                </a:lnTo>
                <a:lnTo>
                  <a:pt x="3593340" y="667717"/>
                </a:lnTo>
                <a:close/>
              </a:path>
              <a:path w="19892645" h="6290309" extrusionOk="0">
                <a:moveTo>
                  <a:pt x="17006816" y="924694"/>
                </a:moveTo>
                <a:lnTo>
                  <a:pt x="17002638" y="925887"/>
                </a:lnTo>
                <a:lnTo>
                  <a:pt x="16999225" y="928547"/>
                </a:lnTo>
                <a:lnTo>
                  <a:pt x="16994926" y="933358"/>
                </a:lnTo>
                <a:lnTo>
                  <a:pt x="16993133" y="939053"/>
                </a:lnTo>
                <a:lnTo>
                  <a:pt x="16993888" y="944943"/>
                </a:lnTo>
                <a:lnTo>
                  <a:pt x="16997235" y="950337"/>
                </a:lnTo>
                <a:lnTo>
                  <a:pt x="17002672" y="954107"/>
                </a:lnTo>
                <a:lnTo>
                  <a:pt x="17009111" y="955708"/>
                </a:lnTo>
                <a:lnTo>
                  <a:pt x="17015740" y="955064"/>
                </a:lnTo>
                <a:lnTo>
                  <a:pt x="17021748" y="952096"/>
                </a:lnTo>
                <a:lnTo>
                  <a:pt x="17026048" y="947219"/>
                </a:lnTo>
                <a:lnTo>
                  <a:pt x="17027844" y="941489"/>
                </a:lnTo>
                <a:lnTo>
                  <a:pt x="17027093" y="935587"/>
                </a:lnTo>
                <a:lnTo>
                  <a:pt x="17023748" y="930191"/>
                </a:lnTo>
                <a:lnTo>
                  <a:pt x="17020365" y="926788"/>
                </a:lnTo>
                <a:lnTo>
                  <a:pt x="17015748" y="924903"/>
                </a:lnTo>
                <a:lnTo>
                  <a:pt x="17006816" y="924694"/>
                </a:lnTo>
                <a:close/>
              </a:path>
              <a:path w="19892645" h="6290309" extrusionOk="0">
                <a:moveTo>
                  <a:pt x="17209354" y="778583"/>
                </a:moveTo>
                <a:lnTo>
                  <a:pt x="17205449" y="779672"/>
                </a:lnTo>
                <a:lnTo>
                  <a:pt x="17202046" y="781965"/>
                </a:lnTo>
                <a:lnTo>
                  <a:pt x="17197513" y="786594"/>
                </a:lnTo>
                <a:lnTo>
                  <a:pt x="17195429" y="792234"/>
                </a:lnTo>
                <a:lnTo>
                  <a:pt x="17195892" y="798153"/>
                </a:lnTo>
                <a:lnTo>
                  <a:pt x="17198999" y="803619"/>
                </a:lnTo>
                <a:lnTo>
                  <a:pt x="17204181" y="807665"/>
                </a:lnTo>
                <a:lnTo>
                  <a:pt x="17210489" y="809556"/>
                </a:lnTo>
                <a:lnTo>
                  <a:pt x="17217141" y="809185"/>
                </a:lnTo>
                <a:lnTo>
                  <a:pt x="17223354" y="806446"/>
                </a:lnTo>
                <a:lnTo>
                  <a:pt x="17227902" y="801822"/>
                </a:lnTo>
                <a:lnTo>
                  <a:pt x="17230029" y="796174"/>
                </a:lnTo>
                <a:lnTo>
                  <a:pt x="17229612" y="790219"/>
                </a:lnTo>
                <a:lnTo>
                  <a:pt x="17226527" y="784677"/>
                </a:lnTo>
                <a:lnTo>
                  <a:pt x="17223176" y="780928"/>
                </a:lnTo>
                <a:lnTo>
                  <a:pt x="17218297" y="778792"/>
                </a:lnTo>
                <a:lnTo>
                  <a:pt x="17209354" y="778583"/>
                </a:lnTo>
                <a:close/>
              </a:path>
              <a:path w="19892645" h="6290309" extrusionOk="0">
                <a:moveTo>
                  <a:pt x="17419777" y="641676"/>
                </a:moveTo>
                <a:lnTo>
                  <a:pt x="17405922" y="660469"/>
                </a:lnTo>
                <a:lnTo>
                  <a:pt x="17408626" y="666115"/>
                </a:lnTo>
                <a:lnTo>
                  <a:pt x="17413634" y="670374"/>
                </a:lnTo>
                <a:lnTo>
                  <a:pt x="17419853" y="672534"/>
                </a:lnTo>
                <a:lnTo>
                  <a:pt x="17426540" y="672456"/>
                </a:lnTo>
                <a:lnTo>
                  <a:pt x="17432950" y="670000"/>
                </a:lnTo>
                <a:lnTo>
                  <a:pt x="17437720" y="665604"/>
                </a:lnTo>
                <a:lnTo>
                  <a:pt x="17440122" y="660084"/>
                </a:lnTo>
                <a:lnTo>
                  <a:pt x="17440035" y="654147"/>
                </a:lnTo>
                <a:lnTo>
                  <a:pt x="17437337" y="648503"/>
                </a:lnTo>
                <a:lnTo>
                  <a:pt x="17433986" y="644262"/>
                </a:lnTo>
                <a:lnTo>
                  <a:pt x="17428709" y="641886"/>
                </a:lnTo>
                <a:lnTo>
                  <a:pt x="17419777" y="641676"/>
                </a:lnTo>
                <a:close/>
              </a:path>
              <a:path w="19892645" h="6290309" extrusionOk="0">
                <a:moveTo>
                  <a:pt x="17638169" y="514937"/>
                </a:moveTo>
                <a:lnTo>
                  <a:pt x="17623805" y="532884"/>
                </a:lnTo>
                <a:lnTo>
                  <a:pt x="17626232" y="538643"/>
                </a:lnTo>
                <a:lnTo>
                  <a:pt x="17630933" y="543160"/>
                </a:lnTo>
                <a:lnTo>
                  <a:pt x="17637018" y="545598"/>
                </a:lnTo>
                <a:lnTo>
                  <a:pt x="17643717" y="545825"/>
                </a:lnTo>
                <a:lnTo>
                  <a:pt x="17650262" y="543711"/>
                </a:lnTo>
                <a:lnTo>
                  <a:pt x="17655290" y="539537"/>
                </a:lnTo>
                <a:lnTo>
                  <a:pt x="17658024" y="534130"/>
                </a:lnTo>
                <a:lnTo>
                  <a:pt x="17658273" y="528173"/>
                </a:lnTo>
                <a:lnTo>
                  <a:pt x="17655843" y="522350"/>
                </a:lnTo>
                <a:lnTo>
                  <a:pt x="17652639" y="517774"/>
                </a:lnTo>
                <a:lnTo>
                  <a:pt x="17647236" y="515146"/>
                </a:lnTo>
                <a:lnTo>
                  <a:pt x="17638169" y="514937"/>
                </a:lnTo>
                <a:close/>
              </a:path>
              <a:path w="19892645" h="6290309" extrusionOk="0">
                <a:moveTo>
                  <a:pt x="17864371" y="399181"/>
                </a:moveTo>
                <a:lnTo>
                  <a:pt x="17849446" y="416296"/>
                </a:lnTo>
                <a:lnTo>
                  <a:pt x="17851408" y="422144"/>
                </a:lnTo>
                <a:lnTo>
                  <a:pt x="17855844" y="426897"/>
                </a:lnTo>
                <a:lnTo>
                  <a:pt x="17861782" y="429649"/>
                </a:lnTo>
                <a:lnTo>
                  <a:pt x="17868462" y="430213"/>
                </a:lnTo>
                <a:lnTo>
                  <a:pt x="17875125" y="428405"/>
                </a:lnTo>
                <a:lnTo>
                  <a:pt x="17880410" y="424526"/>
                </a:lnTo>
                <a:lnTo>
                  <a:pt x="17883507" y="419281"/>
                </a:lnTo>
                <a:lnTo>
                  <a:pt x="17884169" y="413355"/>
                </a:lnTo>
                <a:lnTo>
                  <a:pt x="17882151" y="407432"/>
                </a:lnTo>
                <a:lnTo>
                  <a:pt x="17879114" y="402375"/>
                </a:lnTo>
                <a:lnTo>
                  <a:pt x="17873313" y="399390"/>
                </a:lnTo>
                <a:lnTo>
                  <a:pt x="17864371" y="399181"/>
                </a:lnTo>
                <a:close/>
              </a:path>
              <a:path w="19892645" h="6290309" extrusionOk="0">
                <a:moveTo>
                  <a:pt x="18097840" y="295708"/>
                </a:moveTo>
                <a:lnTo>
                  <a:pt x="18082492" y="311813"/>
                </a:lnTo>
                <a:lnTo>
                  <a:pt x="18084082" y="317812"/>
                </a:lnTo>
                <a:lnTo>
                  <a:pt x="18088173" y="322749"/>
                </a:lnTo>
                <a:lnTo>
                  <a:pt x="18093882" y="325828"/>
                </a:lnTo>
                <a:lnTo>
                  <a:pt x="18100479" y="326789"/>
                </a:lnTo>
                <a:lnTo>
                  <a:pt x="18107233" y="325372"/>
                </a:lnTo>
                <a:lnTo>
                  <a:pt x="18112834" y="321740"/>
                </a:lnTo>
                <a:lnTo>
                  <a:pt x="18116290" y="316668"/>
                </a:lnTo>
                <a:lnTo>
                  <a:pt x="18117343" y="310806"/>
                </a:lnTo>
                <a:lnTo>
                  <a:pt x="18115735" y="304807"/>
                </a:lnTo>
                <a:lnTo>
                  <a:pt x="18112950" y="299278"/>
                </a:lnTo>
                <a:lnTo>
                  <a:pt x="18106772" y="295917"/>
                </a:lnTo>
                <a:lnTo>
                  <a:pt x="18097840" y="295708"/>
                </a:lnTo>
                <a:close/>
              </a:path>
              <a:path w="19892645" h="6290309" extrusionOk="0">
                <a:moveTo>
                  <a:pt x="18338367" y="205574"/>
                </a:moveTo>
                <a:lnTo>
                  <a:pt x="18322682" y="220574"/>
                </a:lnTo>
                <a:lnTo>
                  <a:pt x="18323855" y="226610"/>
                </a:lnTo>
                <a:lnTo>
                  <a:pt x="18327585" y="231835"/>
                </a:lnTo>
                <a:lnTo>
                  <a:pt x="18333060" y="235264"/>
                </a:lnTo>
                <a:lnTo>
                  <a:pt x="18339573" y="236605"/>
                </a:lnTo>
                <a:lnTo>
                  <a:pt x="18346419" y="235563"/>
                </a:lnTo>
                <a:lnTo>
                  <a:pt x="18352226" y="232249"/>
                </a:lnTo>
                <a:lnTo>
                  <a:pt x="18356050" y="227396"/>
                </a:lnTo>
                <a:lnTo>
                  <a:pt x="18357545" y="221639"/>
                </a:lnTo>
                <a:lnTo>
                  <a:pt x="18356367" y="215616"/>
                </a:lnTo>
                <a:lnTo>
                  <a:pt x="18353875" y="209511"/>
                </a:lnTo>
                <a:lnTo>
                  <a:pt x="18347456" y="205784"/>
                </a:lnTo>
                <a:lnTo>
                  <a:pt x="18338367" y="205574"/>
                </a:lnTo>
                <a:close/>
              </a:path>
              <a:path w="19892645" h="6290309" extrusionOk="0">
                <a:moveTo>
                  <a:pt x="18585292" y="129964"/>
                </a:moveTo>
                <a:lnTo>
                  <a:pt x="18569302" y="143920"/>
                </a:lnTo>
                <a:lnTo>
                  <a:pt x="18570004" y="150016"/>
                </a:lnTo>
                <a:lnTo>
                  <a:pt x="18573299" y="155479"/>
                </a:lnTo>
                <a:lnTo>
                  <a:pt x="18578487" y="159243"/>
                </a:lnTo>
                <a:lnTo>
                  <a:pt x="18584863" y="160986"/>
                </a:lnTo>
                <a:lnTo>
                  <a:pt x="18591721" y="160382"/>
                </a:lnTo>
                <a:lnTo>
                  <a:pt x="18597789" y="157447"/>
                </a:lnTo>
                <a:lnTo>
                  <a:pt x="18601986" y="152821"/>
                </a:lnTo>
                <a:lnTo>
                  <a:pt x="18603935" y="147116"/>
                </a:lnTo>
                <a:lnTo>
                  <a:pt x="18603260" y="140948"/>
                </a:lnTo>
                <a:lnTo>
                  <a:pt x="18601050" y="134487"/>
                </a:lnTo>
                <a:lnTo>
                  <a:pt x="18594359" y="130173"/>
                </a:lnTo>
                <a:lnTo>
                  <a:pt x="18585292" y="129964"/>
                </a:lnTo>
                <a:close/>
              </a:path>
              <a:path w="19892645" h="6290309" extrusionOk="0">
                <a:moveTo>
                  <a:pt x="18837472" y="70259"/>
                </a:moveTo>
                <a:lnTo>
                  <a:pt x="18835996" y="70343"/>
                </a:lnTo>
                <a:lnTo>
                  <a:pt x="18834530" y="70667"/>
                </a:lnTo>
                <a:lnTo>
                  <a:pt x="18825253" y="72573"/>
                </a:lnTo>
                <a:lnTo>
                  <a:pt x="18819400" y="80866"/>
                </a:lnTo>
                <a:lnTo>
                  <a:pt x="18821410" y="89232"/>
                </a:lnTo>
                <a:lnTo>
                  <a:pt x="18824268" y="94846"/>
                </a:lnTo>
                <a:lnTo>
                  <a:pt x="18829145" y="98907"/>
                </a:lnTo>
                <a:lnTo>
                  <a:pt x="18835378" y="101044"/>
                </a:lnTo>
                <a:lnTo>
                  <a:pt x="18842299" y="100886"/>
                </a:lnTo>
                <a:lnTo>
                  <a:pt x="18848618" y="98346"/>
                </a:lnTo>
                <a:lnTo>
                  <a:pt x="18853189" y="94011"/>
                </a:lnTo>
                <a:lnTo>
                  <a:pt x="18855593" y="88472"/>
                </a:lnTo>
                <a:lnTo>
                  <a:pt x="18855409" y="82321"/>
                </a:lnTo>
                <a:lnTo>
                  <a:pt x="18853619" y="75264"/>
                </a:lnTo>
                <a:lnTo>
                  <a:pt x="18846687" y="70479"/>
                </a:lnTo>
                <a:lnTo>
                  <a:pt x="18837472" y="70259"/>
                </a:lnTo>
                <a:close/>
              </a:path>
              <a:path w="19892645" h="6290309" extrusionOk="0">
                <a:moveTo>
                  <a:pt x="19093025" y="27485"/>
                </a:moveTo>
                <a:lnTo>
                  <a:pt x="19092082" y="27705"/>
                </a:lnTo>
                <a:lnTo>
                  <a:pt x="19082564" y="28909"/>
                </a:lnTo>
                <a:lnTo>
                  <a:pt x="19075926" y="36825"/>
                </a:lnTo>
                <a:lnTo>
                  <a:pt x="19077277" y="45275"/>
                </a:lnTo>
                <a:lnTo>
                  <a:pt x="19078763" y="53746"/>
                </a:lnTo>
                <a:lnTo>
                  <a:pt x="19087664" y="59526"/>
                </a:lnTo>
                <a:lnTo>
                  <a:pt x="19097182" y="58343"/>
                </a:lnTo>
                <a:lnTo>
                  <a:pt x="19106700" y="57013"/>
                </a:lnTo>
                <a:lnTo>
                  <a:pt x="19113213" y="49213"/>
                </a:lnTo>
                <a:lnTo>
                  <a:pt x="19111872" y="40752"/>
                </a:lnTo>
                <a:lnTo>
                  <a:pt x="19110626" y="33129"/>
                </a:lnTo>
                <a:lnTo>
                  <a:pt x="19103443" y="27726"/>
                </a:lnTo>
                <a:lnTo>
                  <a:pt x="19093025" y="27485"/>
                </a:lnTo>
                <a:close/>
              </a:path>
              <a:path w="19892645" h="6290309" extrusionOk="0">
                <a:moveTo>
                  <a:pt x="19865441" y="19925"/>
                </a:moveTo>
                <a:lnTo>
                  <a:pt x="19857651" y="25559"/>
                </a:lnTo>
                <a:lnTo>
                  <a:pt x="19856478" y="33485"/>
                </a:lnTo>
                <a:lnTo>
                  <a:pt x="19855159" y="41998"/>
                </a:lnTo>
                <a:lnTo>
                  <a:pt x="19861745" y="49757"/>
                </a:lnTo>
                <a:lnTo>
                  <a:pt x="19880770" y="52113"/>
                </a:lnTo>
                <a:lnTo>
                  <a:pt x="19889629" y="46260"/>
                </a:lnTo>
                <a:lnTo>
                  <a:pt x="19890938" y="37747"/>
                </a:lnTo>
                <a:lnTo>
                  <a:pt x="19892257" y="29349"/>
                </a:lnTo>
                <a:lnTo>
                  <a:pt x="19885556" y="21465"/>
                </a:lnTo>
                <a:lnTo>
                  <a:pt x="19876111" y="20302"/>
                </a:lnTo>
                <a:lnTo>
                  <a:pt x="19875451" y="20166"/>
                </a:lnTo>
                <a:lnTo>
                  <a:pt x="19865441" y="19925"/>
                </a:lnTo>
                <a:close/>
              </a:path>
              <a:path w="19892645" h="6290309" extrusionOk="0">
                <a:moveTo>
                  <a:pt x="19353111" y="2984"/>
                </a:moveTo>
                <a:lnTo>
                  <a:pt x="19352567" y="3099"/>
                </a:lnTo>
                <a:lnTo>
                  <a:pt x="19342944" y="3580"/>
                </a:lnTo>
                <a:lnTo>
                  <a:pt x="19335646" y="10889"/>
                </a:lnTo>
                <a:lnTo>
                  <a:pt x="19336326" y="19454"/>
                </a:lnTo>
                <a:lnTo>
                  <a:pt x="19336871" y="28009"/>
                </a:lnTo>
                <a:lnTo>
                  <a:pt x="19345090" y="34501"/>
                </a:lnTo>
                <a:lnTo>
                  <a:pt x="19354734" y="33894"/>
                </a:lnTo>
                <a:lnTo>
                  <a:pt x="19364357" y="33401"/>
                </a:lnTo>
                <a:lnTo>
                  <a:pt x="19371655" y="26093"/>
                </a:lnTo>
                <a:lnTo>
                  <a:pt x="19371100" y="17538"/>
                </a:lnTo>
                <a:lnTo>
                  <a:pt x="19370545" y="9455"/>
                </a:lnTo>
                <a:lnTo>
                  <a:pt x="19363121" y="3224"/>
                </a:lnTo>
                <a:lnTo>
                  <a:pt x="19353111" y="2984"/>
                </a:lnTo>
                <a:close/>
              </a:path>
              <a:path w="19892645" h="6290309" extrusionOk="0">
                <a:moveTo>
                  <a:pt x="19604834" y="0"/>
                </a:moveTo>
                <a:lnTo>
                  <a:pt x="19597135" y="6491"/>
                </a:lnTo>
                <a:lnTo>
                  <a:pt x="19596350" y="23559"/>
                </a:lnTo>
                <a:lnTo>
                  <a:pt x="19603889" y="30742"/>
                </a:lnTo>
                <a:lnTo>
                  <a:pt x="19613501" y="30972"/>
                </a:lnTo>
                <a:lnTo>
                  <a:pt x="19623103" y="31318"/>
                </a:lnTo>
                <a:lnTo>
                  <a:pt x="19631186" y="24616"/>
                </a:lnTo>
                <a:lnTo>
                  <a:pt x="19631951" y="7538"/>
                </a:lnTo>
                <a:lnTo>
                  <a:pt x="19624433" y="355"/>
                </a:lnTo>
                <a:lnTo>
                  <a:pt x="19614559" y="10"/>
                </a:lnTo>
                <a:lnTo>
                  <a:pt x="19604834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1080458"/>
            <a:ext cx="9840920" cy="3134501"/>
          </a:xfrm>
          <a:custGeom>
            <a:avLst/>
            <a:gdLst/>
            <a:ahLst/>
            <a:cxnLst/>
            <a:rect l="l" t="t" r="r" b="b"/>
            <a:pathLst>
              <a:path w="19972020" h="6361430" extrusionOk="0">
                <a:moveTo>
                  <a:pt x="11406836" y="6332582"/>
                </a:moveTo>
                <a:lnTo>
                  <a:pt x="11399433" y="6338927"/>
                </a:lnTo>
                <a:lnTo>
                  <a:pt x="11399213" y="6354832"/>
                </a:lnTo>
                <a:lnTo>
                  <a:pt x="11406365" y="6361293"/>
                </a:lnTo>
                <a:lnTo>
                  <a:pt x="11424484" y="6361387"/>
                </a:lnTo>
                <a:lnTo>
                  <a:pt x="11431526" y="6355115"/>
                </a:lnTo>
                <a:lnTo>
                  <a:pt x="11431767" y="6347167"/>
                </a:lnTo>
                <a:lnTo>
                  <a:pt x="11431872" y="6339335"/>
                </a:lnTo>
                <a:lnTo>
                  <a:pt x="11424720" y="6332760"/>
                </a:lnTo>
                <a:lnTo>
                  <a:pt x="11406836" y="6332582"/>
                </a:lnTo>
                <a:close/>
              </a:path>
              <a:path w="19972020" h="6361430" extrusionOk="0">
                <a:moveTo>
                  <a:pt x="11147493" y="6318509"/>
                </a:moveTo>
                <a:lnTo>
                  <a:pt x="11140247" y="6324037"/>
                </a:lnTo>
                <a:lnTo>
                  <a:pt x="11138456" y="6339430"/>
                </a:lnTo>
                <a:lnTo>
                  <a:pt x="11144781" y="6346581"/>
                </a:lnTo>
                <a:lnTo>
                  <a:pt x="11162634" y="6348183"/>
                </a:lnTo>
                <a:lnTo>
                  <a:pt x="11170539" y="6342550"/>
                </a:lnTo>
                <a:lnTo>
                  <a:pt x="11171586" y="6334623"/>
                </a:lnTo>
                <a:lnTo>
                  <a:pt x="11172487" y="6326697"/>
                </a:lnTo>
                <a:lnTo>
                  <a:pt x="11166016" y="6319660"/>
                </a:lnTo>
                <a:lnTo>
                  <a:pt x="11157231" y="6318739"/>
                </a:lnTo>
                <a:lnTo>
                  <a:pt x="11147493" y="6318509"/>
                </a:lnTo>
                <a:close/>
              </a:path>
              <a:path w="19972020" h="6361430" extrusionOk="0">
                <a:moveTo>
                  <a:pt x="11675780" y="6324079"/>
                </a:moveTo>
                <a:lnTo>
                  <a:pt x="11675110" y="6324173"/>
                </a:lnTo>
                <a:lnTo>
                  <a:pt x="11674450" y="6324173"/>
                </a:lnTo>
                <a:lnTo>
                  <a:pt x="11665603" y="6324906"/>
                </a:lnTo>
                <a:lnTo>
                  <a:pt x="11658996" y="6331870"/>
                </a:lnTo>
                <a:lnTo>
                  <a:pt x="11660650" y="6347702"/>
                </a:lnTo>
                <a:lnTo>
                  <a:pt x="11668493" y="6353586"/>
                </a:lnTo>
                <a:lnTo>
                  <a:pt x="11686293" y="6352099"/>
                </a:lnTo>
                <a:lnTo>
                  <a:pt x="11692785" y="6345126"/>
                </a:lnTo>
                <a:lnTo>
                  <a:pt x="11692073" y="6337273"/>
                </a:lnTo>
                <a:lnTo>
                  <a:pt x="11691372" y="6329901"/>
                </a:lnTo>
                <a:lnTo>
                  <a:pt x="11684450" y="6324278"/>
                </a:lnTo>
                <a:lnTo>
                  <a:pt x="11679930" y="6324173"/>
                </a:lnTo>
                <a:lnTo>
                  <a:pt x="11674555" y="6324165"/>
                </a:lnTo>
                <a:lnTo>
                  <a:pt x="11679556" y="6324165"/>
                </a:lnTo>
                <a:lnTo>
                  <a:pt x="11675780" y="6324079"/>
                </a:lnTo>
                <a:close/>
              </a:path>
              <a:path w="19972020" h="6361430" extrusionOk="0">
                <a:moveTo>
                  <a:pt x="10890506" y="6283850"/>
                </a:moveTo>
                <a:lnTo>
                  <a:pt x="10883428" y="6288541"/>
                </a:lnTo>
                <a:lnTo>
                  <a:pt x="10880182" y="6303431"/>
                </a:lnTo>
                <a:lnTo>
                  <a:pt x="10885962" y="6310928"/>
                </a:lnTo>
                <a:lnTo>
                  <a:pt x="10894736" y="6312436"/>
                </a:lnTo>
                <a:lnTo>
                  <a:pt x="10903500" y="6314069"/>
                </a:lnTo>
                <a:lnTo>
                  <a:pt x="10911929" y="6308917"/>
                </a:lnTo>
                <a:lnTo>
                  <a:pt x="10913636" y="6301127"/>
                </a:lnTo>
                <a:lnTo>
                  <a:pt x="10915468" y="6293337"/>
                </a:lnTo>
                <a:lnTo>
                  <a:pt x="10909689" y="6285714"/>
                </a:lnTo>
                <a:lnTo>
                  <a:pt x="10900924" y="6284206"/>
                </a:lnTo>
                <a:lnTo>
                  <a:pt x="10899982" y="6284070"/>
                </a:lnTo>
                <a:lnTo>
                  <a:pt x="10890506" y="6283850"/>
                </a:lnTo>
                <a:close/>
              </a:path>
              <a:path w="19972020" h="6361430" extrusionOk="0">
                <a:moveTo>
                  <a:pt x="11933155" y="6291672"/>
                </a:moveTo>
                <a:lnTo>
                  <a:pt x="11931961" y="6291766"/>
                </a:lnTo>
                <a:lnTo>
                  <a:pt x="11922014" y="6293557"/>
                </a:lnTo>
                <a:lnTo>
                  <a:pt x="11916318" y="6301137"/>
                </a:lnTo>
                <a:lnTo>
                  <a:pt x="11918087" y="6308886"/>
                </a:lnTo>
                <a:lnTo>
                  <a:pt x="11919721" y="6316760"/>
                </a:lnTo>
                <a:lnTo>
                  <a:pt x="11928254" y="6321828"/>
                </a:lnTo>
                <a:lnTo>
                  <a:pt x="11945709" y="6318687"/>
                </a:lnTo>
                <a:lnTo>
                  <a:pt x="11951542" y="6311221"/>
                </a:lnTo>
                <a:lnTo>
                  <a:pt x="11949783" y="6303347"/>
                </a:lnTo>
                <a:lnTo>
                  <a:pt x="11948243" y="6296666"/>
                </a:lnTo>
                <a:lnTo>
                  <a:pt x="11941709" y="6291881"/>
                </a:lnTo>
                <a:lnTo>
                  <a:pt x="11933155" y="6291672"/>
                </a:lnTo>
                <a:close/>
              </a:path>
              <a:path w="19972020" h="6361430" extrusionOk="0">
                <a:moveTo>
                  <a:pt x="10637435" y="6230396"/>
                </a:moveTo>
                <a:lnTo>
                  <a:pt x="10630629" y="6234626"/>
                </a:lnTo>
                <a:lnTo>
                  <a:pt x="10628530" y="6241192"/>
                </a:lnTo>
                <a:lnTo>
                  <a:pt x="10626189" y="6248773"/>
                </a:lnTo>
                <a:lnTo>
                  <a:pt x="10631299" y="6256730"/>
                </a:lnTo>
                <a:lnTo>
                  <a:pt x="10648398" y="6260929"/>
                </a:lnTo>
                <a:lnTo>
                  <a:pt x="10657351" y="6256500"/>
                </a:lnTo>
                <a:lnTo>
                  <a:pt x="10659865" y="6248773"/>
                </a:lnTo>
                <a:lnTo>
                  <a:pt x="10662209" y="6241192"/>
                </a:lnTo>
                <a:lnTo>
                  <a:pt x="10657110" y="6233234"/>
                </a:lnTo>
                <a:lnTo>
                  <a:pt x="10648492" y="6231129"/>
                </a:lnTo>
                <a:lnTo>
                  <a:pt x="10647299" y="6230742"/>
                </a:lnTo>
                <a:lnTo>
                  <a:pt x="10645969" y="6230595"/>
                </a:lnTo>
                <a:lnTo>
                  <a:pt x="10637435" y="6230396"/>
                </a:lnTo>
                <a:close/>
              </a:path>
              <a:path w="19972020" h="6361430" extrusionOk="0">
                <a:moveTo>
                  <a:pt x="12185252" y="6235056"/>
                </a:moveTo>
                <a:lnTo>
                  <a:pt x="12183378" y="6235255"/>
                </a:lnTo>
                <a:lnTo>
                  <a:pt x="12181629" y="6235684"/>
                </a:lnTo>
                <a:lnTo>
                  <a:pt x="12173147" y="6238103"/>
                </a:lnTo>
                <a:lnTo>
                  <a:pt x="12168362" y="6246176"/>
                </a:lnTo>
                <a:lnTo>
                  <a:pt x="12171085" y="6253715"/>
                </a:lnTo>
                <a:lnTo>
                  <a:pt x="12173650" y="6261380"/>
                </a:lnTo>
                <a:lnTo>
                  <a:pt x="12182739" y="6265505"/>
                </a:lnTo>
                <a:lnTo>
                  <a:pt x="12191367" y="6263212"/>
                </a:lnTo>
                <a:lnTo>
                  <a:pt x="12199848" y="6260804"/>
                </a:lnTo>
                <a:lnTo>
                  <a:pt x="12204623" y="6252731"/>
                </a:lnTo>
                <a:lnTo>
                  <a:pt x="12201921" y="6245181"/>
                </a:lnTo>
                <a:lnTo>
                  <a:pt x="12199827" y="6239192"/>
                </a:lnTo>
                <a:lnTo>
                  <a:pt x="12193660" y="6235255"/>
                </a:lnTo>
                <a:lnTo>
                  <a:pt x="12185252" y="6235056"/>
                </a:lnTo>
                <a:close/>
              </a:path>
              <a:path w="19972020" h="6361430" extrusionOk="0">
                <a:moveTo>
                  <a:pt x="10389380" y="6160325"/>
                </a:moveTo>
                <a:lnTo>
                  <a:pt x="10382856" y="6164095"/>
                </a:lnTo>
                <a:lnTo>
                  <a:pt x="10380542" y="6170094"/>
                </a:lnTo>
                <a:lnTo>
                  <a:pt x="10377516" y="6177623"/>
                </a:lnTo>
                <a:lnTo>
                  <a:pt x="10381945" y="6185801"/>
                </a:lnTo>
                <a:lnTo>
                  <a:pt x="10390280" y="6188481"/>
                </a:lnTo>
                <a:lnTo>
                  <a:pt x="10398751" y="6191057"/>
                </a:lnTo>
                <a:lnTo>
                  <a:pt x="10407945" y="6187235"/>
                </a:lnTo>
                <a:lnTo>
                  <a:pt x="10410971" y="6179707"/>
                </a:lnTo>
                <a:lnTo>
                  <a:pt x="10413997" y="6172304"/>
                </a:lnTo>
                <a:lnTo>
                  <a:pt x="10409568" y="6164011"/>
                </a:lnTo>
                <a:lnTo>
                  <a:pt x="10401233" y="6161320"/>
                </a:lnTo>
                <a:lnTo>
                  <a:pt x="10399516" y="6160807"/>
                </a:lnTo>
                <a:lnTo>
                  <a:pt x="10397788" y="6160524"/>
                </a:lnTo>
                <a:lnTo>
                  <a:pt x="10389380" y="6160325"/>
                </a:lnTo>
                <a:close/>
              </a:path>
              <a:path w="19972020" h="6361430" extrusionOk="0">
                <a:moveTo>
                  <a:pt x="12429108" y="6154734"/>
                </a:moveTo>
                <a:lnTo>
                  <a:pt x="12426689" y="6155152"/>
                </a:lnTo>
                <a:lnTo>
                  <a:pt x="12424532" y="6155938"/>
                </a:lnTo>
                <a:lnTo>
                  <a:pt x="12416281" y="6159184"/>
                </a:lnTo>
                <a:lnTo>
                  <a:pt x="12412564" y="6167644"/>
                </a:lnTo>
                <a:lnTo>
                  <a:pt x="12416082" y="6174848"/>
                </a:lnTo>
                <a:lnTo>
                  <a:pt x="12419737" y="6179570"/>
                </a:lnTo>
                <a:lnTo>
                  <a:pt x="12424954" y="6182568"/>
                </a:lnTo>
                <a:lnTo>
                  <a:pt x="12431055" y="6183583"/>
                </a:lnTo>
                <a:lnTo>
                  <a:pt x="12437359" y="6182356"/>
                </a:lnTo>
                <a:lnTo>
                  <a:pt x="12445474" y="6179225"/>
                </a:lnTo>
                <a:lnTo>
                  <a:pt x="12449328" y="6170764"/>
                </a:lnTo>
                <a:lnTo>
                  <a:pt x="12443160" y="6158158"/>
                </a:lnTo>
                <a:lnTo>
                  <a:pt x="12437380" y="6154933"/>
                </a:lnTo>
                <a:lnTo>
                  <a:pt x="12429108" y="6154734"/>
                </a:lnTo>
                <a:close/>
              </a:path>
              <a:path w="19972020" h="6361430" extrusionOk="0">
                <a:moveTo>
                  <a:pt x="10147115" y="6075553"/>
                </a:moveTo>
                <a:lnTo>
                  <a:pt x="10141000" y="6078851"/>
                </a:lnTo>
                <a:lnTo>
                  <a:pt x="10138298" y="6084369"/>
                </a:lnTo>
                <a:lnTo>
                  <a:pt x="10134738" y="6091772"/>
                </a:lnTo>
                <a:lnTo>
                  <a:pt x="10138497" y="6100170"/>
                </a:lnTo>
                <a:lnTo>
                  <a:pt x="10155010" y="6106494"/>
                </a:lnTo>
                <a:lnTo>
                  <a:pt x="10164455" y="6103039"/>
                </a:lnTo>
                <a:lnTo>
                  <a:pt x="10171564" y="6088484"/>
                </a:lnTo>
                <a:lnTo>
                  <a:pt x="10167669" y="6080087"/>
                </a:lnTo>
                <a:lnTo>
                  <a:pt x="10159491" y="6076924"/>
                </a:lnTo>
                <a:lnTo>
                  <a:pt x="10157649" y="6076160"/>
                </a:lnTo>
                <a:lnTo>
                  <a:pt x="10155659" y="6075762"/>
                </a:lnTo>
                <a:lnTo>
                  <a:pt x="10147115" y="6075553"/>
                </a:lnTo>
                <a:close/>
              </a:path>
              <a:path w="19972020" h="6361430" extrusionOk="0">
                <a:moveTo>
                  <a:pt x="12662002" y="6052318"/>
                </a:moveTo>
                <a:lnTo>
                  <a:pt x="12659175" y="6052841"/>
                </a:lnTo>
                <a:lnTo>
                  <a:pt x="12656609" y="6054213"/>
                </a:lnTo>
                <a:lnTo>
                  <a:pt x="12648746" y="6058056"/>
                </a:lnTo>
                <a:lnTo>
                  <a:pt x="12666128" y="6081050"/>
                </a:lnTo>
                <a:lnTo>
                  <a:pt x="12672274" y="6079270"/>
                </a:lnTo>
                <a:lnTo>
                  <a:pt x="12680137" y="6075417"/>
                </a:lnTo>
                <a:lnTo>
                  <a:pt x="12682943" y="6066705"/>
                </a:lnTo>
                <a:lnTo>
                  <a:pt x="12678598" y="6059710"/>
                </a:lnTo>
                <a:lnTo>
                  <a:pt x="12675666" y="6055135"/>
                </a:lnTo>
                <a:lnTo>
                  <a:pt x="12670399" y="6052517"/>
                </a:lnTo>
                <a:lnTo>
                  <a:pt x="12662002" y="6052318"/>
                </a:lnTo>
                <a:close/>
              </a:path>
              <a:path w="19972020" h="6361430" extrusionOk="0">
                <a:moveTo>
                  <a:pt x="9911248" y="5977765"/>
                </a:moveTo>
                <a:lnTo>
                  <a:pt x="9905290" y="5980592"/>
                </a:lnTo>
                <a:lnTo>
                  <a:pt x="9898369" y="5992896"/>
                </a:lnTo>
                <a:lnTo>
                  <a:pt x="9901583" y="6001513"/>
                </a:lnTo>
                <a:lnTo>
                  <a:pt x="9909625" y="6005146"/>
                </a:lnTo>
                <a:lnTo>
                  <a:pt x="9915780" y="6006616"/>
                </a:lnTo>
                <a:lnTo>
                  <a:pt x="9921910" y="6005894"/>
                </a:lnTo>
                <a:lnTo>
                  <a:pt x="9927321" y="6003175"/>
                </a:lnTo>
                <a:lnTo>
                  <a:pt x="9931320" y="5998655"/>
                </a:lnTo>
                <a:lnTo>
                  <a:pt x="9935268" y="5991629"/>
                </a:lnTo>
                <a:lnTo>
                  <a:pt x="9932064" y="5982885"/>
                </a:lnTo>
                <a:lnTo>
                  <a:pt x="9924012" y="5979378"/>
                </a:lnTo>
                <a:lnTo>
                  <a:pt x="9921907" y="5978372"/>
                </a:lnTo>
                <a:lnTo>
                  <a:pt x="9919520" y="5977954"/>
                </a:lnTo>
                <a:lnTo>
                  <a:pt x="9911248" y="5977765"/>
                </a:lnTo>
                <a:close/>
              </a:path>
              <a:path w="19972020" h="6361430" extrusionOk="0">
                <a:moveTo>
                  <a:pt x="9681600" y="5868365"/>
                </a:moveTo>
                <a:lnTo>
                  <a:pt x="9676051" y="5870962"/>
                </a:lnTo>
                <a:lnTo>
                  <a:pt x="9672962" y="5875758"/>
                </a:lnTo>
                <a:lnTo>
                  <a:pt x="9668480" y="5882658"/>
                </a:lnTo>
                <a:lnTo>
                  <a:pt x="9671161" y="5891380"/>
                </a:lnTo>
                <a:lnTo>
                  <a:pt x="9679056" y="5895370"/>
                </a:lnTo>
                <a:lnTo>
                  <a:pt x="9685149" y="5897124"/>
                </a:lnTo>
                <a:lnTo>
                  <a:pt x="9691304" y="5896698"/>
                </a:lnTo>
                <a:lnTo>
                  <a:pt x="9696820" y="5894252"/>
                </a:lnTo>
                <a:lnTo>
                  <a:pt x="9700992" y="5889946"/>
                </a:lnTo>
                <a:lnTo>
                  <a:pt x="9705463" y="5883056"/>
                </a:lnTo>
                <a:lnTo>
                  <a:pt x="9702783" y="5874323"/>
                </a:lnTo>
                <a:lnTo>
                  <a:pt x="9695024" y="5870344"/>
                </a:lnTo>
                <a:lnTo>
                  <a:pt x="9692658" y="5869098"/>
                </a:lnTo>
                <a:lnTo>
                  <a:pt x="9690008" y="5868564"/>
                </a:lnTo>
                <a:lnTo>
                  <a:pt x="9681600" y="5868365"/>
                </a:lnTo>
                <a:close/>
              </a:path>
              <a:path w="19972020" h="6361430" extrusionOk="0">
                <a:moveTo>
                  <a:pt x="12883178" y="5930751"/>
                </a:moveTo>
                <a:lnTo>
                  <a:pt x="12879807" y="5931620"/>
                </a:lnTo>
                <a:lnTo>
                  <a:pt x="12876822" y="5933327"/>
                </a:lnTo>
                <a:lnTo>
                  <a:pt x="12869482" y="5937787"/>
                </a:lnTo>
                <a:lnTo>
                  <a:pt x="12867608" y="5946761"/>
                </a:lnTo>
                <a:lnTo>
                  <a:pt x="12872613" y="5953284"/>
                </a:lnTo>
                <a:lnTo>
                  <a:pt x="12877191" y="5957323"/>
                </a:lnTo>
                <a:lnTo>
                  <a:pt x="12882924" y="5959382"/>
                </a:lnTo>
                <a:lnTo>
                  <a:pt x="12889116" y="5959358"/>
                </a:lnTo>
                <a:lnTo>
                  <a:pt x="12895073" y="5957148"/>
                </a:lnTo>
                <a:lnTo>
                  <a:pt x="12902424" y="5952687"/>
                </a:lnTo>
                <a:lnTo>
                  <a:pt x="12904424" y="5943714"/>
                </a:lnTo>
                <a:lnTo>
                  <a:pt x="12899419" y="5937190"/>
                </a:lnTo>
                <a:lnTo>
                  <a:pt x="12896319" y="5933201"/>
                </a:lnTo>
                <a:lnTo>
                  <a:pt x="12891450" y="5930939"/>
                </a:lnTo>
                <a:lnTo>
                  <a:pt x="12883178" y="5930751"/>
                </a:lnTo>
                <a:close/>
              </a:path>
              <a:path w="19972020" h="6361430" extrusionOk="0">
                <a:moveTo>
                  <a:pt x="9458665" y="5748673"/>
                </a:moveTo>
                <a:lnTo>
                  <a:pt x="9453251" y="5751039"/>
                </a:lnTo>
                <a:lnTo>
                  <a:pt x="9450194" y="5755353"/>
                </a:lnTo>
                <a:lnTo>
                  <a:pt x="9445314" y="5762128"/>
                </a:lnTo>
                <a:lnTo>
                  <a:pt x="9447586" y="5770965"/>
                </a:lnTo>
                <a:lnTo>
                  <a:pt x="9455063" y="5775300"/>
                </a:lnTo>
                <a:lnTo>
                  <a:pt x="9461045" y="5777332"/>
                </a:lnTo>
                <a:lnTo>
                  <a:pt x="9467251" y="5777189"/>
                </a:lnTo>
                <a:lnTo>
                  <a:pt x="9472938" y="5774986"/>
                </a:lnTo>
                <a:lnTo>
                  <a:pt x="9477366" y="5770839"/>
                </a:lnTo>
                <a:lnTo>
                  <a:pt x="9482245" y="5764190"/>
                </a:lnTo>
                <a:lnTo>
                  <a:pt x="9479973" y="5755227"/>
                </a:lnTo>
                <a:lnTo>
                  <a:pt x="9469858" y="5749531"/>
                </a:lnTo>
                <a:lnTo>
                  <a:pt x="9467083" y="5748872"/>
                </a:lnTo>
                <a:lnTo>
                  <a:pt x="9458665" y="5748673"/>
                </a:lnTo>
                <a:close/>
              </a:path>
              <a:path w="19972020" h="6361430" extrusionOk="0">
                <a:moveTo>
                  <a:pt x="13092135" y="5793216"/>
                </a:moveTo>
                <a:lnTo>
                  <a:pt x="13088376" y="5794315"/>
                </a:lnTo>
                <a:lnTo>
                  <a:pt x="13085361" y="5796504"/>
                </a:lnTo>
                <a:lnTo>
                  <a:pt x="13078272" y="5801446"/>
                </a:lnTo>
                <a:lnTo>
                  <a:pt x="13077193" y="5810556"/>
                </a:lnTo>
                <a:lnTo>
                  <a:pt x="13082764" y="5816744"/>
                </a:lnTo>
                <a:lnTo>
                  <a:pt x="13087683" y="5820392"/>
                </a:lnTo>
                <a:lnTo>
                  <a:pt x="13093617" y="5822013"/>
                </a:lnTo>
                <a:lnTo>
                  <a:pt x="13099818" y="5821550"/>
                </a:lnTo>
                <a:lnTo>
                  <a:pt x="13105538" y="5818943"/>
                </a:lnTo>
                <a:lnTo>
                  <a:pt x="13112491" y="5814000"/>
                </a:lnTo>
                <a:lnTo>
                  <a:pt x="13113695" y="5804880"/>
                </a:lnTo>
                <a:lnTo>
                  <a:pt x="13108135" y="5798703"/>
                </a:lnTo>
                <a:lnTo>
                  <a:pt x="13104899" y="5795299"/>
                </a:lnTo>
                <a:lnTo>
                  <a:pt x="13100407" y="5793415"/>
                </a:lnTo>
                <a:lnTo>
                  <a:pt x="13092135" y="5793216"/>
                </a:lnTo>
                <a:close/>
              </a:path>
              <a:path w="19972020" h="6361430" extrusionOk="0">
                <a:moveTo>
                  <a:pt x="9242148" y="5619870"/>
                </a:moveTo>
                <a:lnTo>
                  <a:pt x="9237006" y="5622132"/>
                </a:lnTo>
                <a:lnTo>
                  <a:pt x="9233687" y="5626205"/>
                </a:lnTo>
                <a:lnTo>
                  <a:pt x="9228682" y="5632729"/>
                </a:lnTo>
                <a:lnTo>
                  <a:pt x="9230420" y="5641681"/>
                </a:lnTo>
                <a:lnTo>
                  <a:pt x="9237760" y="5646246"/>
                </a:lnTo>
                <a:lnTo>
                  <a:pt x="9243656" y="5648524"/>
                </a:lnTo>
                <a:lnTo>
                  <a:pt x="9249857" y="5648592"/>
                </a:lnTo>
                <a:lnTo>
                  <a:pt x="9255645" y="5646579"/>
                </a:lnTo>
                <a:lnTo>
                  <a:pt x="9260304" y="5642613"/>
                </a:lnTo>
                <a:lnTo>
                  <a:pt x="9265445" y="5636090"/>
                </a:lnTo>
                <a:lnTo>
                  <a:pt x="9263571" y="5627148"/>
                </a:lnTo>
                <a:lnTo>
                  <a:pt x="9253603" y="5620970"/>
                </a:lnTo>
                <a:lnTo>
                  <a:pt x="9250430" y="5620069"/>
                </a:lnTo>
                <a:lnTo>
                  <a:pt x="9242148" y="5619870"/>
                </a:lnTo>
                <a:close/>
              </a:path>
              <a:path w="19972020" h="6361430" extrusionOk="0">
                <a:moveTo>
                  <a:pt x="13289490" y="5642362"/>
                </a:moveTo>
                <a:lnTo>
                  <a:pt x="13285302" y="5643681"/>
                </a:lnTo>
                <a:lnTo>
                  <a:pt x="13282161" y="5646341"/>
                </a:lnTo>
                <a:lnTo>
                  <a:pt x="13275585" y="5651649"/>
                </a:lnTo>
                <a:lnTo>
                  <a:pt x="13275177" y="5660780"/>
                </a:lnTo>
                <a:lnTo>
                  <a:pt x="13281145" y="5666612"/>
                </a:lnTo>
                <a:lnTo>
                  <a:pt x="13286362" y="5669964"/>
                </a:lnTo>
                <a:lnTo>
                  <a:pt x="13292380" y="5671244"/>
                </a:lnTo>
                <a:lnTo>
                  <a:pt x="13298485" y="5670433"/>
                </a:lnTo>
                <a:lnTo>
                  <a:pt x="13303961" y="5667513"/>
                </a:lnTo>
                <a:lnTo>
                  <a:pt x="13310663" y="5662089"/>
                </a:lnTo>
                <a:lnTo>
                  <a:pt x="13311071" y="5652958"/>
                </a:lnTo>
                <a:lnTo>
                  <a:pt x="13304966" y="5647116"/>
                </a:lnTo>
                <a:lnTo>
                  <a:pt x="13301982" y="5644205"/>
                </a:lnTo>
                <a:lnTo>
                  <a:pt x="13297762" y="5642550"/>
                </a:lnTo>
                <a:lnTo>
                  <a:pt x="13289490" y="5642362"/>
                </a:lnTo>
                <a:close/>
              </a:path>
              <a:path w="19972020" h="6361430" extrusionOk="0">
                <a:moveTo>
                  <a:pt x="9031882" y="5483267"/>
                </a:moveTo>
                <a:lnTo>
                  <a:pt x="9026887" y="5485173"/>
                </a:lnTo>
                <a:lnTo>
                  <a:pt x="9023694" y="5489016"/>
                </a:lnTo>
                <a:lnTo>
                  <a:pt x="9018165" y="5495298"/>
                </a:lnTo>
                <a:lnTo>
                  <a:pt x="9019631" y="5504345"/>
                </a:lnTo>
                <a:lnTo>
                  <a:pt x="9026699" y="5509141"/>
                </a:lnTo>
                <a:lnTo>
                  <a:pt x="9032461" y="5511635"/>
                </a:lnTo>
                <a:lnTo>
                  <a:pt x="9038651" y="5511964"/>
                </a:lnTo>
                <a:lnTo>
                  <a:pt x="9044527" y="5510214"/>
                </a:lnTo>
                <a:lnTo>
                  <a:pt x="9049347" y="5506471"/>
                </a:lnTo>
                <a:lnTo>
                  <a:pt x="9054750" y="5500188"/>
                </a:lnTo>
                <a:lnTo>
                  <a:pt x="9053410" y="5491131"/>
                </a:lnTo>
                <a:lnTo>
                  <a:pt x="9043473" y="5484377"/>
                </a:lnTo>
                <a:lnTo>
                  <a:pt x="9040154" y="5483466"/>
                </a:lnTo>
                <a:lnTo>
                  <a:pt x="9031882" y="5483267"/>
                </a:lnTo>
                <a:close/>
              </a:path>
              <a:path w="19972020" h="6361430" extrusionOk="0">
                <a:moveTo>
                  <a:pt x="13475799" y="5480670"/>
                </a:moveTo>
                <a:lnTo>
                  <a:pt x="13471349" y="5482230"/>
                </a:lnTo>
                <a:lnTo>
                  <a:pt x="13461873" y="5490911"/>
                </a:lnTo>
                <a:lnTo>
                  <a:pt x="13461998" y="5499937"/>
                </a:lnTo>
                <a:lnTo>
                  <a:pt x="13468511" y="5505549"/>
                </a:lnTo>
                <a:lnTo>
                  <a:pt x="13473888" y="5508619"/>
                </a:lnTo>
                <a:lnTo>
                  <a:pt x="13479962" y="5509588"/>
                </a:lnTo>
                <a:lnTo>
                  <a:pt x="13486023" y="5508465"/>
                </a:lnTo>
                <a:lnTo>
                  <a:pt x="13491359" y="5505256"/>
                </a:lnTo>
                <a:lnTo>
                  <a:pt x="13497536" y="5499581"/>
                </a:lnTo>
                <a:lnTo>
                  <a:pt x="13497411" y="5490440"/>
                </a:lnTo>
                <a:lnTo>
                  <a:pt x="13491034" y="5484827"/>
                </a:lnTo>
                <a:lnTo>
                  <a:pt x="13487903" y="5482262"/>
                </a:lnTo>
                <a:lnTo>
                  <a:pt x="13484071" y="5480869"/>
                </a:lnTo>
                <a:lnTo>
                  <a:pt x="13475799" y="5480670"/>
                </a:lnTo>
                <a:close/>
              </a:path>
              <a:path w="19972020" h="6361430" extrusionOk="0">
                <a:moveTo>
                  <a:pt x="8828673" y="5338287"/>
                </a:moveTo>
                <a:lnTo>
                  <a:pt x="8823941" y="5340078"/>
                </a:lnTo>
                <a:lnTo>
                  <a:pt x="8820632" y="5343554"/>
                </a:lnTo>
                <a:lnTo>
                  <a:pt x="8814841" y="5349711"/>
                </a:lnTo>
                <a:lnTo>
                  <a:pt x="8815773" y="5358758"/>
                </a:lnTo>
                <a:lnTo>
                  <a:pt x="8822569" y="5363899"/>
                </a:lnTo>
                <a:lnTo>
                  <a:pt x="8828251" y="5366603"/>
                </a:lnTo>
                <a:lnTo>
                  <a:pt x="8834438" y="5367180"/>
                </a:lnTo>
                <a:lnTo>
                  <a:pt x="8840412" y="5365659"/>
                </a:lnTo>
                <a:lnTo>
                  <a:pt x="8845458" y="5362067"/>
                </a:lnTo>
                <a:lnTo>
                  <a:pt x="8851112" y="5356025"/>
                </a:lnTo>
                <a:lnTo>
                  <a:pt x="8850317" y="5346989"/>
                </a:lnTo>
                <a:lnTo>
                  <a:pt x="8843385" y="5341837"/>
                </a:lnTo>
                <a:lnTo>
                  <a:pt x="8840516" y="5339627"/>
                </a:lnTo>
                <a:lnTo>
                  <a:pt x="8836945" y="5338476"/>
                </a:lnTo>
                <a:lnTo>
                  <a:pt x="8828673" y="5338287"/>
                </a:lnTo>
                <a:close/>
              </a:path>
              <a:path w="19972020" h="6361430" extrusionOk="0">
                <a:moveTo>
                  <a:pt x="13652097" y="5310319"/>
                </a:moveTo>
                <a:lnTo>
                  <a:pt x="13647500" y="5311995"/>
                </a:lnTo>
                <a:lnTo>
                  <a:pt x="13644202" y="5315356"/>
                </a:lnTo>
                <a:lnTo>
                  <a:pt x="13638265" y="5321283"/>
                </a:lnTo>
                <a:lnTo>
                  <a:pt x="13638935" y="5330434"/>
                </a:lnTo>
                <a:lnTo>
                  <a:pt x="13645584" y="5335690"/>
                </a:lnTo>
                <a:lnTo>
                  <a:pt x="13651194" y="5338483"/>
                </a:lnTo>
                <a:lnTo>
                  <a:pt x="13657354" y="5339162"/>
                </a:lnTo>
                <a:lnTo>
                  <a:pt x="13663348" y="5337767"/>
                </a:lnTo>
                <a:lnTo>
                  <a:pt x="13668463" y="5334340"/>
                </a:lnTo>
                <a:lnTo>
                  <a:pt x="13674400" y="5328298"/>
                </a:lnTo>
                <a:lnTo>
                  <a:pt x="13673730" y="5319262"/>
                </a:lnTo>
                <a:lnTo>
                  <a:pt x="13667071" y="5314005"/>
                </a:lnTo>
                <a:lnTo>
                  <a:pt x="13664065" y="5311681"/>
                </a:lnTo>
                <a:lnTo>
                  <a:pt x="13660369" y="5310518"/>
                </a:lnTo>
                <a:lnTo>
                  <a:pt x="13652097" y="5310319"/>
                </a:lnTo>
                <a:close/>
              </a:path>
              <a:path w="19972020" h="6361430" extrusionOk="0">
                <a:moveTo>
                  <a:pt x="8633318" y="5185171"/>
                </a:moveTo>
                <a:lnTo>
                  <a:pt x="8628868" y="5186732"/>
                </a:lnTo>
                <a:lnTo>
                  <a:pt x="8625559" y="5189978"/>
                </a:lnTo>
                <a:lnTo>
                  <a:pt x="8619381" y="5195768"/>
                </a:lnTo>
                <a:lnTo>
                  <a:pt x="8619905" y="5204920"/>
                </a:lnTo>
                <a:lnTo>
                  <a:pt x="8626418" y="5210302"/>
                </a:lnTo>
                <a:lnTo>
                  <a:pt x="8631886" y="5213261"/>
                </a:lnTo>
                <a:lnTo>
                  <a:pt x="8638021" y="5214100"/>
                </a:lnTo>
                <a:lnTo>
                  <a:pt x="8644071" y="5212846"/>
                </a:lnTo>
                <a:lnTo>
                  <a:pt x="8649286" y="5209527"/>
                </a:lnTo>
                <a:lnTo>
                  <a:pt x="8655338" y="5203621"/>
                </a:lnTo>
                <a:lnTo>
                  <a:pt x="8654940" y="5194470"/>
                </a:lnTo>
                <a:lnTo>
                  <a:pt x="8645422" y="5186648"/>
                </a:lnTo>
                <a:lnTo>
                  <a:pt x="8641590" y="5185370"/>
                </a:lnTo>
                <a:lnTo>
                  <a:pt x="8633318" y="5185171"/>
                </a:lnTo>
                <a:close/>
              </a:path>
              <a:path w="19972020" h="6361430" extrusionOk="0">
                <a:moveTo>
                  <a:pt x="8446486" y="5023951"/>
                </a:moveTo>
                <a:lnTo>
                  <a:pt x="8442162" y="5025281"/>
                </a:lnTo>
                <a:lnTo>
                  <a:pt x="8432570" y="5033721"/>
                </a:lnTo>
                <a:lnTo>
                  <a:pt x="8432434" y="5042736"/>
                </a:lnTo>
                <a:lnTo>
                  <a:pt x="8438664" y="5048464"/>
                </a:lnTo>
                <a:lnTo>
                  <a:pt x="8444037" y="5051688"/>
                </a:lnTo>
                <a:lnTo>
                  <a:pt x="8450123" y="5052783"/>
                </a:lnTo>
                <a:lnTo>
                  <a:pt x="8456223" y="5051765"/>
                </a:lnTo>
                <a:lnTo>
                  <a:pt x="8461637" y="5048652"/>
                </a:lnTo>
                <a:lnTo>
                  <a:pt x="8467941" y="5043102"/>
                </a:lnTo>
                <a:lnTo>
                  <a:pt x="8468077" y="5033961"/>
                </a:lnTo>
                <a:lnTo>
                  <a:pt x="8458716" y="5025553"/>
                </a:lnTo>
                <a:lnTo>
                  <a:pt x="8454758" y="5024150"/>
                </a:lnTo>
                <a:lnTo>
                  <a:pt x="8446486" y="5023951"/>
                </a:lnTo>
                <a:close/>
              </a:path>
              <a:path w="19972020" h="6361430" extrusionOk="0">
                <a:moveTo>
                  <a:pt x="13819631" y="5133006"/>
                </a:moveTo>
                <a:lnTo>
                  <a:pt x="13814783" y="5134786"/>
                </a:lnTo>
                <a:lnTo>
                  <a:pt x="13811464" y="5138388"/>
                </a:lnTo>
                <a:lnTo>
                  <a:pt x="13805935" y="5144544"/>
                </a:lnTo>
                <a:lnTo>
                  <a:pt x="13806867" y="5153591"/>
                </a:lnTo>
                <a:lnTo>
                  <a:pt x="13813935" y="5158628"/>
                </a:lnTo>
                <a:lnTo>
                  <a:pt x="13819620" y="5161288"/>
                </a:lnTo>
                <a:lnTo>
                  <a:pt x="13825792" y="5161769"/>
                </a:lnTo>
                <a:lnTo>
                  <a:pt x="13831727" y="5160130"/>
                </a:lnTo>
                <a:lnTo>
                  <a:pt x="13836699" y="5156429"/>
                </a:lnTo>
                <a:lnTo>
                  <a:pt x="13842228" y="5150272"/>
                </a:lnTo>
                <a:lnTo>
                  <a:pt x="13841159" y="5141225"/>
                </a:lnTo>
                <a:lnTo>
                  <a:pt x="13834238" y="5136199"/>
                </a:lnTo>
                <a:lnTo>
                  <a:pt x="13831348" y="5134231"/>
                </a:lnTo>
                <a:lnTo>
                  <a:pt x="13827914" y="5133194"/>
                </a:lnTo>
                <a:lnTo>
                  <a:pt x="13819631" y="5133006"/>
                </a:lnTo>
                <a:close/>
              </a:path>
              <a:path w="19972020" h="6361430" extrusionOk="0">
                <a:moveTo>
                  <a:pt x="8268837" y="4854522"/>
                </a:moveTo>
                <a:lnTo>
                  <a:pt x="8264795" y="4855736"/>
                </a:lnTo>
                <a:lnTo>
                  <a:pt x="8261644" y="4858270"/>
                </a:lnTo>
                <a:lnTo>
                  <a:pt x="8254942" y="4863569"/>
                </a:lnTo>
                <a:lnTo>
                  <a:pt x="8254272" y="4872699"/>
                </a:lnTo>
                <a:lnTo>
                  <a:pt x="8260240" y="4878657"/>
                </a:lnTo>
                <a:lnTo>
                  <a:pt x="8265397" y="4882045"/>
                </a:lnTo>
                <a:lnTo>
                  <a:pt x="8271414" y="4883404"/>
                </a:lnTo>
                <a:lnTo>
                  <a:pt x="8277543" y="4882673"/>
                </a:lnTo>
                <a:lnTo>
                  <a:pt x="8283036" y="4879788"/>
                </a:lnTo>
                <a:lnTo>
                  <a:pt x="8289737" y="4874490"/>
                </a:lnTo>
                <a:lnTo>
                  <a:pt x="8290418" y="4865474"/>
                </a:lnTo>
                <a:lnTo>
                  <a:pt x="8284449" y="4859527"/>
                </a:lnTo>
                <a:lnTo>
                  <a:pt x="8281339" y="4856365"/>
                </a:lnTo>
                <a:lnTo>
                  <a:pt x="8277109" y="4854721"/>
                </a:lnTo>
                <a:lnTo>
                  <a:pt x="8268837" y="4854522"/>
                </a:lnTo>
                <a:close/>
              </a:path>
              <a:path w="19972020" h="6361430" extrusionOk="0">
                <a:moveTo>
                  <a:pt x="13979490" y="4949922"/>
                </a:moveTo>
                <a:lnTo>
                  <a:pt x="13974349" y="4951932"/>
                </a:lnTo>
                <a:lnTo>
                  <a:pt x="13971166" y="4955775"/>
                </a:lnTo>
                <a:lnTo>
                  <a:pt x="13965763" y="4962183"/>
                </a:lnTo>
                <a:lnTo>
                  <a:pt x="13967229" y="4971230"/>
                </a:lnTo>
                <a:lnTo>
                  <a:pt x="13974307" y="4975911"/>
                </a:lnTo>
                <a:lnTo>
                  <a:pt x="13980140" y="4978387"/>
                </a:lnTo>
                <a:lnTo>
                  <a:pt x="13986353" y="4978676"/>
                </a:lnTo>
                <a:lnTo>
                  <a:pt x="13992202" y="4976887"/>
                </a:lnTo>
                <a:lnTo>
                  <a:pt x="13996945" y="4973126"/>
                </a:lnTo>
                <a:lnTo>
                  <a:pt x="13997092" y="4973126"/>
                </a:lnTo>
                <a:lnTo>
                  <a:pt x="14002359" y="4966717"/>
                </a:lnTo>
                <a:lnTo>
                  <a:pt x="14000893" y="4957786"/>
                </a:lnTo>
                <a:lnTo>
                  <a:pt x="13993815" y="4952990"/>
                </a:lnTo>
                <a:lnTo>
                  <a:pt x="13990925" y="4951137"/>
                </a:lnTo>
                <a:lnTo>
                  <a:pt x="13987762" y="4950111"/>
                </a:lnTo>
                <a:lnTo>
                  <a:pt x="13979490" y="4949922"/>
                </a:lnTo>
                <a:close/>
              </a:path>
              <a:path w="19972020" h="6361430" extrusionOk="0">
                <a:moveTo>
                  <a:pt x="8101041" y="4677491"/>
                </a:moveTo>
                <a:lnTo>
                  <a:pt x="8097272" y="4678475"/>
                </a:lnTo>
                <a:lnTo>
                  <a:pt x="8087303" y="4685721"/>
                </a:lnTo>
                <a:lnTo>
                  <a:pt x="8086099" y="4694705"/>
                </a:lnTo>
                <a:lnTo>
                  <a:pt x="8091659" y="4700893"/>
                </a:lnTo>
                <a:lnTo>
                  <a:pt x="8096579" y="4704609"/>
                </a:lnTo>
                <a:lnTo>
                  <a:pt x="8102515" y="4706267"/>
                </a:lnTo>
                <a:lnTo>
                  <a:pt x="8108713" y="4705817"/>
                </a:lnTo>
                <a:lnTo>
                  <a:pt x="8114423" y="4703207"/>
                </a:lnTo>
                <a:lnTo>
                  <a:pt x="8121386" y="4698150"/>
                </a:lnTo>
                <a:lnTo>
                  <a:pt x="8122590" y="4689155"/>
                </a:lnTo>
                <a:lnTo>
                  <a:pt x="8116914" y="4682977"/>
                </a:lnTo>
                <a:lnTo>
                  <a:pt x="8113941" y="4679459"/>
                </a:lnTo>
                <a:lnTo>
                  <a:pt x="8109313" y="4677679"/>
                </a:lnTo>
                <a:lnTo>
                  <a:pt x="8101041" y="4677491"/>
                </a:lnTo>
                <a:close/>
              </a:path>
              <a:path w="19972020" h="6361430" extrusionOk="0">
                <a:moveTo>
                  <a:pt x="8117021" y="4682967"/>
                </a:moveTo>
                <a:close/>
              </a:path>
              <a:path w="19972020" h="6361430" extrusionOk="0">
                <a:moveTo>
                  <a:pt x="14132648" y="4762525"/>
                </a:moveTo>
                <a:lnTo>
                  <a:pt x="14127507" y="4764661"/>
                </a:lnTo>
                <a:lnTo>
                  <a:pt x="14124177" y="4768734"/>
                </a:lnTo>
                <a:lnTo>
                  <a:pt x="14119036" y="4775257"/>
                </a:lnTo>
                <a:lnTo>
                  <a:pt x="14120784" y="4784210"/>
                </a:lnTo>
                <a:lnTo>
                  <a:pt x="14128114" y="4788775"/>
                </a:lnTo>
                <a:lnTo>
                  <a:pt x="14134021" y="4791072"/>
                </a:lnTo>
                <a:lnTo>
                  <a:pt x="14140224" y="4791194"/>
                </a:lnTo>
                <a:lnTo>
                  <a:pt x="14146010" y="4789258"/>
                </a:lnTo>
                <a:lnTo>
                  <a:pt x="14150668" y="4785383"/>
                </a:lnTo>
                <a:lnTo>
                  <a:pt x="14155789" y="4778859"/>
                </a:lnTo>
                <a:lnTo>
                  <a:pt x="14154061" y="4769917"/>
                </a:lnTo>
                <a:lnTo>
                  <a:pt x="14146857" y="4765237"/>
                </a:lnTo>
                <a:lnTo>
                  <a:pt x="14144103" y="4763498"/>
                </a:lnTo>
                <a:lnTo>
                  <a:pt x="14140920" y="4762713"/>
                </a:lnTo>
                <a:lnTo>
                  <a:pt x="14132648" y="4762525"/>
                </a:lnTo>
                <a:close/>
              </a:path>
              <a:path w="19972020" h="6361430" extrusionOk="0">
                <a:moveTo>
                  <a:pt x="7943747" y="4492983"/>
                </a:moveTo>
                <a:lnTo>
                  <a:pt x="7940240" y="4493852"/>
                </a:lnTo>
                <a:lnTo>
                  <a:pt x="7937255" y="4495685"/>
                </a:lnTo>
                <a:lnTo>
                  <a:pt x="7930031" y="4500376"/>
                </a:lnTo>
                <a:lnTo>
                  <a:pt x="7928303" y="4509360"/>
                </a:lnTo>
                <a:lnTo>
                  <a:pt x="7933580" y="4515778"/>
                </a:lnTo>
                <a:lnTo>
                  <a:pt x="7938252" y="4519705"/>
                </a:lnTo>
                <a:lnTo>
                  <a:pt x="7944059" y="4521620"/>
                </a:lnTo>
                <a:lnTo>
                  <a:pt x="7950278" y="4521428"/>
                </a:lnTo>
                <a:lnTo>
                  <a:pt x="7956187" y="4519035"/>
                </a:lnTo>
                <a:lnTo>
                  <a:pt x="7963401" y="4514459"/>
                </a:lnTo>
                <a:lnTo>
                  <a:pt x="7965003" y="4505485"/>
                </a:lnTo>
                <a:lnTo>
                  <a:pt x="7959852" y="4498952"/>
                </a:lnTo>
                <a:lnTo>
                  <a:pt x="7956763" y="4495192"/>
                </a:lnTo>
                <a:lnTo>
                  <a:pt x="7952019" y="4493182"/>
                </a:lnTo>
                <a:lnTo>
                  <a:pt x="7943747" y="4492983"/>
                </a:lnTo>
                <a:close/>
              </a:path>
              <a:path w="19972020" h="6361430" extrusionOk="0">
                <a:moveTo>
                  <a:pt x="14280298" y="4571557"/>
                </a:moveTo>
                <a:lnTo>
                  <a:pt x="14275031" y="4573808"/>
                </a:lnTo>
                <a:lnTo>
                  <a:pt x="14271827" y="4578007"/>
                </a:lnTo>
                <a:lnTo>
                  <a:pt x="14266832" y="4584645"/>
                </a:lnTo>
                <a:lnTo>
                  <a:pt x="14268832" y="4593598"/>
                </a:lnTo>
                <a:lnTo>
                  <a:pt x="14276172" y="4597933"/>
                </a:lnTo>
                <a:lnTo>
                  <a:pt x="14282151" y="4600142"/>
                </a:lnTo>
                <a:lnTo>
                  <a:pt x="14288380" y="4600163"/>
                </a:lnTo>
                <a:lnTo>
                  <a:pt x="14294144" y="4598104"/>
                </a:lnTo>
                <a:lnTo>
                  <a:pt x="14298727" y="4594069"/>
                </a:lnTo>
                <a:lnTo>
                  <a:pt x="14303606" y="4587420"/>
                </a:lnTo>
                <a:lnTo>
                  <a:pt x="14301732" y="4578467"/>
                </a:lnTo>
                <a:lnTo>
                  <a:pt x="14294245" y="4574143"/>
                </a:lnTo>
                <a:lnTo>
                  <a:pt x="14291617" y="4572530"/>
                </a:lnTo>
                <a:lnTo>
                  <a:pt x="14288706" y="4571756"/>
                </a:lnTo>
                <a:lnTo>
                  <a:pt x="14280298" y="4571557"/>
                </a:lnTo>
                <a:close/>
              </a:path>
              <a:path w="19972020" h="6361430" extrusionOk="0">
                <a:moveTo>
                  <a:pt x="7797207" y="4301502"/>
                </a:moveTo>
                <a:lnTo>
                  <a:pt x="7793982" y="4302141"/>
                </a:lnTo>
                <a:lnTo>
                  <a:pt x="7791124" y="4303848"/>
                </a:lnTo>
                <a:lnTo>
                  <a:pt x="7783658" y="4308182"/>
                </a:lnTo>
                <a:lnTo>
                  <a:pt x="7802750" y="4330108"/>
                </a:lnTo>
                <a:lnTo>
                  <a:pt x="7808704" y="4328004"/>
                </a:lnTo>
                <a:lnTo>
                  <a:pt x="7816317" y="4323669"/>
                </a:lnTo>
                <a:lnTo>
                  <a:pt x="7818442" y="4314821"/>
                </a:lnTo>
                <a:lnTo>
                  <a:pt x="7810621" y="4303952"/>
                </a:lnTo>
                <a:lnTo>
                  <a:pt x="7805479" y="4301691"/>
                </a:lnTo>
                <a:lnTo>
                  <a:pt x="7797207" y="4301502"/>
                </a:lnTo>
                <a:close/>
              </a:path>
              <a:path w="19972020" h="6361430" extrusionOk="0">
                <a:moveTo>
                  <a:pt x="14423372" y="4377751"/>
                </a:moveTo>
                <a:lnTo>
                  <a:pt x="14417959" y="4380117"/>
                </a:lnTo>
                <a:lnTo>
                  <a:pt x="14414755" y="4384547"/>
                </a:lnTo>
                <a:lnTo>
                  <a:pt x="14410011" y="4391206"/>
                </a:lnTo>
                <a:lnTo>
                  <a:pt x="14412158" y="4400159"/>
                </a:lnTo>
                <a:lnTo>
                  <a:pt x="14419634" y="4404368"/>
                </a:lnTo>
                <a:lnTo>
                  <a:pt x="14425612" y="4406474"/>
                </a:lnTo>
                <a:lnTo>
                  <a:pt x="14431831" y="4406381"/>
                </a:lnTo>
                <a:lnTo>
                  <a:pt x="14437561" y="4404227"/>
                </a:lnTo>
                <a:lnTo>
                  <a:pt x="14442073" y="4400148"/>
                </a:lnTo>
                <a:lnTo>
                  <a:pt x="14446816" y="4393384"/>
                </a:lnTo>
                <a:lnTo>
                  <a:pt x="14444670" y="4384536"/>
                </a:lnTo>
                <a:lnTo>
                  <a:pt x="14437183" y="4380212"/>
                </a:lnTo>
                <a:lnTo>
                  <a:pt x="14434555" y="4378725"/>
                </a:lnTo>
                <a:lnTo>
                  <a:pt x="14431644" y="4377950"/>
                </a:lnTo>
                <a:lnTo>
                  <a:pt x="14423372" y="4377751"/>
                </a:lnTo>
                <a:close/>
              </a:path>
              <a:path w="19972020" h="6361430" extrusionOk="0">
                <a:moveTo>
                  <a:pt x="7660196" y="4104304"/>
                </a:moveTo>
                <a:lnTo>
                  <a:pt x="7657243" y="4104932"/>
                </a:lnTo>
                <a:lnTo>
                  <a:pt x="7654521" y="4106304"/>
                </a:lnTo>
                <a:lnTo>
                  <a:pt x="7646793" y="4110398"/>
                </a:lnTo>
                <a:lnTo>
                  <a:pt x="7644249" y="4119235"/>
                </a:lnTo>
                <a:lnTo>
                  <a:pt x="7648866" y="4126115"/>
                </a:lnTo>
                <a:lnTo>
                  <a:pt x="7653126" y="4130309"/>
                </a:lnTo>
                <a:lnTo>
                  <a:pt x="7658718" y="4132652"/>
                </a:lnTo>
                <a:lnTo>
                  <a:pt x="7664921" y="4132984"/>
                </a:lnTo>
                <a:lnTo>
                  <a:pt x="7671012" y="4131141"/>
                </a:lnTo>
                <a:lnTo>
                  <a:pt x="7678750" y="4127057"/>
                </a:lnTo>
                <a:lnTo>
                  <a:pt x="7681274" y="4118209"/>
                </a:lnTo>
                <a:lnTo>
                  <a:pt x="7676677" y="4111330"/>
                </a:lnTo>
                <a:lnTo>
                  <a:pt x="7673735" y="4106984"/>
                </a:lnTo>
                <a:lnTo>
                  <a:pt x="7668604" y="4104492"/>
                </a:lnTo>
                <a:lnTo>
                  <a:pt x="7660196" y="4104304"/>
                </a:lnTo>
                <a:close/>
              </a:path>
              <a:path w="19972020" h="6361430" extrusionOk="0">
                <a:moveTo>
                  <a:pt x="14562761" y="4181841"/>
                </a:moveTo>
                <a:lnTo>
                  <a:pt x="14557347" y="4184322"/>
                </a:lnTo>
                <a:lnTo>
                  <a:pt x="14554143" y="4188752"/>
                </a:lnTo>
                <a:lnTo>
                  <a:pt x="14549389" y="4195526"/>
                </a:lnTo>
                <a:lnTo>
                  <a:pt x="14551672" y="4204374"/>
                </a:lnTo>
                <a:lnTo>
                  <a:pt x="14559295" y="4208583"/>
                </a:lnTo>
                <a:lnTo>
                  <a:pt x="14565330" y="4210601"/>
                </a:lnTo>
                <a:lnTo>
                  <a:pt x="14571530" y="4210418"/>
                </a:lnTo>
                <a:lnTo>
                  <a:pt x="14577188" y="4208174"/>
                </a:lnTo>
                <a:lnTo>
                  <a:pt x="14581598" y="4204008"/>
                </a:lnTo>
                <a:lnTo>
                  <a:pt x="14586341" y="4197233"/>
                </a:lnTo>
                <a:lnTo>
                  <a:pt x="14584069" y="4188396"/>
                </a:lnTo>
                <a:lnTo>
                  <a:pt x="14576446" y="4184186"/>
                </a:lnTo>
                <a:lnTo>
                  <a:pt x="14573818" y="4182815"/>
                </a:lnTo>
                <a:lnTo>
                  <a:pt x="14571043" y="4182029"/>
                </a:lnTo>
                <a:lnTo>
                  <a:pt x="14562761" y="4181841"/>
                </a:lnTo>
                <a:close/>
              </a:path>
              <a:path w="19972020" h="6361430" extrusionOk="0">
                <a:moveTo>
                  <a:pt x="7530640" y="3903116"/>
                </a:moveTo>
                <a:lnTo>
                  <a:pt x="7527687" y="3903755"/>
                </a:lnTo>
                <a:lnTo>
                  <a:pt x="7525111" y="3905001"/>
                </a:lnTo>
                <a:lnTo>
                  <a:pt x="7517237" y="3908969"/>
                </a:lnTo>
                <a:lnTo>
                  <a:pt x="7514441" y="3917692"/>
                </a:lnTo>
                <a:lnTo>
                  <a:pt x="7518787" y="3924561"/>
                </a:lnTo>
                <a:lnTo>
                  <a:pt x="7522968" y="3928927"/>
                </a:lnTo>
                <a:lnTo>
                  <a:pt x="7528531" y="3931436"/>
                </a:lnTo>
                <a:lnTo>
                  <a:pt x="7534755" y="3931913"/>
                </a:lnTo>
                <a:lnTo>
                  <a:pt x="7540922" y="3930183"/>
                </a:lnTo>
                <a:lnTo>
                  <a:pt x="7548639" y="3926330"/>
                </a:lnTo>
                <a:lnTo>
                  <a:pt x="7551445" y="3917618"/>
                </a:lnTo>
                <a:lnTo>
                  <a:pt x="7547110" y="3910624"/>
                </a:lnTo>
                <a:lnTo>
                  <a:pt x="7544178" y="3906048"/>
                </a:lnTo>
                <a:lnTo>
                  <a:pt x="7538922" y="3903305"/>
                </a:lnTo>
                <a:lnTo>
                  <a:pt x="7530640" y="3903116"/>
                </a:lnTo>
                <a:close/>
              </a:path>
              <a:path w="19972020" h="6361430" extrusionOk="0">
                <a:moveTo>
                  <a:pt x="14699259" y="3984433"/>
                </a:moveTo>
                <a:lnTo>
                  <a:pt x="14693720" y="3986800"/>
                </a:lnTo>
                <a:lnTo>
                  <a:pt x="14690631" y="3991480"/>
                </a:lnTo>
                <a:lnTo>
                  <a:pt x="14685888" y="3998244"/>
                </a:lnTo>
                <a:lnTo>
                  <a:pt x="14688296" y="4007092"/>
                </a:lnTo>
                <a:lnTo>
                  <a:pt x="14696055" y="4011186"/>
                </a:lnTo>
                <a:lnTo>
                  <a:pt x="14702090" y="4013118"/>
                </a:lnTo>
                <a:lnTo>
                  <a:pt x="14708280" y="4012858"/>
                </a:lnTo>
                <a:lnTo>
                  <a:pt x="14713904" y="4010558"/>
                </a:lnTo>
                <a:lnTo>
                  <a:pt x="14718243" y="4006370"/>
                </a:lnTo>
                <a:lnTo>
                  <a:pt x="14722850" y="3999595"/>
                </a:lnTo>
                <a:lnTo>
                  <a:pt x="14720442" y="3990747"/>
                </a:lnTo>
                <a:lnTo>
                  <a:pt x="14710316" y="3985292"/>
                </a:lnTo>
                <a:lnTo>
                  <a:pt x="14707531" y="3984632"/>
                </a:lnTo>
                <a:lnTo>
                  <a:pt x="14699259" y="3984433"/>
                </a:lnTo>
                <a:close/>
              </a:path>
              <a:path w="19972020" h="6361430" extrusionOk="0">
                <a:moveTo>
                  <a:pt x="7406235" y="3699447"/>
                </a:moveTo>
                <a:lnTo>
                  <a:pt x="7403544" y="3699971"/>
                </a:lnTo>
                <a:lnTo>
                  <a:pt x="7400979" y="3701101"/>
                </a:lnTo>
                <a:lnTo>
                  <a:pt x="7393115" y="3704840"/>
                </a:lnTo>
                <a:lnTo>
                  <a:pt x="7390057" y="3713541"/>
                </a:lnTo>
                <a:lnTo>
                  <a:pt x="7394256" y="3720651"/>
                </a:lnTo>
                <a:lnTo>
                  <a:pt x="7398338" y="3725037"/>
                </a:lnTo>
                <a:lnTo>
                  <a:pt x="7403812" y="3727598"/>
                </a:lnTo>
                <a:lnTo>
                  <a:pt x="7409972" y="3728148"/>
                </a:lnTo>
                <a:lnTo>
                  <a:pt x="7416109" y="3726504"/>
                </a:lnTo>
                <a:lnTo>
                  <a:pt x="7424109" y="3722776"/>
                </a:lnTo>
                <a:lnTo>
                  <a:pt x="7427030" y="3714180"/>
                </a:lnTo>
                <a:lnTo>
                  <a:pt x="7420046" y="3702379"/>
                </a:lnTo>
                <a:lnTo>
                  <a:pt x="7414643" y="3699646"/>
                </a:lnTo>
                <a:lnTo>
                  <a:pt x="7406235" y="3699447"/>
                </a:lnTo>
                <a:close/>
              </a:path>
              <a:path w="19972020" h="6361430" extrusionOk="0">
                <a:moveTo>
                  <a:pt x="14833391" y="3786020"/>
                </a:moveTo>
                <a:lnTo>
                  <a:pt x="14827831" y="3788628"/>
                </a:lnTo>
                <a:lnTo>
                  <a:pt x="14820145" y="3800072"/>
                </a:lnTo>
                <a:lnTo>
                  <a:pt x="14822690" y="3808805"/>
                </a:lnTo>
                <a:lnTo>
                  <a:pt x="14830313" y="3812899"/>
                </a:lnTo>
                <a:lnTo>
                  <a:pt x="14836424" y="3814813"/>
                </a:lnTo>
                <a:lnTo>
                  <a:pt x="14842638" y="3814513"/>
                </a:lnTo>
                <a:lnTo>
                  <a:pt x="14848234" y="3812173"/>
                </a:lnTo>
                <a:lnTo>
                  <a:pt x="14852490" y="3807967"/>
                </a:lnTo>
                <a:lnTo>
                  <a:pt x="14852637" y="3807967"/>
                </a:lnTo>
                <a:lnTo>
                  <a:pt x="14857097" y="3801182"/>
                </a:lnTo>
                <a:lnTo>
                  <a:pt x="14854699" y="3792345"/>
                </a:lnTo>
                <a:lnTo>
                  <a:pt x="14846940" y="3788240"/>
                </a:lnTo>
                <a:lnTo>
                  <a:pt x="14844448" y="3786879"/>
                </a:lnTo>
                <a:lnTo>
                  <a:pt x="14841789" y="3786219"/>
                </a:lnTo>
                <a:lnTo>
                  <a:pt x="14833391" y="3786020"/>
                </a:lnTo>
                <a:close/>
              </a:path>
              <a:path w="19972020" h="6361430" extrusionOk="0">
                <a:moveTo>
                  <a:pt x="7285495" y="3494071"/>
                </a:moveTo>
                <a:lnTo>
                  <a:pt x="7282804" y="3494490"/>
                </a:lnTo>
                <a:lnTo>
                  <a:pt x="7280228" y="3495736"/>
                </a:lnTo>
                <a:lnTo>
                  <a:pt x="7272250" y="3499348"/>
                </a:lnTo>
                <a:lnTo>
                  <a:pt x="7288905" y="3522806"/>
                </a:lnTo>
                <a:lnTo>
                  <a:pt x="7295097" y="3521254"/>
                </a:lnTo>
                <a:lnTo>
                  <a:pt x="7303086" y="3517641"/>
                </a:lnTo>
                <a:lnTo>
                  <a:pt x="7306154" y="3508940"/>
                </a:lnTo>
                <a:lnTo>
                  <a:pt x="7302081" y="3501830"/>
                </a:lnTo>
                <a:lnTo>
                  <a:pt x="7299296" y="3497024"/>
                </a:lnTo>
                <a:lnTo>
                  <a:pt x="7293767" y="3494270"/>
                </a:lnTo>
                <a:lnTo>
                  <a:pt x="7285495" y="3494071"/>
                </a:lnTo>
                <a:close/>
              </a:path>
              <a:path w="19972020" h="6361430" extrusionOk="0">
                <a:moveTo>
                  <a:pt x="14966455" y="3586875"/>
                </a:moveTo>
                <a:lnTo>
                  <a:pt x="14960769" y="3589482"/>
                </a:lnTo>
                <a:lnTo>
                  <a:pt x="14953220" y="3600927"/>
                </a:lnTo>
                <a:lnTo>
                  <a:pt x="14955628" y="3609774"/>
                </a:lnTo>
                <a:lnTo>
                  <a:pt x="14963387" y="3613764"/>
                </a:lnTo>
                <a:lnTo>
                  <a:pt x="14969479" y="3615671"/>
                </a:lnTo>
                <a:lnTo>
                  <a:pt x="14975663" y="3615368"/>
                </a:lnTo>
                <a:lnTo>
                  <a:pt x="14981256" y="3613028"/>
                </a:lnTo>
                <a:lnTo>
                  <a:pt x="14985575" y="3608822"/>
                </a:lnTo>
                <a:lnTo>
                  <a:pt x="14990056" y="3601911"/>
                </a:lnTo>
                <a:lnTo>
                  <a:pt x="14987522" y="3593073"/>
                </a:lnTo>
                <a:lnTo>
                  <a:pt x="14979889" y="3589094"/>
                </a:lnTo>
                <a:lnTo>
                  <a:pt x="14977387" y="3587723"/>
                </a:lnTo>
                <a:lnTo>
                  <a:pt x="14974738" y="3587074"/>
                </a:lnTo>
                <a:lnTo>
                  <a:pt x="14966455" y="3586875"/>
                </a:lnTo>
                <a:close/>
              </a:path>
              <a:path w="19972020" h="6361430" extrusionOk="0">
                <a:moveTo>
                  <a:pt x="7166232" y="3287920"/>
                </a:moveTo>
                <a:lnTo>
                  <a:pt x="7163551" y="3288454"/>
                </a:lnTo>
                <a:lnTo>
                  <a:pt x="7160986" y="3289575"/>
                </a:lnTo>
                <a:lnTo>
                  <a:pt x="7152986" y="3293198"/>
                </a:lnTo>
                <a:lnTo>
                  <a:pt x="7149929" y="3301899"/>
                </a:lnTo>
                <a:lnTo>
                  <a:pt x="7153991" y="3309009"/>
                </a:lnTo>
                <a:lnTo>
                  <a:pt x="7157996" y="3313424"/>
                </a:lnTo>
                <a:lnTo>
                  <a:pt x="7163445" y="3316078"/>
                </a:lnTo>
                <a:lnTo>
                  <a:pt x="7169630" y="3316747"/>
                </a:lnTo>
                <a:lnTo>
                  <a:pt x="7175844" y="3315207"/>
                </a:lnTo>
                <a:lnTo>
                  <a:pt x="7183697" y="3311595"/>
                </a:lnTo>
                <a:lnTo>
                  <a:pt x="7186891" y="3302894"/>
                </a:lnTo>
                <a:lnTo>
                  <a:pt x="7182828" y="3295784"/>
                </a:lnTo>
                <a:lnTo>
                  <a:pt x="7180032" y="3290978"/>
                </a:lnTo>
                <a:lnTo>
                  <a:pt x="7174514" y="3288109"/>
                </a:lnTo>
                <a:lnTo>
                  <a:pt x="7166232" y="3287920"/>
                </a:lnTo>
                <a:close/>
              </a:path>
              <a:path w="19972020" h="6361430" extrusionOk="0">
                <a:moveTo>
                  <a:pt x="15098891" y="3387237"/>
                </a:moveTo>
                <a:lnTo>
                  <a:pt x="15093205" y="3389844"/>
                </a:lnTo>
                <a:lnTo>
                  <a:pt x="15085656" y="3401289"/>
                </a:lnTo>
                <a:lnTo>
                  <a:pt x="15088190" y="3410137"/>
                </a:lnTo>
                <a:lnTo>
                  <a:pt x="15095823" y="3414126"/>
                </a:lnTo>
                <a:lnTo>
                  <a:pt x="15101931" y="3416033"/>
                </a:lnTo>
                <a:lnTo>
                  <a:pt x="15108141" y="3415719"/>
                </a:lnTo>
                <a:lnTo>
                  <a:pt x="15113735" y="3413341"/>
                </a:lnTo>
                <a:lnTo>
                  <a:pt x="15118000" y="3409058"/>
                </a:lnTo>
                <a:lnTo>
                  <a:pt x="15122607" y="3402294"/>
                </a:lnTo>
                <a:lnTo>
                  <a:pt x="15119937" y="3393446"/>
                </a:lnTo>
                <a:lnTo>
                  <a:pt x="15112315" y="3389341"/>
                </a:lnTo>
                <a:lnTo>
                  <a:pt x="15109812" y="3388085"/>
                </a:lnTo>
                <a:lnTo>
                  <a:pt x="15107173" y="3387436"/>
                </a:lnTo>
                <a:lnTo>
                  <a:pt x="15098891" y="3387237"/>
                </a:lnTo>
                <a:close/>
              </a:path>
              <a:path w="19972020" h="6361430" extrusionOk="0">
                <a:moveTo>
                  <a:pt x="7046571" y="3081989"/>
                </a:moveTo>
                <a:lnTo>
                  <a:pt x="7043890" y="3082523"/>
                </a:lnTo>
                <a:lnTo>
                  <a:pt x="7033461" y="3087371"/>
                </a:lnTo>
                <a:lnTo>
                  <a:pt x="7030393" y="3095979"/>
                </a:lnTo>
                <a:lnTo>
                  <a:pt x="7034592" y="3103078"/>
                </a:lnTo>
                <a:lnTo>
                  <a:pt x="7038595" y="3107549"/>
                </a:lnTo>
                <a:lnTo>
                  <a:pt x="7044030" y="3110184"/>
                </a:lnTo>
                <a:lnTo>
                  <a:pt x="7050178" y="3110786"/>
                </a:lnTo>
                <a:lnTo>
                  <a:pt x="7056319" y="3109161"/>
                </a:lnTo>
                <a:lnTo>
                  <a:pt x="7064298" y="3105559"/>
                </a:lnTo>
                <a:lnTo>
                  <a:pt x="7067366" y="3096848"/>
                </a:lnTo>
                <a:lnTo>
                  <a:pt x="7063303" y="3089748"/>
                </a:lnTo>
                <a:lnTo>
                  <a:pt x="7060382" y="3084921"/>
                </a:lnTo>
                <a:lnTo>
                  <a:pt x="7054979" y="3082188"/>
                </a:lnTo>
                <a:lnTo>
                  <a:pt x="7046571" y="3081989"/>
                </a:lnTo>
                <a:close/>
              </a:path>
              <a:path w="19972020" h="6361430" extrusionOk="0">
                <a:moveTo>
                  <a:pt x="15231442" y="3187609"/>
                </a:moveTo>
                <a:lnTo>
                  <a:pt x="15225892" y="3190091"/>
                </a:lnTo>
                <a:lnTo>
                  <a:pt x="15222814" y="3194761"/>
                </a:lnTo>
                <a:lnTo>
                  <a:pt x="15218207" y="3201546"/>
                </a:lnTo>
                <a:lnTo>
                  <a:pt x="15220751" y="3210383"/>
                </a:lnTo>
                <a:lnTo>
                  <a:pt x="15228499" y="3214488"/>
                </a:lnTo>
                <a:lnTo>
                  <a:pt x="15234532" y="3216382"/>
                </a:lnTo>
                <a:lnTo>
                  <a:pt x="15240708" y="3216039"/>
                </a:lnTo>
                <a:lnTo>
                  <a:pt x="15246296" y="3213656"/>
                </a:lnTo>
                <a:lnTo>
                  <a:pt x="15250562" y="3209431"/>
                </a:lnTo>
                <a:lnTo>
                  <a:pt x="15250705" y="3209431"/>
                </a:lnTo>
                <a:lnTo>
                  <a:pt x="15255179" y="3202656"/>
                </a:lnTo>
                <a:lnTo>
                  <a:pt x="15252635" y="3193808"/>
                </a:lnTo>
                <a:lnTo>
                  <a:pt x="15245012" y="3189714"/>
                </a:lnTo>
                <a:lnTo>
                  <a:pt x="15242499" y="3188468"/>
                </a:lnTo>
                <a:lnTo>
                  <a:pt x="15239850" y="3187808"/>
                </a:lnTo>
                <a:lnTo>
                  <a:pt x="15231442" y="3187609"/>
                </a:lnTo>
                <a:close/>
              </a:path>
              <a:path w="19972020" h="6361430" extrusionOk="0">
                <a:moveTo>
                  <a:pt x="6925014" y="2877074"/>
                </a:moveTo>
                <a:lnTo>
                  <a:pt x="6922187" y="2877598"/>
                </a:lnTo>
                <a:lnTo>
                  <a:pt x="6919622" y="2878854"/>
                </a:lnTo>
                <a:lnTo>
                  <a:pt x="6911758" y="2882582"/>
                </a:lnTo>
                <a:lnTo>
                  <a:pt x="6928754" y="2905777"/>
                </a:lnTo>
                <a:lnTo>
                  <a:pt x="6934899" y="2904131"/>
                </a:lnTo>
                <a:lnTo>
                  <a:pt x="6942877" y="2900414"/>
                </a:lnTo>
                <a:lnTo>
                  <a:pt x="6945820" y="2891702"/>
                </a:lnTo>
                <a:lnTo>
                  <a:pt x="6941621" y="2884718"/>
                </a:lnTo>
                <a:lnTo>
                  <a:pt x="6938689" y="2880017"/>
                </a:lnTo>
                <a:lnTo>
                  <a:pt x="6933286" y="2877273"/>
                </a:lnTo>
                <a:lnTo>
                  <a:pt x="6925014" y="2877074"/>
                </a:lnTo>
                <a:close/>
              </a:path>
              <a:path w="19972020" h="6361430" extrusionOk="0">
                <a:moveTo>
                  <a:pt x="15364935" y="2988118"/>
                </a:moveTo>
                <a:lnTo>
                  <a:pt x="15359386" y="2990715"/>
                </a:lnTo>
                <a:lnTo>
                  <a:pt x="15351689" y="3002170"/>
                </a:lnTo>
                <a:lnTo>
                  <a:pt x="15354234" y="3010892"/>
                </a:lnTo>
                <a:lnTo>
                  <a:pt x="15361857" y="3014986"/>
                </a:lnTo>
                <a:lnTo>
                  <a:pt x="15367891" y="3016916"/>
                </a:lnTo>
                <a:lnTo>
                  <a:pt x="15374081" y="3016643"/>
                </a:lnTo>
                <a:lnTo>
                  <a:pt x="15379706" y="3014309"/>
                </a:lnTo>
                <a:lnTo>
                  <a:pt x="15384044" y="3010054"/>
                </a:lnTo>
                <a:lnTo>
                  <a:pt x="15388662" y="3003280"/>
                </a:lnTo>
                <a:lnTo>
                  <a:pt x="15386243" y="2994432"/>
                </a:lnTo>
                <a:lnTo>
                  <a:pt x="15378495" y="2990327"/>
                </a:lnTo>
                <a:lnTo>
                  <a:pt x="15375992" y="2988977"/>
                </a:lnTo>
                <a:lnTo>
                  <a:pt x="15373333" y="2988317"/>
                </a:lnTo>
                <a:lnTo>
                  <a:pt x="15364935" y="2988118"/>
                </a:lnTo>
                <a:close/>
              </a:path>
              <a:path w="19972020" h="6361430" extrusionOk="0">
                <a:moveTo>
                  <a:pt x="6799395" y="2673981"/>
                </a:moveTo>
                <a:lnTo>
                  <a:pt x="6796432" y="2674620"/>
                </a:lnTo>
                <a:lnTo>
                  <a:pt x="6793856" y="2675981"/>
                </a:lnTo>
                <a:lnTo>
                  <a:pt x="6786128" y="2679834"/>
                </a:lnTo>
                <a:lnTo>
                  <a:pt x="6803656" y="2702779"/>
                </a:lnTo>
                <a:lnTo>
                  <a:pt x="6809803" y="2701048"/>
                </a:lnTo>
                <a:lnTo>
                  <a:pt x="6817541" y="2697069"/>
                </a:lnTo>
                <a:lnTo>
                  <a:pt x="6820337" y="2688357"/>
                </a:lnTo>
                <a:lnTo>
                  <a:pt x="6812934" y="2676787"/>
                </a:lnTo>
                <a:lnTo>
                  <a:pt x="6807667" y="2674169"/>
                </a:lnTo>
                <a:lnTo>
                  <a:pt x="6799395" y="2673981"/>
                </a:lnTo>
                <a:close/>
              </a:path>
              <a:path w="19972020" h="6361430" extrusionOk="0">
                <a:moveTo>
                  <a:pt x="15500135" y="2789496"/>
                </a:moveTo>
                <a:lnTo>
                  <a:pt x="15494586" y="2791862"/>
                </a:lnTo>
                <a:lnTo>
                  <a:pt x="15491518" y="2796417"/>
                </a:lnTo>
                <a:lnTo>
                  <a:pt x="15486764" y="2803192"/>
                </a:lnTo>
                <a:lnTo>
                  <a:pt x="15489172" y="2812144"/>
                </a:lnTo>
                <a:lnTo>
                  <a:pt x="15496921" y="2816249"/>
                </a:lnTo>
                <a:lnTo>
                  <a:pt x="15502902" y="2818176"/>
                </a:lnTo>
                <a:lnTo>
                  <a:pt x="15509098" y="2817916"/>
                </a:lnTo>
                <a:lnTo>
                  <a:pt x="15514752" y="2815619"/>
                </a:lnTo>
                <a:lnTo>
                  <a:pt x="15519108" y="2811432"/>
                </a:lnTo>
                <a:lnTo>
                  <a:pt x="15523726" y="2804647"/>
                </a:lnTo>
                <a:lnTo>
                  <a:pt x="15521318" y="2795810"/>
                </a:lnTo>
                <a:lnTo>
                  <a:pt x="15511203" y="2790354"/>
                </a:lnTo>
                <a:lnTo>
                  <a:pt x="15508418" y="2789695"/>
                </a:lnTo>
                <a:lnTo>
                  <a:pt x="15500135" y="2789496"/>
                </a:lnTo>
                <a:close/>
              </a:path>
              <a:path w="19972020" h="6361430" extrusionOk="0">
                <a:moveTo>
                  <a:pt x="6667807" y="2474050"/>
                </a:moveTo>
                <a:lnTo>
                  <a:pt x="6664708" y="2474689"/>
                </a:lnTo>
                <a:lnTo>
                  <a:pt x="6654394" y="2480270"/>
                </a:lnTo>
                <a:lnTo>
                  <a:pt x="6651986" y="2489117"/>
                </a:lnTo>
                <a:lnTo>
                  <a:pt x="6656603" y="2495861"/>
                </a:lnTo>
                <a:lnTo>
                  <a:pt x="6660940" y="2500059"/>
                </a:lnTo>
                <a:lnTo>
                  <a:pt x="6666559" y="2502393"/>
                </a:lnTo>
                <a:lnTo>
                  <a:pt x="6672739" y="2502691"/>
                </a:lnTo>
                <a:lnTo>
                  <a:pt x="6678760" y="2500782"/>
                </a:lnTo>
                <a:lnTo>
                  <a:pt x="6686362" y="2496562"/>
                </a:lnTo>
                <a:lnTo>
                  <a:pt x="6688885" y="2487850"/>
                </a:lnTo>
                <a:lnTo>
                  <a:pt x="6684288" y="2480971"/>
                </a:lnTo>
                <a:lnTo>
                  <a:pt x="6681210" y="2476615"/>
                </a:lnTo>
                <a:lnTo>
                  <a:pt x="6676069" y="2474249"/>
                </a:lnTo>
                <a:lnTo>
                  <a:pt x="6667807" y="2474050"/>
                </a:lnTo>
                <a:close/>
              </a:path>
              <a:path w="19972020" h="6361430" extrusionOk="0">
                <a:moveTo>
                  <a:pt x="6178" y="2310421"/>
                </a:moveTo>
                <a:lnTo>
                  <a:pt x="3350" y="2310945"/>
                </a:lnTo>
                <a:lnTo>
                  <a:pt x="0" y="2312560"/>
                </a:lnTo>
                <a:lnTo>
                  <a:pt x="0" y="2336881"/>
                </a:lnTo>
                <a:lnTo>
                  <a:pt x="3900" y="2338682"/>
                </a:lnTo>
                <a:lnTo>
                  <a:pt x="10085" y="2339195"/>
                </a:lnTo>
                <a:lnTo>
                  <a:pt x="16230" y="2337478"/>
                </a:lnTo>
                <a:lnTo>
                  <a:pt x="24083" y="2333761"/>
                </a:lnTo>
                <a:lnTo>
                  <a:pt x="27015" y="2325039"/>
                </a:lnTo>
                <a:lnTo>
                  <a:pt x="22617" y="2318055"/>
                </a:lnTo>
                <a:lnTo>
                  <a:pt x="19894" y="2313364"/>
                </a:lnTo>
                <a:lnTo>
                  <a:pt x="14450" y="2310620"/>
                </a:lnTo>
                <a:lnTo>
                  <a:pt x="6178" y="2310421"/>
                </a:lnTo>
                <a:close/>
              </a:path>
              <a:path w="19972020" h="6361430" extrusionOk="0">
                <a:moveTo>
                  <a:pt x="15637304" y="2592224"/>
                </a:moveTo>
                <a:lnTo>
                  <a:pt x="15631880" y="2594716"/>
                </a:lnTo>
                <a:lnTo>
                  <a:pt x="15628676" y="2599145"/>
                </a:lnTo>
                <a:lnTo>
                  <a:pt x="15623932" y="2605795"/>
                </a:lnTo>
                <a:lnTo>
                  <a:pt x="15626205" y="2614758"/>
                </a:lnTo>
                <a:lnTo>
                  <a:pt x="15633827" y="2618977"/>
                </a:lnTo>
                <a:lnTo>
                  <a:pt x="15639861" y="2620994"/>
                </a:lnTo>
                <a:lnTo>
                  <a:pt x="15646060" y="2620807"/>
                </a:lnTo>
                <a:lnTo>
                  <a:pt x="15651721" y="2618559"/>
                </a:lnTo>
                <a:lnTo>
                  <a:pt x="15656141" y="2614391"/>
                </a:lnTo>
                <a:lnTo>
                  <a:pt x="15660874" y="2607742"/>
                </a:lnTo>
                <a:lnTo>
                  <a:pt x="15658602" y="2598789"/>
                </a:lnTo>
                <a:lnTo>
                  <a:pt x="15650979" y="2594559"/>
                </a:lnTo>
                <a:lnTo>
                  <a:pt x="15648487" y="2593208"/>
                </a:lnTo>
                <a:lnTo>
                  <a:pt x="15645701" y="2592423"/>
                </a:lnTo>
                <a:lnTo>
                  <a:pt x="15637304" y="2592224"/>
                </a:lnTo>
                <a:close/>
              </a:path>
              <a:path w="19972020" h="6361430" extrusionOk="0">
                <a:moveTo>
                  <a:pt x="229417" y="2191629"/>
                </a:moveTo>
                <a:lnTo>
                  <a:pt x="226276" y="2192393"/>
                </a:lnTo>
                <a:lnTo>
                  <a:pt x="215805" y="2198320"/>
                </a:lnTo>
                <a:lnTo>
                  <a:pt x="213711" y="2207294"/>
                </a:lnTo>
                <a:lnTo>
                  <a:pt x="218632" y="2213932"/>
                </a:lnTo>
                <a:lnTo>
                  <a:pt x="223090" y="2218000"/>
                </a:lnTo>
                <a:lnTo>
                  <a:pt x="228776" y="2220150"/>
                </a:lnTo>
                <a:lnTo>
                  <a:pt x="234991" y="2220242"/>
                </a:lnTo>
                <a:lnTo>
                  <a:pt x="241040" y="2218131"/>
                </a:lnTo>
                <a:lnTo>
                  <a:pt x="248474" y="2213932"/>
                </a:lnTo>
                <a:lnTo>
                  <a:pt x="250673" y="2204948"/>
                </a:lnTo>
                <a:lnTo>
                  <a:pt x="245751" y="2198310"/>
                </a:lnTo>
                <a:lnTo>
                  <a:pt x="242820" y="2194090"/>
                </a:lnTo>
                <a:lnTo>
                  <a:pt x="237794" y="2191828"/>
                </a:lnTo>
                <a:lnTo>
                  <a:pt x="229417" y="2191629"/>
                </a:lnTo>
                <a:close/>
              </a:path>
              <a:path w="19972020" h="6361430" extrusionOk="0">
                <a:moveTo>
                  <a:pt x="6528199" y="2278339"/>
                </a:moveTo>
                <a:lnTo>
                  <a:pt x="6524838" y="2279208"/>
                </a:lnTo>
                <a:lnTo>
                  <a:pt x="6521979" y="2280914"/>
                </a:lnTo>
                <a:lnTo>
                  <a:pt x="6514503" y="2285249"/>
                </a:lnTo>
                <a:lnTo>
                  <a:pt x="6533991" y="2306975"/>
                </a:lnTo>
                <a:lnTo>
                  <a:pt x="6539968" y="2304851"/>
                </a:lnTo>
                <a:lnTo>
                  <a:pt x="6547308" y="2300380"/>
                </a:lnTo>
                <a:lnTo>
                  <a:pt x="6549308" y="2291532"/>
                </a:lnTo>
                <a:lnTo>
                  <a:pt x="6544439" y="2284883"/>
                </a:lnTo>
                <a:lnTo>
                  <a:pt x="6541350" y="2280778"/>
                </a:lnTo>
                <a:lnTo>
                  <a:pt x="6536481" y="2278527"/>
                </a:lnTo>
                <a:lnTo>
                  <a:pt x="6528199" y="2278339"/>
                </a:lnTo>
                <a:close/>
              </a:path>
              <a:path w="19972020" h="6361430" extrusionOk="0">
                <a:moveTo>
                  <a:pt x="443651" y="2060157"/>
                </a:moveTo>
                <a:lnTo>
                  <a:pt x="440196" y="2061026"/>
                </a:lnTo>
                <a:lnTo>
                  <a:pt x="429934" y="2067675"/>
                </a:lnTo>
                <a:lnTo>
                  <a:pt x="428364" y="2076669"/>
                </a:lnTo>
                <a:lnTo>
                  <a:pt x="433599" y="2083077"/>
                </a:lnTo>
                <a:lnTo>
                  <a:pt x="438309" y="2086933"/>
                </a:lnTo>
                <a:lnTo>
                  <a:pt x="444109" y="2088825"/>
                </a:lnTo>
                <a:lnTo>
                  <a:pt x="450282" y="2088657"/>
                </a:lnTo>
                <a:lnTo>
                  <a:pt x="456112" y="2086334"/>
                </a:lnTo>
                <a:lnTo>
                  <a:pt x="463441" y="2081643"/>
                </a:lnTo>
                <a:lnTo>
                  <a:pt x="465117" y="2072659"/>
                </a:lnTo>
                <a:lnTo>
                  <a:pt x="459776" y="2066125"/>
                </a:lnTo>
                <a:lnTo>
                  <a:pt x="456740" y="2062366"/>
                </a:lnTo>
                <a:lnTo>
                  <a:pt x="451923" y="2060356"/>
                </a:lnTo>
                <a:lnTo>
                  <a:pt x="443651" y="2060157"/>
                </a:lnTo>
                <a:close/>
              </a:path>
              <a:path w="19972020" h="6361430" extrusionOk="0">
                <a:moveTo>
                  <a:pt x="15777603" y="2396817"/>
                </a:moveTo>
                <a:lnTo>
                  <a:pt x="15772200" y="2399057"/>
                </a:lnTo>
                <a:lnTo>
                  <a:pt x="15768912" y="2403602"/>
                </a:lnTo>
                <a:lnTo>
                  <a:pt x="15764127" y="2410146"/>
                </a:lnTo>
                <a:lnTo>
                  <a:pt x="15766263" y="2418983"/>
                </a:lnTo>
                <a:lnTo>
                  <a:pt x="15773750" y="2423308"/>
                </a:lnTo>
                <a:lnTo>
                  <a:pt x="15779722" y="2425413"/>
                </a:lnTo>
                <a:lnTo>
                  <a:pt x="15785938" y="2425318"/>
                </a:lnTo>
                <a:lnTo>
                  <a:pt x="15791667" y="2423167"/>
                </a:lnTo>
                <a:lnTo>
                  <a:pt x="15796178" y="2419099"/>
                </a:lnTo>
                <a:lnTo>
                  <a:pt x="15801047" y="2412439"/>
                </a:lnTo>
                <a:lnTo>
                  <a:pt x="15798911" y="2403602"/>
                </a:lnTo>
                <a:lnTo>
                  <a:pt x="15791425" y="2399162"/>
                </a:lnTo>
                <a:lnTo>
                  <a:pt x="15788797" y="2397675"/>
                </a:lnTo>
                <a:lnTo>
                  <a:pt x="15785875" y="2397016"/>
                </a:lnTo>
                <a:lnTo>
                  <a:pt x="15777603" y="2396817"/>
                </a:lnTo>
                <a:close/>
              </a:path>
              <a:path w="19972020" h="6361430" extrusionOk="0">
                <a:moveTo>
                  <a:pt x="6378549" y="2088543"/>
                </a:moveTo>
                <a:lnTo>
                  <a:pt x="6375041" y="2089412"/>
                </a:lnTo>
                <a:lnTo>
                  <a:pt x="6364832" y="2096061"/>
                </a:lnTo>
                <a:lnTo>
                  <a:pt x="6363230" y="2105045"/>
                </a:lnTo>
                <a:lnTo>
                  <a:pt x="6368518" y="2111464"/>
                </a:lnTo>
                <a:lnTo>
                  <a:pt x="6373261" y="2115324"/>
                </a:lnTo>
                <a:lnTo>
                  <a:pt x="6379091" y="2117205"/>
                </a:lnTo>
                <a:lnTo>
                  <a:pt x="6385286" y="2117000"/>
                </a:lnTo>
                <a:lnTo>
                  <a:pt x="6391125" y="2114605"/>
                </a:lnTo>
                <a:lnTo>
                  <a:pt x="6398339" y="2109789"/>
                </a:lnTo>
                <a:lnTo>
                  <a:pt x="6399952" y="2100805"/>
                </a:lnTo>
                <a:lnTo>
                  <a:pt x="6394759" y="2094501"/>
                </a:lnTo>
                <a:lnTo>
                  <a:pt x="6391564" y="2090753"/>
                </a:lnTo>
                <a:lnTo>
                  <a:pt x="6386811" y="2088742"/>
                </a:lnTo>
                <a:lnTo>
                  <a:pt x="6378549" y="2088543"/>
                </a:lnTo>
                <a:close/>
              </a:path>
              <a:path w="19972020" h="6361430" extrusionOk="0">
                <a:moveTo>
                  <a:pt x="6394664" y="2094386"/>
                </a:moveTo>
                <a:close/>
              </a:path>
              <a:path w="19972020" h="6361430" extrusionOk="0">
                <a:moveTo>
                  <a:pt x="650975" y="1920098"/>
                </a:moveTo>
                <a:lnTo>
                  <a:pt x="647310" y="1921093"/>
                </a:lnTo>
                <a:lnTo>
                  <a:pt x="637153" y="1928203"/>
                </a:lnTo>
                <a:lnTo>
                  <a:pt x="635897" y="1937208"/>
                </a:lnTo>
                <a:lnTo>
                  <a:pt x="641446" y="1943501"/>
                </a:lnTo>
                <a:lnTo>
                  <a:pt x="646353" y="1947186"/>
                </a:lnTo>
                <a:lnTo>
                  <a:pt x="652270" y="1948890"/>
                </a:lnTo>
                <a:lnTo>
                  <a:pt x="658483" y="1948510"/>
                </a:lnTo>
                <a:lnTo>
                  <a:pt x="664273" y="1945940"/>
                </a:lnTo>
                <a:lnTo>
                  <a:pt x="671184" y="1940998"/>
                </a:lnTo>
                <a:lnTo>
                  <a:pt x="672440" y="1932004"/>
                </a:lnTo>
                <a:lnTo>
                  <a:pt x="666995" y="1925710"/>
                </a:lnTo>
                <a:lnTo>
                  <a:pt x="663854" y="1922192"/>
                </a:lnTo>
                <a:lnTo>
                  <a:pt x="659247" y="1920297"/>
                </a:lnTo>
                <a:lnTo>
                  <a:pt x="650975" y="1920098"/>
                </a:lnTo>
                <a:close/>
              </a:path>
              <a:path w="19972020" h="6361430" extrusionOk="0">
                <a:moveTo>
                  <a:pt x="15921599" y="2203503"/>
                </a:moveTo>
                <a:lnTo>
                  <a:pt x="15916311" y="2205754"/>
                </a:lnTo>
                <a:lnTo>
                  <a:pt x="15913128" y="2209953"/>
                </a:lnTo>
                <a:lnTo>
                  <a:pt x="15908112" y="2216487"/>
                </a:lnTo>
                <a:lnTo>
                  <a:pt x="15910123" y="2225440"/>
                </a:lnTo>
                <a:lnTo>
                  <a:pt x="15917473" y="2229869"/>
                </a:lnTo>
                <a:lnTo>
                  <a:pt x="15923446" y="2232084"/>
                </a:lnTo>
                <a:lnTo>
                  <a:pt x="15929672" y="2232108"/>
                </a:lnTo>
                <a:lnTo>
                  <a:pt x="15935434" y="2230050"/>
                </a:lnTo>
                <a:lnTo>
                  <a:pt x="15940017" y="2226015"/>
                </a:lnTo>
                <a:lnTo>
                  <a:pt x="15945033" y="2219482"/>
                </a:lnTo>
                <a:lnTo>
                  <a:pt x="15943022" y="2210540"/>
                </a:lnTo>
                <a:lnTo>
                  <a:pt x="15933043" y="2204477"/>
                </a:lnTo>
                <a:lnTo>
                  <a:pt x="15930007" y="2203702"/>
                </a:lnTo>
                <a:lnTo>
                  <a:pt x="15921599" y="2203503"/>
                </a:lnTo>
                <a:close/>
              </a:path>
              <a:path w="19972020" h="6361430" extrusionOk="0">
                <a:moveTo>
                  <a:pt x="6218816" y="1905177"/>
                </a:moveTo>
                <a:lnTo>
                  <a:pt x="6215036" y="1906266"/>
                </a:lnTo>
                <a:lnTo>
                  <a:pt x="6211905" y="1908570"/>
                </a:lnTo>
                <a:lnTo>
                  <a:pt x="6204942" y="1913512"/>
                </a:lnTo>
                <a:lnTo>
                  <a:pt x="6203874" y="1922632"/>
                </a:lnTo>
                <a:lnTo>
                  <a:pt x="6209559" y="1928820"/>
                </a:lnTo>
                <a:lnTo>
                  <a:pt x="6214543" y="1932398"/>
                </a:lnTo>
                <a:lnTo>
                  <a:pt x="6220475" y="1933988"/>
                </a:lnTo>
                <a:lnTo>
                  <a:pt x="6226643" y="1933512"/>
                </a:lnTo>
                <a:lnTo>
                  <a:pt x="6232334" y="1930894"/>
                </a:lnTo>
                <a:lnTo>
                  <a:pt x="6239297" y="1925847"/>
                </a:lnTo>
                <a:lnTo>
                  <a:pt x="6240375" y="1916716"/>
                </a:lnTo>
                <a:lnTo>
                  <a:pt x="6234669" y="1910653"/>
                </a:lnTo>
                <a:lnTo>
                  <a:pt x="6231569" y="1907261"/>
                </a:lnTo>
                <a:lnTo>
                  <a:pt x="6227088" y="1905376"/>
                </a:lnTo>
                <a:lnTo>
                  <a:pt x="6218816" y="1905177"/>
                </a:lnTo>
                <a:close/>
              </a:path>
              <a:path w="19972020" h="6361430" extrusionOk="0">
                <a:moveTo>
                  <a:pt x="853586" y="1774469"/>
                </a:moveTo>
                <a:lnTo>
                  <a:pt x="849712" y="1775568"/>
                </a:lnTo>
                <a:lnTo>
                  <a:pt x="839765" y="1782930"/>
                </a:lnTo>
                <a:lnTo>
                  <a:pt x="838718" y="1792050"/>
                </a:lnTo>
                <a:lnTo>
                  <a:pt x="844372" y="1798123"/>
                </a:lnTo>
                <a:lnTo>
                  <a:pt x="849352" y="1801750"/>
                </a:lnTo>
                <a:lnTo>
                  <a:pt x="855314" y="1803318"/>
                </a:lnTo>
                <a:lnTo>
                  <a:pt x="861512" y="1802774"/>
                </a:lnTo>
                <a:lnTo>
                  <a:pt x="867199" y="1800070"/>
                </a:lnTo>
                <a:lnTo>
                  <a:pt x="874109" y="1795023"/>
                </a:lnTo>
                <a:lnTo>
                  <a:pt x="875052" y="1785893"/>
                </a:lnTo>
                <a:lnTo>
                  <a:pt x="866256" y="1776438"/>
                </a:lnTo>
                <a:lnTo>
                  <a:pt x="861963" y="1774668"/>
                </a:lnTo>
                <a:lnTo>
                  <a:pt x="853586" y="1774469"/>
                </a:lnTo>
                <a:close/>
              </a:path>
              <a:path w="19972020" h="6361430" extrusionOk="0">
                <a:moveTo>
                  <a:pt x="16070442" y="2013038"/>
                </a:moveTo>
                <a:lnTo>
                  <a:pt x="16065301" y="2015174"/>
                </a:lnTo>
                <a:lnTo>
                  <a:pt x="16061971" y="2019247"/>
                </a:lnTo>
                <a:lnTo>
                  <a:pt x="16056841" y="2025655"/>
                </a:lnTo>
                <a:lnTo>
                  <a:pt x="16058579" y="2034723"/>
                </a:lnTo>
                <a:lnTo>
                  <a:pt x="16065919" y="2039288"/>
                </a:lnTo>
                <a:lnTo>
                  <a:pt x="16071737" y="2041597"/>
                </a:lnTo>
                <a:lnTo>
                  <a:pt x="16077909" y="2041746"/>
                </a:lnTo>
                <a:lnTo>
                  <a:pt x="16083723" y="2039818"/>
                </a:lnTo>
                <a:lnTo>
                  <a:pt x="16088463" y="2035896"/>
                </a:lnTo>
                <a:lnTo>
                  <a:pt x="16093583" y="2029487"/>
                </a:lnTo>
                <a:lnTo>
                  <a:pt x="16091855" y="2020430"/>
                </a:lnTo>
                <a:lnTo>
                  <a:pt x="16081898" y="2014137"/>
                </a:lnTo>
                <a:lnTo>
                  <a:pt x="16078714" y="2013237"/>
                </a:lnTo>
                <a:lnTo>
                  <a:pt x="16070442" y="2013038"/>
                </a:lnTo>
                <a:close/>
              </a:path>
              <a:path w="19972020" h="6361430" extrusionOk="0">
                <a:moveTo>
                  <a:pt x="1053591" y="1625929"/>
                </a:moveTo>
                <a:lnTo>
                  <a:pt x="1049685" y="1627028"/>
                </a:lnTo>
                <a:lnTo>
                  <a:pt x="1046533" y="1629447"/>
                </a:lnTo>
                <a:lnTo>
                  <a:pt x="1039706" y="1634505"/>
                </a:lnTo>
                <a:lnTo>
                  <a:pt x="1038911" y="1643510"/>
                </a:lnTo>
                <a:lnTo>
                  <a:pt x="1044596" y="1649698"/>
                </a:lnTo>
                <a:lnTo>
                  <a:pt x="1049657" y="1653241"/>
                </a:lnTo>
                <a:lnTo>
                  <a:pt x="1055616" y="1654734"/>
                </a:lnTo>
                <a:lnTo>
                  <a:pt x="1061761" y="1654139"/>
                </a:lnTo>
                <a:lnTo>
                  <a:pt x="1067381" y="1651415"/>
                </a:lnTo>
                <a:lnTo>
                  <a:pt x="1074208" y="1646368"/>
                </a:lnTo>
                <a:lnTo>
                  <a:pt x="1075150" y="1637238"/>
                </a:lnTo>
                <a:lnTo>
                  <a:pt x="1069318" y="1631164"/>
                </a:lnTo>
                <a:lnTo>
                  <a:pt x="1066219" y="1627898"/>
                </a:lnTo>
                <a:lnTo>
                  <a:pt x="1061863" y="1626118"/>
                </a:lnTo>
                <a:lnTo>
                  <a:pt x="1053591" y="1625929"/>
                </a:lnTo>
                <a:close/>
              </a:path>
              <a:path w="19972020" h="6361430" extrusionOk="0">
                <a:moveTo>
                  <a:pt x="6048978" y="1729162"/>
                </a:moveTo>
                <a:lnTo>
                  <a:pt x="6044936" y="1730376"/>
                </a:lnTo>
                <a:lnTo>
                  <a:pt x="6041784" y="1733025"/>
                </a:lnTo>
                <a:lnTo>
                  <a:pt x="6035083" y="1738324"/>
                </a:lnTo>
                <a:lnTo>
                  <a:pt x="6034549" y="1747465"/>
                </a:lnTo>
                <a:lnTo>
                  <a:pt x="6040517" y="1753297"/>
                </a:lnTo>
                <a:lnTo>
                  <a:pt x="6045676" y="1756734"/>
                </a:lnTo>
                <a:lnTo>
                  <a:pt x="6051708" y="1758089"/>
                </a:lnTo>
                <a:lnTo>
                  <a:pt x="6057878" y="1757333"/>
                </a:lnTo>
                <a:lnTo>
                  <a:pt x="6063449" y="1754438"/>
                </a:lnTo>
                <a:lnTo>
                  <a:pt x="6070014" y="1749129"/>
                </a:lnTo>
                <a:lnTo>
                  <a:pt x="6070558" y="1739999"/>
                </a:lnTo>
                <a:lnTo>
                  <a:pt x="6064590" y="1734041"/>
                </a:lnTo>
                <a:lnTo>
                  <a:pt x="6061480" y="1730994"/>
                </a:lnTo>
                <a:lnTo>
                  <a:pt x="6057250" y="1729360"/>
                </a:lnTo>
                <a:lnTo>
                  <a:pt x="6048978" y="1729162"/>
                </a:lnTo>
                <a:close/>
              </a:path>
              <a:path w="19972020" h="6361430" extrusionOk="0">
                <a:moveTo>
                  <a:pt x="1253155" y="1476667"/>
                </a:moveTo>
                <a:lnTo>
                  <a:pt x="1249250" y="1477766"/>
                </a:lnTo>
                <a:lnTo>
                  <a:pt x="1246098" y="1480185"/>
                </a:lnTo>
                <a:lnTo>
                  <a:pt x="1239271" y="1485242"/>
                </a:lnTo>
                <a:lnTo>
                  <a:pt x="1238339" y="1494362"/>
                </a:lnTo>
                <a:lnTo>
                  <a:pt x="1244171" y="1500435"/>
                </a:lnTo>
                <a:lnTo>
                  <a:pt x="1249173" y="1503996"/>
                </a:lnTo>
                <a:lnTo>
                  <a:pt x="1255136" y="1505519"/>
                </a:lnTo>
                <a:lnTo>
                  <a:pt x="1261312" y="1504929"/>
                </a:lnTo>
                <a:lnTo>
                  <a:pt x="1266956" y="1502153"/>
                </a:lnTo>
                <a:lnTo>
                  <a:pt x="1267112" y="1502153"/>
                </a:lnTo>
                <a:lnTo>
                  <a:pt x="1273783" y="1497106"/>
                </a:lnTo>
                <a:lnTo>
                  <a:pt x="1274715" y="1488090"/>
                </a:lnTo>
                <a:lnTo>
                  <a:pt x="1268893" y="1481902"/>
                </a:lnTo>
                <a:lnTo>
                  <a:pt x="1265783" y="1478635"/>
                </a:lnTo>
                <a:lnTo>
                  <a:pt x="1261427" y="1476855"/>
                </a:lnTo>
                <a:lnTo>
                  <a:pt x="1253155" y="1476667"/>
                </a:lnTo>
                <a:close/>
              </a:path>
              <a:path w="19972020" h="6361430" extrusionOk="0">
                <a:moveTo>
                  <a:pt x="1267112" y="1502153"/>
                </a:moveTo>
                <a:lnTo>
                  <a:pt x="1266956" y="1502153"/>
                </a:lnTo>
                <a:lnTo>
                  <a:pt x="1267112" y="1502153"/>
                </a:lnTo>
                <a:close/>
              </a:path>
              <a:path w="19972020" h="6361430" extrusionOk="0">
                <a:moveTo>
                  <a:pt x="16224783" y="1826143"/>
                </a:moveTo>
                <a:lnTo>
                  <a:pt x="16219778" y="1828164"/>
                </a:lnTo>
                <a:lnTo>
                  <a:pt x="16216605" y="1832007"/>
                </a:lnTo>
                <a:lnTo>
                  <a:pt x="16211066" y="1838289"/>
                </a:lnTo>
                <a:lnTo>
                  <a:pt x="16212532" y="1847346"/>
                </a:lnTo>
                <a:lnTo>
                  <a:pt x="16219600" y="1852132"/>
                </a:lnTo>
                <a:lnTo>
                  <a:pt x="16225446" y="1854630"/>
                </a:lnTo>
                <a:lnTo>
                  <a:pt x="16231676" y="1854950"/>
                </a:lnTo>
                <a:lnTo>
                  <a:pt x="16237564" y="1853167"/>
                </a:lnTo>
                <a:lnTo>
                  <a:pt x="16242385" y="1849357"/>
                </a:lnTo>
                <a:lnTo>
                  <a:pt x="16247652" y="1843074"/>
                </a:lnTo>
                <a:lnTo>
                  <a:pt x="16246322" y="1834006"/>
                </a:lnTo>
                <a:lnTo>
                  <a:pt x="16239244" y="1829211"/>
                </a:lnTo>
                <a:lnTo>
                  <a:pt x="16236364" y="1827357"/>
                </a:lnTo>
                <a:lnTo>
                  <a:pt x="16233191" y="1826342"/>
                </a:lnTo>
                <a:lnTo>
                  <a:pt x="16224783" y="1826143"/>
                </a:lnTo>
                <a:close/>
              </a:path>
              <a:path w="19972020" h="6361430" extrusionOk="0">
                <a:moveTo>
                  <a:pt x="5869151" y="1561334"/>
                </a:moveTo>
                <a:lnTo>
                  <a:pt x="5864837" y="1562664"/>
                </a:lnTo>
                <a:lnTo>
                  <a:pt x="5861539" y="1565680"/>
                </a:lnTo>
                <a:lnTo>
                  <a:pt x="5855235" y="1571219"/>
                </a:lnTo>
                <a:lnTo>
                  <a:pt x="5855235" y="1580370"/>
                </a:lnTo>
                <a:lnTo>
                  <a:pt x="5861612" y="1585983"/>
                </a:lnTo>
                <a:lnTo>
                  <a:pt x="5866925" y="1589133"/>
                </a:lnTo>
                <a:lnTo>
                  <a:pt x="5873003" y="1590176"/>
                </a:lnTo>
                <a:lnTo>
                  <a:pt x="5879094" y="1589107"/>
                </a:lnTo>
                <a:lnTo>
                  <a:pt x="5884449" y="1585920"/>
                </a:lnTo>
                <a:lnTo>
                  <a:pt x="5890763" y="1580255"/>
                </a:lnTo>
                <a:lnTo>
                  <a:pt x="5890751" y="1571219"/>
                </a:lnTo>
                <a:lnTo>
                  <a:pt x="5884386" y="1565617"/>
                </a:lnTo>
                <a:lnTo>
                  <a:pt x="5881391" y="1562936"/>
                </a:lnTo>
                <a:lnTo>
                  <a:pt x="5877433" y="1561533"/>
                </a:lnTo>
                <a:lnTo>
                  <a:pt x="5869151" y="1561334"/>
                </a:lnTo>
                <a:close/>
              </a:path>
              <a:path w="19972020" h="6361430" extrusionOk="0">
                <a:moveTo>
                  <a:pt x="1454406" y="1329226"/>
                </a:moveTo>
                <a:lnTo>
                  <a:pt x="1450636" y="1330210"/>
                </a:lnTo>
                <a:lnTo>
                  <a:pt x="1447495" y="1332493"/>
                </a:lnTo>
                <a:lnTo>
                  <a:pt x="1440542" y="1337446"/>
                </a:lnTo>
                <a:lnTo>
                  <a:pt x="1439464" y="1346555"/>
                </a:lnTo>
                <a:lnTo>
                  <a:pt x="1445149" y="1352754"/>
                </a:lnTo>
                <a:lnTo>
                  <a:pt x="1450080" y="1356331"/>
                </a:lnTo>
                <a:lnTo>
                  <a:pt x="1456018" y="1357918"/>
                </a:lnTo>
                <a:lnTo>
                  <a:pt x="1462215" y="1357441"/>
                </a:lnTo>
                <a:lnTo>
                  <a:pt x="1467924" y="1354827"/>
                </a:lnTo>
                <a:lnTo>
                  <a:pt x="1474887" y="1349885"/>
                </a:lnTo>
                <a:lnTo>
                  <a:pt x="1475965" y="1340775"/>
                </a:lnTo>
                <a:lnTo>
                  <a:pt x="1470269" y="1334587"/>
                </a:lnTo>
                <a:lnTo>
                  <a:pt x="1467170" y="1331184"/>
                </a:lnTo>
                <a:lnTo>
                  <a:pt x="1462678" y="1329425"/>
                </a:lnTo>
                <a:lnTo>
                  <a:pt x="1454406" y="1329226"/>
                </a:lnTo>
                <a:close/>
              </a:path>
              <a:path w="19972020" h="6361430" extrusionOk="0">
                <a:moveTo>
                  <a:pt x="5679314" y="1402198"/>
                </a:moveTo>
                <a:lnTo>
                  <a:pt x="5674728" y="1403863"/>
                </a:lnTo>
                <a:lnTo>
                  <a:pt x="5671429" y="1407108"/>
                </a:lnTo>
                <a:lnTo>
                  <a:pt x="5665503" y="1413025"/>
                </a:lnTo>
                <a:lnTo>
                  <a:pt x="5666037" y="1422176"/>
                </a:lnTo>
                <a:lnTo>
                  <a:pt x="5672696" y="1427443"/>
                </a:lnTo>
                <a:lnTo>
                  <a:pt x="5678241" y="1430316"/>
                </a:lnTo>
                <a:lnTo>
                  <a:pt x="5684401" y="1431068"/>
                </a:lnTo>
                <a:lnTo>
                  <a:pt x="5690426" y="1429728"/>
                </a:lnTo>
                <a:lnTo>
                  <a:pt x="5695565" y="1426323"/>
                </a:lnTo>
                <a:lnTo>
                  <a:pt x="5701481" y="1420407"/>
                </a:lnTo>
                <a:lnTo>
                  <a:pt x="5700957" y="1411244"/>
                </a:lnTo>
                <a:lnTo>
                  <a:pt x="5694298" y="1405988"/>
                </a:lnTo>
                <a:lnTo>
                  <a:pt x="5691292" y="1403664"/>
                </a:lnTo>
                <a:lnTo>
                  <a:pt x="5687596" y="1402386"/>
                </a:lnTo>
                <a:lnTo>
                  <a:pt x="5679314" y="1402198"/>
                </a:lnTo>
                <a:close/>
              </a:path>
              <a:path w="19972020" h="6361430" extrusionOk="0">
                <a:moveTo>
                  <a:pt x="16385815" y="1643803"/>
                </a:moveTo>
                <a:lnTo>
                  <a:pt x="16380946" y="1645583"/>
                </a:lnTo>
                <a:lnTo>
                  <a:pt x="16377648" y="1649185"/>
                </a:lnTo>
                <a:lnTo>
                  <a:pt x="16372109" y="1655352"/>
                </a:lnTo>
                <a:lnTo>
                  <a:pt x="16373041" y="1664514"/>
                </a:lnTo>
                <a:lnTo>
                  <a:pt x="16379972" y="1669425"/>
                </a:lnTo>
                <a:lnTo>
                  <a:pt x="16385676" y="1672089"/>
                </a:lnTo>
                <a:lnTo>
                  <a:pt x="16391882" y="1672586"/>
                </a:lnTo>
                <a:lnTo>
                  <a:pt x="16397826" y="1670984"/>
                </a:lnTo>
                <a:lnTo>
                  <a:pt x="16402746" y="1667352"/>
                </a:lnTo>
                <a:lnTo>
                  <a:pt x="16408390" y="1661185"/>
                </a:lnTo>
                <a:lnTo>
                  <a:pt x="16407333" y="1652148"/>
                </a:lnTo>
                <a:lnTo>
                  <a:pt x="16397521" y="1645028"/>
                </a:lnTo>
                <a:lnTo>
                  <a:pt x="16394087" y="1643991"/>
                </a:lnTo>
                <a:lnTo>
                  <a:pt x="16385815" y="1643803"/>
                </a:lnTo>
                <a:close/>
              </a:path>
              <a:path w="19972020" h="6361430" extrusionOk="0">
                <a:moveTo>
                  <a:pt x="1659541" y="1185796"/>
                </a:moveTo>
                <a:lnTo>
                  <a:pt x="1655907" y="1186654"/>
                </a:lnTo>
                <a:lnTo>
                  <a:pt x="1652902" y="1188717"/>
                </a:lnTo>
                <a:lnTo>
                  <a:pt x="1645688" y="1193534"/>
                </a:lnTo>
                <a:lnTo>
                  <a:pt x="1644348" y="1202644"/>
                </a:lnTo>
                <a:lnTo>
                  <a:pt x="1649772" y="1208947"/>
                </a:lnTo>
                <a:lnTo>
                  <a:pt x="1654614" y="1212701"/>
                </a:lnTo>
                <a:lnTo>
                  <a:pt x="1660520" y="1214452"/>
                </a:lnTo>
                <a:lnTo>
                  <a:pt x="1666740" y="1214118"/>
                </a:lnTo>
                <a:lnTo>
                  <a:pt x="1672525" y="1211617"/>
                </a:lnTo>
                <a:lnTo>
                  <a:pt x="1679614" y="1206790"/>
                </a:lnTo>
                <a:lnTo>
                  <a:pt x="1680954" y="1197806"/>
                </a:lnTo>
                <a:lnTo>
                  <a:pt x="1675530" y="1191513"/>
                </a:lnTo>
                <a:lnTo>
                  <a:pt x="1672431" y="1187869"/>
                </a:lnTo>
                <a:lnTo>
                  <a:pt x="1667813" y="1185984"/>
                </a:lnTo>
                <a:lnTo>
                  <a:pt x="1659541" y="1185796"/>
                </a:lnTo>
                <a:close/>
              </a:path>
              <a:path w="19972020" h="6361430" extrusionOk="0">
                <a:moveTo>
                  <a:pt x="5479571" y="1253019"/>
                </a:moveTo>
                <a:lnTo>
                  <a:pt x="5474577" y="1254914"/>
                </a:lnTo>
                <a:lnTo>
                  <a:pt x="5471393" y="1258631"/>
                </a:lnTo>
                <a:lnTo>
                  <a:pt x="5465865" y="1264799"/>
                </a:lnTo>
                <a:lnTo>
                  <a:pt x="5466933" y="1273846"/>
                </a:lnTo>
                <a:lnTo>
                  <a:pt x="5473990" y="1278872"/>
                </a:lnTo>
                <a:lnTo>
                  <a:pt x="5479753" y="1281452"/>
                </a:lnTo>
                <a:lnTo>
                  <a:pt x="5485954" y="1281858"/>
                </a:lnTo>
                <a:lnTo>
                  <a:pt x="5491867" y="1280164"/>
                </a:lnTo>
                <a:lnTo>
                  <a:pt x="5496764" y="1276442"/>
                </a:lnTo>
                <a:lnTo>
                  <a:pt x="5502293" y="1270296"/>
                </a:lnTo>
                <a:lnTo>
                  <a:pt x="5501089" y="1261239"/>
                </a:lnTo>
                <a:lnTo>
                  <a:pt x="5494168" y="1256328"/>
                </a:lnTo>
                <a:lnTo>
                  <a:pt x="5491288" y="1254244"/>
                </a:lnTo>
                <a:lnTo>
                  <a:pt x="5487843" y="1253218"/>
                </a:lnTo>
                <a:lnTo>
                  <a:pt x="5479571" y="1253019"/>
                </a:lnTo>
                <a:close/>
              </a:path>
              <a:path w="19972020" h="6361430" extrusionOk="0">
                <a:moveTo>
                  <a:pt x="16554407" y="1466981"/>
                </a:moveTo>
                <a:lnTo>
                  <a:pt x="16549820" y="1468646"/>
                </a:lnTo>
                <a:lnTo>
                  <a:pt x="16546533" y="1471902"/>
                </a:lnTo>
                <a:lnTo>
                  <a:pt x="16546376" y="1471902"/>
                </a:lnTo>
                <a:lnTo>
                  <a:pt x="16540596" y="1477923"/>
                </a:lnTo>
                <a:lnTo>
                  <a:pt x="16541140" y="1486970"/>
                </a:lnTo>
                <a:lnTo>
                  <a:pt x="16547915" y="1492226"/>
                </a:lnTo>
                <a:lnTo>
                  <a:pt x="16553467" y="1495081"/>
                </a:lnTo>
                <a:lnTo>
                  <a:pt x="16559633" y="1495782"/>
                </a:lnTo>
                <a:lnTo>
                  <a:pt x="16565659" y="1494366"/>
                </a:lnTo>
                <a:lnTo>
                  <a:pt x="16570794" y="1490865"/>
                </a:lnTo>
                <a:lnTo>
                  <a:pt x="16576710" y="1484960"/>
                </a:lnTo>
                <a:lnTo>
                  <a:pt x="16576050" y="1475923"/>
                </a:lnTo>
                <a:lnTo>
                  <a:pt x="16570872" y="1471902"/>
                </a:lnTo>
                <a:lnTo>
                  <a:pt x="16546386" y="1471892"/>
                </a:lnTo>
                <a:lnTo>
                  <a:pt x="16570859" y="1471892"/>
                </a:lnTo>
                <a:lnTo>
                  <a:pt x="16569254" y="1470646"/>
                </a:lnTo>
                <a:lnTo>
                  <a:pt x="16566396" y="1468332"/>
                </a:lnTo>
                <a:lnTo>
                  <a:pt x="16562689" y="1467180"/>
                </a:lnTo>
                <a:lnTo>
                  <a:pt x="16554407" y="1466981"/>
                </a:lnTo>
                <a:close/>
              </a:path>
              <a:path w="19972020" h="6361430" extrusionOk="0">
                <a:moveTo>
                  <a:pt x="1870613" y="1049266"/>
                </a:moveTo>
                <a:lnTo>
                  <a:pt x="1867252" y="1050135"/>
                </a:lnTo>
                <a:lnTo>
                  <a:pt x="1864393" y="1051842"/>
                </a:lnTo>
                <a:lnTo>
                  <a:pt x="1856907" y="1056418"/>
                </a:lnTo>
                <a:lnTo>
                  <a:pt x="1855168" y="1065391"/>
                </a:lnTo>
                <a:lnTo>
                  <a:pt x="1860184" y="1071925"/>
                </a:lnTo>
                <a:lnTo>
                  <a:pt x="1864854" y="1075891"/>
                </a:lnTo>
                <a:lnTo>
                  <a:pt x="1870657" y="1077901"/>
                </a:lnTo>
                <a:lnTo>
                  <a:pt x="1876873" y="1077827"/>
                </a:lnTo>
                <a:lnTo>
                  <a:pt x="1882780" y="1075537"/>
                </a:lnTo>
                <a:lnTo>
                  <a:pt x="1890131" y="1070972"/>
                </a:lnTo>
                <a:lnTo>
                  <a:pt x="1891869" y="1062114"/>
                </a:lnTo>
                <a:lnTo>
                  <a:pt x="1886853" y="1055580"/>
                </a:lnTo>
                <a:lnTo>
                  <a:pt x="1883764" y="1051591"/>
                </a:lnTo>
                <a:lnTo>
                  <a:pt x="1878885" y="1049454"/>
                </a:lnTo>
                <a:lnTo>
                  <a:pt x="1870613" y="1049266"/>
                </a:lnTo>
                <a:close/>
              </a:path>
              <a:path w="19972020" h="6361430" extrusionOk="0">
                <a:moveTo>
                  <a:pt x="5270017" y="1114761"/>
                </a:moveTo>
                <a:lnTo>
                  <a:pt x="5264876" y="1117023"/>
                </a:lnTo>
                <a:lnTo>
                  <a:pt x="5261546" y="1121086"/>
                </a:lnTo>
                <a:lnTo>
                  <a:pt x="5256541" y="1127630"/>
                </a:lnTo>
                <a:lnTo>
                  <a:pt x="5258279" y="1136572"/>
                </a:lnTo>
                <a:lnTo>
                  <a:pt x="5265620" y="1141138"/>
                </a:lnTo>
                <a:lnTo>
                  <a:pt x="5271522" y="1143415"/>
                </a:lnTo>
                <a:lnTo>
                  <a:pt x="5277725" y="1143483"/>
                </a:lnTo>
                <a:lnTo>
                  <a:pt x="5283514" y="1141470"/>
                </a:lnTo>
                <a:lnTo>
                  <a:pt x="5288174" y="1137504"/>
                </a:lnTo>
                <a:lnTo>
                  <a:pt x="5293305" y="1130981"/>
                </a:lnTo>
                <a:lnTo>
                  <a:pt x="5291441" y="1122039"/>
                </a:lnTo>
                <a:lnTo>
                  <a:pt x="5281472" y="1115861"/>
                </a:lnTo>
                <a:lnTo>
                  <a:pt x="5278425" y="1114960"/>
                </a:lnTo>
                <a:lnTo>
                  <a:pt x="5270017" y="1114761"/>
                </a:lnTo>
                <a:close/>
              </a:path>
              <a:path w="19972020" h="6361430" extrusionOk="0">
                <a:moveTo>
                  <a:pt x="16730715" y="1296159"/>
                </a:moveTo>
                <a:lnTo>
                  <a:pt x="16726265" y="1297593"/>
                </a:lnTo>
                <a:lnTo>
                  <a:pt x="16722967" y="1300714"/>
                </a:lnTo>
                <a:lnTo>
                  <a:pt x="16716925" y="1306389"/>
                </a:lnTo>
                <a:lnTo>
                  <a:pt x="16717061" y="1315541"/>
                </a:lnTo>
                <a:lnTo>
                  <a:pt x="16723574" y="1321038"/>
                </a:lnTo>
                <a:lnTo>
                  <a:pt x="16729022" y="1324085"/>
                </a:lnTo>
                <a:lnTo>
                  <a:pt x="16735120" y="1325015"/>
                </a:lnTo>
                <a:lnTo>
                  <a:pt x="16741157" y="1323855"/>
                </a:lnTo>
                <a:lnTo>
                  <a:pt x="16746422" y="1320629"/>
                </a:lnTo>
                <a:lnTo>
                  <a:pt x="16752589" y="1314839"/>
                </a:lnTo>
                <a:lnTo>
                  <a:pt x="16752327" y="1305687"/>
                </a:lnTo>
                <a:lnTo>
                  <a:pt x="16742956" y="1297625"/>
                </a:lnTo>
                <a:lnTo>
                  <a:pt x="16739124" y="1296358"/>
                </a:lnTo>
                <a:lnTo>
                  <a:pt x="16730715" y="1296159"/>
                </a:lnTo>
                <a:close/>
              </a:path>
              <a:path w="19972020" h="6361430" extrusionOk="0">
                <a:moveTo>
                  <a:pt x="16722967" y="1300599"/>
                </a:moveTo>
                <a:close/>
              </a:path>
              <a:path w="19972020" h="6361430" extrusionOk="0">
                <a:moveTo>
                  <a:pt x="2089653" y="923123"/>
                </a:moveTo>
                <a:lnTo>
                  <a:pt x="2086565" y="923772"/>
                </a:lnTo>
                <a:lnTo>
                  <a:pt x="2076115" y="929458"/>
                </a:lnTo>
                <a:lnTo>
                  <a:pt x="2073717" y="938180"/>
                </a:lnTo>
                <a:lnTo>
                  <a:pt x="2078313" y="945060"/>
                </a:lnTo>
                <a:lnTo>
                  <a:pt x="2082652" y="949258"/>
                </a:lnTo>
                <a:lnTo>
                  <a:pt x="2088286" y="951592"/>
                </a:lnTo>
                <a:lnTo>
                  <a:pt x="2094506" y="951891"/>
                </a:lnTo>
                <a:lnTo>
                  <a:pt x="2100606" y="949981"/>
                </a:lnTo>
                <a:lnTo>
                  <a:pt x="2100470" y="949855"/>
                </a:lnTo>
                <a:lnTo>
                  <a:pt x="2108208" y="945761"/>
                </a:lnTo>
                <a:lnTo>
                  <a:pt x="2110606" y="936913"/>
                </a:lnTo>
                <a:lnTo>
                  <a:pt x="2103067" y="925814"/>
                </a:lnTo>
                <a:lnTo>
                  <a:pt x="2097925" y="923322"/>
                </a:lnTo>
                <a:lnTo>
                  <a:pt x="2089653" y="923123"/>
                </a:lnTo>
                <a:close/>
              </a:path>
              <a:path w="19972020" h="6361430" extrusionOk="0">
                <a:moveTo>
                  <a:pt x="5051008" y="988755"/>
                </a:moveTo>
                <a:lnTo>
                  <a:pt x="5045469" y="991236"/>
                </a:lnTo>
                <a:lnTo>
                  <a:pt x="5037784" y="1002566"/>
                </a:lnTo>
                <a:lnTo>
                  <a:pt x="5040192" y="1011414"/>
                </a:lnTo>
                <a:lnTo>
                  <a:pt x="5047951" y="1015508"/>
                </a:lnTo>
                <a:lnTo>
                  <a:pt x="5053983" y="1017440"/>
                </a:lnTo>
                <a:lnTo>
                  <a:pt x="5060166" y="1017179"/>
                </a:lnTo>
                <a:lnTo>
                  <a:pt x="5065787" y="1014879"/>
                </a:lnTo>
                <a:lnTo>
                  <a:pt x="5070128" y="1010691"/>
                </a:lnTo>
                <a:lnTo>
                  <a:pt x="5074735" y="1003917"/>
                </a:lnTo>
                <a:lnTo>
                  <a:pt x="5072191" y="995079"/>
                </a:lnTo>
                <a:lnTo>
                  <a:pt x="5062076" y="989613"/>
                </a:lnTo>
                <a:lnTo>
                  <a:pt x="5059427" y="988954"/>
                </a:lnTo>
                <a:lnTo>
                  <a:pt x="5051008" y="988755"/>
                </a:lnTo>
                <a:close/>
              </a:path>
              <a:path w="19972020" h="6361430" extrusionOk="0">
                <a:moveTo>
                  <a:pt x="4822795" y="876182"/>
                </a:moveTo>
                <a:lnTo>
                  <a:pt x="4816963" y="879125"/>
                </a:lnTo>
                <a:lnTo>
                  <a:pt x="4809927" y="891187"/>
                </a:lnTo>
                <a:lnTo>
                  <a:pt x="4813141" y="899941"/>
                </a:lnTo>
                <a:lnTo>
                  <a:pt x="4821047" y="903564"/>
                </a:lnTo>
                <a:lnTo>
                  <a:pt x="4827275" y="905106"/>
                </a:lnTo>
                <a:lnTo>
                  <a:pt x="4833442" y="904421"/>
                </a:lnTo>
                <a:lnTo>
                  <a:pt x="4838867" y="901716"/>
                </a:lnTo>
                <a:lnTo>
                  <a:pt x="4842868" y="897197"/>
                </a:lnTo>
                <a:lnTo>
                  <a:pt x="4846952" y="890161"/>
                </a:lnTo>
                <a:lnTo>
                  <a:pt x="4843737" y="881543"/>
                </a:lnTo>
                <a:lnTo>
                  <a:pt x="4833591" y="876915"/>
                </a:lnTo>
                <a:lnTo>
                  <a:pt x="4831203" y="876381"/>
                </a:lnTo>
                <a:lnTo>
                  <a:pt x="4822795" y="876182"/>
                </a:lnTo>
                <a:close/>
              </a:path>
              <a:path w="19972020" h="6361430" extrusionOk="0">
                <a:moveTo>
                  <a:pt x="2318421" y="811472"/>
                </a:moveTo>
                <a:lnTo>
                  <a:pt x="2315730" y="812006"/>
                </a:lnTo>
                <a:lnTo>
                  <a:pt x="2313301" y="813011"/>
                </a:lnTo>
                <a:lnTo>
                  <a:pt x="2305301" y="816624"/>
                </a:lnTo>
                <a:lnTo>
                  <a:pt x="2301982" y="825210"/>
                </a:lnTo>
                <a:lnTo>
                  <a:pt x="2306045" y="832309"/>
                </a:lnTo>
                <a:lnTo>
                  <a:pt x="2309950" y="836816"/>
                </a:lnTo>
                <a:lnTo>
                  <a:pt x="2315323" y="839559"/>
                </a:lnTo>
                <a:lnTo>
                  <a:pt x="2321484" y="840321"/>
                </a:lnTo>
                <a:lnTo>
                  <a:pt x="2327751" y="838885"/>
                </a:lnTo>
                <a:lnTo>
                  <a:pt x="2335740" y="835262"/>
                </a:lnTo>
                <a:lnTo>
                  <a:pt x="2339070" y="826676"/>
                </a:lnTo>
                <a:lnTo>
                  <a:pt x="2334997" y="819577"/>
                </a:lnTo>
                <a:lnTo>
                  <a:pt x="2332337" y="814645"/>
                </a:lnTo>
                <a:lnTo>
                  <a:pt x="2326693" y="811671"/>
                </a:lnTo>
                <a:lnTo>
                  <a:pt x="2318421" y="811472"/>
                </a:lnTo>
                <a:close/>
              </a:path>
              <a:path w="19972020" h="6361430" extrusionOk="0">
                <a:moveTo>
                  <a:pt x="16914961" y="1132038"/>
                </a:moveTo>
                <a:lnTo>
                  <a:pt x="16910794" y="1133368"/>
                </a:lnTo>
                <a:lnTo>
                  <a:pt x="16907506" y="1136028"/>
                </a:lnTo>
                <a:lnTo>
                  <a:pt x="16901066" y="1141567"/>
                </a:lnTo>
                <a:lnTo>
                  <a:pt x="16900920" y="1150708"/>
                </a:lnTo>
                <a:lnTo>
                  <a:pt x="16907024" y="1156435"/>
                </a:lnTo>
                <a:lnTo>
                  <a:pt x="16912342" y="1159692"/>
                </a:lnTo>
                <a:lnTo>
                  <a:pt x="16918432" y="1160866"/>
                </a:lnTo>
                <a:lnTo>
                  <a:pt x="16924561" y="1159930"/>
                </a:lnTo>
                <a:lnTo>
                  <a:pt x="16929997" y="1156854"/>
                </a:lnTo>
                <a:lnTo>
                  <a:pt x="16936427" y="1151305"/>
                </a:lnTo>
                <a:lnTo>
                  <a:pt x="16936573" y="1142174"/>
                </a:lnTo>
                <a:lnTo>
                  <a:pt x="16930469" y="1136447"/>
                </a:lnTo>
                <a:lnTo>
                  <a:pt x="16927348" y="1133640"/>
                </a:lnTo>
                <a:lnTo>
                  <a:pt x="16923244" y="1132237"/>
                </a:lnTo>
                <a:lnTo>
                  <a:pt x="16914961" y="1132038"/>
                </a:lnTo>
                <a:close/>
              </a:path>
              <a:path w="19972020" h="6361430" extrusionOk="0">
                <a:moveTo>
                  <a:pt x="4585986" y="778604"/>
                </a:moveTo>
                <a:lnTo>
                  <a:pt x="4579745" y="782018"/>
                </a:lnTo>
                <a:lnTo>
                  <a:pt x="4577169" y="787661"/>
                </a:lnTo>
                <a:lnTo>
                  <a:pt x="4573745" y="794939"/>
                </a:lnTo>
                <a:lnTo>
                  <a:pt x="4577630" y="803462"/>
                </a:lnTo>
                <a:lnTo>
                  <a:pt x="4594017" y="809535"/>
                </a:lnTo>
                <a:lnTo>
                  <a:pt x="4603598" y="806080"/>
                </a:lnTo>
                <a:lnTo>
                  <a:pt x="4607022" y="798802"/>
                </a:lnTo>
                <a:lnTo>
                  <a:pt x="4610446" y="791410"/>
                </a:lnTo>
                <a:lnTo>
                  <a:pt x="4606561" y="783002"/>
                </a:lnTo>
                <a:lnTo>
                  <a:pt x="4598362" y="779955"/>
                </a:lnTo>
                <a:lnTo>
                  <a:pt x="4596394" y="779201"/>
                </a:lnTo>
                <a:lnTo>
                  <a:pt x="4594394" y="778803"/>
                </a:lnTo>
                <a:lnTo>
                  <a:pt x="4585986" y="778604"/>
                </a:lnTo>
                <a:close/>
              </a:path>
              <a:path w="19972020" h="6361430" extrusionOk="0">
                <a:moveTo>
                  <a:pt x="2557817" y="718941"/>
                </a:moveTo>
                <a:lnTo>
                  <a:pt x="2555681" y="719245"/>
                </a:lnTo>
                <a:lnTo>
                  <a:pt x="2553650" y="719904"/>
                </a:lnTo>
                <a:lnTo>
                  <a:pt x="2545294" y="722805"/>
                </a:lnTo>
                <a:lnTo>
                  <a:pt x="2541032" y="731129"/>
                </a:lnTo>
                <a:lnTo>
                  <a:pt x="2544289" y="738438"/>
                </a:lnTo>
                <a:lnTo>
                  <a:pt x="2547409" y="745872"/>
                </a:lnTo>
                <a:lnTo>
                  <a:pt x="2556770" y="749652"/>
                </a:lnTo>
                <a:lnTo>
                  <a:pt x="2565136" y="746888"/>
                </a:lnTo>
                <a:lnTo>
                  <a:pt x="2573503" y="743998"/>
                </a:lnTo>
                <a:lnTo>
                  <a:pt x="2577754" y="735789"/>
                </a:lnTo>
                <a:lnTo>
                  <a:pt x="2574508" y="728229"/>
                </a:lnTo>
                <a:lnTo>
                  <a:pt x="2572131" y="722606"/>
                </a:lnTo>
                <a:lnTo>
                  <a:pt x="2566236" y="719140"/>
                </a:lnTo>
                <a:lnTo>
                  <a:pt x="2557817" y="718941"/>
                </a:lnTo>
                <a:close/>
              </a:path>
              <a:path w="19972020" h="6361430" extrusionOk="0">
                <a:moveTo>
                  <a:pt x="4341334" y="697811"/>
                </a:moveTo>
                <a:lnTo>
                  <a:pt x="4334800" y="701695"/>
                </a:lnTo>
                <a:lnTo>
                  <a:pt x="4332486" y="707926"/>
                </a:lnTo>
                <a:lnTo>
                  <a:pt x="4329721" y="715465"/>
                </a:lnTo>
                <a:lnTo>
                  <a:pt x="4334423" y="723527"/>
                </a:lnTo>
                <a:lnTo>
                  <a:pt x="4351375" y="728438"/>
                </a:lnTo>
                <a:lnTo>
                  <a:pt x="4360443" y="724375"/>
                </a:lnTo>
                <a:lnTo>
                  <a:pt x="4363333" y="716847"/>
                </a:lnTo>
                <a:lnTo>
                  <a:pt x="4366097" y="709318"/>
                </a:lnTo>
                <a:lnTo>
                  <a:pt x="4361396" y="701130"/>
                </a:lnTo>
                <a:lnTo>
                  <a:pt x="4352925" y="698680"/>
                </a:lnTo>
                <a:lnTo>
                  <a:pt x="4351469" y="698177"/>
                </a:lnTo>
                <a:lnTo>
                  <a:pt x="4349878" y="698010"/>
                </a:lnTo>
                <a:lnTo>
                  <a:pt x="4341334" y="697811"/>
                </a:lnTo>
                <a:close/>
              </a:path>
              <a:path w="19972020" h="6361430" extrusionOk="0">
                <a:moveTo>
                  <a:pt x="2806208" y="647624"/>
                </a:moveTo>
                <a:lnTo>
                  <a:pt x="2804742" y="647833"/>
                </a:lnTo>
                <a:lnTo>
                  <a:pt x="2803129" y="648147"/>
                </a:lnTo>
                <a:lnTo>
                  <a:pt x="2794522" y="650200"/>
                </a:lnTo>
                <a:lnTo>
                  <a:pt x="2789339" y="658147"/>
                </a:lnTo>
                <a:lnTo>
                  <a:pt x="2793957" y="673455"/>
                </a:lnTo>
                <a:lnTo>
                  <a:pt x="2802909" y="678063"/>
                </a:lnTo>
                <a:lnTo>
                  <a:pt x="2811516" y="675885"/>
                </a:lnTo>
                <a:lnTo>
                  <a:pt x="2820123" y="673832"/>
                </a:lnTo>
                <a:lnTo>
                  <a:pt x="2825296" y="666000"/>
                </a:lnTo>
                <a:lnTo>
                  <a:pt x="2822928" y="658147"/>
                </a:lnTo>
                <a:lnTo>
                  <a:pt x="2821034" y="652011"/>
                </a:lnTo>
                <a:lnTo>
                  <a:pt x="2814752" y="647833"/>
                </a:lnTo>
                <a:lnTo>
                  <a:pt x="2806208" y="647624"/>
                </a:lnTo>
                <a:close/>
              </a:path>
              <a:path w="19972020" h="6361430" extrusionOk="0">
                <a:moveTo>
                  <a:pt x="17107144" y="975132"/>
                </a:moveTo>
                <a:lnTo>
                  <a:pt x="17103102" y="976347"/>
                </a:lnTo>
                <a:lnTo>
                  <a:pt x="17099971" y="978881"/>
                </a:lnTo>
                <a:lnTo>
                  <a:pt x="17093270" y="984064"/>
                </a:lnTo>
                <a:lnTo>
                  <a:pt x="17092589" y="993184"/>
                </a:lnTo>
                <a:lnTo>
                  <a:pt x="17098422" y="999142"/>
                </a:lnTo>
                <a:lnTo>
                  <a:pt x="17103559" y="1002597"/>
                </a:lnTo>
                <a:lnTo>
                  <a:pt x="17109544" y="1004002"/>
                </a:lnTo>
                <a:lnTo>
                  <a:pt x="17115667" y="1003319"/>
                </a:lnTo>
                <a:lnTo>
                  <a:pt x="17121217" y="1000514"/>
                </a:lnTo>
                <a:lnTo>
                  <a:pt x="17128054" y="995215"/>
                </a:lnTo>
                <a:lnTo>
                  <a:pt x="17128735" y="986085"/>
                </a:lnTo>
                <a:lnTo>
                  <a:pt x="17122766" y="980127"/>
                </a:lnTo>
                <a:lnTo>
                  <a:pt x="17119657" y="976965"/>
                </a:lnTo>
                <a:lnTo>
                  <a:pt x="17115426" y="975321"/>
                </a:lnTo>
                <a:lnTo>
                  <a:pt x="17107144" y="975132"/>
                </a:lnTo>
                <a:close/>
              </a:path>
              <a:path w="19972020" h="6361430" extrusionOk="0">
                <a:moveTo>
                  <a:pt x="4089854" y="635258"/>
                </a:moveTo>
                <a:lnTo>
                  <a:pt x="4083038" y="639854"/>
                </a:lnTo>
                <a:lnTo>
                  <a:pt x="4081237" y="646566"/>
                </a:lnTo>
                <a:lnTo>
                  <a:pt x="4079132" y="654241"/>
                </a:lnTo>
                <a:lnTo>
                  <a:pt x="4084650" y="662084"/>
                </a:lnTo>
                <a:lnTo>
                  <a:pt x="4093278" y="663833"/>
                </a:lnTo>
                <a:lnTo>
                  <a:pt x="4102032" y="665707"/>
                </a:lnTo>
                <a:lnTo>
                  <a:pt x="4110733" y="660807"/>
                </a:lnTo>
                <a:lnTo>
                  <a:pt x="4112827" y="653131"/>
                </a:lnTo>
                <a:lnTo>
                  <a:pt x="4114796" y="645341"/>
                </a:lnTo>
                <a:lnTo>
                  <a:pt x="4109414" y="637624"/>
                </a:lnTo>
                <a:lnTo>
                  <a:pt x="4100660" y="635875"/>
                </a:lnTo>
                <a:lnTo>
                  <a:pt x="4099592" y="635603"/>
                </a:lnTo>
                <a:lnTo>
                  <a:pt x="4098535" y="635467"/>
                </a:lnTo>
                <a:lnTo>
                  <a:pt x="4089854" y="635258"/>
                </a:lnTo>
                <a:close/>
              </a:path>
              <a:path w="19972020" h="6361430" extrusionOk="0">
                <a:moveTo>
                  <a:pt x="3060472" y="599018"/>
                </a:moveTo>
                <a:lnTo>
                  <a:pt x="3059530" y="599227"/>
                </a:lnTo>
                <a:lnTo>
                  <a:pt x="3050682" y="600442"/>
                </a:lnTo>
                <a:lnTo>
                  <a:pt x="3044713" y="607782"/>
                </a:lnTo>
                <a:lnTo>
                  <a:pt x="3047457" y="623520"/>
                </a:lnTo>
                <a:lnTo>
                  <a:pt x="3055844" y="628818"/>
                </a:lnTo>
                <a:lnTo>
                  <a:pt x="3073540" y="626389"/>
                </a:lnTo>
                <a:lnTo>
                  <a:pt x="3079508" y="618934"/>
                </a:lnTo>
                <a:lnTo>
                  <a:pt x="3078011" y="611059"/>
                </a:lnTo>
                <a:lnTo>
                  <a:pt x="3076880" y="604149"/>
                </a:lnTo>
                <a:lnTo>
                  <a:pt x="3070084" y="599248"/>
                </a:lnTo>
                <a:lnTo>
                  <a:pt x="3060472" y="599018"/>
                </a:lnTo>
                <a:close/>
              </a:path>
              <a:path w="19972020" h="6361430" extrusionOk="0">
                <a:moveTo>
                  <a:pt x="3833244" y="592767"/>
                </a:moveTo>
                <a:lnTo>
                  <a:pt x="3825998" y="598055"/>
                </a:lnTo>
                <a:lnTo>
                  <a:pt x="3824847" y="605395"/>
                </a:lnTo>
                <a:lnTo>
                  <a:pt x="3823684" y="613321"/>
                </a:lnTo>
                <a:lnTo>
                  <a:pt x="3829737" y="620588"/>
                </a:lnTo>
                <a:lnTo>
                  <a:pt x="3847432" y="622661"/>
                </a:lnTo>
                <a:lnTo>
                  <a:pt x="3855746" y="617164"/>
                </a:lnTo>
                <a:lnTo>
                  <a:pt x="3858092" y="601437"/>
                </a:lnTo>
                <a:lnTo>
                  <a:pt x="3852029" y="594275"/>
                </a:lnTo>
                <a:lnTo>
                  <a:pt x="3843108" y="593123"/>
                </a:lnTo>
                <a:lnTo>
                  <a:pt x="3842584" y="592987"/>
                </a:lnTo>
                <a:lnTo>
                  <a:pt x="3833244" y="592767"/>
                </a:lnTo>
                <a:close/>
              </a:path>
              <a:path w="19972020" h="6361430" extrusionOk="0">
                <a:moveTo>
                  <a:pt x="3320181" y="573794"/>
                </a:moveTo>
                <a:lnTo>
                  <a:pt x="3311218" y="574296"/>
                </a:lnTo>
                <a:lnTo>
                  <a:pt x="3304465" y="581144"/>
                </a:lnTo>
                <a:lnTo>
                  <a:pt x="3304904" y="588987"/>
                </a:lnTo>
                <a:lnTo>
                  <a:pt x="3305459" y="596955"/>
                </a:lnTo>
                <a:lnTo>
                  <a:pt x="3313166" y="603070"/>
                </a:lnTo>
                <a:lnTo>
                  <a:pt x="3330956" y="602065"/>
                </a:lnTo>
                <a:lnTo>
                  <a:pt x="3337835" y="595343"/>
                </a:lnTo>
                <a:lnTo>
                  <a:pt x="3337270" y="587374"/>
                </a:lnTo>
                <a:lnTo>
                  <a:pt x="3336820" y="579888"/>
                </a:lnTo>
                <a:lnTo>
                  <a:pt x="3329919" y="574024"/>
                </a:lnTo>
                <a:lnTo>
                  <a:pt x="3320181" y="573794"/>
                </a:lnTo>
                <a:close/>
              </a:path>
              <a:path w="19972020" h="6361430" extrusionOk="0">
                <a:moveTo>
                  <a:pt x="3573179" y="571804"/>
                </a:moveTo>
                <a:lnTo>
                  <a:pt x="3565786" y="577919"/>
                </a:lnTo>
                <a:lnTo>
                  <a:pt x="3565043" y="593803"/>
                </a:lnTo>
                <a:lnTo>
                  <a:pt x="3571922" y="600494"/>
                </a:lnTo>
                <a:lnTo>
                  <a:pt x="3589796" y="601164"/>
                </a:lnTo>
                <a:lnTo>
                  <a:pt x="3597461" y="594934"/>
                </a:lnTo>
                <a:lnTo>
                  <a:pt x="3597702" y="587102"/>
                </a:lnTo>
                <a:lnTo>
                  <a:pt x="3598204" y="579155"/>
                </a:lnTo>
                <a:lnTo>
                  <a:pt x="3591189" y="572349"/>
                </a:lnTo>
                <a:lnTo>
                  <a:pt x="3582121" y="572013"/>
                </a:lnTo>
                <a:lnTo>
                  <a:pt x="3573179" y="571804"/>
                </a:lnTo>
                <a:close/>
              </a:path>
              <a:path w="19972020" h="6361430" extrusionOk="0">
                <a:moveTo>
                  <a:pt x="17307232" y="826477"/>
                </a:moveTo>
                <a:lnTo>
                  <a:pt x="17303462" y="827451"/>
                </a:lnTo>
                <a:lnTo>
                  <a:pt x="17300332" y="829639"/>
                </a:lnTo>
                <a:lnTo>
                  <a:pt x="17293379" y="834571"/>
                </a:lnTo>
                <a:lnTo>
                  <a:pt x="17292164" y="843681"/>
                </a:lnTo>
                <a:lnTo>
                  <a:pt x="17297850" y="849879"/>
                </a:lnTo>
                <a:lnTo>
                  <a:pt x="17302760" y="853540"/>
                </a:lnTo>
                <a:lnTo>
                  <a:pt x="17308651" y="855191"/>
                </a:lnTo>
                <a:lnTo>
                  <a:pt x="17314801" y="854733"/>
                </a:lnTo>
                <a:lnTo>
                  <a:pt x="17320488" y="852068"/>
                </a:lnTo>
                <a:lnTo>
                  <a:pt x="17327451" y="847136"/>
                </a:lnTo>
                <a:lnTo>
                  <a:pt x="17328655" y="838131"/>
                </a:lnTo>
                <a:lnTo>
                  <a:pt x="17323106" y="831943"/>
                </a:lnTo>
                <a:lnTo>
                  <a:pt x="17319996" y="828435"/>
                </a:lnTo>
                <a:lnTo>
                  <a:pt x="17315514" y="826665"/>
                </a:lnTo>
                <a:lnTo>
                  <a:pt x="17307232" y="826477"/>
                </a:lnTo>
                <a:close/>
              </a:path>
              <a:path w="19972020" h="6361430" extrusionOk="0">
                <a:moveTo>
                  <a:pt x="17515205" y="686544"/>
                </a:moveTo>
                <a:lnTo>
                  <a:pt x="17511707" y="687413"/>
                </a:lnTo>
                <a:lnTo>
                  <a:pt x="17508713" y="689246"/>
                </a:lnTo>
                <a:lnTo>
                  <a:pt x="17501498" y="693947"/>
                </a:lnTo>
                <a:lnTo>
                  <a:pt x="17499750" y="702921"/>
                </a:lnTo>
                <a:lnTo>
                  <a:pt x="17505037" y="709339"/>
                </a:lnTo>
                <a:lnTo>
                  <a:pt x="17509786" y="713267"/>
                </a:lnTo>
                <a:lnTo>
                  <a:pt x="17515618" y="715195"/>
                </a:lnTo>
                <a:lnTo>
                  <a:pt x="17521812" y="715038"/>
                </a:lnTo>
                <a:lnTo>
                  <a:pt x="17527644" y="712711"/>
                </a:lnTo>
                <a:lnTo>
                  <a:pt x="17534869" y="708030"/>
                </a:lnTo>
                <a:lnTo>
                  <a:pt x="17536597" y="699036"/>
                </a:lnTo>
                <a:lnTo>
                  <a:pt x="17531319" y="692628"/>
                </a:lnTo>
                <a:lnTo>
                  <a:pt x="17528230" y="688753"/>
                </a:lnTo>
                <a:lnTo>
                  <a:pt x="17523477" y="686743"/>
                </a:lnTo>
                <a:lnTo>
                  <a:pt x="17515205" y="686544"/>
                </a:lnTo>
                <a:close/>
              </a:path>
              <a:path w="19972020" h="6361430" extrusionOk="0">
                <a:moveTo>
                  <a:pt x="17731156" y="556297"/>
                </a:moveTo>
                <a:lnTo>
                  <a:pt x="17727942" y="557061"/>
                </a:lnTo>
                <a:lnTo>
                  <a:pt x="17717471" y="562988"/>
                </a:lnTo>
                <a:lnTo>
                  <a:pt x="17715345" y="571846"/>
                </a:lnTo>
                <a:lnTo>
                  <a:pt x="17720214" y="578600"/>
                </a:lnTo>
                <a:lnTo>
                  <a:pt x="17724650" y="582686"/>
                </a:lnTo>
                <a:lnTo>
                  <a:pt x="17730345" y="584877"/>
                </a:lnTo>
                <a:lnTo>
                  <a:pt x="17736550" y="585011"/>
                </a:lnTo>
                <a:lnTo>
                  <a:pt x="17742517" y="582924"/>
                </a:lnTo>
                <a:lnTo>
                  <a:pt x="17749993" y="578600"/>
                </a:lnTo>
                <a:lnTo>
                  <a:pt x="17752266" y="569741"/>
                </a:lnTo>
                <a:lnTo>
                  <a:pt x="17744444" y="558873"/>
                </a:lnTo>
                <a:lnTo>
                  <a:pt x="17739439" y="556496"/>
                </a:lnTo>
                <a:lnTo>
                  <a:pt x="17731156" y="556297"/>
                </a:lnTo>
                <a:close/>
              </a:path>
              <a:path w="19972020" h="6361430" extrusionOk="0">
                <a:moveTo>
                  <a:pt x="17954689" y="436918"/>
                </a:moveTo>
                <a:lnTo>
                  <a:pt x="17951862" y="437452"/>
                </a:lnTo>
                <a:lnTo>
                  <a:pt x="17941422" y="442667"/>
                </a:lnTo>
                <a:lnTo>
                  <a:pt x="17938626" y="451515"/>
                </a:lnTo>
                <a:lnTo>
                  <a:pt x="17943087" y="458373"/>
                </a:lnTo>
                <a:lnTo>
                  <a:pt x="17947249" y="462722"/>
                </a:lnTo>
                <a:lnTo>
                  <a:pt x="17952769" y="465191"/>
                </a:lnTo>
                <a:lnTo>
                  <a:pt x="17958950" y="465628"/>
                </a:lnTo>
                <a:lnTo>
                  <a:pt x="17965097" y="463881"/>
                </a:lnTo>
                <a:lnTo>
                  <a:pt x="17972814" y="460027"/>
                </a:lnTo>
                <a:lnTo>
                  <a:pt x="17975620" y="451190"/>
                </a:lnTo>
                <a:lnTo>
                  <a:pt x="17971285" y="444321"/>
                </a:lnTo>
                <a:lnTo>
                  <a:pt x="17968343" y="439735"/>
                </a:lnTo>
                <a:lnTo>
                  <a:pt x="17963086" y="437117"/>
                </a:lnTo>
                <a:lnTo>
                  <a:pt x="17954689" y="436918"/>
                </a:lnTo>
                <a:close/>
              </a:path>
              <a:path w="19972020" h="6361430" extrusionOk="0">
                <a:moveTo>
                  <a:pt x="18185854" y="329246"/>
                </a:moveTo>
                <a:lnTo>
                  <a:pt x="18183310" y="329665"/>
                </a:lnTo>
                <a:lnTo>
                  <a:pt x="18180870" y="330785"/>
                </a:lnTo>
                <a:lnTo>
                  <a:pt x="18172755" y="334283"/>
                </a:lnTo>
                <a:lnTo>
                  <a:pt x="18188795" y="358090"/>
                </a:lnTo>
                <a:lnTo>
                  <a:pt x="18195058" y="356648"/>
                </a:lnTo>
                <a:lnTo>
                  <a:pt x="18194922" y="356648"/>
                </a:lnTo>
                <a:lnTo>
                  <a:pt x="18203037" y="353151"/>
                </a:lnTo>
                <a:lnTo>
                  <a:pt x="18206367" y="344565"/>
                </a:lnTo>
                <a:lnTo>
                  <a:pt x="18202451" y="337476"/>
                </a:lnTo>
                <a:lnTo>
                  <a:pt x="18199791" y="332419"/>
                </a:lnTo>
                <a:lnTo>
                  <a:pt x="18194137" y="329445"/>
                </a:lnTo>
                <a:lnTo>
                  <a:pt x="18185854" y="329246"/>
                </a:lnTo>
                <a:close/>
              </a:path>
              <a:path w="19972020" h="6361430" extrusionOk="0">
                <a:moveTo>
                  <a:pt x="18424119" y="234547"/>
                </a:moveTo>
                <a:lnTo>
                  <a:pt x="18421994" y="234861"/>
                </a:lnTo>
                <a:lnTo>
                  <a:pt x="18419826" y="235626"/>
                </a:lnTo>
                <a:lnTo>
                  <a:pt x="18411586" y="238652"/>
                </a:lnTo>
                <a:lnTo>
                  <a:pt x="18407596" y="247102"/>
                </a:lnTo>
                <a:lnTo>
                  <a:pt x="18414371" y="261730"/>
                </a:lnTo>
                <a:lnTo>
                  <a:pt x="18423742" y="265279"/>
                </a:lnTo>
                <a:lnTo>
                  <a:pt x="18440349" y="259269"/>
                </a:lnTo>
                <a:lnTo>
                  <a:pt x="18444349" y="250819"/>
                </a:lnTo>
                <a:lnTo>
                  <a:pt x="18438444" y="238086"/>
                </a:lnTo>
                <a:lnTo>
                  <a:pt x="18432548" y="234631"/>
                </a:lnTo>
                <a:lnTo>
                  <a:pt x="18426402" y="234600"/>
                </a:lnTo>
                <a:lnTo>
                  <a:pt x="18424119" y="234547"/>
                </a:lnTo>
                <a:close/>
              </a:path>
              <a:path w="19972020" h="6361430" extrusionOk="0">
                <a:moveTo>
                  <a:pt x="18669054" y="154016"/>
                </a:moveTo>
                <a:lnTo>
                  <a:pt x="18667316" y="154215"/>
                </a:lnTo>
                <a:lnTo>
                  <a:pt x="18656940" y="157293"/>
                </a:lnTo>
                <a:lnTo>
                  <a:pt x="18652290" y="165366"/>
                </a:lnTo>
                <a:lnTo>
                  <a:pt x="18657987" y="180465"/>
                </a:lnTo>
                <a:lnTo>
                  <a:pt x="18667075" y="184591"/>
                </a:lnTo>
                <a:lnTo>
                  <a:pt x="18684059" y="179533"/>
                </a:lnTo>
                <a:lnTo>
                  <a:pt x="18688708" y="171460"/>
                </a:lnTo>
                <a:lnTo>
                  <a:pt x="18685860" y="163911"/>
                </a:lnTo>
                <a:lnTo>
                  <a:pt x="18683640" y="157921"/>
                </a:lnTo>
                <a:lnTo>
                  <a:pt x="18677599" y="154215"/>
                </a:lnTo>
                <a:lnTo>
                  <a:pt x="18669054" y="154016"/>
                </a:lnTo>
                <a:close/>
              </a:path>
              <a:path w="19972020" h="6361430" extrusionOk="0">
                <a:moveTo>
                  <a:pt x="18919801" y="88939"/>
                </a:moveTo>
                <a:lnTo>
                  <a:pt x="18918199" y="89012"/>
                </a:lnTo>
                <a:lnTo>
                  <a:pt x="18916722" y="89337"/>
                </a:lnTo>
                <a:lnTo>
                  <a:pt x="18908115" y="91389"/>
                </a:lnTo>
                <a:lnTo>
                  <a:pt x="18902796" y="99096"/>
                </a:lnTo>
                <a:lnTo>
                  <a:pt x="18905110" y="106876"/>
                </a:lnTo>
                <a:lnTo>
                  <a:pt x="18907277" y="114520"/>
                </a:lnTo>
                <a:lnTo>
                  <a:pt x="18916084" y="119231"/>
                </a:lnTo>
                <a:lnTo>
                  <a:pt x="18933434" y="115378"/>
                </a:lnTo>
                <a:lnTo>
                  <a:pt x="18938606" y="107546"/>
                </a:lnTo>
                <a:lnTo>
                  <a:pt x="18936439" y="99777"/>
                </a:lnTo>
                <a:lnTo>
                  <a:pt x="18934617" y="93442"/>
                </a:lnTo>
                <a:lnTo>
                  <a:pt x="18928209" y="89138"/>
                </a:lnTo>
                <a:lnTo>
                  <a:pt x="18919801" y="88939"/>
                </a:lnTo>
                <a:close/>
              </a:path>
              <a:path w="19972020" h="6361430" extrusionOk="0">
                <a:moveTo>
                  <a:pt x="19174987" y="40469"/>
                </a:moveTo>
                <a:lnTo>
                  <a:pt x="19173908" y="40553"/>
                </a:lnTo>
                <a:lnTo>
                  <a:pt x="19172851" y="40763"/>
                </a:lnTo>
                <a:lnTo>
                  <a:pt x="19164128" y="42113"/>
                </a:lnTo>
                <a:lnTo>
                  <a:pt x="19158160" y="49569"/>
                </a:lnTo>
                <a:lnTo>
                  <a:pt x="19159668" y="57317"/>
                </a:lnTo>
                <a:lnTo>
                  <a:pt x="19161291" y="65181"/>
                </a:lnTo>
                <a:lnTo>
                  <a:pt x="19169678" y="70490"/>
                </a:lnTo>
                <a:lnTo>
                  <a:pt x="19178411" y="69160"/>
                </a:lnTo>
                <a:lnTo>
                  <a:pt x="19187258" y="67694"/>
                </a:lnTo>
                <a:lnTo>
                  <a:pt x="19193091" y="60239"/>
                </a:lnTo>
                <a:lnTo>
                  <a:pt x="19191593" y="52480"/>
                </a:lnTo>
                <a:lnTo>
                  <a:pt x="19190326" y="45569"/>
                </a:lnTo>
                <a:lnTo>
                  <a:pt x="19183657" y="40668"/>
                </a:lnTo>
                <a:lnTo>
                  <a:pt x="19174987" y="40469"/>
                </a:lnTo>
                <a:close/>
              </a:path>
              <a:path w="19972020" h="6361430" extrusionOk="0">
                <a:moveTo>
                  <a:pt x="19432581" y="9968"/>
                </a:moveTo>
                <a:lnTo>
                  <a:pt x="19423618" y="10711"/>
                </a:lnTo>
                <a:lnTo>
                  <a:pt x="19416990" y="17674"/>
                </a:lnTo>
                <a:lnTo>
                  <a:pt x="19418655" y="33496"/>
                </a:lnTo>
                <a:lnTo>
                  <a:pt x="19426487" y="39391"/>
                </a:lnTo>
                <a:lnTo>
                  <a:pt x="19444298" y="37904"/>
                </a:lnTo>
                <a:lnTo>
                  <a:pt x="19450926" y="30930"/>
                </a:lnTo>
                <a:lnTo>
                  <a:pt x="19450088" y="22962"/>
                </a:lnTo>
                <a:lnTo>
                  <a:pt x="19449366" y="15716"/>
                </a:lnTo>
                <a:lnTo>
                  <a:pt x="19442455" y="10093"/>
                </a:lnTo>
                <a:lnTo>
                  <a:pt x="19438245" y="9989"/>
                </a:lnTo>
                <a:lnTo>
                  <a:pt x="19433115" y="9989"/>
                </a:lnTo>
                <a:lnTo>
                  <a:pt x="19432581" y="9968"/>
                </a:lnTo>
                <a:close/>
              </a:path>
              <a:path w="19972020" h="6361430" extrusionOk="0">
                <a:moveTo>
                  <a:pt x="19433785" y="9884"/>
                </a:moveTo>
                <a:lnTo>
                  <a:pt x="19433115" y="9989"/>
                </a:lnTo>
                <a:lnTo>
                  <a:pt x="19438245" y="9989"/>
                </a:lnTo>
                <a:lnTo>
                  <a:pt x="19433785" y="9884"/>
                </a:lnTo>
                <a:close/>
              </a:path>
              <a:path w="19972020" h="6361430" extrusionOk="0">
                <a:moveTo>
                  <a:pt x="19946523" y="12586"/>
                </a:moveTo>
                <a:lnTo>
                  <a:pt x="19939288" y="18229"/>
                </a:lnTo>
                <a:lnTo>
                  <a:pt x="19938398" y="25695"/>
                </a:lnTo>
                <a:lnTo>
                  <a:pt x="19937351" y="33622"/>
                </a:lnTo>
                <a:lnTo>
                  <a:pt x="19943822" y="40658"/>
                </a:lnTo>
                <a:lnTo>
                  <a:pt x="19952743" y="41464"/>
                </a:lnTo>
                <a:lnTo>
                  <a:pt x="19961664" y="42375"/>
                </a:lnTo>
                <a:lnTo>
                  <a:pt x="19969580" y="36627"/>
                </a:lnTo>
                <a:lnTo>
                  <a:pt x="19970491" y="28700"/>
                </a:lnTo>
                <a:lnTo>
                  <a:pt x="19971528" y="20889"/>
                </a:lnTo>
                <a:lnTo>
                  <a:pt x="19965057" y="13737"/>
                </a:lnTo>
                <a:lnTo>
                  <a:pt x="19956136" y="12931"/>
                </a:lnTo>
                <a:lnTo>
                  <a:pt x="19955738" y="12805"/>
                </a:lnTo>
                <a:lnTo>
                  <a:pt x="19946523" y="12586"/>
                </a:lnTo>
                <a:close/>
              </a:path>
              <a:path w="19972020" h="6361430" extrusionOk="0">
                <a:moveTo>
                  <a:pt x="19703235" y="28711"/>
                </a:moveTo>
                <a:lnTo>
                  <a:pt x="19694175" y="28711"/>
                </a:lnTo>
                <a:lnTo>
                  <a:pt x="19703128" y="28805"/>
                </a:lnTo>
                <a:close/>
              </a:path>
              <a:path w="19972020" h="6361430" extrusionOk="0">
                <a:moveTo>
                  <a:pt x="19694761" y="0"/>
                </a:moveTo>
                <a:lnTo>
                  <a:pt x="19685421" y="20"/>
                </a:lnTo>
                <a:lnTo>
                  <a:pt x="19678155" y="6376"/>
                </a:lnTo>
                <a:lnTo>
                  <a:pt x="19678081" y="22282"/>
                </a:lnTo>
                <a:lnTo>
                  <a:pt x="19685233" y="28753"/>
                </a:lnTo>
                <a:lnTo>
                  <a:pt x="19703235" y="28711"/>
                </a:lnTo>
                <a:lnTo>
                  <a:pt x="19710394" y="22449"/>
                </a:lnTo>
                <a:lnTo>
                  <a:pt x="19710593" y="6554"/>
                </a:lnTo>
                <a:lnTo>
                  <a:pt x="19703567" y="209"/>
                </a:lnTo>
                <a:lnTo>
                  <a:pt x="19694761" y="0"/>
                </a:lnTo>
                <a:close/>
              </a:path>
            </a:pathLst>
          </a:cu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9825" y="1022291"/>
            <a:ext cx="9777091" cy="3170796"/>
          </a:xfrm>
          <a:custGeom>
            <a:avLst/>
            <a:gdLst/>
            <a:ahLst/>
            <a:cxnLst/>
            <a:rect l="l" t="t" r="r" b="b"/>
            <a:pathLst>
              <a:path w="19842480" h="6435090" extrusionOk="0">
                <a:moveTo>
                  <a:pt x="11331026" y="6408014"/>
                </a:moveTo>
                <a:lnTo>
                  <a:pt x="11324178" y="6413909"/>
                </a:lnTo>
                <a:lnTo>
                  <a:pt x="11324011" y="6428621"/>
                </a:lnTo>
                <a:lnTo>
                  <a:pt x="11330503" y="6434599"/>
                </a:lnTo>
                <a:lnTo>
                  <a:pt x="11338756" y="6434672"/>
                </a:lnTo>
                <a:lnTo>
                  <a:pt x="11347282" y="6434672"/>
                </a:lnTo>
                <a:lnTo>
                  <a:pt x="11353769" y="6428966"/>
                </a:lnTo>
                <a:lnTo>
                  <a:pt x="11353989" y="6421615"/>
                </a:lnTo>
                <a:lnTo>
                  <a:pt x="11354073" y="6414380"/>
                </a:lnTo>
                <a:lnTo>
                  <a:pt x="11347581" y="6408401"/>
                </a:lnTo>
                <a:lnTo>
                  <a:pt x="11331026" y="6408014"/>
                </a:lnTo>
                <a:close/>
              </a:path>
              <a:path w="19842480" h="6435090" extrusionOk="0">
                <a:moveTo>
                  <a:pt x="11071579" y="6389920"/>
                </a:moveTo>
                <a:lnTo>
                  <a:pt x="11064888" y="6394988"/>
                </a:lnTo>
                <a:lnTo>
                  <a:pt x="11064008" y="6401962"/>
                </a:lnTo>
                <a:lnTo>
                  <a:pt x="11063129" y="6409187"/>
                </a:lnTo>
                <a:lnTo>
                  <a:pt x="11069076" y="6415731"/>
                </a:lnTo>
                <a:lnTo>
                  <a:pt x="11077338" y="6416527"/>
                </a:lnTo>
                <a:lnTo>
                  <a:pt x="11085453" y="6417427"/>
                </a:lnTo>
                <a:lnTo>
                  <a:pt x="11092824" y="6412150"/>
                </a:lnTo>
                <a:lnTo>
                  <a:pt x="11093704" y="6404810"/>
                </a:lnTo>
                <a:lnTo>
                  <a:pt x="11094719" y="6397585"/>
                </a:lnTo>
                <a:lnTo>
                  <a:pt x="11088772" y="6391041"/>
                </a:lnTo>
                <a:lnTo>
                  <a:pt x="11080521" y="6390130"/>
                </a:lnTo>
                <a:lnTo>
                  <a:pt x="11071579" y="6389920"/>
                </a:lnTo>
                <a:close/>
              </a:path>
              <a:path w="19842480" h="6435090" extrusionOk="0">
                <a:moveTo>
                  <a:pt x="11598767" y="6396642"/>
                </a:moveTo>
                <a:lnTo>
                  <a:pt x="11598233" y="6396747"/>
                </a:lnTo>
                <a:lnTo>
                  <a:pt x="11589929" y="6397386"/>
                </a:lnTo>
                <a:lnTo>
                  <a:pt x="11583867" y="6403773"/>
                </a:lnTo>
                <a:lnTo>
                  <a:pt x="11585291" y="6418401"/>
                </a:lnTo>
                <a:lnTo>
                  <a:pt x="11592474" y="6423793"/>
                </a:lnTo>
                <a:lnTo>
                  <a:pt x="11608944" y="6422526"/>
                </a:lnTo>
                <a:lnTo>
                  <a:pt x="11615007" y="6416139"/>
                </a:lnTo>
                <a:lnTo>
                  <a:pt x="11614306" y="6408757"/>
                </a:lnTo>
                <a:lnTo>
                  <a:pt x="11613698" y="6401983"/>
                </a:lnTo>
                <a:lnTo>
                  <a:pt x="11607447" y="6396852"/>
                </a:lnTo>
                <a:lnTo>
                  <a:pt x="11598767" y="6396642"/>
                </a:lnTo>
                <a:close/>
              </a:path>
              <a:path w="19842480" h="6435090" extrusionOk="0">
                <a:moveTo>
                  <a:pt x="10814634" y="6354424"/>
                </a:moveTo>
                <a:lnTo>
                  <a:pt x="10808079" y="6358895"/>
                </a:lnTo>
                <a:lnTo>
                  <a:pt x="10806686" y="6365272"/>
                </a:lnTo>
                <a:lnTo>
                  <a:pt x="10805147" y="6372486"/>
                </a:lnTo>
                <a:lnTo>
                  <a:pt x="10810403" y="6379491"/>
                </a:lnTo>
                <a:lnTo>
                  <a:pt x="10818382" y="6380863"/>
                </a:lnTo>
                <a:lnTo>
                  <a:pt x="10826476" y="6382360"/>
                </a:lnTo>
                <a:lnTo>
                  <a:pt x="10834361" y="6377680"/>
                </a:lnTo>
                <a:lnTo>
                  <a:pt x="10836047" y="6370476"/>
                </a:lnTo>
                <a:lnTo>
                  <a:pt x="10837596" y="6363272"/>
                </a:lnTo>
                <a:lnTo>
                  <a:pt x="10832340" y="6356267"/>
                </a:lnTo>
                <a:lnTo>
                  <a:pt x="10824225" y="6354885"/>
                </a:lnTo>
                <a:lnTo>
                  <a:pt x="10822497" y="6354612"/>
                </a:lnTo>
                <a:lnTo>
                  <a:pt x="10814634" y="6354424"/>
                </a:lnTo>
                <a:close/>
              </a:path>
              <a:path w="19842480" h="6435090" extrusionOk="0">
                <a:moveTo>
                  <a:pt x="11856937" y="6364497"/>
                </a:moveTo>
                <a:lnTo>
                  <a:pt x="11855733" y="6364591"/>
                </a:lnTo>
                <a:lnTo>
                  <a:pt x="11854654" y="6364811"/>
                </a:lnTo>
                <a:lnTo>
                  <a:pt x="11846602" y="6366277"/>
                </a:lnTo>
                <a:lnTo>
                  <a:pt x="11841325" y="6373156"/>
                </a:lnTo>
                <a:lnTo>
                  <a:pt x="11842843" y="6380433"/>
                </a:lnTo>
                <a:lnTo>
                  <a:pt x="11844497" y="6387596"/>
                </a:lnTo>
                <a:lnTo>
                  <a:pt x="11852372" y="6392287"/>
                </a:lnTo>
                <a:lnTo>
                  <a:pt x="11860424" y="6390936"/>
                </a:lnTo>
                <a:lnTo>
                  <a:pt x="11868476" y="6389470"/>
                </a:lnTo>
                <a:lnTo>
                  <a:pt x="11873774" y="6382465"/>
                </a:lnTo>
                <a:lnTo>
                  <a:pt x="11872235" y="6375303"/>
                </a:lnTo>
                <a:lnTo>
                  <a:pt x="11870832" y="6369104"/>
                </a:lnTo>
                <a:lnTo>
                  <a:pt x="11864821" y="6364685"/>
                </a:lnTo>
                <a:lnTo>
                  <a:pt x="11856937" y="6364497"/>
                </a:lnTo>
                <a:close/>
              </a:path>
              <a:path w="19842480" h="6435090" extrusionOk="0">
                <a:moveTo>
                  <a:pt x="10561699" y="6300143"/>
                </a:moveTo>
                <a:lnTo>
                  <a:pt x="10555437" y="6304038"/>
                </a:lnTo>
                <a:lnTo>
                  <a:pt x="10553478" y="6310184"/>
                </a:lnTo>
                <a:lnTo>
                  <a:pt x="10551301" y="6317116"/>
                </a:lnTo>
                <a:lnTo>
                  <a:pt x="10555898" y="6324467"/>
                </a:lnTo>
                <a:lnTo>
                  <a:pt x="10571803" y="6328404"/>
                </a:lnTo>
                <a:lnTo>
                  <a:pt x="10580086" y="6324320"/>
                </a:lnTo>
                <a:lnTo>
                  <a:pt x="10584504" y="6310184"/>
                </a:lnTo>
                <a:lnTo>
                  <a:pt x="10579918" y="6302834"/>
                </a:lnTo>
                <a:lnTo>
                  <a:pt x="10571960" y="6300865"/>
                </a:lnTo>
                <a:lnTo>
                  <a:pt x="10569573" y="6300331"/>
                </a:lnTo>
                <a:lnTo>
                  <a:pt x="10561699" y="6300143"/>
                </a:lnTo>
                <a:close/>
              </a:path>
              <a:path w="19842480" h="6435090" extrusionOk="0">
                <a:moveTo>
                  <a:pt x="12109034" y="6307881"/>
                </a:moveTo>
                <a:lnTo>
                  <a:pt x="12107421" y="6308080"/>
                </a:lnTo>
                <a:lnTo>
                  <a:pt x="12097862" y="6310708"/>
                </a:lnTo>
                <a:lnTo>
                  <a:pt x="12093506" y="6318195"/>
                </a:lnTo>
                <a:lnTo>
                  <a:pt x="12095966" y="6325147"/>
                </a:lnTo>
                <a:lnTo>
                  <a:pt x="12098427" y="6332205"/>
                </a:lnTo>
                <a:lnTo>
                  <a:pt x="12106730" y="6336079"/>
                </a:lnTo>
                <a:lnTo>
                  <a:pt x="12122479" y="6331702"/>
                </a:lnTo>
                <a:lnTo>
                  <a:pt x="12126971" y="6324330"/>
                </a:lnTo>
                <a:lnTo>
                  <a:pt x="12124520" y="6317273"/>
                </a:lnTo>
                <a:lnTo>
                  <a:pt x="12122541" y="6311765"/>
                </a:lnTo>
                <a:lnTo>
                  <a:pt x="12116908" y="6308069"/>
                </a:lnTo>
                <a:lnTo>
                  <a:pt x="12109034" y="6307881"/>
                </a:lnTo>
                <a:close/>
              </a:path>
              <a:path w="19842480" h="6435090" extrusionOk="0">
                <a:moveTo>
                  <a:pt x="10313811" y="6229255"/>
                </a:moveTo>
                <a:lnTo>
                  <a:pt x="10307832" y="6232679"/>
                </a:lnTo>
                <a:lnTo>
                  <a:pt x="10305665" y="6238197"/>
                </a:lnTo>
                <a:lnTo>
                  <a:pt x="10302785" y="6245139"/>
                </a:lnTo>
                <a:lnTo>
                  <a:pt x="10306827" y="6252710"/>
                </a:lnTo>
                <a:lnTo>
                  <a:pt x="10314638" y="6255149"/>
                </a:lnTo>
                <a:lnTo>
                  <a:pt x="10322313" y="6257704"/>
                </a:lnTo>
                <a:lnTo>
                  <a:pt x="10330962" y="6254113"/>
                </a:lnTo>
                <a:lnTo>
                  <a:pt x="10333706" y="6247171"/>
                </a:lnTo>
                <a:lnTo>
                  <a:pt x="10336585" y="6240354"/>
                </a:lnTo>
                <a:lnTo>
                  <a:pt x="10332544" y="6232658"/>
                </a:lnTo>
                <a:lnTo>
                  <a:pt x="10324732" y="6230218"/>
                </a:lnTo>
                <a:lnTo>
                  <a:pt x="10323277" y="6229716"/>
                </a:lnTo>
                <a:lnTo>
                  <a:pt x="10321685" y="6229433"/>
                </a:lnTo>
                <a:lnTo>
                  <a:pt x="10313811" y="6229255"/>
                </a:lnTo>
                <a:close/>
              </a:path>
              <a:path w="19842480" h="6435090" extrusionOk="0">
                <a:moveTo>
                  <a:pt x="12352890" y="6227443"/>
                </a:moveTo>
                <a:lnTo>
                  <a:pt x="12350733" y="6227747"/>
                </a:lnTo>
                <a:lnTo>
                  <a:pt x="12348713" y="6228532"/>
                </a:lnTo>
                <a:lnTo>
                  <a:pt x="12341016" y="6231443"/>
                </a:lnTo>
                <a:lnTo>
                  <a:pt x="12337571" y="6239307"/>
                </a:lnTo>
                <a:lnTo>
                  <a:pt x="12344126" y="6252762"/>
                </a:lnTo>
                <a:lnTo>
                  <a:pt x="12352974" y="6255819"/>
                </a:lnTo>
                <a:lnTo>
                  <a:pt x="12368105" y="6249998"/>
                </a:lnTo>
                <a:lnTo>
                  <a:pt x="12371550" y="6242249"/>
                </a:lnTo>
                <a:lnTo>
                  <a:pt x="12365885" y="6230595"/>
                </a:lnTo>
                <a:lnTo>
                  <a:pt x="12360628" y="6227632"/>
                </a:lnTo>
                <a:lnTo>
                  <a:pt x="12352890" y="6227443"/>
                </a:lnTo>
                <a:close/>
              </a:path>
              <a:path w="19842480" h="6435090" extrusionOk="0">
                <a:moveTo>
                  <a:pt x="10087501" y="6169173"/>
                </a:moveTo>
                <a:lnTo>
                  <a:pt x="10071483" y="6169173"/>
                </a:lnTo>
                <a:lnTo>
                  <a:pt x="10079002" y="6172199"/>
                </a:lnTo>
                <a:lnTo>
                  <a:pt x="10087501" y="6169173"/>
                </a:lnTo>
                <a:close/>
              </a:path>
              <a:path w="19842480" h="6435090" extrusionOk="0">
                <a:moveTo>
                  <a:pt x="10071829" y="6143655"/>
                </a:moveTo>
                <a:lnTo>
                  <a:pt x="10066143" y="6146608"/>
                </a:lnTo>
                <a:lnTo>
                  <a:pt x="10063714" y="6151781"/>
                </a:lnTo>
                <a:lnTo>
                  <a:pt x="10060447" y="6158461"/>
                </a:lnTo>
                <a:lnTo>
                  <a:pt x="10063819" y="6166262"/>
                </a:lnTo>
                <a:lnTo>
                  <a:pt x="10071473" y="6169288"/>
                </a:lnTo>
                <a:lnTo>
                  <a:pt x="10087501" y="6169173"/>
                </a:lnTo>
                <a:lnTo>
                  <a:pt x="10087766" y="6169079"/>
                </a:lnTo>
                <a:lnTo>
                  <a:pt x="10091043" y="6162398"/>
                </a:lnTo>
                <a:lnTo>
                  <a:pt x="10094457" y="6155582"/>
                </a:lnTo>
                <a:lnTo>
                  <a:pt x="10090938" y="6147791"/>
                </a:lnTo>
                <a:lnTo>
                  <a:pt x="10083420" y="6144880"/>
                </a:lnTo>
                <a:lnTo>
                  <a:pt x="10081567" y="6144127"/>
                </a:lnTo>
                <a:lnTo>
                  <a:pt x="10079703" y="6143844"/>
                </a:lnTo>
                <a:lnTo>
                  <a:pt x="10071829" y="6143655"/>
                </a:lnTo>
                <a:close/>
              </a:path>
              <a:path w="19842480" h="6435090" extrusionOk="0">
                <a:moveTo>
                  <a:pt x="12585784" y="6124672"/>
                </a:moveTo>
                <a:lnTo>
                  <a:pt x="12583114" y="6125195"/>
                </a:lnTo>
                <a:lnTo>
                  <a:pt x="12580664" y="6126452"/>
                </a:lnTo>
                <a:lnTo>
                  <a:pt x="12573481" y="6129959"/>
                </a:lnTo>
                <a:lnTo>
                  <a:pt x="12570831" y="6138095"/>
                </a:lnTo>
                <a:lnTo>
                  <a:pt x="12574915" y="6144472"/>
                </a:lnTo>
                <a:lnTo>
                  <a:pt x="12578863" y="6150859"/>
                </a:lnTo>
                <a:lnTo>
                  <a:pt x="12588014" y="6153215"/>
                </a:lnTo>
                <a:lnTo>
                  <a:pt x="12595208" y="6149582"/>
                </a:lnTo>
                <a:lnTo>
                  <a:pt x="12602380" y="6146074"/>
                </a:lnTo>
                <a:lnTo>
                  <a:pt x="12605029" y="6137949"/>
                </a:lnTo>
                <a:lnTo>
                  <a:pt x="12600946" y="6131551"/>
                </a:lnTo>
                <a:lnTo>
                  <a:pt x="12598401" y="6127342"/>
                </a:lnTo>
                <a:lnTo>
                  <a:pt x="12593396" y="6124850"/>
                </a:lnTo>
                <a:lnTo>
                  <a:pt x="12585784" y="6124672"/>
                </a:lnTo>
                <a:close/>
              </a:path>
              <a:path w="19842480" h="6435090" extrusionOk="0">
                <a:moveTo>
                  <a:pt x="9836255" y="6045041"/>
                </a:moveTo>
                <a:lnTo>
                  <a:pt x="9830831" y="6047763"/>
                </a:lnTo>
                <a:lnTo>
                  <a:pt x="9828025" y="6052443"/>
                </a:lnTo>
                <a:lnTo>
                  <a:pt x="9824360" y="6058998"/>
                </a:lnTo>
                <a:lnTo>
                  <a:pt x="9827323" y="6066904"/>
                </a:lnTo>
                <a:lnTo>
                  <a:pt x="9834705" y="6070286"/>
                </a:lnTo>
                <a:lnTo>
                  <a:pt x="9842087" y="6073553"/>
                </a:lnTo>
                <a:lnTo>
                  <a:pt x="9850977" y="6070904"/>
                </a:lnTo>
                <a:lnTo>
                  <a:pt x="9854768" y="6064475"/>
                </a:lnTo>
                <a:lnTo>
                  <a:pt x="9858443" y="6057909"/>
                </a:lnTo>
                <a:lnTo>
                  <a:pt x="9855469" y="6049889"/>
                </a:lnTo>
                <a:lnTo>
                  <a:pt x="9848098" y="6046622"/>
                </a:lnTo>
                <a:lnTo>
                  <a:pt x="9846119" y="6045627"/>
                </a:lnTo>
                <a:lnTo>
                  <a:pt x="9844003" y="6045219"/>
                </a:lnTo>
                <a:lnTo>
                  <a:pt x="9836255" y="6045041"/>
                </a:lnTo>
                <a:close/>
              </a:path>
              <a:path w="19842480" h="6435090" extrusionOk="0">
                <a:moveTo>
                  <a:pt x="9607037" y="5934939"/>
                </a:moveTo>
                <a:lnTo>
                  <a:pt x="9601749" y="5937306"/>
                </a:lnTo>
                <a:lnTo>
                  <a:pt x="9598953" y="5941745"/>
                </a:lnTo>
                <a:lnTo>
                  <a:pt x="9594891" y="5948059"/>
                </a:lnTo>
                <a:lnTo>
                  <a:pt x="9597309" y="5956185"/>
                </a:lnTo>
                <a:lnTo>
                  <a:pt x="9604555" y="5959808"/>
                </a:lnTo>
                <a:lnTo>
                  <a:pt x="9611654" y="5963535"/>
                </a:lnTo>
                <a:lnTo>
                  <a:pt x="9620806" y="5961263"/>
                </a:lnTo>
                <a:lnTo>
                  <a:pt x="9628921" y="5948625"/>
                </a:lnTo>
                <a:lnTo>
                  <a:pt x="9626502" y="5940384"/>
                </a:lnTo>
                <a:lnTo>
                  <a:pt x="9617162" y="5935641"/>
                </a:lnTo>
                <a:lnTo>
                  <a:pt x="9614775" y="5935117"/>
                </a:lnTo>
                <a:lnTo>
                  <a:pt x="9607037" y="5934939"/>
                </a:lnTo>
                <a:close/>
              </a:path>
              <a:path w="19842480" h="6435090" extrusionOk="0">
                <a:moveTo>
                  <a:pt x="12806709" y="6002979"/>
                </a:moveTo>
                <a:lnTo>
                  <a:pt x="12803610" y="6003618"/>
                </a:lnTo>
                <a:lnTo>
                  <a:pt x="12800887" y="6005335"/>
                </a:lnTo>
                <a:lnTo>
                  <a:pt x="12794092" y="6009440"/>
                </a:lnTo>
                <a:lnTo>
                  <a:pt x="12792385" y="6017712"/>
                </a:lnTo>
                <a:lnTo>
                  <a:pt x="12801631" y="6029805"/>
                </a:lnTo>
                <a:lnTo>
                  <a:pt x="12810939" y="6031324"/>
                </a:lnTo>
                <a:lnTo>
                  <a:pt x="12824541" y="6023094"/>
                </a:lnTo>
                <a:lnTo>
                  <a:pt x="12826384" y="6014832"/>
                </a:lnTo>
                <a:lnTo>
                  <a:pt x="12821756" y="6008790"/>
                </a:lnTo>
                <a:lnTo>
                  <a:pt x="12818929" y="6005157"/>
                </a:lnTo>
                <a:lnTo>
                  <a:pt x="12814447" y="6003157"/>
                </a:lnTo>
                <a:lnTo>
                  <a:pt x="12806709" y="6002979"/>
                </a:lnTo>
                <a:close/>
              </a:path>
              <a:path w="19842480" h="6435090" extrusionOk="0">
                <a:moveTo>
                  <a:pt x="9384394" y="5814545"/>
                </a:moveTo>
                <a:lnTo>
                  <a:pt x="9379379" y="5816796"/>
                </a:lnTo>
                <a:lnTo>
                  <a:pt x="9376457" y="5820880"/>
                </a:lnTo>
                <a:lnTo>
                  <a:pt x="9372007" y="5826953"/>
                </a:lnTo>
                <a:lnTo>
                  <a:pt x="9374028" y="5835183"/>
                </a:lnTo>
                <a:lnTo>
                  <a:pt x="9387944" y="5843110"/>
                </a:lnTo>
                <a:lnTo>
                  <a:pt x="9397075" y="5841309"/>
                </a:lnTo>
                <a:lnTo>
                  <a:pt x="9401546" y="5835131"/>
                </a:lnTo>
                <a:lnTo>
                  <a:pt x="9406132" y="5828942"/>
                </a:lnTo>
                <a:lnTo>
                  <a:pt x="9403964" y="5820817"/>
                </a:lnTo>
                <a:lnTo>
                  <a:pt x="9394782" y="5815498"/>
                </a:lnTo>
                <a:lnTo>
                  <a:pt x="9392132" y="5814723"/>
                </a:lnTo>
                <a:lnTo>
                  <a:pt x="9384394" y="5814545"/>
                </a:lnTo>
                <a:close/>
              </a:path>
              <a:path w="19842480" h="6435090" extrusionOk="0">
                <a:moveTo>
                  <a:pt x="13015551" y="5865088"/>
                </a:moveTo>
                <a:lnTo>
                  <a:pt x="13012043" y="5866072"/>
                </a:lnTo>
                <a:lnTo>
                  <a:pt x="13009174" y="5868030"/>
                </a:lnTo>
                <a:lnTo>
                  <a:pt x="13002766" y="5872616"/>
                </a:lnTo>
                <a:lnTo>
                  <a:pt x="13001719" y="5881025"/>
                </a:lnTo>
                <a:lnTo>
                  <a:pt x="13012064" y="5892427"/>
                </a:lnTo>
                <a:lnTo>
                  <a:pt x="13021519" y="5893359"/>
                </a:lnTo>
                <a:lnTo>
                  <a:pt x="13034346" y="5884166"/>
                </a:lnTo>
                <a:lnTo>
                  <a:pt x="13035393" y="5875768"/>
                </a:lnTo>
                <a:lnTo>
                  <a:pt x="13027383" y="5866910"/>
                </a:lnTo>
                <a:lnTo>
                  <a:pt x="13023153" y="5865266"/>
                </a:lnTo>
                <a:lnTo>
                  <a:pt x="13015551" y="5865088"/>
                </a:lnTo>
                <a:close/>
              </a:path>
              <a:path w="19842480" h="6435090" extrusionOk="0">
                <a:moveTo>
                  <a:pt x="9168160" y="5685156"/>
                </a:moveTo>
                <a:lnTo>
                  <a:pt x="9163427" y="5687177"/>
                </a:lnTo>
                <a:lnTo>
                  <a:pt x="9155658" y="5696967"/>
                </a:lnTo>
                <a:lnTo>
                  <a:pt x="9157281" y="5705198"/>
                </a:lnTo>
                <a:lnTo>
                  <a:pt x="9164097" y="5709512"/>
                </a:lnTo>
                <a:lnTo>
                  <a:pt x="9163961" y="5709512"/>
                </a:lnTo>
                <a:lnTo>
                  <a:pt x="9170778" y="5713710"/>
                </a:lnTo>
                <a:lnTo>
                  <a:pt x="9180045" y="5712265"/>
                </a:lnTo>
                <a:lnTo>
                  <a:pt x="9189615" y="5700255"/>
                </a:lnTo>
                <a:lnTo>
                  <a:pt x="9187992" y="5691920"/>
                </a:lnTo>
                <a:lnTo>
                  <a:pt x="9181301" y="5687722"/>
                </a:lnTo>
                <a:lnTo>
                  <a:pt x="9178683" y="5686109"/>
                </a:lnTo>
                <a:lnTo>
                  <a:pt x="9175898" y="5685334"/>
                </a:lnTo>
                <a:lnTo>
                  <a:pt x="9168160" y="5685156"/>
                </a:lnTo>
                <a:close/>
              </a:path>
              <a:path w="19842480" h="6435090" extrusionOk="0">
                <a:moveTo>
                  <a:pt x="13212644" y="5713867"/>
                </a:moveTo>
                <a:lnTo>
                  <a:pt x="13208864" y="5714967"/>
                </a:lnTo>
                <a:lnTo>
                  <a:pt x="13205849" y="5717501"/>
                </a:lnTo>
                <a:lnTo>
                  <a:pt x="13199817" y="5722464"/>
                </a:lnTo>
                <a:lnTo>
                  <a:pt x="13199441" y="5730767"/>
                </a:lnTo>
                <a:lnTo>
                  <a:pt x="13205022" y="5736233"/>
                </a:lnTo>
                <a:lnTo>
                  <a:pt x="13210613" y="5741594"/>
                </a:lnTo>
                <a:lnTo>
                  <a:pt x="13220079" y="5741940"/>
                </a:lnTo>
                <a:lnTo>
                  <a:pt x="13232131" y="5732013"/>
                </a:lnTo>
                <a:lnTo>
                  <a:pt x="13232508" y="5723595"/>
                </a:lnTo>
                <a:lnTo>
                  <a:pt x="13226927" y="5718234"/>
                </a:lnTo>
                <a:lnTo>
                  <a:pt x="13224068" y="5715438"/>
                </a:lnTo>
                <a:lnTo>
                  <a:pt x="13220236" y="5714045"/>
                </a:lnTo>
                <a:lnTo>
                  <a:pt x="13212644" y="5713867"/>
                </a:lnTo>
                <a:close/>
              </a:path>
              <a:path w="19842480" h="6435090" extrusionOk="0">
                <a:moveTo>
                  <a:pt x="8958303" y="5547967"/>
                </a:moveTo>
                <a:lnTo>
                  <a:pt x="8953716" y="5549757"/>
                </a:lnTo>
                <a:lnTo>
                  <a:pt x="8950669" y="5553359"/>
                </a:lnTo>
                <a:lnTo>
                  <a:pt x="8945549" y="5559181"/>
                </a:lnTo>
                <a:lnTo>
                  <a:pt x="8946910" y="5567526"/>
                </a:lnTo>
                <a:lnTo>
                  <a:pt x="8959999" y="5576374"/>
                </a:lnTo>
                <a:lnTo>
                  <a:pt x="8969381" y="5575296"/>
                </a:lnTo>
                <a:lnTo>
                  <a:pt x="8979339" y="5563652"/>
                </a:lnTo>
                <a:lnTo>
                  <a:pt x="8978124" y="5555317"/>
                </a:lnTo>
                <a:lnTo>
                  <a:pt x="8971580" y="5550888"/>
                </a:lnTo>
                <a:lnTo>
                  <a:pt x="8968952" y="5549045"/>
                </a:lnTo>
                <a:lnTo>
                  <a:pt x="8965915" y="5548145"/>
                </a:lnTo>
                <a:lnTo>
                  <a:pt x="8958303" y="5547967"/>
                </a:lnTo>
                <a:close/>
              </a:path>
              <a:path w="19842480" h="6435090" extrusionOk="0">
                <a:moveTo>
                  <a:pt x="13398555" y="5551810"/>
                </a:moveTo>
                <a:lnTo>
                  <a:pt x="13394513" y="5553150"/>
                </a:lnTo>
                <a:lnTo>
                  <a:pt x="13385728" y="5561244"/>
                </a:lnTo>
                <a:lnTo>
                  <a:pt x="13385875" y="5569683"/>
                </a:lnTo>
                <a:lnTo>
                  <a:pt x="13391864" y="5574804"/>
                </a:lnTo>
                <a:lnTo>
                  <a:pt x="13397853" y="5579809"/>
                </a:lnTo>
                <a:lnTo>
                  <a:pt x="13407204" y="5579673"/>
                </a:lnTo>
                <a:lnTo>
                  <a:pt x="13412973" y="5574469"/>
                </a:lnTo>
                <a:lnTo>
                  <a:pt x="13418743" y="5569149"/>
                </a:lnTo>
                <a:lnTo>
                  <a:pt x="13418596" y="5560710"/>
                </a:lnTo>
                <a:lnTo>
                  <a:pt x="13409874" y="5553265"/>
                </a:lnTo>
                <a:lnTo>
                  <a:pt x="13406303" y="5551998"/>
                </a:lnTo>
                <a:lnTo>
                  <a:pt x="13398555" y="5551810"/>
                </a:lnTo>
                <a:close/>
              </a:path>
              <a:path w="19842480" h="6435090" extrusionOk="0">
                <a:moveTo>
                  <a:pt x="8755094" y="5402987"/>
                </a:moveTo>
                <a:lnTo>
                  <a:pt x="8750634" y="5404652"/>
                </a:lnTo>
                <a:lnTo>
                  <a:pt x="8747607" y="5407908"/>
                </a:lnTo>
                <a:lnTo>
                  <a:pt x="8742362" y="5413479"/>
                </a:lnTo>
                <a:lnTo>
                  <a:pt x="8743178" y="5421813"/>
                </a:lnTo>
                <a:lnTo>
                  <a:pt x="8749450" y="5426588"/>
                </a:lnTo>
                <a:lnTo>
                  <a:pt x="8755859" y="5431248"/>
                </a:lnTo>
                <a:lnTo>
                  <a:pt x="8765220" y="5430525"/>
                </a:lnTo>
                <a:lnTo>
                  <a:pt x="8770602" y="5424955"/>
                </a:lnTo>
                <a:lnTo>
                  <a:pt x="8775837" y="5419374"/>
                </a:lnTo>
                <a:lnTo>
                  <a:pt x="8775031" y="5410934"/>
                </a:lnTo>
                <a:lnTo>
                  <a:pt x="8768759" y="5406275"/>
                </a:lnTo>
                <a:lnTo>
                  <a:pt x="8766005" y="5404191"/>
                </a:lnTo>
                <a:lnTo>
                  <a:pt x="8762696" y="5403165"/>
                </a:lnTo>
                <a:lnTo>
                  <a:pt x="8755094" y="5402987"/>
                </a:lnTo>
                <a:close/>
              </a:path>
              <a:path w="19842480" h="6435090" extrusionOk="0">
                <a:moveTo>
                  <a:pt x="13574591" y="5380987"/>
                </a:moveTo>
                <a:lnTo>
                  <a:pt x="13570288" y="5382548"/>
                </a:lnTo>
                <a:lnTo>
                  <a:pt x="13567241" y="5385678"/>
                </a:lnTo>
                <a:lnTo>
                  <a:pt x="13567105" y="5385678"/>
                </a:lnTo>
                <a:lnTo>
                  <a:pt x="13561744" y="5391249"/>
                </a:lnTo>
                <a:lnTo>
                  <a:pt x="13562435" y="5399573"/>
                </a:lnTo>
                <a:lnTo>
                  <a:pt x="13574822" y="5409248"/>
                </a:lnTo>
                <a:lnTo>
                  <a:pt x="13584319" y="5408631"/>
                </a:lnTo>
                <a:lnTo>
                  <a:pt x="13589701" y="5403186"/>
                </a:lnTo>
                <a:lnTo>
                  <a:pt x="13595072" y="5397615"/>
                </a:lnTo>
                <a:lnTo>
                  <a:pt x="13594518" y="5389291"/>
                </a:lnTo>
                <a:lnTo>
                  <a:pt x="13589902" y="5385678"/>
                </a:lnTo>
                <a:lnTo>
                  <a:pt x="13567115" y="5385668"/>
                </a:lnTo>
                <a:lnTo>
                  <a:pt x="13589888" y="5385668"/>
                </a:lnTo>
                <a:lnTo>
                  <a:pt x="13588256" y="5384391"/>
                </a:lnTo>
                <a:lnTo>
                  <a:pt x="13585513" y="5382307"/>
                </a:lnTo>
                <a:lnTo>
                  <a:pt x="13582204" y="5381165"/>
                </a:lnTo>
                <a:lnTo>
                  <a:pt x="13574591" y="5380987"/>
                </a:lnTo>
                <a:close/>
              </a:path>
              <a:path w="19842480" h="6435090" extrusionOk="0">
                <a:moveTo>
                  <a:pt x="8559467" y="5250101"/>
                </a:moveTo>
                <a:lnTo>
                  <a:pt x="8555278" y="5251546"/>
                </a:lnTo>
                <a:lnTo>
                  <a:pt x="8552127" y="5254436"/>
                </a:lnTo>
                <a:lnTo>
                  <a:pt x="8546619" y="5259892"/>
                </a:lnTo>
                <a:lnTo>
                  <a:pt x="8547038" y="5268331"/>
                </a:lnTo>
                <a:lnTo>
                  <a:pt x="8559153" y="5278226"/>
                </a:lnTo>
                <a:lnTo>
                  <a:pt x="8568524" y="5277860"/>
                </a:lnTo>
                <a:lnTo>
                  <a:pt x="8574157" y="5272530"/>
                </a:lnTo>
                <a:lnTo>
                  <a:pt x="8579791" y="5267085"/>
                </a:lnTo>
                <a:lnTo>
                  <a:pt x="8579382" y="5258646"/>
                </a:lnTo>
                <a:lnTo>
                  <a:pt x="8573246" y="5253756"/>
                </a:lnTo>
                <a:lnTo>
                  <a:pt x="8570503" y="5251431"/>
                </a:lnTo>
                <a:lnTo>
                  <a:pt x="8567068" y="5250279"/>
                </a:lnTo>
                <a:lnTo>
                  <a:pt x="8559467" y="5250101"/>
                </a:lnTo>
                <a:close/>
              </a:path>
              <a:path w="19842480" h="6435090" extrusionOk="0">
                <a:moveTo>
                  <a:pt x="8371954" y="5089227"/>
                </a:moveTo>
                <a:lnTo>
                  <a:pt x="8368038" y="5090557"/>
                </a:lnTo>
                <a:lnTo>
                  <a:pt x="8359127" y="5098420"/>
                </a:lnTo>
                <a:lnTo>
                  <a:pt x="8359012" y="5106724"/>
                </a:lnTo>
                <a:lnTo>
                  <a:pt x="8370718" y="5117215"/>
                </a:lnTo>
                <a:lnTo>
                  <a:pt x="8380069" y="5117194"/>
                </a:lnTo>
                <a:lnTo>
                  <a:pt x="8385964" y="5112106"/>
                </a:lnTo>
                <a:lnTo>
                  <a:pt x="8391859" y="5106902"/>
                </a:lnTo>
                <a:lnTo>
                  <a:pt x="8391903" y="5098420"/>
                </a:lnTo>
                <a:lnTo>
                  <a:pt x="8386121" y="5093352"/>
                </a:lnTo>
                <a:lnTo>
                  <a:pt x="8383263" y="5090797"/>
                </a:lnTo>
                <a:lnTo>
                  <a:pt x="8379566" y="5089405"/>
                </a:lnTo>
                <a:lnTo>
                  <a:pt x="8371954" y="5089227"/>
                </a:lnTo>
                <a:close/>
              </a:path>
              <a:path w="19842480" h="6435090" extrusionOk="0">
                <a:moveTo>
                  <a:pt x="13741623" y="5203297"/>
                </a:moveTo>
                <a:lnTo>
                  <a:pt x="13737173" y="5204961"/>
                </a:lnTo>
                <a:lnTo>
                  <a:pt x="13734126" y="5208333"/>
                </a:lnTo>
                <a:lnTo>
                  <a:pt x="13728890" y="5214040"/>
                </a:lnTo>
                <a:lnTo>
                  <a:pt x="13729969" y="5222364"/>
                </a:lnTo>
                <a:lnTo>
                  <a:pt x="13736377" y="5227034"/>
                </a:lnTo>
                <a:lnTo>
                  <a:pt x="13742796" y="5231568"/>
                </a:lnTo>
                <a:lnTo>
                  <a:pt x="13752157" y="5230605"/>
                </a:lnTo>
                <a:lnTo>
                  <a:pt x="13757413" y="5224919"/>
                </a:lnTo>
                <a:lnTo>
                  <a:pt x="13762512" y="5219223"/>
                </a:lnTo>
                <a:lnTo>
                  <a:pt x="13761434" y="5210877"/>
                </a:lnTo>
                <a:lnTo>
                  <a:pt x="13755026" y="5206218"/>
                </a:lnTo>
                <a:lnTo>
                  <a:pt x="13752418" y="5204386"/>
                </a:lnTo>
                <a:lnTo>
                  <a:pt x="13749235" y="5203475"/>
                </a:lnTo>
                <a:lnTo>
                  <a:pt x="13741623" y="5203297"/>
                </a:lnTo>
                <a:close/>
              </a:path>
              <a:path w="19842480" h="6435090" extrusionOk="0">
                <a:moveTo>
                  <a:pt x="8193488" y="4920604"/>
                </a:moveTo>
                <a:lnTo>
                  <a:pt x="8189708" y="4921703"/>
                </a:lnTo>
                <a:lnTo>
                  <a:pt x="8186703" y="4924122"/>
                </a:lnTo>
                <a:lnTo>
                  <a:pt x="8180546" y="4928970"/>
                </a:lnTo>
                <a:lnTo>
                  <a:pt x="8180033" y="4937378"/>
                </a:lnTo>
                <a:lnTo>
                  <a:pt x="8185614" y="4942854"/>
                </a:lnTo>
                <a:lnTo>
                  <a:pt x="8191059" y="4948320"/>
                </a:lnTo>
                <a:lnTo>
                  <a:pt x="8200525" y="4948781"/>
                </a:lnTo>
                <a:lnTo>
                  <a:pt x="8206682" y="4943828"/>
                </a:lnTo>
                <a:lnTo>
                  <a:pt x="8212828" y="4938980"/>
                </a:lnTo>
                <a:lnTo>
                  <a:pt x="8213352" y="4930572"/>
                </a:lnTo>
                <a:lnTo>
                  <a:pt x="8204922" y="4922300"/>
                </a:lnTo>
                <a:lnTo>
                  <a:pt x="8201090" y="4920782"/>
                </a:lnTo>
                <a:lnTo>
                  <a:pt x="8193488" y="4920604"/>
                </a:lnTo>
                <a:close/>
              </a:path>
              <a:path w="19842480" h="6435090" extrusionOk="0">
                <a:moveTo>
                  <a:pt x="13900948" y="5019836"/>
                </a:moveTo>
                <a:lnTo>
                  <a:pt x="13896215" y="5021627"/>
                </a:lnTo>
                <a:lnTo>
                  <a:pt x="13893168" y="5025239"/>
                </a:lnTo>
                <a:lnTo>
                  <a:pt x="13893304" y="5025239"/>
                </a:lnTo>
                <a:lnTo>
                  <a:pt x="13888320" y="5031176"/>
                </a:lnTo>
                <a:lnTo>
                  <a:pt x="13889671" y="5039521"/>
                </a:lnTo>
                <a:lnTo>
                  <a:pt x="13902906" y="5048254"/>
                </a:lnTo>
                <a:lnTo>
                  <a:pt x="13912277" y="5047050"/>
                </a:lnTo>
                <a:lnTo>
                  <a:pt x="13917136" y="5041113"/>
                </a:lnTo>
                <a:lnTo>
                  <a:pt x="13917374" y="5041113"/>
                </a:lnTo>
                <a:lnTo>
                  <a:pt x="13922110" y="5035302"/>
                </a:lnTo>
                <a:lnTo>
                  <a:pt x="13920769" y="5026956"/>
                </a:lnTo>
                <a:lnTo>
                  <a:pt x="13914078" y="5022642"/>
                </a:lnTo>
                <a:lnTo>
                  <a:pt x="13911597" y="5020925"/>
                </a:lnTo>
                <a:lnTo>
                  <a:pt x="13908550" y="5020014"/>
                </a:lnTo>
                <a:lnTo>
                  <a:pt x="13900948" y="5019836"/>
                </a:lnTo>
                <a:close/>
              </a:path>
              <a:path w="19842480" h="6435090" extrusionOk="0">
                <a:moveTo>
                  <a:pt x="13917374" y="5041113"/>
                </a:moveTo>
                <a:lnTo>
                  <a:pt x="13917136" y="5041113"/>
                </a:lnTo>
                <a:lnTo>
                  <a:pt x="13917272" y="5041239"/>
                </a:lnTo>
                <a:close/>
              </a:path>
              <a:path w="19842480" h="6435090" extrusionOk="0">
                <a:moveTo>
                  <a:pt x="8024457" y="4744368"/>
                </a:moveTo>
                <a:lnTo>
                  <a:pt x="8020959" y="4745237"/>
                </a:lnTo>
                <a:lnTo>
                  <a:pt x="8011672" y="4752022"/>
                </a:lnTo>
                <a:lnTo>
                  <a:pt x="8010761" y="4760315"/>
                </a:lnTo>
                <a:lnTo>
                  <a:pt x="8021106" y="4771718"/>
                </a:lnTo>
                <a:lnTo>
                  <a:pt x="8030561" y="4772650"/>
                </a:lnTo>
                <a:lnTo>
                  <a:pt x="8036969" y="4768053"/>
                </a:lnTo>
                <a:lnTo>
                  <a:pt x="8043399" y="4763341"/>
                </a:lnTo>
                <a:lnTo>
                  <a:pt x="8044310" y="4755048"/>
                </a:lnTo>
                <a:lnTo>
                  <a:pt x="8036289" y="4746201"/>
                </a:lnTo>
                <a:lnTo>
                  <a:pt x="8032069" y="4744546"/>
                </a:lnTo>
                <a:lnTo>
                  <a:pt x="8024457" y="4744368"/>
                </a:lnTo>
                <a:close/>
              </a:path>
              <a:path w="19842480" h="6435090" extrusionOk="0">
                <a:moveTo>
                  <a:pt x="14053593" y="4831957"/>
                </a:moveTo>
                <a:lnTo>
                  <a:pt x="14048713" y="4833978"/>
                </a:lnTo>
                <a:lnTo>
                  <a:pt x="14041080" y="4843779"/>
                </a:lnTo>
                <a:lnTo>
                  <a:pt x="14042703" y="4851998"/>
                </a:lnTo>
                <a:lnTo>
                  <a:pt x="14056210" y="4860511"/>
                </a:lnTo>
                <a:lnTo>
                  <a:pt x="14065467" y="4859066"/>
                </a:lnTo>
                <a:lnTo>
                  <a:pt x="14070189" y="4853004"/>
                </a:lnTo>
                <a:lnTo>
                  <a:pt x="14075037" y="4847067"/>
                </a:lnTo>
                <a:lnTo>
                  <a:pt x="14073288" y="4838711"/>
                </a:lnTo>
                <a:lnTo>
                  <a:pt x="14066597" y="4834522"/>
                </a:lnTo>
                <a:lnTo>
                  <a:pt x="14064116" y="4832920"/>
                </a:lnTo>
                <a:lnTo>
                  <a:pt x="14061184" y="4832135"/>
                </a:lnTo>
                <a:lnTo>
                  <a:pt x="14053593" y="4831957"/>
                </a:lnTo>
                <a:close/>
              </a:path>
              <a:path w="19842480" h="6435090" extrusionOk="0">
                <a:moveTo>
                  <a:pt x="7865676" y="4560667"/>
                </a:moveTo>
                <a:lnTo>
                  <a:pt x="7862451" y="4561536"/>
                </a:lnTo>
                <a:lnTo>
                  <a:pt x="7859582" y="4563368"/>
                </a:lnTo>
                <a:lnTo>
                  <a:pt x="7852912" y="4567724"/>
                </a:lnTo>
                <a:lnTo>
                  <a:pt x="7851467" y="4576007"/>
                </a:lnTo>
                <a:lnTo>
                  <a:pt x="7861258" y="4587870"/>
                </a:lnTo>
                <a:lnTo>
                  <a:pt x="7870566" y="4589148"/>
                </a:lnTo>
                <a:lnTo>
                  <a:pt x="7883917" y="4580446"/>
                </a:lnTo>
                <a:lnTo>
                  <a:pt x="7885361" y="4572164"/>
                </a:lnTo>
                <a:lnTo>
                  <a:pt x="7880461" y="4566237"/>
                </a:lnTo>
                <a:lnTo>
                  <a:pt x="7877634" y="4562730"/>
                </a:lnTo>
                <a:lnTo>
                  <a:pt x="7873278" y="4560845"/>
                </a:lnTo>
                <a:lnTo>
                  <a:pt x="7865676" y="4560667"/>
                </a:lnTo>
                <a:close/>
              </a:path>
              <a:path w="19842480" h="6435090" extrusionOk="0">
                <a:moveTo>
                  <a:pt x="14200593" y="4640623"/>
                </a:moveTo>
                <a:lnTo>
                  <a:pt x="14195714" y="4642643"/>
                </a:lnTo>
                <a:lnTo>
                  <a:pt x="14192792" y="4646601"/>
                </a:lnTo>
                <a:lnTo>
                  <a:pt x="14188206" y="4652675"/>
                </a:lnTo>
                <a:lnTo>
                  <a:pt x="14189965" y="4661030"/>
                </a:lnTo>
                <a:lnTo>
                  <a:pt x="14196918" y="4664988"/>
                </a:lnTo>
                <a:lnTo>
                  <a:pt x="14203745" y="4669062"/>
                </a:lnTo>
                <a:lnTo>
                  <a:pt x="14213001" y="4667386"/>
                </a:lnTo>
                <a:lnTo>
                  <a:pt x="14222184" y="4655250"/>
                </a:lnTo>
                <a:lnTo>
                  <a:pt x="14220289" y="4647020"/>
                </a:lnTo>
                <a:lnTo>
                  <a:pt x="14210970" y="4641460"/>
                </a:lnTo>
                <a:lnTo>
                  <a:pt x="14208331" y="4640801"/>
                </a:lnTo>
                <a:lnTo>
                  <a:pt x="14200593" y="4640623"/>
                </a:lnTo>
                <a:close/>
              </a:path>
              <a:path w="19842480" h="6435090" extrusionOk="0">
                <a:moveTo>
                  <a:pt x="7717503" y="4370086"/>
                </a:moveTo>
                <a:lnTo>
                  <a:pt x="7714414" y="4370851"/>
                </a:lnTo>
                <a:lnTo>
                  <a:pt x="7704896" y="4376327"/>
                </a:lnTo>
                <a:lnTo>
                  <a:pt x="7703053" y="4384589"/>
                </a:lnTo>
                <a:lnTo>
                  <a:pt x="7712037" y="4396902"/>
                </a:lnTo>
                <a:lnTo>
                  <a:pt x="7721335" y="4398546"/>
                </a:lnTo>
                <a:lnTo>
                  <a:pt x="7728267" y="4394557"/>
                </a:lnTo>
                <a:lnTo>
                  <a:pt x="7735062" y="4390557"/>
                </a:lnTo>
                <a:lnTo>
                  <a:pt x="7737041" y="4382306"/>
                </a:lnTo>
                <a:lnTo>
                  <a:pt x="7732549" y="4376139"/>
                </a:lnTo>
                <a:lnTo>
                  <a:pt x="7729722" y="4372390"/>
                </a:lnTo>
                <a:lnTo>
                  <a:pt x="7725115" y="4370264"/>
                </a:lnTo>
                <a:lnTo>
                  <a:pt x="7717503" y="4370086"/>
                </a:lnTo>
                <a:close/>
              </a:path>
              <a:path w="19842480" h="6435090" extrusionOk="0">
                <a:moveTo>
                  <a:pt x="14342997" y="4446440"/>
                </a:moveTo>
                <a:lnTo>
                  <a:pt x="14337992" y="4448576"/>
                </a:lnTo>
                <a:lnTo>
                  <a:pt x="14330621" y="4458848"/>
                </a:lnTo>
                <a:lnTo>
                  <a:pt x="14332778" y="4466973"/>
                </a:lnTo>
                <a:lnTo>
                  <a:pt x="14339594" y="4470931"/>
                </a:lnTo>
                <a:lnTo>
                  <a:pt x="14346557" y="4474900"/>
                </a:lnTo>
                <a:lnTo>
                  <a:pt x="14355835" y="4473099"/>
                </a:lnTo>
                <a:lnTo>
                  <a:pt x="14364745" y="4460722"/>
                </a:lnTo>
                <a:lnTo>
                  <a:pt x="14362714" y="4452482"/>
                </a:lnTo>
                <a:lnTo>
                  <a:pt x="14355642" y="4448576"/>
                </a:lnTo>
                <a:lnTo>
                  <a:pt x="14353395" y="4447278"/>
                </a:lnTo>
                <a:lnTo>
                  <a:pt x="14350735" y="4446629"/>
                </a:lnTo>
                <a:lnTo>
                  <a:pt x="14342997" y="4446440"/>
                </a:lnTo>
                <a:close/>
              </a:path>
              <a:path w="19842480" h="6435090" extrusionOk="0">
                <a:moveTo>
                  <a:pt x="7579413" y="4173454"/>
                </a:moveTo>
                <a:lnTo>
                  <a:pt x="7576586" y="4174103"/>
                </a:lnTo>
                <a:lnTo>
                  <a:pt x="7574010" y="4175338"/>
                </a:lnTo>
                <a:lnTo>
                  <a:pt x="7566942" y="4179213"/>
                </a:lnTo>
                <a:lnTo>
                  <a:pt x="7564701" y="4187348"/>
                </a:lnTo>
                <a:lnTo>
                  <a:pt x="7573141" y="4199903"/>
                </a:lnTo>
                <a:lnTo>
                  <a:pt x="7582292" y="4202008"/>
                </a:lnTo>
                <a:lnTo>
                  <a:pt x="7589350" y="4198144"/>
                </a:lnTo>
                <a:lnTo>
                  <a:pt x="7596417" y="4194385"/>
                </a:lnTo>
                <a:lnTo>
                  <a:pt x="7598794" y="4186259"/>
                </a:lnTo>
                <a:lnTo>
                  <a:pt x="7594575" y="4179987"/>
                </a:lnTo>
                <a:lnTo>
                  <a:pt x="7591758" y="4175883"/>
                </a:lnTo>
                <a:lnTo>
                  <a:pt x="7587015" y="4173632"/>
                </a:lnTo>
                <a:lnTo>
                  <a:pt x="7579413" y="4173454"/>
                </a:lnTo>
                <a:close/>
              </a:path>
              <a:path w="19842480" h="6435090" extrusionOk="0">
                <a:moveTo>
                  <a:pt x="14481737" y="4250038"/>
                </a:moveTo>
                <a:lnTo>
                  <a:pt x="14476595" y="4252289"/>
                </a:lnTo>
                <a:lnTo>
                  <a:pt x="14469339" y="4262686"/>
                </a:lnTo>
                <a:lnTo>
                  <a:pt x="14471507" y="4270812"/>
                </a:lnTo>
                <a:lnTo>
                  <a:pt x="14485558" y="4278623"/>
                </a:lnTo>
                <a:lnTo>
                  <a:pt x="14494836" y="4276581"/>
                </a:lnTo>
                <a:lnTo>
                  <a:pt x="14503485" y="4264205"/>
                </a:lnTo>
                <a:lnTo>
                  <a:pt x="14501328" y="4255964"/>
                </a:lnTo>
                <a:lnTo>
                  <a:pt x="14494239" y="4252111"/>
                </a:lnTo>
                <a:lnTo>
                  <a:pt x="14491862" y="4250875"/>
                </a:lnTo>
                <a:lnTo>
                  <a:pt x="14489349" y="4250216"/>
                </a:lnTo>
                <a:lnTo>
                  <a:pt x="14481737" y="4250038"/>
                </a:lnTo>
                <a:close/>
              </a:path>
              <a:path w="19842480" h="6435090" extrusionOk="0">
                <a:moveTo>
                  <a:pt x="7449322" y="3972496"/>
                </a:moveTo>
                <a:lnTo>
                  <a:pt x="7446631" y="3973030"/>
                </a:lnTo>
                <a:lnTo>
                  <a:pt x="7444181" y="3974276"/>
                </a:lnTo>
                <a:lnTo>
                  <a:pt x="7437009" y="3977795"/>
                </a:lnTo>
                <a:lnTo>
                  <a:pt x="7434496" y="3985920"/>
                </a:lnTo>
                <a:lnTo>
                  <a:pt x="7442391" y="3998695"/>
                </a:lnTo>
                <a:lnTo>
                  <a:pt x="7451542" y="4001040"/>
                </a:lnTo>
                <a:lnTo>
                  <a:pt x="7458725" y="3997417"/>
                </a:lnTo>
                <a:lnTo>
                  <a:pt x="7465898" y="3993899"/>
                </a:lnTo>
                <a:lnTo>
                  <a:pt x="7468547" y="3985773"/>
                </a:lnTo>
                <a:lnTo>
                  <a:pt x="7464599" y="3979386"/>
                </a:lnTo>
                <a:lnTo>
                  <a:pt x="7461919" y="3975177"/>
                </a:lnTo>
                <a:lnTo>
                  <a:pt x="7457050" y="3972685"/>
                </a:lnTo>
                <a:lnTo>
                  <a:pt x="7449322" y="3972496"/>
                </a:lnTo>
                <a:close/>
              </a:path>
              <a:path w="19842480" h="6435090" extrusionOk="0">
                <a:moveTo>
                  <a:pt x="14617450" y="4052023"/>
                </a:moveTo>
                <a:lnTo>
                  <a:pt x="14612309" y="4054400"/>
                </a:lnTo>
                <a:lnTo>
                  <a:pt x="14609377" y="4058598"/>
                </a:lnTo>
                <a:lnTo>
                  <a:pt x="14605178" y="4064912"/>
                </a:lnTo>
                <a:lnTo>
                  <a:pt x="14607481" y="4073038"/>
                </a:lnTo>
                <a:lnTo>
                  <a:pt x="14614434" y="4076881"/>
                </a:lnTo>
                <a:lnTo>
                  <a:pt x="14621533" y="4080608"/>
                </a:lnTo>
                <a:lnTo>
                  <a:pt x="14630685" y="4078577"/>
                </a:lnTo>
                <a:lnTo>
                  <a:pt x="14635009" y="4072263"/>
                </a:lnTo>
                <a:lnTo>
                  <a:pt x="14639334" y="4066075"/>
                </a:lnTo>
                <a:lnTo>
                  <a:pt x="14637051" y="4057824"/>
                </a:lnTo>
                <a:lnTo>
                  <a:pt x="14627586" y="4052860"/>
                </a:lnTo>
                <a:lnTo>
                  <a:pt x="14625062" y="4052201"/>
                </a:lnTo>
                <a:lnTo>
                  <a:pt x="14617450" y="4052023"/>
                </a:lnTo>
                <a:close/>
              </a:path>
              <a:path w="19842480" h="6435090" extrusionOk="0">
                <a:moveTo>
                  <a:pt x="7325316" y="3768597"/>
                </a:moveTo>
                <a:lnTo>
                  <a:pt x="7322771" y="3769016"/>
                </a:lnTo>
                <a:lnTo>
                  <a:pt x="7320468" y="3770146"/>
                </a:lnTo>
                <a:lnTo>
                  <a:pt x="7313159" y="3773539"/>
                </a:lnTo>
                <a:lnTo>
                  <a:pt x="7310374" y="3781664"/>
                </a:lnTo>
                <a:lnTo>
                  <a:pt x="7314185" y="3788041"/>
                </a:lnTo>
                <a:lnTo>
                  <a:pt x="7317997" y="3794544"/>
                </a:lnTo>
                <a:lnTo>
                  <a:pt x="7327002" y="3797130"/>
                </a:lnTo>
                <a:lnTo>
                  <a:pt x="7334321" y="3793622"/>
                </a:lnTo>
                <a:lnTo>
                  <a:pt x="7341640" y="3790230"/>
                </a:lnTo>
                <a:lnTo>
                  <a:pt x="7344415" y="3782230"/>
                </a:lnTo>
                <a:lnTo>
                  <a:pt x="7340603" y="3775727"/>
                </a:lnTo>
                <a:lnTo>
                  <a:pt x="7337933" y="3771267"/>
                </a:lnTo>
                <a:lnTo>
                  <a:pt x="7332918" y="3768775"/>
                </a:lnTo>
                <a:lnTo>
                  <a:pt x="7325316" y="3768597"/>
                </a:lnTo>
                <a:close/>
              </a:path>
              <a:path w="19842480" h="6435090" extrusionOk="0">
                <a:moveTo>
                  <a:pt x="14750786" y="3853243"/>
                </a:moveTo>
                <a:lnTo>
                  <a:pt x="14745645" y="3855610"/>
                </a:lnTo>
                <a:lnTo>
                  <a:pt x="14742702" y="3859934"/>
                </a:lnTo>
                <a:lnTo>
                  <a:pt x="14738514" y="3866248"/>
                </a:lnTo>
                <a:lnTo>
                  <a:pt x="14740943" y="3874384"/>
                </a:lnTo>
                <a:lnTo>
                  <a:pt x="14755142" y="3881829"/>
                </a:lnTo>
                <a:lnTo>
                  <a:pt x="14764283" y="3879787"/>
                </a:lnTo>
                <a:lnTo>
                  <a:pt x="14772670" y="3867170"/>
                </a:lnTo>
                <a:lnTo>
                  <a:pt x="14770251" y="3858919"/>
                </a:lnTo>
                <a:lnTo>
                  <a:pt x="14763288" y="3855201"/>
                </a:lnTo>
                <a:lnTo>
                  <a:pt x="14760922" y="3854071"/>
                </a:lnTo>
                <a:lnTo>
                  <a:pt x="14758524" y="3853421"/>
                </a:lnTo>
                <a:lnTo>
                  <a:pt x="14750786" y="3853243"/>
                </a:lnTo>
                <a:close/>
              </a:path>
              <a:path w="19842480" h="6435090" extrusionOk="0">
                <a:moveTo>
                  <a:pt x="7205393" y="3562666"/>
                </a:moveTo>
                <a:lnTo>
                  <a:pt x="7202974" y="3563085"/>
                </a:lnTo>
                <a:lnTo>
                  <a:pt x="7200670" y="3564216"/>
                </a:lnTo>
                <a:lnTo>
                  <a:pt x="7193362" y="3567482"/>
                </a:lnTo>
                <a:lnTo>
                  <a:pt x="7190315" y="3575482"/>
                </a:lnTo>
                <a:lnTo>
                  <a:pt x="7194126" y="3581985"/>
                </a:lnTo>
                <a:lnTo>
                  <a:pt x="7197937" y="3588602"/>
                </a:lnTo>
                <a:lnTo>
                  <a:pt x="7206942" y="3591189"/>
                </a:lnTo>
                <a:lnTo>
                  <a:pt x="7214251" y="3587796"/>
                </a:lnTo>
                <a:lnTo>
                  <a:pt x="7221560" y="3584529"/>
                </a:lnTo>
                <a:lnTo>
                  <a:pt x="7224471" y="3576529"/>
                </a:lnTo>
                <a:lnTo>
                  <a:pt x="7220795" y="3570027"/>
                </a:lnTo>
                <a:lnTo>
                  <a:pt x="7218125" y="3565462"/>
                </a:lnTo>
                <a:lnTo>
                  <a:pt x="7213131" y="3562844"/>
                </a:lnTo>
                <a:lnTo>
                  <a:pt x="7205393" y="3562666"/>
                </a:lnTo>
                <a:close/>
              </a:path>
              <a:path w="19842480" h="6435090" extrusionOk="0">
                <a:moveTo>
                  <a:pt x="14882813" y="3653595"/>
                </a:moveTo>
                <a:lnTo>
                  <a:pt x="14877672" y="3655972"/>
                </a:lnTo>
                <a:lnTo>
                  <a:pt x="14874866" y="3660296"/>
                </a:lnTo>
                <a:lnTo>
                  <a:pt x="14870678" y="3666610"/>
                </a:lnTo>
                <a:lnTo>
                  <a:pt x="14873107" y="3674736"/>
                </a:lnTo>
                <a:lnTo>
                  <a:pt x="14887295" y="3682191"/>
                </a:lnTo>
                <a:lnTo>
                  <a:pt x="14896446" y="3680024"/>
                </a:lnTo>
                <a:lnTo>
                  <a:pt x="14900645" y="3673731"/>
                </a:lnTo>
                <a:lnTo>
                  <a:pt x="14904708" y="3667417"/>
                </a:lnTo>
                <a:lnTo>
                  <a:pt x="14902404" y="3659281"/>
                </a:lnTo>
                <a:lnTo>
                  <a:pt x="14895305" y="3655553"/>
                </a:lnTo>
                <a:lnTo>
                  <a:pt x="14892939" y="3654433"/>
                </a:lnTo>
                <a:lnTo>
                  <a:pt x="14890551" y="3653784"/>
                </a:lnTo>
                <a:lnTo>
                  <a:pt x="14882813" y="3653595"/>
                </a:lnTo>
                <a:close/>
              </a:path>
              <a:path w="19842480" h="6435090" extrusionOk="0">
                <a:moveTo>
                  <a:pt x="7087763" y="3355709"/>
                </a:moveTo>
                <a:lnTo>
                  <a:pt x="7085344" y="3356243"/>
                </a:lnTo>
                <a:lnTo>
                  <a:pt x="7083176" y="3357259"/>
                </a:lnTo>
                <a:lnTo>
                  <a:pt x="7075732" y="3360525"/>
                </a:lnTo>
                <a:lnTo>
                  <a:pt x="7072831" y="3368525"/>
                </a:lnTo>
                <a:lnTo>
                  <a:pt x="7076507" y="3375028"/>
                </a:lnTo>
                <a:lnTo>
                  <a:pt x="7080171" y="3381656"/>
                </a:lnTo>
                <a:lnTo>
                  <a:pt x="7089187" y="3384232"/>
                </a:lnTo>
                <a:lnTo>
                  <a:pt x="7103930" y="3377687"/>
                </a:lnTo>
                <a:lnTo>
                  <a:pt x="7106841" y="3369687"/>
                </a:lnTo>
                <a:lnTo>
                  <a:pt x="7103165" y="3363080"/>
                </a:lnTo>
                <a:lnTo>
                  <a:pt x="7100631" y="3358620"/>
                </a:lnTo>
                <a:lnTo>
                  <a:pt x="7095501" y="3355897"/>
                </a:lnTo>
                <a:lnTo>
                  <a:pt x="7087763" y="3355709"/>
                </a:lnTo>
                <a:close/>
              </a:path>
              <a:path w="19842480" h="6435090" extrusionOk="0">
                <a:moveTo>
                  <a:pt x="15014307" y="3453465"/>
                </a:moveTo>
                <a:lnTo>
                  <a:pt x="15009166" y="3455831"/>
                </a:lnTo>
                <a:lnTo>
                  <a:pt x="15006234" y="3460156"/>
                </a:lnTo>
                <a:lnTo>
                  <a:pt x="15002171" y="3466480"/>
                </a:lnTo>
                <a:lnTo>
                  <a:pt x="15004475" y="3474710"/>
                </a:lnTo>
                <a:lnTo>
                  <a:pt x="15011699" y="3478323"/>
                </a:lnTo>
                <a:lnTo>
                  <a:pt x="15018809" y="3482051"/>
                </a:lnTo>
                <a:lnTo>
                  <a:pt x="15027950" y="3479904"/>
                </a:lnTo>
                <a:lnTo>
                  <a:pt x="15032149" y="3473590"/>
                </a:lnTo>
                <a:lnTo>
                  <a:pt x="15036212" y="3467276"/>
                </a:lnTo>
                <a:lnTo>
                  <a:pt x="15033783" y="3459140"/>
                </a:lnTo>
                <a:lnTo>
                  <a:pt x="15026683" y="3455413"/>
                </a:lnTo>
                <a:lnTo>
                  <a:pt x="15024453" y="3454177"/>
                </a:lnTo>
                <a:lnTo>
                  <a:pt x="15022055" y="3453643"/>
                </a:lnTo>
                <a:lnTo>
                  <a:pt x="15014307" y="3453465"/>
                </a:lnTo>
                <a:close/>
              </a:path>
              <a:path w="19842480" h="6435090" extrusionOk="0">
                <a:moveTo>
                  <a:pt x="6970803" y="3148658"/>
                </a:moveTo>
                <a:lnTo>
                  <a:pt x="6968395" y="3149076"/>
                </a:lnTo>
                <a:lnTo>
                  <a:pt x="6958646" y="3153349"/>
                </a:lnTo>
                <a:lnTo>
                  <a:pt x="6955735" y="3161348"/>
                </a:lnTo>
                <a:lnTo>
                  <a:pt x="6959411" y="3167966"/>
                </a:lnTo>
                <a:lnTo>
                  <a:pt x="6963086" y="3174468"/>
                </a:lnTo>
                <a:lnTo>
                  <a:pt x="6972091" y="3177055"/>
                </a:lnTo>
                <a:lnTo>
                  <a:pt x="6986844" y="3170510"/>
                </a:lnTo>
                <a:lnTo>
                  <a:pt x="6989891" y="3162521"/>
                </a:lnTo>
                <a:lnTo>
                  <a:pt x="6986080" y="3156019"/>
                </a:lnTo>
                <a:lnTo>
                  <a:pt x="6983546" y="3151443"/>
                </a:lnTo>
                <a:lnTo>
                  <a:pt x="6978415" y="3148836"/>
                </a:lnTo>
                <a:lnTo>
                  <a:pt x="6970803" y="3148658"/>
                </a:lnTo>
                <a:close/>
              </a:path>
              <a:path w="19842480" h="6435090" extrusionOk="0">
                <a:moveTo>
                  <a:pt x="15145957" y="3253220"/>
                </a:moveTo>
                <a:lnTo>
                  <a:pt x="15140680" y="3255586"/>
                </a:lnTo>
                <a:lnTo>
                  <a:pt x="15137874" y="3259911"/>
                </a:lnTo>
                <a:lnTo>
                  <a:pt x="15133685" y="3266225"/>
                </a:lnTo>
                <a:lnTo>
                  <a:pt x="15136115" y="3274350"/>
                </a:lnTo>
                <a:lnTo>
                  <a:pt x="15150313" y="3281805"/>
                </a:lnTo>
                <a:lnTo>
                  <a:pt x="15159465" y="3279638"/>
                </a:lnTo>
                <a:lnTo>
                  <a:pt x="15167841" y="3267031"/>
                </a:lnTo>
                <a:lnTo>
                  <a:pt x="15165433" y="3258780"/>
                </a:lnTo>
                <a:lnTo>
                  <a:pt x="15158323" y="3255167"/>
                </a:lnTo>
                <a:lnTo>
                  <a:pt x="15156093" y="3253932"/>
                </a:lnTo>
                <a:lnTo>
                  <a:pt x="15153570" y="3253398"/>
                </a:lnTo>
                <a:lnTo>
                  <a:pt x="15145957" y="3253220"/>
                </a:lnTo>
                <a:close/>
              </a:path>
              <a:path w="19842480" h="6435090" extrusionOk="0">
                <a:moveTo>
                  <a:pt x="6852367" y="2942151"/>
                </a:moveTo>
                <a:lnTo>
                  <a:pt x="6849948" y="2942570"/>
                </a:lnTo>
                <a:lnTo>
                  <a:pt x="6847644" y="2943700"/>
                </a:lnTo>
                <a:lnTo>
                  <a:pt x="6840200" y="2946967"/>
                </a:lnTo>
                <a:lnTo>
                  <a:pt x="6837425" y="2954988"/>
                </a:lnTo>
                <a:lnTo>
                  <a:pt x="6841100" y="2961595"/>
                </a:lnTo>
                <a:lnTo>
                  <a:pt x="6844912" y="2968098"/>
                </a:lnTo>
                <a:lnTo>
                  <a:pt x="6853916" y="2970684"/>
                </a:lnTo>
                <a:lnTo>
                  <a:pt x="6868670" y="2963909"/>
                </a:lnTo>
                <a:lnTo>
                  <a:pt x="6871455" y="2955899"/>
                </a:lnTo>
                <a:lnTo>
                  <a:pt x="6867844" y="2949407"/>
                </a:lnTo>
                <a:lnTo>
                  <a:pt x="6865099" y="2944946"/>
                </a:lnTo>
                <a:lnTo>
                  <a:pt x="6860105" y="2942339"/>
                </a:lnTo>
                <a:lnTo>
                  <a:pt x="6852367" y="2942151"/>
                </a:lnTo>
                <a:close/>
              </a:path>
              <a:path w="19842480" h="6435090" extrusionOk="0">
                <a:moveTo>
                  <a:pt x="6867780" y="2949292"/>
                </a:moveTo>
                <a:close/>
              </a:path>
              <a:path w="19842480" h="6435090" extrusionOk="0">
                <a:moveTo>
                  <a:pt x="15278257" y="3053100"/>
                </a:moveTo>
                <a:lnTo>
                  <a:pt x="15273116" y="3055477"/>
                </a:lnTo>
                <a:lnTo>
                  <a:pt x="15270309" y="3059802"/>
                </a:lnTo>
                <a:lnTo>
                  <a:pt x="15266121" y="3066116"/>
                </a:lnTo>
                <a:lnTo>
                  <a:pt x="15268425" y="3074241"/>
                </a:lnTo>
                <a:lnTo>
                  <a:pt x="15282623" y="3081686"/>
                </a:lnTo>
                <a:lnTo>
                  <a:pt x="15291764" y="3079654"/>
                </a:lnTo>
                <a:lnTo>
                  <a:pt x="15295953" y="3073340"/>
                </a:lnTo>
                <a:lnTo>
                  <a:pt x="15296089" y="3073340"/>
                </a:lnTo>
                <a:lnTo>
                  <a:pt x="15300288" y="3067037"/>
                </a:lnTo>
                <a:lnTo>
                  <a:pt x="15297858" y="3058912"/>
                </a:lnTo>
                <a:lnTo>
                  <a:pt x="15290759" y="3055173"/>
                </a:lnTo>
                <a:lnTo>
                  <a:pt x="15288529" y="3053938"/>
                </a:lnTo>
                <a:lnTo>
                  <a:pt x="15286005" y="3053289"/>
                </a:lnTo>
                <a:lnTo>
                  <a:pt x="15278257" y="3053100"/>
                </a:lnTo>
                <a:close/>
              </a:path>
              <a:path w="19842480" h="6435090" extrusionOk="0">
                <a:moveTo>
                  <a:pt x="6730946" y="2737016"/>
                </a:moveTo>
                <a:lnTo>
                  <a:pt x="6728391" y="2737539"/>
                </a:lnTo>
                <a:lnTo>
                  <a:pt x="6725952" y="2738681"/>
                </a:lnTo>
                <a:lnTo>
                  <a:pt x="6718769" y="2742188"/>
                </a:lnTo>
                <a:lnTo>
                  <a:pt x="6715994" y="2750188"/>
                </a:lnTo>
                <a:lnTo>
                  <a:pt x="6719941" y="2756690"/>
                </a:lnTo>
                <a:lnTo>
                  <a:pt x="6723753" y="2763193"/>
                </a:lnTo>
                <a:lnTo>
                  <a:pt x="6732894" y="2765549"/>
                </a:lnTo>
                <a:lnTo>
                  <a:pt x="6740077" y="2762146"/>
                </a:lnTo>
                <a:lnTo>
                  <a:pt x="6747396" y="2758533"/>
                </a:lnTo>
                <a:lnTo>
                  <a:pt x="6750171" y="2750523"/>
                </a:lnTo>
                <a:lnTo>
                  <a:pt x="6743543" y="2739801"/>
                </a:lnTo>
                <a:lnTo>
                  <a:pt x="6738548" y="2737194"/>
                </a:lnTo>
                <a:lnTo>
                  <a:pt x="6730946" y="2737016"/>
                </a:lnTo>
                <a:close/>
              </a:path>
              <a:path w="19842480" h="6435090" extrusionOk="0">
                <a:moveTo>
                  <a:pt x="15412274" y="2853735"/>
                </a:moveTo>
                <a:lnTo>
                  <a:pt x="15407132" y="2856101"/>
                </a:lnTo>
                <a:lnTo>
                  <a:pt x="15404347" y="2860321"/>
                </a:lnTo>
                <a:lnTo>
                  <a:pt x="15400012" y="2866509"/>
                </a:lnTo>
                <a:lnTo>
                  <a:pt x="15402316" y="2874750"/>
                </a:lnTo>
                <a:lnTo>
                  <a:pt x="15409415" y="2878488"/>
                </a:lnTo>
                <a:lnTo>
                  <a:pt x="15416368" y="2882320"/>
                </a:lnTo>
                <a:lnTo>
                  <a:pt x="15425645" y="2880278"/>
                </a:lnTo>
                <a:lnTo>
                  <a:pt x="15429833" y="2874100"/>
                </a:lnTo>
                <a:lnTo>
                  <a:pt x="15434168" y="2867787"/>
                </a:lnTo>
                <a:lnTo>
                  <a:pt x="15431875" y="2859535"/>
                </a:lnTo>
                <a:lnTo>
                  <a:pt x="15424776" y="2855818"/>
                </a:lnTo>
                <a:lnTo>
                  <a:pt x="15422546" y="2854583"/>
                </a:lnTo>
                <a:lnTo>
                  <a:pt x="15420022" y="2853913"/>
                </a:lnTo>
                <a:lnTo>
                  <a:pt x="15412274" y="2853735"/>
                </a:lnTo>
                <a:close/>
              </a:path>
              <a:path w="19842480" h="6435090" extrusionOk="0">
                <a:moveTo>
                  <a:pt x="6604510" y="2534352"/>
                </a:moveTo>
                <a:lnTo>
                  <a:pt x="6601809" y="2535011"/>
                </a:lnTo>
                <a:lnTo>
                  <a:pt x="6592186" y="2539891"/>
                </a:lnTo>
                <a:lnTo>
                  <a:pt x="6589684" y="2547901"/>
                </a:lnTo>
                <a:lnTo>
                  <a:pt x="6597840" y="2560675"/>
                </a:lnTo>
                <a:lnTo>
                  <a:pt x="6606992" y="2562916"/>
                </a:lnTo>
                <a:lnTo>
                  <a:pt x="6621369" y="2555660"/>
                </a:lnTo>
                <a:lnTo>
                  <a:pt x="6623745" y="2547514"/>
                </a:lnTo>
                <a:lnTo>
                  <a:pt x="6616981" y="2536917"/>
                </a:lnTo>
                <a:lnTo>
                  <a:pt x="6612112" y="2534540"/>
                </a:lnTo>
                <a:lnTo>
                  <a:pt x="6604510" y="2534352"/>
                </a:lnTo>
                <a:close/>
              </a:path>
              <a:path w="19842480" h="6435090" extrusionOk="0">
                <a:moveTo>
                  <a:pt x="15548123" y="2655845"/>
                </a:moveTo>
                <a:lnTo>
                  <a:pt x="15543118" y="2658107"/>
                </a:lnTo>
                <a:lnTo>
                  <a:pt x="15540196" y="2662180"/>
                </a:lnTo>
                <a:lnTo>
                  <a:pt x="15535872" y="2668494"/>
                </a:lnTo>
                <a:lnTo>
                  <a:pt x="15538029" y="2676620"/>
                </a:lnTo>
                <a:lnTo>
                  <a:pt x="15545118" y="2680588"/>
                </a:lnTo>
                <a:lnTo>
                  <a:pt x="15552091" y="2684420"/>
                </a:lnTo>
                <a:lnTo>
                  <a:pt x="15561222" y="2682504"/>
                </a:lnTo>
                <a:lnTo>
                  <a:pt x="15565693" y="2676201"/>
                </a:lnTo>
                <a:lnTo>
                  <a:pt x="15570007" y="2670002"/>
                </a:lnTo>
                <a:lnTo>
                  <a:pt x="15567850" y="2661772"/>
                </a:lnTo>
                <a:lnTo>
                  <a:pt x="15560751" y="2657919"/>
                </a:lnTo>
                <a:lnTo>
                  <a:pt x="15558384" y="2656683"/>
                </a:lnTo>
                <a:lnTo>
                  <a:pt x="15555871" y="2656034"/>
                </a:lnTo>
                <a:lnTo>
                  <a:pt x="15548123" y="2655845"/>
                </a:lnTo>
                <a:close/>
              </a:path>
              <a:path w="19842480" h="6435090" extrusionOk="0">
                <a:moveTo>
                  <a:pt x="6471153" y="2335227"/>
                </a:moveTo>
                <a:lnTo>
                  <a:pt x="6468200" y="2335866"/>
                </a:lnTo>
                <a:lnTo>
                  <a:pt x="6465614" y="2337363"/>
                </a:lnTo>
                <a:lnTo>
                  <a:pt x="6458682" y="2341227"/>
                </a:lnTo>
                <a:lnTo>
                  <a:pt x="6456442" y="2349363"/>
                </a:lnTo>
                <a:lnTo>
                  <a:pt x="6460798" y="2355645"/>
                </a:lnTo>
                <a:lnTo>
                  <a:pt x="6465279" y="2361917"/>
                </a:lnTo>
                <a:lnTo>
                  <a:pt x="6474441" y="2363802"/>
                </a:lnTo>
                <a:lnTo>
                  <a:pt x="6488430" y="2356053"/>
                </a:lnTo>
                <a:lnTo>
                  <a:pt x="6490545" y="2347802"/>
                </a:lnTo>
                <a:lnTo>
                  <a:pt x="6486189" y="2341635"/>
                </a:lnTo>
                <a:lnTo>
                  <a:pt x="6483498" y="2337656"/>
                </a:lnTo>
                <a:lnTo>
                  <a:pt x="6478766" y="2335405"/>
                </a:lnTo>
                <a:lnTo>
                  <a:pt x="6471153" y="2335227"/>
                </a:lnTo>
                <a:close/>
              </a:path>
              <a:path w="19842480" h="6435090" extrusionOk="0">
                <a:moveTo>
                  <a:pt x="14449" y="2125505"/>
                </a:moveTo>
                <a:lnTo>
                  <a:pt x="11517" y="2126144"/>
                </a:lnTo>
                <a:lnTo>
                  <a:pt x="8786" y="2127809"/>
                </a:lnTo>
                <a:lnTo>
                  <a:pt x="1884" y="2131620"/>
                </a:lnTo>
                <a:lnTo>
                  <a:pt x="0" y="2139882"/>
                </a:lnTo>
                <a:lnTo>
                  <a:pt x="4323" y="2146091"/>
                </a:lnTo>
                <a:lnTo>
                  <a:pt x="8795" y="2152206"/>
                </a:lnTo>
                <a:lnTo>
                  <a:pt x="18114" y="2153965"/>
                </a:lnTo>
                <a:lnTo>
                  <a:pt x="25025" y="2149976"/>
                </a:lnTo>
                <a:lnTo>
                  <a:pt x="31936" y="2146091"/>
                </a:lnTo>
                <a:lnTo>
                  <a:pt x="33925" y="2137840"/>
                </a:lnTo>
                <a:lnTo>
                  <a:pt x="29489" y="2131620"/>
                </a:lnTo>
                <a:lnTo>
                  <a:pt x="26700" y="2127809"/>
                </a:lnTo>
                <a:lnTo>
                  <a:pt x="22093" y="2125683"/>
                </a:lnTo>
                <a:lnTo>
                  <a:pt x="14449" y="2125505"/>
                </a:lnTo>
                <a:close/>
              </a:path>
              <a:path w="19842480" h="6435090" extrusionOk="0">
                <a:moveTo>
                  <a:pt x="15686998" y="2459443"/>
                </a:moveTo>
                <a:lnTo>
                  <a:pt x="15681993" y="2461705"/>
                </a:lnTo>
                <a:lnTo>
                  <a:pt x="15674601" y="2471977"/>
                </a:lnTo>
                <a:lnTo>
                  <a:pt x="15676643" y="2480092"/>
                </a:lnTo>
                <a:lnTo>
                  <a:pt x="15690558" y="2488018"/>
                </a:lnTo>
                <a:lnTo>
                  <a:pt x="15699825" y="2486227"/>
                </a:lnTo>
                <a:lnTo>
                  <a:pt x="15708746" y="2473840"/>
                </a:lnTo>
                <a:lnTo>
                  <a:pt x="15706715" y="2465610"/>
                </a:lnTo>
                <a:lnTo>
                  <a:pt x="15699752" y="2461642"/>
                </a:lnTo>
                <a:lnTo>
                  <a:pt x="15697396" y="2460406"/>
                </a:lnTo>
                <a:lnTo>
                  <a:pt x="15694747" y="2459631"/>
                </a:lnTo>
                <a:lnTo>
                  <a:pt x="15686998" y="2459443"/>
                </a:lnTo>
                <a:close/>
              </a:path>
              <a:path w="19842480" h="6435090" extrusionOk="0">
                <a:moveTo>
                  <a:pt x="6328435" y="2141222"/>
                </a:moveTo>
                <a:lnTo>
                  <a:pt x="6325346" y="2141966"/>
                </a:lnTo>
                <a:lnTo>
                  <a:pt x="6322624" y="2143578"/>
                </a:lnTo>
                <a:lnTo>
                  <a:pt x="6315818" y="2147683"/>
                </a:lnTo>
                <a:lnTo>
                  <a:pt x="6314111" y="2155955"/>
                </a:lnTo>
                <a:lnTo>
                  <a:pt x="6318729" y="2161996"/>
                </a:lnTo>
                <a:lnTo>
                  <a:pt x="6323493" y="2168049"/>
                </a:lnTo>
                <a:lnTo>
                  <a:pt x="6332665" y="2169693"/>
                </a:lnTo>
                <a:lnTo>
                  <a:pt x="6346267" y="2161337"/>
                </a:lnTo>
                <a:lnTo>
                  <a:pt x="6348110" y="2153086"/>
                </a:lnTo>
                <a:lnTo>
                  <a:pt x="6340518" y="2143390"/>
                </a:lnTo>
                <a:lnTo>
                  <a:pt x="6336037" y="2141400"/>
                </a:lnTo>
                <a:lnTo>
                  <a:pt x="6328435" y="2141222"/>
                </a:lnTo>
                <a:close/>
              </a:path>
              <a:path w="19842480" h="6435090" extrusionOk="0">
                <a:moveTo>
                  <a:pt x="228788" y="1994274"/>
                </a:moveTo>
                <a:lnTo>
                  <a:pt x="225542" y="1995028"/>
                </a:lnTo>
                <a:lnTo>
                  <a:pt x="216014" y="2001216"/>
                </a:lnTo>
                <a:lnTo>
                  <a:pt x="214653" y="2009499"/>
                </a:lnTo>
                <a:lnTo>
                  <a:pt x="219469" y="2015425"/>
                </a:lnTo>
                <a:lnTo>
                  <a:pt x="224391" y="2021352"/>
                </a:lnTo>
                <a:lnTo>
                  <a:pt x="233710" y="2022639"/>
                </a:lnTo>
                <a:lnTo>
                  <a:pt x="240411" y="2018284"/>
                </a:lnTo>
                <a:lnTo>
                  <a:pt x="247112" y="2014053"/>
                </a:lnTo>
                <a:lnTo>
                  <a:pt x="248474" y="2005656"/>
                </a:lnTo>
                <a:lnTo>
                  <a:pt x="243657" y="1999855"/>
                </a:lnTo>
                <a:lnTo>
                  <a:pt x="240830" y="1996347"/>
                </a:lnTo>
                <a:lnTo>
                  <a:pt x="236432" y="1994452"/>
                </a:lnTo>
                <a:lnTo>
                  <a:pt x="228788" y="1994274"/>
                </a:lnTo>
                <a:close/>
              </a:path>
              <a:path w="19842480" h="6435090" extrusionOk="0">
                <a:moveTo>
                  <a:pt x="15829549" y="2265271"/>
                </a:moveTo>
                <a:lnTo>
                  <a:pt x="15824669" y="2267407"/>
                </a:lnTo>
                <a:lnTo>
                  <a:pt x="15821748" y="2271260"/>
                </a:lnTo>
                <a:lnTo>
                  <a:pt x="15817162" y="2277448"/>
                </a:lnTo>
                <a:lnTo>
                  <a:pt x="15818921" y="2285679"/>
                </a:lnTo>
                <a:lnTo>
                  <a:pt x="15825884" y="2289752"/>
                </a:lnTo>
                <a:lnTo>
                  <a:pt x="15832701" y="2293835"/>
                </a:lnTo>
                <a:lnTo>
                  <a:pt x="15841967" y="2292160"/>
                </a:lnTo>
                <a:lnTo>
                  <a:pt x="15846554" y="2285972"/>
                </a:lnTo>
                <a:lnTo>
                  <a:pt x="15851140" y="2279899"/>
                </a:lnTo>
                <a:lnTo>
                  <a:pt x="15849255" y="2271679"/>
                </a:lnTo>
                <a:lnTo>
                  <a:pt x="15842428" y="2267595"/>
                </a:lnTo>
                <a:lnTo>
                  <a:pt x="15839936" y="2266224"/>
                </a:lnTo>
                <a:lnTo>
                  <a:pt x="15837287" y="2265459"/>
                </a:lnTo>
                <a:lnTo>
                  <a:pt x="15829549" y="2265271"/>
                </a:lnTo>
                <a:close/>
              </a:path>
              <a:path w="19842480" h="6435090" extrusionOk="0">
                <a:moveTo>
                  <a:pt x="436217" y="1854215"/>
                </a:moveTo>
                <a:lnTo>
                  <a:pt x="432761" y="1855200"/>
                </a:lnTo>
                <a:lnTo>
                  <a:pt x="430039" y="1857158"/>
                </a:lnTo>
                <a:lnTo>
                  <a:pt x="423442" y="1861639"/>
                </a:lnTo>
                <a:lnTo>
                  <a:pt x="422290" y="1870037"/>
                </a:lnTo>
                <a:lnTo>
                  <a:pt x="427421" y="1875733"/>
                </a:lnTo>
                <a:lnTo>
                  <a:pt x="432552" y="1881555"/>
                </a:lnTo>
                <a:lnTo>
                  <a:pt x="441976" y="1882602"/>
                </a:lnTo>
                <a:lnTo>
                  <a:pt x="448363" y="1878016"/>
                </a:lnTo>
                <a:lnTo>
                  <a:pt x="454959" y="1873534"/>
                </a:lnTo>
                <a:lnTo>
                  <a:pt x="456111" y="1865136"/>
                </a:lnTo>
                <a:lnTo>
                  <a:pt x="450981" y="1859315"/>
                </a:lnTo>
                <a:lnTo>
                  <a:pt x="448049" y="1856152"/>
                </a:lnTo>
                <a:lnTo>
                  <a:pt x="443860" y="1854393"/>
                </a:lnTo>
                <a:lnTo>
                  <a:pt x="436217" y="1854215"/>
                </a:lnTo>
                <a:close/>
              </a:path>
              <a:path w="19842480" h="6435090" extrusionOk="0">
                <a:moveTo>
                  <a:pt x="6175791" y="1953144"/>
                </a:moveTo>
                <a:lnTo>
                  <a:pt x="6172429" y="1954024"/>
                </a:lnTo>
                <a:lnTo>
                  <a:pt x="6169696" y="1955971"/>
                </a:lnTo>
                <a:lnTo>
                  <a:pt x="6163016" y="1960327"/>
                </a:lnTo>
                <a:lnTo>
                  <a:pt x="6161833" y="1968725"/>
                </a:lnTo>
                <a:lnTo>
                  <a:pt x="6166733" y="1974536"/>
                </a:lnTo>
                <a:lnTo>
                  <a:pt x="6171770" y="1980358"/>
                </a:lnTo>
                <a:lnTo>
                  <a:pt x="6181089" y="1981520"/>
                </a:lnTo>
                <a:lnTo>
                  <a:pt x="6194303" y="1972693"/>
                </a:lnTo>
                <a:lnTo>
                  <a:pt x="6195622" y="1964296"/>
                </a:lnTo>
                <a:lnTo>
                  <a:pt x="6187748" y="1955207"/>
                </a:lnTo>
                <a:lnTo>
                  <a:pt x="6183392" y="1953322"/>
                </a:lnTo>
                <a:lnTo>
                  <a:pt x="6175791" y="1953144"/>
                </a:lnTo>
                <a:close/>
              </a:path>
              <a:path w="19842480" h="6435090" extrusionOk="0">
                <a:moveTo>
                  <a:pt x="15976686" y="2073821"/>
                </a:moveTo>
                <a:lnTo>
                  <a:pt x="15971817" y="2075727"/>
                </a:lnTo>
                <a:lnTo>
                  <a:pt x="15968895" y="2079570"/>
                </a:lnTo>
                <a:lnTo>
                  <a:pt x="15964047" y="2085507"/>
                </a:lnTo>
                <a:lnTo>
                  <a:pt x="15965796" y="2093862"/>
                </a:lnTo>
                <a:lnTo>
                  <a:pt x="15972487" y="2098051"/>
                </a:lnTo>
                <a:lnTo>
                  <a:pt x="15979304" y="2102250"/>
                </a:lnTo>
                <a:lnTo>
                  <a:pt x="15988570" y="2100805"/>
                </a:lnTo>
                <a:lnTo>
                  <a:pt x="15993293" y="2094742"/>
                </a:lnTo>
                <a:lnTo>
                  <a:pt x="15998130" y="2088805"/>
                </a:lnTo>
                <a:lnTo>
                  <a:pt x="15996392" y="2080449"/>
                </a:lnTo>
                <a:lnTo>
                  <a:pt x="15989691" y="2076261"/>
                </a:lnTo>
                <a:lnTo>
                  <a:pt x="15987209" y="2074659"/>
                </a:lnTo>
                <a:lnTo>
                  <a:pt x="15984298" y="2073999"/>
                </a:lnTo>
                <a:lnTo>
                  <a:pt x="15976686" y="2073821"/>
                </a:lnTo>
                <a:close/>
              </a:path>
              <a:path w="19842480" h="6435090" extrusionOk="0">
                <a:moveTo>
                  <a:pt x="638828" y="1708471"/>
                </a:moveTo>
                <a:lnTo>
                  <a:pt x="635268" y="1709455"/>
                </a:lnTo>
                <a:lnTo>
                  <a:pt x="626054" y="1716356"/>
                </a:lnTo>
                <a:lnTo>
                  <a:pt x="625111" y="1724638"/>
                </a:lnTo>
                <a:lnTo>
                  <a:pt x="630347" y="1730345"/>
                </a:lnTo>
                <a:lnTo>
                  <a:pt x="635687" y="1736062"/>
                </a:lnTo>
                <a:lnTo>
                  <a:pt x="645006" y="1736753"/>
                </a:lnTo>
                <a:lnTo>
                  <a:pt x="651498" y="1732156"/>
                </a:lnTo>
                <a:lnTo>
                  <a:pt x="657676" y="1727434"/>
                </a:lnTo>
                <a:lnTo>
                  <a:pt x="658618" y="1719026"/>
                </a:lnTo>
                <a:lnTo>
                  <a:pt x="653487" y="1713445"/>
                </a:lnTo>
                <a:lnTo>
                  <a:pt x="650451" y="1710283"/>
                </a:lnTo>
                <a:lnTo>
                  <a:pt x="646367" y="1708649"/>
                </a:lnTo>
                <a:lnTo>
                  <a:pt x="638828" y="1708471"/>
                </a:lnTo>
                <a:close/>
              </a:path>
              <a:path w="19842480" h="6435090" extrusionOk="0">
                <a:moveTo>
                  <a:pt x="6013188" y="1771841"/>
                </a:moveTo>
                <a:lnTo>
                  <a:pt x="6009680" y="1772825"/>
                </a:lnTo>
                <a:lnTo>
                  <a:pt x="6006686" y="1775014"/>
                </a:lnTo>
                <a:lnTo>
                  <a:pt x="6000403" y="1779725"/>
                </a:lnTo>
                <a:lnTo>
                  <a:pt x="5999618" y="1788134"/>
                </a:lnTo>
                <a:lnTo>
                  <a:pt x="6004790" y="1793715"/>
                </a:lnTo>
                <a:lnTo>
                  <a:pt x="6010099" y="1799316"/>
                </a:lnTo>
                <a:lnTo>
                  <a:pt x="6019554" y="1800123"/>
                </a:lnTo>
                <a:lnTo>
                  <a:pt x="6025973" y="1795411"/>
                </a:lnTo>
                <a:lnTo>
                  <a:pt x="6032256" y="1790688"/>
                </a:lnTo>
                <a:lnTo>
                  <a:pt x="6033041" y="1782280"/>
                </a:lnTo>
                <a:lnTo>
                  <a:pt x="6027732" y="1776699"/>
                </a:lnTo>
                <a:lnTo>
                  <a:pt x="6024884" y="1773663"/>
                </a:lnTo>
                <a:lnTo>
                  <a:pt x="6020790" y="1772019"/>
                </a:lnTo>
                <a:lnTo>
                  <a:pt x="6013188" y="1771841"/>
                </a:lnTo>
                <a:close/>
              </a:path>
              <a:path w="19842480" h="6435090" extrusionOk="0">
                <a:moveTo>
                  <a:pt x="838613" y="1559680"/>
                </a:moveTo>
                <a:lnTo>
                  <a:pt x="834948" y="1560674"/>
                </a:lnTo>
                <a:lnTo>
                  <a:pt x="832121" y="1562852"/>
                </a:lnTo>
                <a:lnTo>
                  <a:pt x="825838" y="1567575"/>
                </a:lnTo>
                <a:lnTo>
                  <a:pt x="825001" y="1575983"/>
                </a:lnTo>
                <a:lnTo>
                  <a:pt x="835681" y="1587155"/>
                </a:lnTo>
                <a:lnTo>
                  <a:pt x="845105" y="1587846"/>
                </a:lnTo>
                <a:lnTo>
                  <a:pt x="857670" y="1578412"/>
                </a:lnTo>
                <a:lnTo>
                  <a:pt x="858507" y="1570004"/>
                </a:lnTo>
                <a:lnTo>
                  <a:pt x="853167" y="1564413"/>
                </a:lnTo>
                <a:lnTo>
                  <a:pt x="850340" y="1561376"/>
                </a:lnTo>
                <a:lnTo>
                  <a:pt x="846256" y="1559858"/>
                </a:lnTo>
                <a:lnTo>
                  <a:pt x="838613" y="1559680"/>
                </a:lnTo>
                <a:close/>
              </a:path>
              <a:path w="19842480" h="6435090" extrusionOk="0">
                <a:moveTo>
                  <a:pt x="16129205" y="1885576"/>
                </a:moveTo>
                <a:lnTo>
                  <a:pt x="16124472" y="1887481"/>
                </a:lnTo>
                <a:lnTo>
                  <a:pt x="16121571" y="1891094"/>
                </a:lnTo>
                <a:lnTo>
                  <a:pt x="16116577" y="1897031"/>
                </a:lnTo>
                <a:lnTo>
                  <a:pt x="16117928" y="1905366"/>
                </a:lnTo>
                <a:lnTo>
                  <a:pt x="16124608" y="1909690"/>
                </a:lnTo>
                <a:lnTo>
                  <a:pt x="16131152" y="1914109"/>
                </a:lnTo>
                <a:lnTo>
                  <a:pt x="16140545" y="1912789"/>
                </a:lnTo>
                <a:lnTo>
                  <a:pt x="16145518" y="1906968"/>
                </a:lnTo>
                <a:lnTo>
                  <a:pt x="16150377" y="1901031"/>
                </a:lnTo>
                <a:lnTo>
                  <a:pt x="16149026" y="1892685"/>
                </a:lnTo>
                <a:lnTo>
                  <a:pt x="16142346" y="1888382"/>
                </a:lnTo>
                <a:lnTo>
                  <a:pt x="16139854" y="1886665"/>
                </a:lnTo>
                <a:lnTo>
                  <a:pt x="16136817" y="1885754"/>
                </a:lnTo>
                <a:lnTo>
                  <a:pt x="16129205" y="1885576"/>
                </a:lnTo>
                <a:close/>
              </a:path>
              <a:path w="19842480" h="6435090" extrusionOk="0">
                <a:moveTo>
                  <a:pt x="5840628" y="1597898"/>
                </a:moveTo>
                <a:lnTo>
                  <a:pt x="5836848" y="1599113"/>
                </a:lnTo>
                <a:lnTo>
                  <a:pt x="5833832" y="1601542"/>
                </a:lnTo>
                <a:lnTo>
                  <a:pt x="5827812" y="1606495"/>
                </a:lnTo>
                <a:lnTo>
                  <a:pt x="5827424" y="1614914"/>
                </a:lnTo>
                <a:lnTo>
                  <a:pt x="5833152" y="1620275"/>
                </a:lnTo>
                <a:lnTo>
                  <a:pt x="5838722" y="1625636"/>
                </a:lnTo>
                <a:lnTo>
                  <a:pt x="5848198" y="1625981"/>
                </a:lnTo>
                <a:lnTo>
                  <a:pt x="5860250" y="1616045"/>
                </a:lnTo>
                <a:lnTo>
                  <a:pt x="5860627" y="1607626"/>
                </a:lnTo>
                <a:lnTo>
                  <a:pt x="5855046" y="1602150"/>
                </a:lnTo>
                <a:lnTo>
                  <a:pt x="5852198" y="1599480"/>
                </a:lnTo>
                <a:lnTo>
                  <a:pt x="5848366" y="1598076"/>
                </a:lnTo>
                <a:lnTo>
                  <a:pt x="5840628" y="1597898"/>
                </a:lnTo>
                <a:close/>
              </a:path>
              <a:path w="19842480" h="6435090" extrusionOk="0">
                <a:moveTo>
                  <a:pt x="1037800" y="1409936"/>
                </a:moveTo>
                <a:lnTo>
                  <a:pt x="1034167" y="1410909"/>
                </a:lnTo>
                <a:lnTo>
                  <a:pt x="1031298" y="1413108"/>
                </a:lnTo>
                <a:lnTo>
                  <a:pt x="1024879" y="1417820"/>
                </a:lnTo>
                <a:lnTo>
                  <a:pt x="1024094" y="1426239"/>
                </a:lnTo>
                <a:lnTo>
                  <a:pt x="1034701" y="1437401"/>
                </a:lnTo>
                <a:lnTo>
                  <a:pt x="1044167" y="1438217"/>
                </a:lnTo>
                <a:lnTo>
                  <a:pt x="1056732" y="1428773"/>
                </a:lnTo>
                <a:lnTo>
                  <a:pt x="1057528" y="1420365"/>
                </a:lnTo>
                <a:lnTo>
                  <a:pt x="1052208" y="1414784"/>
                </a:lnTo>
                <a:lnTo>
                  <a:pt x="1049360" y="1411747"/>
                </a:lnTo>
                <a:lnTo>
                  <a:pt x="1045402" y="1410114"/>
                </a:lnTo>
                <a:lnTo>
                  <a:pt x="1037800" y="1409936"/>
                </a:lnTo>
                <a:close/>
              </a:path>
              <a:path w="19842480" h="6435090" extrusionOk="0">
                <a:moveTo>
                  <a:pt x="16288132" y="1701759"/>
                </a:moveTo>
                <a:lnTo>
                  <a:pt x="16283671" y="1703550"/>
                </a:lnTo>
                <a:lnTo>
                  <a:pt x="16280499" y="1706911"/>
                </a:lnTo>
                <a:lnTo>
                  <a:pt x="16275378" y="1712618"/>
                </a:lnTo>
                <a:lnTo>
                  <a:pt x="16276478" y="1721068"/>
                </a:lnTo>
                <a:lnTo>
                  <a:pt x="16283012" y="1725612"/>
                </a:lnTo>
                <a:lnTo>
                  <a:pt x="16289430" y="1730156"/>
                </a:lnTo>
                <a:lnTo>
                  <a:pt x="16298791" y="1729203"/>
                </a:lnTo>
                <a:lnTo>
                  <a:pt x="16303911" y="1723497"/>
                </a:lnTo>
                <a:lnTo>
                  <a:pt x="16309021" y="1717685"/>
                </a:lnTo>
                <a:lnTo>
                  <a:pt x="16308068" y="1709351"/>
                </a:lnTo>
                <a:lnTo>
                  <a:pt x="16298917" y="1702963"/>
                </a:lnTo>
                <a:lnTo>
                  <a:pt x="16295734" y="1701937"/>
                </a:lnTo>
                <a:lnTo>
                  <a:pt x="16288132" y="1701759"/>
                </a:lnTo>
                <a:close/>
              </a:path>
              <a:path w="19842480" h="6435090" extrusionOk="0">
                <a:moveTo>
                  <a:pt x="5658330" y="1432155"/>
                </a:moveTo>
                <a:lnTo>
                  <a:pt x="5654288" y="1433485"/>
                </a:lnTo>
                <a:lnTo>
                  <a:pt x="5651262" y="1436270"/>
                </a:lnTo>
                <a:lnTo>
                  <a:pt x="5645503" y="1441463"/>
                </a:lnTo>
                <a:lnTo>
                  <a:pt x="5645650" y="1449893"/>
                </a:lnTo>
                <a:lnTo>
                  <a:pt x="5657367" y="1460154"/>
                </a:lnTo>
                <a:lnTo>
                  <a:pt x="5666853" y="1460018"/>
                </a:lnTo>
                <a:lnTo>
                  <a:pt x="5672623" y="1454699"/>
                </a:lnTo>
                <a:lnTo>
                  <a:pt x="5678382" y="1449484"/>
                </a:lnTo>
                <a:lnTo>
                  <a:pt x="5678235" y="1441055"/>
                </a:lnTo>
                <a:lnTo>
                  <a:pt x="5672371" y="1435935"/>
                </a:lnTo>
                <a:lnTo>
                  <a:pt x="5669502" y="1433485"/>
                </a:lnTo>
                <a:lnTo>
                  <a:pt x="5665932" y="1432333"/>
                </a:lnTo>
                <a:lnTo>
                  <a:pt x="5658330" y="1432155"/>
                </a:lnTo>
                <a:close/>
              </a:path>
              <a:path w="19842480" h="6435090" extrusionOk="0">
                <a:moveTo>
                  <a:pt x="1238265" y="1261647"/>
                </a:moveTo>
                <a:lnTo>
                  <a:pt x="1234768" y="1262631"/>
                </a:lnTo>
                <a:lnTo>
                  <a:pt x="1225491" y="1269291"/>
                </a:lnTo>
                <a:lnTo>
                  <a:pt x="1224570" y="1277699"/>
                </a:lnTo>
                <a:lnTo>
                  <a:pt x="1235051" y="1288986"/>
                </a:lnTo>
                <a:lnTo>
                  <a:pt x="1244506" y="1289929"/>
                </a:lnTo>
                <a:lnTo>
                  <a:pt x="1250789" y="1285206"/>
                </a:lnTo>
                <a:lnTo>
                  <a:pt x="1257197" y="1280599"/>
                </a:lnTo>
                <a:lnTo>
                  <a:pt x="1258118" y="1272202"/>
                </a:lnTo>
                <a:lnTo>
                  <a:pt x="1252946" y="1266610"/>
                </a:lnTo>
                <a:lnTo>
                  <a:pt x="1250098" y="1263469"/>
                </a:lnTo>
                <a:lnTo>
                  <a:pt x="1246014" y="1261825"/>
                </a:lnTo>
                <a:lnTo>
                  <a:pt x="1238265" y="1261647"/>
                </a:lnTo>
                <a:close/>
              </a:path>
              <a:path w="19842480" h="6435090" extrusionOk="0">
                <a:moveTo>
                  <a:pt x="5466022" y="1275322"/>
                </a:moveTo>
                <a:lnTo>
                  <a:pt x="5461708" y="1276872"/>
                </a:lnTo>
                <a:lnTo>
                  <a:pt x="5458671" y="1280013"/>
                </a:lnTo>
                <a:lnTo>
                  <a:pt x="5453299" y="1285468"/>
                </a:lnTo>
                <a:lnTo>
                  <a:pt x="5453991" y="1293908"/>
                </a:lnTo>
                <a:lnTo>
                  <a:pt x="5460116" y="1298693"/>
                </a:lnTo>
                <a:lnTo>
                  <a:pt x="5466388" y="1303468"/>
                </a:lnTo>
                <a:lnTo>
                  <a:pt x="5475749" y="1302976"/>
                </a:lnTo>
                <a:lnTo>
                  <a:pt x="5481257" y="1297405"/>
                </a:lnTo>
                <a:lnTo>
                  <a:pt x="5486628" y="1291824"/>
                </a:lnTo>
                <a:lnTo>
                  <a:pt x="5485948" y="1283510"/>
                </a:lnTo>
                <a:lnTo>
                  <a:pt x="5479812" y="1278610"/>
                </a:lnTo>
                <a:lnTo>
                  <a:pt x="5477068" y="1276526"/>
                </a:lnTo>
                <a:lnTo>
                  <a:pt x="5473623" y="1275500"/>
                </a:lnTo>
                <a:lnTo>
                  <a:pt x="5466022" y="1275322"/>
                </a:lnTo>
                <a:close/>
              </a:path>
              <a:path w="19842480" h="6435090" extrusionOk="0">
                <a:moveTo>
                  <a:pt x="16454514" y="1523220"/>
                </a:moveTo>
                <a:lnTo>
                  <a:pt x="16450190" y="1524895"/>
                </a:lnTo>
                <a:lnTo>
                  <a:pt x="16441792" y="1533597"/>
                </a:lnTo>
                <a:lnTo>
                  <a:pt x="16442483" y="1541932"/>
                </a:lnTo>
                <a:lnTo>
                  <a:pt x="16455017" y="1551492"/>
                </a:lnTo>
                <a:lnTo>
                  <a:pt x="16464378" y="1550874"/>
                </a:lnTo>
                <a:lnTo>
                  <a:pt x="16475121" y="1539733"/>
                </a:lnTo>
                <a:lnTo>
                  <a:pt x="16474430" y="1531398"/>
                </a:lnTo>
                <a:lnTo>
                  <a:pt x="16468168" y="1526634"/>
                </a:lnTo>
                <a:lnTo>
                  <a:pt x="16465561" y="1524550"/>
                </a:lnTo>
                <a:lnTo>
                  <a:pt x="16462252" y="1523409"/>
                </a:lnTo>
                <a:lnTo>
                  <a:pt x="16454514" y="1523220"/>
                </a:lnTo>
                <a:close/>
              </a:path>
              <a:path w="19842480" h="6435090" extrusionOk="0">
                <a:moveTo>
                  <a:pt x="1442374" y="1117002"/>
                </a:moveTo>
                <a:lnTo>
                  <a:pt x="1439003" y="1117871"/>
                </a:lnTo>
                <a:lnTo>
                  <a:pt x="1436144" y="1119819"/>
                </a:lnTo>
                <a:lnTo>
                  <a:pt x="1436280" y="1119819"/>
                </a:lnTo>
                <a:lnTo>
                  <a:pt x="1429736" y="1124290"/>
                </a:lnTo>
                <a:lnTo>
                  <a:pt x="1428553" y="1132698"/>
                </a:lnTo>
                <a:lnTo>
                  <a:pt x="1433589" y="1138520"/>
                </a:lnTo>
                <a:lnTo>
                  <a:pt x="1438626" y="1144216"/>
                </a:lnTo>
                <a:lnTo>
                  <a:pt x="1447934" y="1145378"/>
                </a:lnTo>
                <a:lnTo>
                  <a:pt x="1454479" y="1140897"/>
                </a:lnTo>
                <a:lnTo>
                  <a:pt x="1461023" y="1136310"/>
                </a:lnTo>
                <a:lnTo>
                  <a:pt x="1462217" y="1128028"/>
                </a:lnTo>
                <a:lnTo>
                  <a:pt x="1454343" y="1118939"/>
                </a:lnTo>
                <a:lnTo>
                  <a:pt x="1450112" y="1117180"/>
                </a:lnTo>
                <a:lnTo>
                  <a:pt x="1442374" y="1117002"/>
                </a:lnTo>
                <a:close/>
              </a:path>
              <a:path w="19842480" h="6435090" extrusionOk="0">
                <a:moveTo>
                  <a:pt x="5264070" y="1128468"/>
                </a:moveTo>
                <a:lnTo>
                  <a:pt x="5259473" y="1130258"/>
                </a:lnTo>
                <a:lnTo>
                  <a:pt x="5256436" y="1133745"/>
                </a:lnTo>
                <a:lnTo>
                  <a:pt x="5251316" y="1139567"/>
                </a:lnTo>
                <a:lnTo>
                  <a:pt x="5252541" y="1147902"/>
                </a:lnTo>
                <a:lnTo>
                  <a:pt x="5259075" y="1152457"/>
                </a:lnTo>
                <a:lnTo>
                  <a:pt x="5265630" y="1156875"/>
                </a:lnTo>
                <a:lnTo>
                  <a:pt x="5275012" y="1155797"/>
                </a:lnTo>
                <a:lnTo>
                  <a:pt x="5280121" y="1149975"/>
                </a:lnTo>
                <a:lnTo>
                  <a:pt x="5285106" y="1144164"/>
                </a:lnTo>
                <a:lnTo>
                  <a:pt x="5283880" y="1135818"/>
                </a:lnTo>
                <a:lnTo>
                  <a:pt x="5277336" y="1131389"/>
                </a:lnTo>
                <a:lnTo>
                  <a:pt x="5274718" y="1129546"/>
                </a:lnTo>
                <a:lnTo>
                  <a:pt x="5271682" y="1128646"/>
                </a:lnTo>
                <a:lnTo>
                  <a:pt x="5264070" y="1128468"/>
                </a:lnTo>
                <a:close/>
              </a:path>
              <a:path w="19842480" h="6435090" extrusionOk="0">
                <a:moveTo>
                  <a:pt x="16632739" y="1350660"/>
                </a:moveTo>
                <a:lnTo>
                  <a:pt x="16628603" y="1350691"/>
                </a:lnTo>
                <a:lnTo>
                  <a:pt x="16624404" y="1352021"/>
                </a:lnTo>
                <a:lnTo>
                  <a:pt x="16615755" y="1360356"/>
                </a:lnTo>
                <a:lnTo>
                  <a:pt x="16616174" y="1368680"/>
                </a:lnTo>
                <a:lnTo>
                  <a:pt x="16628163" y="1378680"/>
                </a:lnTo>
                <a:lnTo>
                  <a:pt x="16637660" y="1378429"/>
                </a:lnTo>
                <a:lnTo>
                  <a:pt x="16643283" y="1373110"/>
                </a:lnTo>
                <a:lnTo>
                  <a:pt x="16648927" y="1367665"/>
                </a:lnTo>
                <a:lnTo>
                  <a:pt x="16648634" y="1359340"/>
                </a:lnTo>
                <a:lnTo>
                  <a:pt x="16642519" y="1354335"/>
                </a:lnTo>
                <a:lnTo>
                  <a:pt x="16639758" y="1352011"/>
                </a:lnTo>
                <a:lnTo>
                  <a:pt x="16636352" y="1350744"/>
                </a:lnTo>
                <a:lnTo>
                  <a:pt x="16632739" y="1350660"/>
                </a:lnTo>
                <a:close/>
              </a:path>
              <a:path w="19842480" h="6435090" extrusionOk="0">
                <a:moveTo>
                  <a:pt x="1652159" y="978891"/>
                </a:moveTo>
                <a:lnTo>
                  <a:pt x="1649070" y="979645"/>
                </a:lnTo>
                <a:lnTo>
                  <a:pt x="1646347" y="981373"/>
                </a:lnTo>
                <a:lnTo>
                  <a:pt x="1639541" y="985603"/>
                </a:lnTo>
                <a:lnTo>
                  <a:pt x="1637960" y="993865"/>
                </a:lnTo>
                <a:lnTo>
                  <a:pt x="1642714" y="999917"/>
                </a:lnTo>
                <a:lnTo>
                  <a:pt x="1647489" y="1005843"/>
                </a:lnTo>
                <a:lnTo>
                  <a:pt x="1656787" y="1007257"/>
                </a:lnTo>
                <a:lnTo>
                  <a:pt x="1663593" y="1003027"/>
                </a:lnTo>
                <a:lnTo>
                  <a:pt x="1670263" y="998786"/>
                </a:lnTo>
                <a:lnTo>
                  <a:pt x="1671844" y="990514"/>
                </a:lnTo>
                <a:lnTo>
                  <a:pt x="1667080" y="984587"/>
                </a:lnTo>
                <a:lnTo>
                  <a:pt x="1664252" y="980954"/>
                </a:lnTo>
                <a:lnTo>
                  <a:pt x="1659897" y="979069"/>
                </a:lnTo>
                <a:lnTo>
                  <a:pt x="1652159" y="978891"/>
                </a:lnTo>
                <a:close/>
              </a:path>
              <a:path w="19842480" h="6435090" extrusionOk="0">
                <a:moveTo>
                  <a:pt x="5066618" y="1017141"/>
                </a:moveTo>
                <a:lnTo>
                  <a:pt x="5048505" y="1017141"/>
                </a:lnTo>
                <a:lnTo>
                  <a:pt x="5055458" y="1021340"/>
                </a:lnTo>
                <a:lnTo>
                  <a:pt x="5064714" y="1019654"/>
                </a:lnTo>
                <a:lnTo>
                  <a:pt x="5066618" y="1017141"/>
                </a:lnTo>
                <a:close/>
              </a:path>
              <a:path w="19842480" h="6435090" extrusionOk="0">
                <a:moveTo>
                  <a:pt x="5052432" y="992786"/>
                </a:moveTo>
                <a:lnTo>
                  <a:pt x="5047563" y="994922"/>
                </a:lnTo>
                <a:lnTo>
                  <a:pt x="5044506" y="998765"/>
                </a:lnTo>
                <a:lnTo>
                  <a:pt x="5039930" y="1004838"/>
                </a:lnTo>
                <a:lnTo>
                  <a:pt x="5041678" y="1013058"/>
                </a:lnTo>
                <a:lnTo>
                  <a:pt x="5048505" y="1017256"/>
                </a:lnTo>
                <a:lnTo>
                  <a:pt x="5066618" y="1017141"/>
                </a:lnTo>
                <a:lnTo>
                  <a:pt x="5073897" y="1007529"/>
                </a:lnTo>
                <a:lnTo>
                  <a:pt x="5072138" y="999299"/>
                </a:lnTo>
                <a:lnTo>
                  <a:pt x="5062830" y="993739"/>
                </a:lnTo>
                <a:lnTo>
                  <a:pt x="5060044" y="992964"/>
                </a:lnTo>
                <a:lnTo>
                  <a:pt x="5052432" y="992786"/>
                </a:lnTo>
                <a:close/>
              </a:path>
              <a:path w="19842480" h="6435090" extrusionOk="0">
                <a:moveTo>
                  <a:pt x="1869398" y="850455"/>
                </a:moveTo>
                <a:lnTo>
                  <a:pt x="1866581" y="851115"/>
                </a:lnTo>
                <a:lnTo>
                  <a:pt x="1863995" y="852476"/>
                </a:lnTo>
                <a:lnTo>
                  <a:pt x="1857074" y="856350"/>
                </a:lnTo>
                <a:lnTo>
                  <a:pt x="1854823" y="864601"/>
                </a:lnTo>
                <a:lnTo>
                  <a:pt x="1859178" y="870758"/>
                </a:lnTo>
                <a:lnTo>
                  <a:pt x="1863534" y="877030"/>
                </a:lnTo>
                <a:lnTo>
                  <a:pt x="1872822" y="878915"/>
                </a:lnTo>
                <a:lnTo>
                  <a:pt x="1886811" y="871177"/>
                </a:lnTo>
                <a:lnTo>
                  <a:pt x="1888926" y="863031"/>
                </a:lnTo>
                <a:lnTo>
                  <a:pt x="1881879" y="852895"/>
                </a:lnTo>
                <a:lnTo>
                  <a:pt x="1877136" y="850644"/>
                </a:lnTo>
                <a:lnTo>
                  <a:pt x="1869398" y="850455"/>
                </a:lnTo>
                <a:close/>
              </a:path>
              <a:path w="19842480" h="6435090" extrusionOk="0">
                <a:moveTo>
                  <a:pt x="16810514" y="1184382"/>
                </a:moveTo>
                <a:lnTo>
                  <a:pt x="16806608" y="1185723"/>
                </a:lnTo>
                <a:lnTo>
                  <a:pt x="16803568" y="1188393"/>
                </a:lnTo>
                <a:lnTo>
                  <a:pt x="16797687" y="1193461"/>
                </a:lnTo>
                <a:lnTo>
                  <a:pt x="16797561" y="1201890"/>
                </a:lnTo>
                <a:lnTo>
                  <a:pt x="16803425" y="1207125"/>
                </a:lnTo>
                <a:lnTo>
                  <a:pt x="16809153" y="1212360"/>
                </a:lnTo>
                <a:lnTo>
                  <a:pt x="16818629" y="1212350"/>
                </a:lnTo>
                <a:lnTo>
                  <a:pt x="16824524" y="1207261"/>
                </a:lnTo>
                <a:lnTo>
                  <a:pt x="16830419" y="1202068"/>
                </a:lnTo>
                <a:lnTo>
                  <a:pt x="16830534" y="1193649"/>
                </a:lnTo>
                <a:lnTo>
                  <a:pt x="16824656" y="1188372"/>
                </a:lnTo>
                <a:lnTo>
                  <a:pt x="16821822" y="1185953"/>
                </a:lnTo>
                <a:lnTo>
                  <a:pt x="16818116" y="1184560"/>
                </a:lnTo>
                <a:lnTo>
                  <a:pt x="16810514" y="1184382"/>
                </a:lnTo>
                <a:close/>
              </a:path>
              <a:path w="19842480" h="6435090" extrusionOk="0">
                <a:moveTo>
                  <a:pt x="4831350" y="869460"/>
                </a:moveTo>
                <a:lnTo>
                  <a:pt x="4826198" y="871826"/>
                </a:lnTo>
                <a:lnTo>
                  <a:pt x="4823402" y="876151"/>
                </a:lnTo>
                <a:lnTo>
                  <a:pt x="4819204" y="882465"/>
                </a:lnTo>
                <a:lnTo>
                  <a:pt x="4821643" y="890590"/>
                </a:lnTo>
                <a:lnTo>
                  <a:pt x="4835842" y="898045"/>
                </a:lnTo>
                <a:lnTo>
                  <a:pt x="4844983" y="895899"/>
                </a:lnTo>
                <a:lnTo>
                  <a:pt x="4853370" y="883271"/>
                </a:lnTo>
                <a:lnTo>
                  <a:pt x="4850941" y="875135"/>
                </a:lnTo>
                <a:lnTo>
                  <a:pt x="4843852" y="871408"/>
                </a:lnTo>
                <a:lnTo>
                  <a:pt x="4841611" y="870172"/>
                </a:lnTo>
                <a:lnTo>
                  <a:pt x="4839088" y="869638"/>
                </a:lnTo>
                <a:lnTo>
                  <a:pt x="4831350" y="869460"/>
                </a:lnTo>
                <a:close/>
              </a:path>
              <a:path w="19842480" h="6435090" extrusionOk="0">
                <a:moveTo>
                  <a:pt x="2096260" y="735548"/>
                </a:moveTo>
                <a:lnTo>
                  <a:pt x="2093705" y="736092"/>
                </a:lnTo>
                <a:lnTo>
                  <a:pt x="2091402" y="737108"/>
                </a:lnTo>
                <a:lnTo>
                  <a:pt x="2084083" y="740490"/>
                </a:lnTo>
                <a:lnTo>
                  <a:pt x="2081182" y="748490"/>
                </a:lnTo>
                <a:lnTo>
                  <a:pt x="2088805" y="761495"/>
                </a:lnTo>
                <a:lnTo>
                  <a:pt x="2097810" y="764081"/>
                </a:lnTo>
                <a:lnTo>
                  <a:pt x="2112427" y="757306"/>
                </a:lnTo>
                <a:lnTo>
                  <a:pt x="2115349" y="749296"/>
                </a:lnTo>
                <a:lnTo>
                  <a:pt x="2111527" y="742794"/>
                </a:lnTo>
                <a:lnTo>
                  <a:pt x="2108993" y="738344"/>
                </a:lnTo>
                <a:lnTo>
                  <a:pt x="2103862" y="735726"/>
                </a:lnTo>
                <a:lnTo>
                  <a:pt x="2096260" y="735548"/>
                </a:lnTo>
                <a:close/>
              </a:path>
              <a:path w="19842480" h="6435090" extrusionOk="0">
                <a:moveTo>
                  <a:pt x="4601441" y="759924"/>
                </a:moveTo>
                <a:lnTo>
                  <a:pt x="4595881" y="762646"/>
                </a:lnTo>
                <a:lnTo>
                  <a:pt x="4589535" y="774007"/>
                </a:lnTo>
                <a:lnTo>
                  <a:pt x="4592635" y="781913"/>
                </a:lnTo>
                <a:lnTo>
                  <a:pt x="4607398" y="788447"/>
                </a:lnTo>
                <a:lnTo>
                  <a:pt x="4616435" y="785682"/>
                </a:lnTo>
                <a:lnTo>
                  <a:pt x="4619964" y="779117"/>
                </a:lnTo>
                <a:lnTo>
                  <a:pt x="4623628" y="772562"/>
                </a:lnTo>
                <a:lnTo>
                  <a:pt x="4620665" y="764542"/>
                </a:lnTo>
                <a:lnTo>
                  <a:pt x="4611168" y="760510"/>
                </a:lnTo>
                <a:lnTo>
                  <a:pt x="4609179" y="760102"/>
                </a:lnTo>
                <a:lnTo>
                  <a:pt x="4601441" y="759924"/>
                </a:lnTo>
                <a:close/>
              </a:path>
              <a:path w="19842480" h="6435090" extrusionOk="0">
                <a:moveTo>
                  <a:pt x="17000225" y="1025267"/>
                </a:moveTo>
                <a:lnTo>
                  <a:pt x="16996445" y="1026366"/>
                </a:lnTo>
                <a:lnTo>
                  <a:pt x="16993576" y="1028785"/>
                </a:lnTo>
                <a:lnTo>
                  <a:pt x="16987419" y="1033759"/>
                </a:lnTo>
                <a:lnTo>
                  <a:pt x="16986906" y="1042052"/>
                </a:lnTo>
                <a:lnTo>
                  <a:pt x="16998068" y="1052994"/>
                </a:lnTo>
                <a:lnTo>
                  <a:pt x="17007408" y="1053329"/>
                </a:lnTo>
                <a:lnTo>
                  <a:pt x="17013555" y="1048491"/>
                </a:lnTo>
                <a:lnTo>
                  <a:pt x="17019712" y="1043538"/>
                </a:lnTo>
                <a:lnTo>
                  <a:pt x="17020235" y="1035120"/>
                </a:lnTo>
                <a:lnTo>
                  <a:pt x="17014644" y="1029759"/>
                </a:lnTo>
                <a:lnTo>
                  <a:pt x="17011796" y="1026973"/>
                </a:lnTo>
                <a:lnTo>
                  <a:pt x="17007827" y="1025455"/>
                </a:lnTo>
                <a:lnTo>
                  <a:pt x="17000225" y="1025267"/>
                </a:lnTo>
                <a:close/>
              </a:path>
              <a:path w="19842480" h="6435090" extrusionOk="0">
                <a:moveTo>
                  <a:pt x="2333510" y="638943"/>
                </a:moveTo>
                <a:lnTo>
                  <a:pt x="2331499" y="639237"/>
                </a:lnTo>
                <a:lnTo>
                  <a:pt x="2321918" y="642702"/>
                </a:lnTo>
                <a:lnTo>
                  <a:pt x="2318212" y="650451"/>
                </a:lnTo>
                <a:lnTo>
                  <a:pt x="2321217" y="657163"/>
                </a:lnTo>
                <a:lnTo>
                  <a:pt x="2324358" y="664011"/>
                </a:lnTo>
                <a:lnTo>
                  <a:pt x="2333070" y="667299"/>
                </a:lnTo>
                <a:lnTo>
                  <a:pt x="2340630" y="664503"/>
                </a:lnTo>
                <a:lnTo>
                  <a:pt x="2348326" y="661833"/>
                </a:lnTo>
                <a:lnTo>
                  <a:pt x="2352022" y="654084"/>
                </a:lnTo>
                <a:lnTo>
                  <a:pt x="2349027" y="647257"/>
                </a:lnTo>
                <a:lnTo>
                  <a:pt x="2346640" y="642221"/>
                </a:lnTo>
                <a:lnTo>
                  <a:pt x="2341258" y="639121"/>
                </a:lnTo>
                <a:lnTo>
                  <a:pt x="2333510" y="638943"/>
                </a:lnTo>
                <a:close/>
              </a:path>
              <a:path w="19842480" h="6435090" extrusionOk="0">
                <a:moveTo>
                  <a:pt x="4362935" y="665519"/>
                </a:moveTo>
                <a:lnTo>
                  <a:pt x="4357092" y="668691"/>
                </a:lnTo>
                <a:lnTo>
                  <a:pt x="4354663" y="673979"/>
                </a:lnTo>
                <a:lnTo>
                  <a:pt x="4351658" y="680796"/>
                </a:lnTo>
                <a:lnTo>
                  <a:pt x="4355301" y="688481"/>
                </a:lnTo>
                <a:lnTo>
                  <a:pt x="4362966" y="691277"/>
                </a:lnTo>
                <a:lnTo>
                  <a:pt x="4370631" y="693947"/>
                </a:lnTo>
                <a:lnTo>
                  <a:pt x="4379405" y="690711"/>
                </a:lnTo>
                <a:lnTo>
                  <a:pt x="4382421" y="683895"/>
                </a:lnTo>
                <a:lnTo>
                  <a:pt x="4385562" y="677089"/>
                </a:lnTo>
                <a:lnTo>
                  <a:pt x="4381782" y="669278"/>
                </a:lnTo>
                <a:lnTo>
                  <a:pt x="4374118" y="666597"/>
                </a:lnTo>
                <a:lnTo>
                  <a:pt x="4372400" y="665969"/>
                </a:lnTo>
                <a:lnTo>
                  <a:pt x="4370673" y="665697"/>
                </a:lnTo>
                <a:lnTo>
                  <a:pt x="4362935" y="665519"/>
                </a:lnTo>
                <a:close/>
              </a:path>
              <a:path w="19842480" h="6435090" extrusionOk="0">
                <a:moveTo>
                  <a:pt x="2580434" y="563323"/>
                </a:moveTo>
                <a:lnTo>
                  <a:pt x="2578822" y="563522"/>
                </a:lnTo>
                <a:lnTo>
                  <a:pt x="2577345" y="563836"/>
                </a:lnTo>
                <a:lnTo>
                  <a:pt x="2569398" y="565909"/>
                </a:lnTo>
                <a:lnTo>
                  <a:pt x="2564916" y="573280"/>
                </a:lnTo>
                <a:lnTo>
                  <a:pt x="2567241" y="580338"/>
                </a:lnTo>
                <a:lnTo>
                  <a:pt x="2569429" y="587395"/>
                </a:lnTo>
                <a:lnTo>
                  <a:pt x="2577722" y="591395"/>
                </a:lnTo>
                <a:lnTo>
                  <a:pt x="2585659" y="589448"/>
                </a:lnTo>
                <a:lnTo>
                  <a:pt x="2593596" y="587374"/>
                </a:lnTo>
                <a:lnTo>
                  <a:pt x="2598098" y="580003"/>
                </a:lnTo>
                <a:lnTo>
                  <a:pt x="2595900" y="572945"/>
                </a:lnTo>
                <a:lnTo>
                  <a:pt x="2593931" y="567197"/>
                </a:lnTo>
                <a:lnTo>
                  <a:pt x="2588308" y="563501"/>
                </a:lnTo>
                <a:lnTo>
                  <a:pt x="2580434" y="563323"/>
                </a:lnTo>
                <a:close/>
              </a:path>
              <a:path w="19842480" h="6435090" extrusionOk="0">
                <a:moveTo>
                  <a:pt x="4116837" y="588128"/>
                </a:moveTo>
                <a:lnTo>
                  <a:pt x="4110723" y="591783"/>
                </a:lnTo>
                <a:lnTo>
                  <a:pt x="4108681" y="597678"/>
                </a:lnTo>
                <a:lnTo>
                  <a:pt x="4106199" y="604620"/>
                </a:lnTo>
                <a:lnTo>
                  <a:pt x="4110649" y="612086"/>
                </a:lnTo>
                <a:lnTo>
                  <a:pt x="4118597" y="614169"/>
                </a:lnTo>
                <a:lnTo>
                  <a:pt x="4126418" y="616379"/>
                </a:lnTo>
                <a:lnTo>
                  <a:pt x="4134806" y="612410"/>
                </a:lnTo>
                <a:lnTo>
                  <a:pt x="4137151" y="605468"/>
                </a:lnTo>
                <a:lnTo>
                  <a:pt x="4139633" y="598400"/>
                </a:lnTo>
                <a:lnTo>
                  <a:pt x="4135182" y="591050"/>
                </a:lnTo>
                <a:lnTo>
                  <a:pt x="4126041" y="588463"/>
                </a:lnTo>
                <a:lnTo>
                  <a:pt x="4124722" y="588317"/>
                </a:lnTo>
                <a:lnTo>
                  <a:pt x="4116837" y="588128"/>
                </a:lnTo>
                <a:close/>
              </a:path>
              <a:path w="19842480" h="6435090" extrusionOk="0">
                <a:moveTo>
                  <a:pt x="17197853" y="873816"/>
                </a:moveTo>
                <a:lnTo>
                  <a:pt x="17194356" y="874811"/>
                </a:lnTo>
                <a:lnTo>
                  <a:pt x="17191487" y="876999"/>
                </a:lnTo>
                <a:lnTo>
                  <a:pt x="17185068" y="881596"/>
                </a:lnTo>
                <a:lnTo>
                  <a:pt x="17184146" y="890004"/>
                </a:lnTo>
                <a:lnTo>
                  <a:pt x="17194628" y="901291"/>
                </a:lnTo>
                <a:lnTo>
                  <a:pt x="17204093" y="902098"/>
                </a:lnTo>
                <a:lnTo>
                  <a:pt x="17216784" y="892789"/>
                </a:lnTo>
                <a:lnTo>
                  <a:pt x="17217695" y="884496"/>
                </a:lnTo>
                <a:lnTo>
                  <a:pt x="17212533" y="878800"/>
                </a:lnTo>
                <a:lnTo>
                  <a:pt x="17209549" y="875648"/>
                </a:lnTo>
                <a:lnTo>
                  <a:pt x="17205465" y="873994"/>
                </a:lnTo>
                <a:lnTo>
                  <a:pt x="17197853" y="873816"/>
                </a:lnTo>
                <a:close/>
              </a:path>
              <a:path w="19842480" h="6435090" extrusionOk="0">
                <a:moveTo>
                  <a:pt x="2832552" y="510382"/>
                </a:moveTo>
                <a:lnTo>
                  <a:pt x="2824364" y="511733"/>
                </a:lnTo>
                <a:lnTo>
                  <a:pt x="2818950" y="518602"/>
                </a:lnTo>
                <a:lnTo>
                  <a:pt x="2821987" y="533167"/>
                </a:lnTo>
                <a:lnTo>
                  <a:pt x="2829725" y="537857"/>
                </a:lnTo>
                <a:lnTo>
                  <a:pt x="2837913" y="536622"/>
                </a:lnTo>
                <a:lnTo>
                  <a:pt x="2845965" y="535271"/>
                </a:lnTo>
                <a:lnTo>
                  <a:pt x="2851368" y="528402"/>
                </a:lnTo>
                <a:lnTo>
                  <a:pt x="2849850" y="521115"/>
                </a:lnTo>
                <a:lnTo>
                  <a:pt x="2848572" y="514790"/>
                </a:lnTo>
                <a:lnTo>
                  <a:pt x="2842719" y="510497"/>
                </a:lnTo>
                <a:lnTo>
                  <a:pt x="2832542" y="510497"/>
                </a:lnTo>
                <a:close/>
              </a:path>
              <a:path w="19842480" h="6435090" extrusionOk="0">
                <a:moveTo>
                  <a:pt x="2834552" y="510193"/>
                </a:moveTo>
                <a:lnTo>
                  <a:pt x="2833484" y="510288"/>
                </a:lnTo>
                <a:lnTo>
                  <a:pt x="2832542" y="510497"/>
                </a:lnTo>
                <a:lnTo>
                  <a:pt x="2842719" y="510497"/>
                </a:lnTo>
                <a:lnTo>
                  <a:pt x="2842562" y="510382"/>
                </a:lnTo>
                <a:lnTo>
                  <a:pt x="2834552" y="510193"/>
                </a:lnTo>
                <a:close/>
              </a:path>
              <a:path w="19842480" h="6435090" extrusionOk="0">
                <a:moveTo>
                  <a:pt x="3864186" y="529345"/>
                </a:moveTo>
                <a:lnTo>
                  <a:pt x="3857777" y="533585"/>
                </a:lnTo>
                <a:lnTo>
                  <a:pt x="3856249" y="539962"/>
                </a:lnTo>
                <a:lnTo>
                  <a:pt x="3854563" y="547166"/>
                </a:lnTo>
                <a:lnTo>
                  <a:pt x="3859704" y="554182"/>
                </a:lnTo>
                <a:lnTo>
                  <a:pt x="3867662" y="555794"/>
                </a:lnTo>
                <a:lnTo>
                  <a:pt x="3875766" y="557281"/>
                </a:lnTo>
                <a:lnTo>
                  <a:pt x="3883787" y="552726"/>
                </a:lnTo>
                <a:lnTo>
                  <a:pt x="3885473" y="545522"/>
                </a:lnTo>
                <a:lnTo>
                  <a:pt x="3887284" y="538444"/>
                </a:lnTo>
                <a:lnTo>
                  <a:pt x="3882017" y="531313"/>
                </a:lnTo>
                <a:lnTo>
                  <a:pt x="3874049" y="529826"/>
                </a:lnTo>
                <a:lnTo>
                  <a:pt x="3873128" y="529554"/>
                </a:lnTo>
                <a:lnTo>
                  <a:pt x="3864186" y="529345"/>
                </a:lnTo>
                <a:close/>
              </a:path>
              <a:path w="19842480" h="6435090" extrusionOk="0">
                <a:moveTo>
                  <a:pt x="3092523" y="480540"/>
                </a:moveTo>
                <a:lnTo>
                  <a:pt x="3084220" y="481179"/>
                </a:lnTo>
                <a:lnTo>
                  <a:pt x="3078157" y="487555"/>
                </a:lnTo>
                <a:lnTo>
                  <a:pt x="3079330" y="502194"/>
                </a:lnTo>
                <a:lnTo>
                  <a:pt x="3086639" y="507586"/>
                </a:lnTo>
                <a:lnTo>
                  <a:pt x="3103099" y="506539"/>
                </a:lnTo>
                <a:lnTo>
                  <a:pt x="3109172" y="500047"/>
                </a:lnTo>
                <a:lnTo>
                  <a:pt x="3108585" y="492780"/>
                </a:lnTo>
                <a:lnTo>
                  <a:pt x="3107989" y="485880"/>
                </a:lnTo>
                <a:lnTo>
                  <a:pt x="3101601" y="480749"/>
                </a:lnTo>
                <a:lnTo>
                  <a:pt x="3092523" y="480540"/>
                </a:lnTo>
                <a:close/>
              </a:path>
              <a:path w="19842480" h="6435090" extrusionOk="0">
                <a:moveTo>
                  <a:pt x="3606644" y="490875"/>
                </a:moveTo>
                <a:lnTo>
                  <a:pt x="3599953" y="495817"/>
                </a:lnTo>
                <a:lnTo>
                  <a:pt x="3599084" y="502686"/>
                </a:lnTo>
                <a:lnTo>
                  <a:pt x="3598057" y="510026"/>
                </a:lnTo>
                <a:lnTo>
                  <a:pt x="3603879" y="516570"/>
                </a:lnTo>
                <a:lnTo>
                  <a:pt x="3620245" y="518382"/>
                </a:lnTo>
                <a:lnTo>
                  <a:pt x="3627742" y="513209"/>
                </a:lnTo>
                <a:lnTo>
                  <a:pt x="3629784" y="498654"/>
                </a:lnTo>
                <a:lnTo>
                  <a:pt x="3623837" y="491985"/>
                </a:lnTo>
                <a:lnTo>
                  <a:pt x="3615722" y="491094"/>
                </a:lnTo>
                <a:lnTo>
                  <a:pt x="3606644" y="490875"/>
                </a:lnTo>
                <a:close/>
              </a:path>
              <a:path w="19842480" h="6435090" extrusionOk="0">
                <a:moveTo>
                  <a:pt x="3346191" y="474163"/>
                </a:moveTo>
                <a:lnTo>
                  <a:pt x="3339479" y="479943"/>
                </a:lnTo>
                <a:lnTo>
                  <a:pt x="3339039" y="494655"/>
                </a:lnTo>
                <a:lnTo>
                  <a:pt x="3345531" y="500749"/>
                </a:lnTo>
                <a:lnTo>
                  <a:pt x="3353803" y="500937"/>
                </a:lnTo>
                <a:lnTo>
                  <a:pt x="3362086" y="501021"/>
                </a:lnTo>
                <a:lnTo>
                  <a:pt x="3368934" y="495241"/>
                </a:lnTo>
                <a:lnTo>
                  <a:pt x="3369017" y="487880"/>
                </a:lnTo>
                <a:lnTo>
                  <a:pt x="3369237" y="480645"/>
                </a:lnTo>
                <a:lnTo>
                  <a:pt x="3362735" y="474550"/>
                </a:lnTo>
                <a:lnTo>
                  <a:pt x="3346191" y="474163"/>
                </a:lnTo>
                <a:close/>
              </a:path>
              <a:path w="19842480" h="6435090" extrusionOk="0">
                <a:moveTo>
                  <a:pt x="17403375" y="730993"/>
                </a:moveTo>
                <a:lnTo>
                  <a:pt x="17400004" y="731862"/>
                </a:lnTo>
                <a:lnTo>
                  <a:pt x="17397281" y="733705"/>
                </a:lnTo>
                <a:lnTo>
                  <a:pt x="17390601" y="738050"/>
                </a:lnTo>
                <a:lnTo>
                  <a:pt x="17389282" y="746448"/>
                </a:lnTo>
                <a:lnTo>
                  <a:pt x="17394192" y="752259"/>
                </a:lnTo>
                <a:lnTo>
                  <a:pt x="17399093" y="758196"/>
                </a:lnTo>
                <a:lnTo>
                  <a:pt x="17408538" y="759369"/>
                </a:lnTo>
                <a:lnTo>
                  <a:pt x="17415071" y="755013"/>
                </a:lnTo>
                <a:lnTo>
                  <a:pt x="17421752" y="750657"/>
                </a:lnTo>
                <a:lnTo>
                  <a:pt x="17423071" y="742260"/>
                </a:lnTo>
                <a:lnTo>
                  <a:pt x="17415323" y="733045"/>
                </a:lnTo>
                <a:lnTo>
                  <a:pt x="17410988" y="731171"/>
                </a:lnTo>
                <a:lnTo>
                  <a:pt x="17403375" y="730993"/>
                </a:lnTo>
                <a:close/>
              </a:path>
              <a:path w="19842480" h="6435090" extrusionOk="0">
                <a:moveTo>
                  <a:pt x="17616625" y="597479"/>
                </a:moveTo>
                <a:lnTo>
                  <a:pt x="17613673" y="598233"/>
                </a:lnTo>
                <a:lnTo>
                  <a:pt x="17604155" y="603835"/>
                </a:lnTo>
                <a:lnTo>
                  <a:pt x="17602301" y="612096"/>
                </a:lnTo>
                <a:lnTo>
                  <a:pt x="17606783" y="618253"/>
                </a:lnTo>
                <a:lnTo>
                  <a:pt x="17611411" y="624305"/>
                </a:lnTo>
                <a:lnTo>
                  <a:pt x="17620720" y="625949"/>
                </a:lnTo>
                <a:lnTo>
                  <a:pt x="17634447" y="617845"/>
                </a:lnTo>
                <a:lnTo>
                  <a:pt x="17636300" y="609573"/>
                </a:lnTo>
                <a:lnTo>
                  <a:pt x="17631662" y="603531"/>
                </a:lnTo>
                <a:lnTo>
                  <a:pt x="17628845" y="599793"/>
                </a:lnTo>
                <a:lnTo>
                  <a:pt x="17624363" y="597667"/>
                </a:lnTo>
                <a:lnTo>
                  <a:pt x="17616625" y="597479"/>
                </a:lnTo>
                <a:close/>
              </a:path>
              <a:path w="19842480" h="6435090" extrusionOk="0">
                <a:moveTo>
                  <a:pt x="17837718" y="474362"/>
                </a:moveTo>
                <a:lnTo>
                  <a:pt x="17835027" y="475022"/>
                </a:lnTo>
                <a:lnTo>
                  <a:pt x="17832441" y="476257"/>
                </a:lnTo>
                <a:lnTo>
                  <a:pt x="17825394" y="480006"/>
                </a:lnTo>
                <a:lnTo>
                  <a:pt x="17823007" y="488142"/>
                </a:lnTo>
                <a:lnTo>
                  <a:pt x="17827237" y="494414"/>
                </a:lnTo>
                <a:lnTo>
                  <a:pt x="17831457" y="500811"/>
                </a:lnTo>
                <a:lnTo>
                  <a:pt x="17840598" y="502927"/>
                </a:lnTo>
                <a:lnTo>
                  <a:pt x="17854712" y="495419"/>
                </a:lnTo>
                <a:lnTo>
                  <a:pt x="17857089" y="487294"/>
                </a:lnTo>
                <a:lnTo>
                  <a:pt x="17853016" y="480896"/>
                </a:lnTo>
                <a:lnTo>
                  <a:pt x="17850189" y="476917"/>
                </a:lnTo>
                <a:lnTo>
                  <a:pt x="17845456" y="474550"/>
                </a:lnTo>
                <a:lnTo>
                  <a:pt x="17837718" y="474362"/>
                </a:lnTo>
                <a:close/>
              </a:path>
              <a:path w="19842480" h="6435090" extrusionOk="0">
                <a:moveTo>
                  <a:pt x="18066476" y="362585"/>
                </a:moveTo>
                <a:lnTo>
                  <a:pt x="18063921" y="363130"/>
                </a:lnTo>
                <a:lnTo>
                  <a:pt x="18061628" y="364135"/>
                </a:lnTo>
                <a:lnTo>
                  <a:pt x="18054308" y="367528"/>
                </a:lnTo>
                <a:lnTo>
                  <a:pt x="18051398" y="375527"/>
                </a:lnTo>
                <a:lnTo>
                  <a:pt x="18055219" y="382030"/>
                </a:lnTo>
                <a:lnTo>
                  <a:pt x="18058905" y="388522"/>
                </a:lnTo>
                <a:lnTo>
                  <a:pt x="18067900" y="391108"/>
                </a:lnTo>
                <a:lnTo>
                  <a:pt x="18075344" y="387841"/>
                </a:lnTo>
                <a:lnTo>
                  <a:pt x="18082653" y="384459"/>
                </a:lnTo>
                <a:lnTo>
                  <a:pt x="18085564" y="376459"/>
                </a:lnTo>
                <a:lnTo>
                  <a:pt x="18081753" y="369957"/>
                </a:lnTo>
                <a:lnTo>
                  <a:pt x="18079219" y="365392"/>
                </a:lnTo>
                <a:lnTo>
                  <a:pt x="18074077" y="362763"/>
                </a:lnTo>
                <a:lnTo>
                  <a:pt x="18066476" y="362585"/>
                </a:lnTo>
                <a:close/>
              </a:path>
              <a:path w="19842480" h="6435090" extrusionOk="0">
                <a:moveTo>
                  <a:pt x="18302489" y="263332"/>
                </a:moveTo>
                <a:lnTo>
                  <a:pt x="18300332" y="263761"/>
                </a:lnTo>
                <a:lnTo>
                  <a:pt x="18290741" y="267436"/>
                </a:lnTo>
                <a:lnTo>
                  <a:pt x="18287296" y="275321"/>
                </a:lnTo>
                <a:lnTo>
                  <a:pt x="18293840" y="288766"/>
                </a:lnTo>
                <a:lnTo>
                  <a:pt x="18302563" y="291823"/>
                </a:lnTo>
                <a:lnTo>
                  <a:pt x="18317829" y="286012"/>
                </a:lnTo>
                <a:lnTo>
                  <a:pt x="18321264" y="278138"/>
                </a:lnTo>
                <a:lnTo>
                  <a:pt x="18315599" y="266484"/>
                </a:lnTo>
                <a:lnTo>
                  <a:pt x="18310227" y="263520"/>
                </a:lnTo>
                <a:lnTo>
                  <a:pt x="18302489" y="263332"/>
                </a:lnTo>
                <a:close/>
              </a:path>
              <a:path w="19842480" h="6435090" extrusionOk="0">
                <a:moveTo>
                  <a:pt x="18545278" y="177879"/>
                </a:moveTo>
                <a:lnTo>
                  <a:pt x="18543540" y="178193"/>
                </a:lnTo>
                <a:lnTo>
                  <a:pt x="18541655" y="178748"/>
                </a:lnTo>
                <a:lnTo>
                  <a:pt x="18533969" y="181167"/>
                </a:lnTo>
                <a:lnTo>
                  <a:pt x="18529865" y="188800"/>
                </a:lnTo>
                <a:lnTo>
                  <a:pt x="18532608" y="195742"/>
                </a:lnTo>
                <a:lnTo>
                  <a:pt x="18535467" y="202580"/>
                </a:lnTo>
                <a:lnTo>
                  <a:pt x="18544042" y="206234"/>
                </a:lnTo>
                <a:lnTo>
                  <a:pt x="18559539" y="201250"/>
                </a:lnTo>
                <a:lnTo>
                  <a:pt x="18563508" y="193627"/>
                </a:lnTo>
                <a:lnTo>
                  <a:pt x="18560785" y="186800"/>
                </a:lnTo>
                <a:lnTo>
                  <a:pt x="18558670" y="181408"/>
                </a:lnTo>
                <a:lnTo>
                  <a:pt x="18553016" y="178057"/>
                </a:lnTo>
                <a:lnTo>
                  <a:pt x="18545278" y="177879"/>
                </a:lnTo>
                <a:close/>
              </a:path>
              <a:path w="19842480" h="6435090" extrusionOk="0">
                <a:moveTo>
                  <a:pt x="18794181" y="107535"/>
                </a:moveTo>
                <a:lnTo>
                  <a:pt x="18792705" y="107745"/>
                </a:lnTo>
                <a:lnTo>
                  <a:pt x="18791228" y="108059"/>
                </a:lnTo>
                <a:lnTo>
                  <a:pt x="18783281" y="110017"/>
                </a:lnTo>
                <a:lnTo>
                  <a:pt x="18778674" y="117378"/>
                </a:lnTo>
                <a:lnTo>
                  <a:pt x="18783051" y="131493"/>
                </a:lnTo>
                <a:lnTo>
                  <a:pt x="18791333" y="135597"/>
                </a:lnTo>
                <a:lnTo>
                  <a:pt x="18807217" y="131702"/>
                </a:lnTo>
                <a:lnTo>
                  <a:pt x="18811846" y="124331"/>
                </a:lnTo>
                <a:lnTo>
                  <a:pt x="18809647" y="117273"/>
                </a:lnTo>
                <a:lnTo>
                  <a:pt x="18807825" y="111546"/>
                </a:lnTo>
                <a:lnTo>
                  <a:pt x="18801919" y="107713"/>
                </a:lnTo>
                <a:lnTo>
                  <a:pt x="18794181" y="107535"/>
                </a:lnTo>
                <a:close/>
              </a:path>
              <a:path w="19842480" h="6435090" extrusionOk="0">
                <a:moveTo>
                  <a:pt x="19048069" y="53453"/>
                </a:moveTo>
                <a:lnTo>
                  <a:pt x="19046990" y="53548"/>
                </a:lnTo>
                <a:lnTo>
                  <a:pt x="19045786" y="53747"/>
                </a:lnTo>
                <a:lnTo>
                  <a:pt x="19037734" y="55223"/>
                </a:lnTo>
                <a:lnTo>
                  <a:pt x="19032457" y="62218"/>
                </a:lnTo>
                <a:lnTo>
                  <a:pt x="19035755" y="76542"/>
                </a:lnTo>
                <a:lnTo>
                  <a:pt x="19043640" y="81243"/>
                </a:lnTo>
                <a:lnTo>
                  <a:pt x="19059754" y="78290"/>
                </a:lnTo>
                <a:lnTo>
                  <a:pt x="19065032" y="71306"/>
                </a:lnTo>
                <a:lnTo>
                  <a:pt x="19063367" y="64144"/>
                </a:lnTo>
                <a:lnTo>
                  <a:pt x="19061953" y="57935"/>
                </a:lnTo>
                <a:lnTo>
                  <a:pt x="19055932" y="53642"/>
                </a:lnTo>
                <a:lnTo>
                  <a:pt x="19048069" y="53453"/>
                </a:lnTo>
                <a:close/>
              </a:path>
              <a:path w="19842480" h="6435090" extrusionOk="0">
                <a:moveTo>
                  <a:pt x="19305035" y="16889"/>
                </a:moveTo>
                <a:lnTo>
                  <a:pt x="19304365" y="16994"/>
                </a:lnTo>
                <a:lnTo>
                  <a:pt x="19296197" y="17873"/>
                </a:lnTo>
                <a:lnTo>
                  <a:pt x="19290250" y="24501"/>
                </a:lnTo>
                <a:lnTo>
                  <a:pt x="19291370" y="31758"/>
                </a:lnTo>
                <a:lnTo>
                  <a:pt x="19292218" y="39024"/>
                </a:lnTo>
                <a:lnTo>
                  <a:pt x="19299684" y="44302"/>
                </a:lnTo>
                <a:lnTo>
                  <a:pt x="19307862" y="43307"/>
                </a:lnTo>
                <a:lnTo>
                  <a:pt x="19308961" y="43307"/>
                </a:lnTo>
                <a:lnTo>
                  <a:pt x="19316155" y="42553"/>
                </a:lnTo>
                <a:lnTo>
                  <a:pt x="19321966" y="35925"/>
                </a:lnTo>
                <a:lnTo>
                  <a:pt x="19320971" y="28669"/>
                </a:lnTo>
                <a:lnTo>
                  <a:pt x="19320102" y="21988"/>
                </a:lnTo>
                <a:lnTo>
                  <a:pt x="19313851" y="17098"/>
                </a:lnTo>
                <a:lnTo>
                  <a:pt x="19305035" y="16889"/>
                </a:lnTo>
                <a:close/>
              </a:path>
              <a:path w="19842480" h="6435090" extrusionOk="0">
                <a:moveTo>
                  <a:pt x="19308961" y="43307"/>
                </a:moveTo>
                <a:lnTo>
                  <a:pt x="19307862" y="43307"/>
                </a:lnTo>
                <a:lnTo>
                  <a:pt x="19308961" y="43307"/>
                </a:lnTo>
                <a:close/>
              </a:path>
              <a:path w="19842480" h="6435090" extrusionOk="0">
                <a:moveTo>
                  <a:pt x="19565697" y="0"/>
                </a:moveTo>
                <a:lnTo>
                  <a:pt x="19557414" y="167"/>
                </a:lnTo>
                <a:lnTo>
                  <a:pt x="19550943" y="6293"/>
                </a:lnTo>
                <a:lnTo>
                  <a:pt x="19551320" y="20910"/>
                </a:lnTo>
                <a:lnTo>
                  <a:pt x="19558221" y="26763"/>
                </a:lnTo>
                <a:lnTo>
                  <a:pt x="19566503" y="26616"/>
                </a:lnTo>
                <a:lnTo>
                  <a:pt x="19574660" y="26334"/>
                </a:lnTo>
                <a:lnTo>
                  <a:pt x="19581257" y="20313"/>
                </a:lnTo>
                <a:lnTo>
                  <a:pt x="19581068" y="12942"/>
                </a:lnTo>
                <a:lnTo>
                  <a:pt x="19580744" y="5821"/>
                </a:lnTo>
                <a:lnTo>
                  <a:pt x="19574367" y="209"/>
                </a:lnTo>
                <a:lnTo>
                  <a:pt x="19565697" y="0"/>
                </a:lnTo>
                <a:close/>
              </a:path>
              <a:path w="19842480" h="6435090" extrusionOk="0">
                <a:moveTo>
                  <a:pt x="19819009" y="5266"/>
                </a:moveTo>
                <a:lnTo>
                  <a:pt x="19812307" y="10565"/>
                </a:lnTo>
                <a:lnTo>
                  <a:pt x="19811082" y="25014"/>
                </a:lnTo>
                <a:lnTo>
                  <a:pt x="19817291" y="31454"/>
                </a:lnTo>
                <a:lnTo>
                  <a:pt x="19825563" y="31883"/>
                </a:lnTo>
                <a:lnTo>
                  <a:pt x="19833699" y="32438"/>
                </a:lnTo>
                <a:lnTo>
                  <a:pt x="19840945" y="26899"/>
                </a:lnTo>
                <a:lnTo>
                  <a:pt x="19842170" y="12334"/>
                </a:lnTo>
                <a:lnTo>
                  <a:pt x="19835961" y="6010"/>
                </a:lnTo>
                <a:lnTo>
                  <a:pt x="19827689" y="5465"/>
                </a:lnTo>
                <a:lnTo>
                  <a:pt x="19819009" y="5266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1"/>
          <p:cNvGrpSpPr/>
          <p:nvPr/>
        </p:nvGrpSpPr>
        <p:grpSpPr>
          <a:xfrm>
            <a:off x="4177034" y="1223811"/>
            <a:ext cx="1551780" cy="4479359"/>
            <a:chOff x="9220494" y="1179273"/>
            <a:chExt cx="3149317" cy="9090802"/>
          </a:xfrm>
        </p:grpSpPr>
        <p:sp>
          <p:nvSpPr>
            <p:cNvPr id="38" name="Google Shape;38;p1"/>
            <p:cNvSpPr/>
            <p:nvPr/>
          </p:nvSpPr>
          <p:spPr>
            <a:xfrm>
              <a:off x="9230965" y="1189743"/>
              <a:ext cx="3138805" cy="2666365"/>
            </a:xfrm>
            <a:custGeom>
              <a:avLst/>
              <a:gdLst/>
              <a:ahLst/>
              <a:cxnLst/>
              <a:rect l="l" t="t" r="r" b="b"/>
              <a:pathLst>
                <a:path w="3138804" h="2666365" extrusionOk="0">
                  <a:moveTo>
                    <a:pt x="3138606" y="2534729"/>
                  </a:moveTo>
                  <a:lnTo>
                    <a:pt x="3138249" y="0"/>
                  </a:lnTo>
                  <a:lnTo>
                    <a:pt x="0" y="1937637"/>
                  </a:lnTo>
                  <a:lnTo>
                    <a:pt x="0" y="2666013"/>
                  </a:lnTo>
                </a:path>
              </a:pathLst>
            </a:custGeom>
            <a:noFill/>
            <a:ln w="41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7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9231006" y="7684990"/>
              <a:ext cx="3138805" cy="2585085"/>
            </a:xfrm>
            <a:custGeom>
              <a:avLst/>
              <a:gdLst/>
              <a:ahLst/>
              <a:cxnLst/>
              <a:rect l="l" t="t" r="r" b="b"/>
              <a:pathLst>
                <a:path w="3138804" h="2585084" extrusionOk="0">
                  <a:moveTo>
                    <a:pt x="0" y="10942"/>
                  </a:moveTo>
                  <a:lnTo>
                    <a:pt x="0" y="2584916"/>
                  </a:lnTo>
                  <a:lnTo>
                    <a:pt x="3138606" y="646964"/>
                  </a:lnTo>
                  <a:lnTo>
                    <a:pt x="3138511" y="0"/>
                  </a:lnTo>
                </a:path>
              </a:pathLst>
            </a:custGeom>
            <a:noFill/>
            <a:ln w="41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7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20494" y="1179273"/>
              <a:ext cx="3138805" cy="2666365"/>
            </a:xfrm>
            <a:custGeom>
              <a:avLst/>
              <a:gdLst/>
              <a:ahLst/>
              <a:cxnLst/>
              <a:rect l="l" t="t" r="r" b="b"/>
              <a:pathLst>
                <a:path w="3138804" h="2666365" extrusionOk="0">
                  <a:moveTo>
                    <a:pt x="3138606" y="2534729"/>
                  </a:moveTo>
                  <a:lnTo>
                    <a:pt x="3138249" y="0"/>
                  </a:lnTo>
                  <a:lnTo>
                    <a:pt x="0" y="1937637"/>
                  </a:lnTo>
                  <a:lnTo>
                    <a:pt x="0" y="2666013"/>
                  </a:lnTo>
                </a:path>
              </a:pathLst>
            </a:custGeom>
            <a:noFill/>
            <a:ln w="41875" cap="flat" cmpd="sng">
              <a:solidFill>
                <a:srgbClr val="F9D3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7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220536" y="7674520"/>
              <a:ext cx="3138805" cy="2585085"/>
            </a:xfrm>
            <a:custGeom>
              <a:avLst/>
              <a:gdLst/>
              <a:ahLst/>
              <a:cxnLst/>
              <a:rect l="l" t="t" r="r" b="b"/>
              <a:pathLst>
                <a:path w="3138804" h="2585084" extrusionOk="0">
                  <a:moveTo>
                    <a:pt x="0" y="10942"/>
                  </a:moveTo>
                  <a:lnTo>
                    <a:pt x="0" y="2584916"/>
                  </a:lnTo>
                  <a:lnTo>
                    <a:pt x="3138606" y="646964"/>
                  </a:lnTo>
                  <a:lnTo>
                    <a:pt x="3138511" y="0"/>
                  </a:lnTo>
                </a:path>
              </a:pathLst>
            </a:custGeom>
            <a:noFill/>
            <a:ln w="41875" cap="flat" cmpd="sng">
              <a:solidFill>
                <a:srgbClr val="F9D3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7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1"/>
          <p:cNvSpPr txBox="1"/>
          <p:nvPr/>
        </p:nvSpPr>
        <p:spPr>
          <a:xfrm>
            <a:off x="1806923" y="3370900"/>
            <a:ext cx="718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サーバー移行計画</a:t>
            </a:r>
            <a:endParaRPr sz="3600" b="1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360000" y="5760000"/>
            <a:ext cx="492154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2025年06月09日</a:t>
            </a:r>
            <a:endParaRPr sz="2000" b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Luvina Software Joint Stock Company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6A6C0838-80F2-7C17-5D63-CFACEF1EC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4D36E8CD-CA88-DE28-C47B-4452A4A08BB8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 b="1">
                <a:solidFill>
                  <a:schemeClr val="dk1"/>
                </a:solidFill>
              </a:rPr>
              <a:t>ネットワークの事項①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026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5C09272C-19DE-B3BB-028E-EFBA13AE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2531738C-6F57-9D8A-5264-C0C6E6B6AC09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既存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53632-AF97-8B55-47DC-A5F6E31F06E8}"/>
              </a:ext>
            </a:extLst>
          </p:cNvPr>
          <p:cNvSpPr/>
          <p:nvPr/>
        </p:nvSpPr>
        <p:spPr>
          <a:xfrm>
            <a:off x="836045" y="3084159"/>
            <a:ext cx="2391905" cy="3319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5FD7AC-7373-4714-D5F5-4D1E38377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7" y="2804759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560197-C68D-4932-41A4-D177EB31195F}"/>
              </a:ext>
            </a:extLst>
          </p:cNvPr>
          <p:cNvSpPr/>
          <p:nvPr/>
        </p:nvSpPr>
        <p:spPr>
          <a:xfrm>
            <a:off x="984140" y="3759726"/>
            <a:ext cx="2095715" cy="21838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B0DEBB8-E9B4-A1A3-9FE9-96252A3C8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597" y="4948414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088776C-9745-5E61-F724-201E627FA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7" y="4948414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ABD688-3E74-EFC9-CCA2-E1FE6E0C5CD7}"/>
              </a:ext>
            </a:extLst>
          </p:cNvPr>
          <p:cNvSpPr txBox="1"/>
          <p:nvPr/>
        </p:nvSpPr>
        <p:spPr>
          <a:xfrm>
            <a:off x="1045588" y="5400316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 </a:t>
            </a:r>
          </a:p>
          <a:p>
            <a:pPr algn="ctr"/>
            <a:r>
              <a:rPr lang="en-US" sz="800"/>
              <a:t>192.168.235.11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44DDB7-D490-B68C-DFB8-DEAEBB284BD5}"/>
              </a:ext>
            </a:extLst>
          </p:cNvPr>
          <p:cNvSpPr txBox="1"/>
          <p:nvPr/>
        </p:nvSpPr>
        <p:spPr>
          <a:xfrm>
            <a:off x="2105411" y="5400316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pos-stg</a:t>
            </a:r>
          </a:p>
          <a:p>
            <a:pPr algn="ctr"/>
            <a:r>
              <a:rPr lang="en-US" sz="800"/>
              <a:t>192.168.235.12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104142C-DC1E-0C9C-38F2-9FAA412F9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997" y="3553470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5995EA-62BF-A6BB-6D39-4A4DB432EC5E}"/>
              </a:ext>
            </a:extLst>
          </p:cNvPr>
          <p:cNvCxnSpPr>
            <a:cxnSpLocks/>
            <a:endCxn id="1030" idx="0"/>
          </p:cNvCxnSpPr>
          <p:nvPr/>
        </p:nvCxnSpPr>
        <p:spPr>
          <a:xfrm>
            <a:off x="2031997" y="3363559"/>
            <a:ext cx="0" cy="18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22A075-BA74-08E1-FEA3-CE77190BFDCC}"/>
              </a:ext>
            </a:extLst>
          </p:cNvPr>
          <p:cNvCxnSpPr>
            <a:cxnSpLocks/>
            <a:stCxn id="1030" idx="2"/>
            <a:endCxn id="6" idx="0"/>
          </p:cNvCxnSpPr>
          <p:nvPr/>
        </p:nvCxnSpPr>
        <p:spPr>
          <a:xfrm>
            <a:off x="2031997" y="4061470"/>
            <a:ext cx="533400" cy="88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F3A40D-9BD9-0385-AAD0-9239BCF76C63}"/>
              </a:ext>
            </a:extLst>
          </p:cNvPr>
          <p:cNvCxnSpPr>
            <a:cxnSpLocks/>
            <a:stCxn id="1030" idx="2"/>
            <a:endCxn id="1028" idx="0"/>
          </p:cNvCxnSpPr>
          <p:nvPr/>
        </p:nvCxnSpPr>
        <p:spPr>
          <a:xfrm flipH="1">
            <a:off x="1498597" y="4061470"/>
            <a:ext cx="533400" cy="88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73A3A8-41FA-09E2-DF5D-CCA3171FF713}"/>
              </a:ext>
            </a:extLst>
          </p:cNvPr>
          <p:cNvSpPr txBox="1"/>
          <p:nvPr/>
        </p:nvSpPr>
        <p:spPr>
          <a:xfrm>
            <a:off x="797198" y="2868715"/>
            <a:ext cx="8947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Luvina Network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A7D0F6-453A-FC2D-7393-F5CE3B1486B6}"/>
              </a:ext>
            </a:extLst>
          </p:cNvPr>
          <p:cNvSpPr txBox="1"/>
          <p:nvPr/>
        </p:nvSpPr>
        <p:spPr>
          <a:xfrm>
            <a:off x="2208002" y="3100371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Root router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C1AFD2-8305-8C1B-B747-1E03986F6CD4}"/>
              </a:ext>
            </a:extLst>
          </p:cNvPr>
          <p:cNvSpPr/>
          <p:nvPr/>
        </p:nvSpPr>
        <p:spPr>
          <a:xfrm>
            <a:off x="3629614" y="2433230"/>
            <a:ext cx="5757191" cy="39704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E1A87-B439-5618-9B78-C12E50AAADF5}"/>
              </a:ext>
            </a:extLst>
          </p:cNvPr>
          <p:cNvSpPr txBox="1"/>
          <p:nvPr/>
        </p:nvSpPr>
        <p:spPr>
          <a:xfrm>
            <a:off x="3629614" y="2217787"/>
            <a:ext cx="418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AWS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6E758AAC-C561-A368-823D-53669C2F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095" y="2593342"/>
            <a:ext cx="57150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814E48C-C832-7EDD-61E4-1247F5CD889A}"/>
              </a:ext>
            </a:extLst>
          </p:cNvPr>
          <p:cNvSpPr/>
          <p:nvPr/>
        </p:nvSpPr>
        <p:spPr>
          <a:xfrm>
            <a:off x="797198" y="1527622"/>
            <a:ext cx="1152107" cy="3221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Kasumi-Conlux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82596C9-8AEA-7D7E-A259-1F06AA851FA1}"/>
              </a:ext>
            </a:extLst>
          </p:cNvPr>
          <p:cNvSpPr/>
          <p:nvPr/>
        </p:nvSpPr>
        <p:spPr>
          <a:xfrm>
            <a:off x="2243343" y="1527622"/>
            <a:ext cx="1152107" cy="32217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MV Kanto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E7BDA61-562C-2F28-46CB-79162D3F4234}"/>
              </a:ext>
            </a:extLst>
          </p:cNvPr>
          <p:cNvSpPr/>
          <p:nvPr/>
        </p:nvSpPr>
        <p:spPr>
          <a:xfrm>
            <a:off x="4718927" y="1163973"/>
            <a:ext cx="1152107" cy="32217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M</a:t>
            </a:r>
            <a:r>
              <a:rPr lang="en-VN" sz="1000">
                <a:solidFill>
                  <a:schemeClr val="tx1"/>
                </a:solidFill>
              </a:rPr>
              <a:t>aruetsu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4C242F5-2FE0-86E2-3F9F-B63F59EBF8A3}"/>
              </a:ext>
            </a:extLst>
          </p:cNvPr>
          <p:cNvSpPr/>
          <p:nvPr/>
        </p:nvSpPr>
        <p:spPr>
          <a:xfrm>
            <a:off x="7824166" y="1070474"/>
            <a:ext cx="1152107" cy="32217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Inageya</a:t>
            </a:r>
            <a:endParaRPr lang="en-VN" sz="10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805D16-B2EE-735D-4C5F-5F655BB56298}"/>
              </a:ext>
            </a:extLst>
          </p:cNvPr>
          <p:cNvSpPr/>
          <p:nvPr/>
        </p:nvSpPr>
        <p:spPr>
          <a:xfrm>
            <a:off x="3761349" y="3243556"/>
            <a:ext cx="3067265" cy="26952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37EE250D-9439-94C1-A927-AA17A6153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07" y="2976437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B1A8D1E-ED1E-B4AD-6A0F-8812B18D5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901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CC0E3734-D450-8CAE-6680-D06FF0B5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90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6550E922-0EB0-B25D-06D8-22181B1EF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1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3ECE9AD-6700-2DBF-2979-7EF9ED12AA6D}"/>
              </a:ext>
            </a:extLst>
          </p:cNvPr>
          <p:cNvSpPr txBox="1"/>
          <p:nvPr/>
        </p:nvSpPr>
        <p:spPr>
          <a:xfrm>
            <a:off x="3756315" y="3030680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pos-dev-vpc</a:t>
            </a:r>
          </a:p>
        </p:txBody>
      </p:sp>
      <p:pic>
        <p:nvPicPr>
          <p:cNvPr id="34" name="Picture 10">
            <a:extLst>
              <a:ext uri="{FF2B5EF4-FFF2-40B4-BE49-F238E27FC236}">
                <a16:creationId xmlns:a16="http://schemas.microsoft.com/office/drawing/2014/main" id="{979DF70D-C64C-DB6C-1B4D-04F92D719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93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15C78BE-A89D-A209-FFAA-377BA5023CBF}"/>
              </a:ext>
            </a:extLst>
          </p:cNvPr>
          <p:cNvCxnSpPr>
            <a:cxnSpLocks/>
            <a:stCxn id="25" idx="2"/>
            <a:endCxn id="1026" idx="0"/>
          </p:cNvCxnSpPr>
          <p:nvPr/>
        </p:nvCxnSpPr>
        <p:spPr>
          <a:xfrm>
            <a:off x="1373252" y="1849792"/>
            <a:ext cx="658745" cy="954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E07B71-0D6E-ECA9-5FD0-BA01DA839B19}"/>
              </a:ext>
            </a:extLst>
          </p:cNvPr>
          <p:cNvCxnSpPr>
            <a:cxnSpLocks/>
            <a:stCxn id="26" idx="2"/>
            <a:endCxn id="1026" idx="0"/>
          </p:cNvCxnSpPr>
          <p:nvPr/>
        </p:nvCxnSpPr>
        <p:spPr>
          <a:xfrm flipH="1">
            <a:off x="2031997" y="1849792"/>
            <a:ext cx="787400" cy="954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11F00E7-3772-C4A8-76EB-4A55217B96DB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4709293" y="1486143"/>
            <a:ext cx="585688" cy="1490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D4BBC8F-B1AE-7F34-C862-54045656B7DD}"/>
              </a:ext>
            </a:extLst>
          </p:cNvPr>
          <p:cNvSpPr txBox="1"/>
          <p:nvPr/>
        </p:nvSpPr>
        <p:spPr>
          <a:xfrm>
            <a:off x="4742507" y="1828865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294BCF-68E6-3990-DBB6-E5C90B2CD5A5}"/>
              </a:ext>
            </a:extLst>
          </p:cNvPr>
          <p:cNvSpPr txBox="1"/>
          <p:nvPr/>
        </p:nvSpPr>
        <p:spPr>
          <a:xfrm>
            <a:off x="3914511" y="5201219"/>
            <a:ext cx="881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stg-pos-system</a:t>
            </a:r>
          </a:p>
          <a:p>
            <a:pPr algn="ctr"/>
            <a:r>
              <a:rPr lang="en-US" sz="800"/>
              <a:t>10.226.50.132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74036D-7ACE-DA7C-731B-15B73DFEFFF4}"/>
              </a:ext>
            </a:extLst>
          </p:cNvPr>
          <p:cNvSpPr txBox="1"/>
          <p:nvPr/>
        </p:nvSpPr>
        <p:spPr>
          <a:xfrm>
            <a:off x="4784262" y="5201219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prod-pos-t2.xlarge</a:t>
            </a:r>
          </a:p>
          <a:p>
            <a:pPr algn="ctr"/>
            <a:r>
              <a:rPr lang="en-US" sz="800"/>
              <a:t>10.226.50.148</a:t>
            </a: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C05B16CD-04E9-C4FE-3962-DEA9D52A7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66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8ED651B-240A-EB26-71FE-EA28BE4112B9}"/>
              </a:ext>
            </a:extLst>
          </p:cNvPr>
          <p:cNvSpPr txBox="1"/>
          <p:nvPr/>
        </p:nvSpPr>
        <p:spPr>
          <a:xfrm>
            <a:off x="5802892" y="5201219"/>
            <a:ext cx="848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stg-pos-large</a:t>
            </a:r>
          </a:p>
          <a:p>
            <a:pPr algn="ctr"/>
            <a:r>
              <a:rPr lang="en-US" sz="800"/>
              <a:t>10.226.50.142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D5247A3-2B32-0431-436A-0D52DAA1D348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4355498" y="3563620"/>
            <a:ext cx="353795" cy="104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72A39D6-E6DF-1502-CB0D-1A4CFC036569}"/>
              </a:ext>
            </a:extLst>
          </p:cNvPr>
          <p:cNvSpPr txBox="1"/>
          <p:nvPr/>
        </p:nvSpPr>
        <p:spPr>
          <a:xfrm>
            <a:off x="7264524" y="5262774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pos-dev-db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57905F-A779-58A1-FC46-7BB6E1D074CF}"/>
              </a:ext>
            </a:extLst>
          </p:cNvPr>
          <p:cNvSpPr txBox="1"/>
          <p:nvPr/>
        </p:nvSpPr>
        <p:spPr>
          <a:xfrm>
            <a:off x="8401737" y="5262774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pos-prod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FC8E4BA-56EC-F4BF-5009-D081DA0CCA4A}"/>
              </a:ext>
            </a:extLst>
          </p:cNvPr>
          <p:cNvCxnSpPr>
            <a:stCxn id="32" idx="2"/>
            <a:endCxn id="31" idx="2"/>
          </p:cNvCxnSpPr>
          <p:nvPr/>
        </p:nvCxnSpPr>
        <p:spPr>
          <a:xfrm rot="16200000" flipH="1">
            <a:off x="5983645" y="3565171"/>
            <a:ext cx="3149" cy="3259442"/>
          </a:xfrm>
          <a:prstGeom prst="bentConnector3">
            <a:avLst>
              <a:gd name="adj1" fmla="val 302451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6A5BE49C-AF1B-AED7-A01F-27A89E806623}"/>
              </a:ext>
            </a:extLst>
          </p:cNvPr>
          <p:cNvCxnSpPr>
            <a:cxnSpLocks/>
            <a:stCxn id="1032" idx="2"/>
            <a:endCxn id="47" idx="0"/>
          </p:cNvCxnSpPr>
          <p:nvPr/>
        </p:nvCxnSpPr>
        <p:spPr>
          <a:xfrm flipH="1">
            <a:off x="6227048" y="3183892"/>
            <a:ext cx="201797" cy="1422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A2D9BA69-3DA1-9450-A682-B0DA4F139B1A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5400000" flipH="1" flipV="1">
            <a:off x="6918617" y="4504897"/>
            <a:ext cx="4752" cy="1387893"/>
          </a:xfrm>
          <a:prstGeom prst="bentConnector3">
            <a:avLst>
              <a:gd name="adj1" fmla="val -175617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02C2A5C5-F1B9-7FEC-AD65-8E6F63BD9B24}"/>
              </a:ext>
            </a:extLst>
          </p:cNvPr>
          <p:cNvCxnSpPr>
            <a:cxnSpLocks/>
            <a:stCxn id="27" idx="2"/>
            <a:endCxn id="1032" idx="0"/>
          </p:cNvCxnSpPr>
          <p:nvPr/>
        </p:nvCxnSpPr>
        <p:spPr>
          <a:xfrm>
            <a:off x="5294981" y="1486143"/>
            <a:ext cx="1133864" cy="110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60B1E6AA-8595-2619-19C4-C1FC6742E701}"/>
              </a:ext>
            </a:extLst>
          </p:cNvPr>
          <p:cNvSpPr txBox="1"/>
          <p:nvPr/>
        </p:nvSpPr>
        <p:spPr>
          <a:xfrm>
            <a:off x="5794030" y="1654490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D8357087-EE27-61FA-3172-5B6C3C7BB020}"/>
              </a:ext>
            </a:extLst>
          </p:cNvPr>
          <p:cNvCxnSpPr>
            <a:cxnSpLocks/>
            <a:stCxn id="1032" idx="2"/>
            <a:endCxn id="34" idx="0"/>
          </p:cNvCxnSpPr>
          <p:nvPr/>
        </p:nvCxnSpPr>
        <p:spPr>
          <a:xfrm flipH="1">
            <a:off x="5294979" y="3183892"/>
            <a:ext cx="1133866" cy="1422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Elbow Connector 1052">
            <a:extLst>
              <a:ext uri="{FF2B5EF4-FFF2-40B4-BE49-F238E27FC236}">
                <a16:creationId xmlns:a16="http://schemas.microsoft.com/office/drawing/2014/main" id="{FD6478F9-1B9A-29F7-CF26-F64AE95B5CA9}"/>
              </a:ext>
            </a:extLst>
          </p:cNvPr>
          <p:cNvCxnSpPr>
            <a:cxnSpLocks/>
            <a:stCxn id="34" idx="2"/>
            <a:endCxn id="1036" idx="2"/>
          </p:cNvCxnSpPr>
          <p:nvPr/>
        </p:nvCxnSpPr>
        <p:spPr>
          <a:xfrm rot="16200000" flipH="1">
            <a:off x="6994741" y="3493556"/>
            <a:ext cx="3149" cy="3402672"/>
          </a:xfrm>
          <a:prstGeom prst="bentConnector3">
            <a:avLst>
              <a:gd name="adj1" fmla="val 339363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EB3F0886-6671-61F6-60B5-EEAAEDC32652}"/>
              </a:ext>
            </a:extLst>
          </p:cNvPr>
          <p:cNvSpPr txBox="1"/>
          <p:nvPr/>
        </p:nvSpPr>
        <p:spPr>
          <a:xfrm>
            <a:off x="5559573" y="3569761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83735DF3-9495-41B8-D690-7EA21ACC92DC}"/>
              </a:ext>
            </a:extLst>
          </p:cNvPr>
          <p:cNvSpPr txBox="1"/>
          <p:nvPr/>
        </p:nvSpPr>
        <p:spPr>
          <a:xfrm>
            <a:off x="4105770" y="395668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4C8B9577-0CD4-988C-416B-439EC7A17F72}"/>
              </a:ext>
            </a:extLst>
          </p:cNvPr>
          <p:cNvSpPr txBox="1"/>
          <p:nvPr/>
        </p:nvSpPr>
        <p:spPr>
          <a:xfrm>
            <a:off x="6348804" y="3381100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52206308-CF9B-752C-23D1-9905CD4B2A4C}"/>
              </a:ext>
            </a:extLst>
          </p:cNvPr>
          <p:cNvSpPr txBox="1"/>
          <p:nvPr/>
        </p:nvSpPr>
        <p:spPr>
          <a:xfrm>
            <a:off x="4419453" y="59388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FE042CED-5A15-44FB-B27E-7492D5E0C7A2}"/>
              </a:ext>
            </a:extLst>
          </p:cNvPr>
          <p:cNvSpPr txBox="1"/>
          <p:nvPr/>
        </p:nvSpPr>
        <p:spPr>
          <a:xfrm>
            <a:off x="6873424" y="582397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1A0C89DF-2BB8-F914-636D-F25771835B88}"/>
              </a:ext>
            </a:extLst>
          </p:cNvPr>
          <p:cNvSpPr txBox="1"/>
          <p:nvPr/>
        </p:nvSpPr>
        <p:spPr>
          <a:xfrm>
            <a:off x="8285560" y="6037354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61747127-E4BF-029B-A273-B59F1AE898EF}"/>
              </a:ext>
            </a:extLst>
          </p:cNvPr>
          <p:cNvSpPr txBox="1"/>
          <p:nvPr/>
        </p:nvSpPr>
        <p:spPr>
          <a:xfrm>
            <a:off x="4242551" y="348872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pos-bastion </a:t>
            </a:r>
          </a:p>
          <a:p>
            <a:pPr algn="ctr"/>
            <a:r>
              <a:rPr lang="en-US" sz="800"/>
              <a:t>G: 54.250.119.69</a:t>
            </a:r>
          </a:p>
          <a:p>
            <a:pPr algn="ctr"/>
            <a:r>
              <a:rPr lang="en-US" sz="800"/>
              <a:t>P: 10.226.50.24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F94CD2FE-66ED-E343-A320-E6971BF6F7CE}"/>
              </a:ext>
            </a:extLst>
          </p:cNvPr>
          <p:cNvSpPr txBox="1"/>
          <p:nvPr/>
        </p:nvSpPr>
        <p:spPr>
          <a:xfrm>
            <a:off x="6523342" y="2717558"/>
            <a:ext cx="187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pos-alb </a:t>
            </a:r>
          </a:p>
          <a:p>
            <a:pPr algn="ctr"/>
            <a:r>
              <a:rPr lang="en-US" sz="800"/>
              <a:t>pos-alb-243540.ap-northeast-1.elb.amazonaws.com</a:t>
            </a:r>
          </a:p>
        </p:txBody>
      </p:sp>
      <p:cxnSp>
        <p:nvCxnSpPr>
          <p:cNvPr id="1069" name="Elbow Connector 1068">
            <a:extLst>
              <a:ext uri="{FF2B5EF4-FFF2-40B4-BE49-F238E27FC236}">
                <a16:creationId xmlns:a16="http://schemas.microsoft.com/office/drawing/2014/main" id="{AE851431-24BA-D52B-E5F7-AEBB55DB3686}"/>
              </a:ext>
            </a:extLst>
          </p:cNvPr>
          <p:cNvCxnSpPr>
            <a:cxnSpLocks/>
            <a:stCxn id="17" idx="2"/>
            <a:endCxn id="30" idx="0"/>
          </p:cNvCxnSpPr>
          <p:nvPr/>
        </p:nvCxnSpPr>
        <p:spPr>
          <a:xfrm rot="5400000">
            <a:off x="5704168" y="1296192"/>
            <a:ext cx="685371" cy="2675119"/>
          </a:xfrm>
          <a:prstGeom prst="bentConnector3">
            <a:avLst>
              <a:gd name="adj1" fmla="val 366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TextBox 1077">
            <a:extLst>
              <a:ext uri="{FF2B5EF4-FFF2-40B4-BE49-F238E27FC236}">
                <a16:creationId xmlns:a16="http://schemas.microsoft.com/office/drawing/2014/main" id="{C88C80F1-040B-4210-F720-3BA9FAC9A22F}"/>
              </a:ext>
            </a:extLst>
          </p:cNvPr>
          <p:cNvSpPr txBox="1"/>
          <p:nvPr/>
        </p:nvSpPr>
        <p:spPr>
          <a:xfrm>
            <a:off x="1394431" y="3991382"/>
            <a:ext cx="1275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Proxy Server</a:t>
            </a:r>
          </a:p>
          <a:p>
            <a:pPr algn="ctr"/>
            <a:r>
              <a:rPr lang="en-US" sz="800"/>
              <a:t>G: 101.96.68.124</a:t>
            </a:r>
          </a:p>
          <a:p>
            <a:pPr algn="ctr"/>
            <a:r>
              <a:rPr lang="en-US" sz="800"/>
              <a:t>P: 192.168.64.73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2BF1F1C-C57C-FDA6-6D9A-347BDFEAA661}"/>
              </a:ext>
            </a:extLst>
          </p:cNvPr>
          <p:cNvSpPr txBox="1"/>
          <p:nvPr/>
        </p:nvSpPr>
        <p:spPr>
          <a:xfrm>
            <a:off x="2343726" y="449651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9DBCD63C-43CC-5E4D-B551-59AFB7AF976F}"/>
              </a:ext>
            </a:extLst>
          </p:cNvPr>
          <p:cNvSpPr txBox="1"/>
          <p:nvPr/>
        </p:nvSpPr>
        <p:spPr>
          <a:xfrm>
            <a:off x="1278638" y="449082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E977DA07-D06C-22BB-2DEB-45874A522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012" y="1732266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B189B7-9BB2-D4EA-F6D5-C955EB95984E}"/>
              </a:ext>
            </a:extLst>
          </p:cNvPr>
          <p:cNvCxnSpPr>
            <a:cxnSpLocks/>
            <a:stCxn id="28" idx="2"/>
            <a:endCxn id="17" idx="3"/>
          </p:cNvCxnSpPr>
          <p:nvPr/>
        </p:nvCxnSpPr>
        <p:spPr>
          <a:xfrm flipH="1">
            <a:off x="7663812" y="1392644"/>
            <a:ext cx="736408" cy="619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56">
            <a:extLst>
              <a:ext uri="{FF2B5EF4-FFF2-40B4-BE49-F238E27FC236}">
                <a16:creationId xmlns:a16="http://schemas.microsoft.com/office/drawing/2014/main" id="{ED88B396-3F73-A34C-543B-698AA27D8367}"/>
              </a:ext>
            </a:extLst>
          </p:cNvPr>
          <p:cNvCxnSpPr>
            <a:cxnSpLocks/>
            <a:stCxn id="1064" idx="0"/>
            <a:endCxn id="31" idx="0"/>
          </p:cNvCxnSpPr>
          <p:nvPr/>
        </p:nvCxnSpPr>
        <p:spPr>
          <a:xfrm rot="16200000" flipH="1">
            <a:off x="5618156" y="2606203"/>
            <a:ext cx="1114262" cy="2879305"/>
          </a:xfrm>
          <a:prstGeom prst="bentConnector3">
            <a:avLst>
              <a:gd name="adj1" fmla="val 623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5" name="Elbow Connector 1052">
            <a:extLst>
              <a:ext uri="{FF2B5EF4-FFF2-40B4-BE49-F238E27FC236}">
                <a16:creationId xmlns:a16="http://schemas.microsoft.com/office/drawing/2014/main" id="{1D60F02A-5B9E-14FB-A50F-5C78BAE47E8C}"/>
              </a:ext>
            </a:extLst>
          </p:cNvPr>
          <p:cNvCxnSpPr>
            <a:cxnSpLocks/>
            <a:stCxn id="1064" idx="0"/>
            <a:endCxn id="1036" idx="0"/>
          </p:cNvCxnSpPr>
          <p:nvPr/>
        </p:nvCxnSpPr>
        <p:spPr>
          <a:xfrm rot="16200000" flipH="1">
            <a:off x="6159512" y="2064847"/>
            <a:ext cx="1114262" cy="3962016"/>
          </a:xfrm>
          <a:prstGeom prst="bentConnector3">
            <a:avLst>
              <a:gd name="adj1" fmla="val 451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TextBox 1051">
            <a:extLst>
              <a:ext uri="{FF2B5EF4-FFF2-40B4-BE49-F238E27FC236}">
                <a16:creationId xmlns:a16="http://schemas.microsoft.com/office/drawing/2014/main" id="{6635867B-2623-B088-E8A1-61A7154E5863}"/>
              </a:ext>
            </a:extLst>
          </p:cNvPr>
          <p:cNvSpPr txBox="1"/>
          <p:nvPr/>
        </p:nvSpPr>
        <p:spPr>
          <a:xfrm>
            <a:off x="8259875" y="3804666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89075EF-DEE3-F551-3A4B-CD9EB71A8935}"/>
              </a:ext>
            </a:extLst>
          </p:cNvPr>
          <p:cNvSpPr txBox="1"/>
          <p:nvPr/>
        </p:nvSpPr>
        <p:spPr>
          <a:xfrm>
            <a:off x="7223995" y="41916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925D2139-40C3-5E3C-65B9-904BF49850E6}"/>
              </a:ext>
            </a:extLst>
          </p:cNvPr>
          <p:cNvSpPr txBox="1"/>
          <p:nvPr/>
        </p:nvSpPr>
        <p:spPr>
          <a:xfrm>
            <a:off x="7882829" y="1705483"/>
            <a:ext cx="16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PRD: 192.168.180.3: 8080</a:t>
            </a:r>
          </a:p>
          <a:p>
            <a:pPr algn="ctr"/>
            <a:r>
              <a:rPr lang="en-US" sz="800"/>
              <a:t>STG: 192.168.180.3: 80</a:t>
            </a:r>
          </a:p>
        </p:txBody>
      </p:sp>
    </p:spTree>
    <p:extLst>
      <p:ext uri="{BB962C8B-B14F-4D97-AF65-F5344CB8AC3E}">
        <p14:creationId xmlns:p14="http://schemas.microsoft.com/office/powerpoint/2010/main" val="304524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29934723-F5F1-B9D6-F842-10E5791E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26A26104-D8F4-1F1C-3985-F8C971A426D6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一覧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5618C6-570E-B7B6-B736-4EEBD067D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456835"/>
              </p:ext>
            </p:extLst>
          </p:nvPr>
        </p:nvGraphicFramePr>
        <p:xfrm>
          <a:off x="156261" y="1270537"/>
          <a:ext cx="9576672" cy="3665676"/>
        </p:xfrm>
        <a:graphic>
          <a:graphicData uri="http://schemas.openxmlformats.org/drawingml/2006/table">
            <a:tbl>
              <a:tblPr>
                <a:tableStyleId>{A69E5EDB-38B0-4B49-BDDA-6AADC18DC84B}</a:tableStyleId>
              </a:tblPr>
              <a:tblGrid>
                <a:gridCol w="472923">
                  <a:extLst>
                    <a:ext uri="{9D8B030D-6E8A-4147-A177-3AD203B41FA5}">
                      <a16:colId xmlns:a16="http://schemas.microsoft.com/office/drawing/2014/main" val="302380229"/>
                    </a:ext>
                  </a:extLst>
                </a:gridCol>
                <a:gridCol w="564185">
                  <a:extLst>
                    <a:ext uri="{9D8B030D-6E8A-4147-A177-3AD203B41FA5}">
                      <a16:colId xmlns:a16="http://schemas.microsoft.com/office/drawing/2014/main" val="3736907558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649450345"/>
                    </a:ext>
                  </a:extLst>
                </a:gridCol>
                <a:gridCol w="557939">
                  <a:extLst>
                    <a:ext uri="{9D8B030D-6E8A-4147-A177-3AD203B41FA5}">
                      <a16:colId xmlns:a16="http://schemas.microsoft.com/office/drawing/2014/main" val="3300031313"/>
                    </a:ext>
                  </a:extLst>
                </a:gridCol>
                <a:gridCol w="627681">
                  <a:extLst>
                    <a:ext uri="{9D8B030D-6E8A-4147-A177-3AD203B41FA5}">
                      <a16:colId xmlns:a16="http://schemas.microsoft.com/office/drawing/2014/main" val="1519032973"/>
                    </a:ext>
                  </a:extLst>
                </a:gridCol>
                <a:gridCol w="534691">
                  <a:extLst>
                    <a:ext uri="{9D8B030D-6E8A-4147-A177-3AD203B41FA5}">
                      <a16:colId xmlns:a16="http://schemas.microsoft.com/office/drawing/2014/main" val="975290443"/>
                    </a:ext>
                  </a:extLst>
                </a:gridCol>
                <a:gridCol w="1875295">
                  <a:extLst>
                    <a:ext uri="{9D8B030D-6E8A-4147-A177-3AD203B41FA5}">
                      <a16:colId xmlns:a16="http://schemas.microsoft.com/office/drawing/2014/main" val="1047321219"/>
                    </a:ext>
                  </a:extLst>
                </a:gridCol>
                <a:gridCol w="1735810">
                  <a:extLst>
                    <a:ext uri="{9D8B030D-6E8A-4147-A177-3AD203B41FA5}">
                      <a16:colId xmlns:a16="http://schemas.microsoft.com/office/drawing/2014/main" val="2022113505"/>
                    </a:ext>
                  </a:extLst>
                </a:gridCol>
                <a:gridCol w="844658">
                  <a:extLst>
                    <a:ext uri="{9D8B030D-6E8A-4147-A177-3AD203B41FA5}">
                      <a16:colId xmlns:a16="http://schemas.microsoft.com/office/drawing/2014/main" val="1618870291"/>
                    </a:ext>
                  </a:extLst>
                </a:gridCol>
                <a:gridCol w="875654">
                  <a:extLst>
                    <a:ext uri="{9D8B030D-6E8A-4147-A177-3AD203B41FA5}">
                      <a16:colId xmlns:a16="http://schemas.microsoft.com/office/drawing/2014/main" val="3030263256"/>
                    </a:ext>
                  </a:extLst>
                </a:gridCol>
                <a:gridCol w="751666">
                  <a:extLst>
                    <a:ext uri="{9D8B030D-6E8A-4147-A177-3AD203B41FA5}">
                      <a16:colId xmlns:a16="http://schemas.microsoft.com/office/drawing/2014/main" val="4142779116"/>
                    </a:ext>
                  </a:extLst>
                </a:gridCol>
              </a:tblGrid>
              <a:tr h="334472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 OS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Function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Environment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Category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SourceIP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Connect URL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Proxy / ALB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API IP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Resource Name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Connect DB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036916"/>
                  </a:ext>
                </a:extLst>
              </a:tr>
              <a:tr h="3541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Maruetsu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Android11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Charge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Staging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AWS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N/A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http://54.250.119.69:8081/api/pos/v1/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54.250.119.69:8081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10.226.50.132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stg-pos-system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pos-dev-db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3112609408"/>
                  </a:ext>
                </a:extLst>
              </a:tr>
              <a:tr h="334472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Production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AWS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https://pos-production-api.luvina.net/api/pos/v1/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ALB: pos-alb-243540.ap-northeast-1.elb.amazonaws.com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10.226.50.148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prod-pos-t2.xlarge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pos-prod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1831463210"/>
                  </a:ext>
                </a:extLst>
              </a:tr>
              <a:tr h="6523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Inageya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Windows10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Cash, credit card, code,point, voucher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Staging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AWS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N/A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https://pos-provider-api.luvina.net/windows/pos/v1/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ALB: pos-alb-243540.ap-northeast-1.elb.amazonaws.com :80 :443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10.226.50.142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stg-pos-large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pos-dev-db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188117677"/>
                  </a:ext>
                </a:extLst>
              </a:tr>
              <a:tr h="652340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Production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AWS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https://pos-production-api.luvina.net/windows/pos/v1/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ALB: pos-alb-243540.ap-northeast-1.elb.amazonaws.com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10.226.50.148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prod-pos-t2.xlarge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pos-prod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521696474"/>
                  </a:ext>
                </a:extLst>
              </a:tr>
              <a:tr h="3344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MV Kanto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Android10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Cash, S&amp;G, charge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Staging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Luvina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N/A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https://posstg.luvina.net/api/pos/v1/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101.96.68.124:33892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192.168.235.12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pos-stg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localhost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2748841220"/>
                  </a:ext>
                </a:extLst>
              </a:tr>
              <a:tr h="334472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Production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Luvina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https://pos.luvina.net/api/pos/v1/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101.96.68.124 :33891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192.168.235.11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pos-dev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localhost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3794496761"/>
                  </a:ext>
                </a:extLst>
              </a:tr>
              <a:tr h="3344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Kasumi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Android11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Charge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Staging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Luvina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N/A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https://posstg.luvina.net/conlux/pos/v1/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101.96.68.124 :33892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192.168.235.12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pos-stg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localhost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730576496"/>
                  </a:ext>
                </a:extLst>
              </a:tr>
              <a:tr h="334472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Production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Luvina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https://pos.luvina.net/api/pos/v1/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101.96.68.124 :33891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192.168.235.11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pos-dev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localhost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428666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16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E756BAFE-C8DB-DCBA-3A79-41937A42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2F5E833-CA11-9EDA-1767-2AB4B5ED10BB}"/>
              </a:ext>
            </a:extLst>
          </p:cNvPr>
          <p:cNvSpPr/>
          <p:nvPr/>
        </p:nvSpPr>
        <p:spPr>
          <a:xfrm>
            <a:off x="604434" y="2433230"/>
            <a:ext cx="8782371" cy="39704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648A7A-6396-FF85-1AE4-515147B0796C}"/>
              </a:ext>
            </a:extLst>
          </p:cNvPr>
          <p:cNvSpPr/>
          <p:nvPr/>
        </p:nvSpPr>
        <p:spPr>
          <a:xfrm>
            <a:off x="836045" y="3243556"/>
            <a:ext cx="5992569" cy="26952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5F0685AA-174B-AFE5-E5F4-37AF1346C487}"/>
              </a:ext>
            </a:extLst>
          </p:cNvPr>
          <p:cNvSpPr txBox="1"/>
          <p:nvPr/>
        </p:nvSpPr>
        <p:spPr>
          <a:xfrm>
            <a:off x="288000" y="648000"/>
            <a:ext cx="1848732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lvl="0"/>
            <a:r>
              <a:rPr lang="ja-JP" altLang="en-US" sz="2400" b="1">
                <a:solidFill>
                  <a:schemeClr val="dk1"/>
                </a:solidFill>
              </a:rPr>
              <a:t>移行方法</a:t>
            </a:r>
            <a:r>
              <a:rPr lang="en-US" altLang="ja-JP" sz="2400" b="1">
                <a:solidFill>
                  <a:schemeClr val="dk1"/>
                </a:solidFill>
              </a:rPr>
              <a:t>①</a:t>
            </a:r>
            <a:endParaRPr lang="ja-JP" altLang="en-US" sz="2400">
              <a:solidFill>
                <a:schemeClr val="dk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68A319C-778B-3F3E-ADDB-1E000AB30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21" y="4587190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96D739B-CE14-29B2-C68A-16A88ECDA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721" y="4587190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1EA38E-2434-A172-AE12-F8589096C58D}"/>
              </a:ext>
            </a:extLst>
          </p:cNvPr>
          <p:cNvSpPr txBox="1"/>
          <p:nvPr/>
        </p:nvSpPr>
        <p:spPr>
          <a:xfrm>
            <a:off x="1266640" y="5039092"/>
            <a:ext cx="5565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new-prd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25F7C0-AF54-3F2D-D41B-298AE1E74962}"/>
              </a:ext>
            </a:extLst>
          </p:cNvPr>
          <p:cNvSpPr txBox="1"/>
          <p:nvPr/>
        </p:nvSpPr>
        <p:spPr>
          <a:xfrm>
            <a:off x="2332073" y="5039092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new-stg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7E190E-E3C9-9ACA-B883-56F20E23162E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2006597" y="3521629"/>
            <a:ext cx="605124" cy="1065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2D0BB7-7F36-BE49-BF14-F05C4E356614}"/>
              </a:ext>
            </a:extLst>
          </p:cNvPr>
          <p:cNvCxnSpPr>
            <a:cxnSpLocks/>
            <a:stCxn id="3" idx="2"/>
            <a:endCxn id="1028" idx="0"/>
          </p:cNvCxnSpPr>
          <p:nvPr/>
        </p:nvCxnSpPr>
        <p:spPr>
          <a:xfrm flipH="1">
            <a:off x="1544921" y="3521629"/>
            <a:ext cx="461676" cy="1065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0109860-5671-87CB-92EF-C4755E8F3C77}"/>
              </a:ext>
            </a:extLst>
          </p:cNvPr>
          <p:cNvSpPr txBox="1"/>
          <p:nvPr/>
        </p:nvSpPr>
        <p:spPr>
          <a:xfrm>
            <a:off x="3629614" y="2217787"/>
            <a:ext cx="418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AWS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1CE296C-24B4-ED51-F93A-8351D2654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793" y="2547852"/>
            <a:ext cx="57150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60D5CB2-4A86-65C7-5887-796257348B53}"/>
              </a:ext>
            </a:extLst>
          </p:cNvPr>
          <p:cNvSpPr/>
          <p:nvPr/>
        </p:nvSpPr>
        <p:spPr>
          <a:xfrm>
            <a:off x="690586" y="1925957"/>
            <a:ext cx="1152107" cy="3221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Kasumi-Conlux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7FEE65C-EB06-0302-FC08-90290FB3A088}"/>
              </a:ext>
            </a:extLst>
          </p:cNvPr>
          <p:cNvSpPr/>
          <p:nvPr/>
        </p:nvSpPr>
        <p:spPr>
          <a:xfrm>
            <a:off x="2136731" y="1925957"/>
            <a:ext cx="1152107" cy="32217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MV Kanto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04A6F3C-95D1-F2DB-73BE-69219081D563}"/>
              </a:ext>
            </a:extLst>
          </p:cNvPr>
          <p:cNvSpPr/>
          <p:nvPr/>
        </p:nvSpPr>
        <p:spPr>
          <a:xfrm>
            <a:off x="4593957" y="1636916"/>
            <a:ext cx="1152107" cy="32217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M</a:t>
            </a:r>
            <a:r>
              <a:rPr lang="en-VN" sz="1000">
                <a:solidFill>
                  <a:schemeClr val="tx1"/>
                </a:solidFill>
              </a:rPr>
              <a:t>aruetsu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0933AD8-908B-A9D7-9F80-72D3411A148D}"/>
              </a:ext>
            </a:extLst>
          </p:cNvPr>
          <p:cNvSpPr/>
          <p:nvPr/>
        </p:nvSpPr>
        <p:spPr>
          <a:xfrm>
            <a:off x="8401737" y="988440"/>
            <a:ext cx="1152107" cy="32217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Inageya</a:t>
            </a:r>
            <a:endParaRPr lang="en-VN" sz="1000">
              <a:solidFill>
                <a:schemeClr val="tx1"/>
              </a:solidFill>
            </a:endParaRPr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BB9F0D09-40D4-D6D5-CBC7-994CA10B9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07" y="2976437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4CE47DF-AB6A-C900-7380-BFCB2E00B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901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7FFE0699-9675-A1D5-32C5-D56C0C0B6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90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412D0E54-030E-C1A6-ACF0-71257B5BA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1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89C414D-6425-7686-1D63-3E2AA6D7009F}"/>
              </a:ext>
            </a:extLst>
          </p:cNvPr>
          <p:cNvSpPr txBox="1"/>
          <p:nvPr/>
        </p:nvSpPr>
        <p:spPr>
          <a:xfrm>
            <a:off x="3756315" y="3030680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pos-dev-vpc</a:t>
            </a:r>
          </a:p>
        </p:txBody>
      </p:sp>
      <p:pic>
        <p:nvPicPr>
          <p:cNvPr id="34" name="Picture 10">
            <a:extLst>
              <a:ext uri="{FF2B5EF4-FFF2-40B4-BE49-F238E27FC236}">
                <a16:creationId xmlns:a16="http://schemas.microsoft.com/office/drawing/2014/main" id="{47E21756-3C09-EFB8-2D02-ACC1986E9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93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98363EF-5CA6-3A7F-CDE2-296F6D424B4B}"/>
              </a:ext>
            </a:extLst>
          </p:cNvPr>
          <p:cNvCxnSpPr>
            <a:cxnSpLocks/>
            <a:stCxn id="25" idx="2"/>
            <a:endCxn id="3" idx="0"/>
          </p:cNvCxnSpPr>
          <p:nvPr/>
        </p:nvCxnSpPr>
        <p:spPr>
          <a:xfrm>
            <a:off x="1266640" y="2248127"/>
            <a:ext cx="739957" cy="68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DB3EF3-CD78-9325-0CD2-DA3EE734130F}"/>
              </a:ext>
            </a:extLst>
          </p:cNvPr>
          <p:cNvCxnSpPr>
            <a:cxnSpLocks/>
            <a:stCxn id="26" idx="2"/>
            <a:endCxn id="3" idx="0"/>
          </p:cNvCxnSpPr>
          <p:nvPr/>
        </p:nvCxnSpPr>
        <p:spPr>
          <a:xfrm flipH="1">
            <a:off x="2006597" y="2248127"/>
            <a:ext cx="706188" cy="68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1A9460-9794-B405-7B6D-6CA6EC527595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4709293" y="1959086"/>
            <a:ext cx="460718" cy="1017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45934FF-3FE8-0FC4-3B97-7921E0C4A685}"/>
              </a:ext>
            </a:extLst>
          </p:cNvPr>
          <p:cNvSpPr txBox="1"/>
          <p:nvPr/>
        </p:nvSpPr>
        <p:spPr>
          <a:xfrm>
            <a:off x="4716009" y="197365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E7A16D-C296-BBE4-85BB-053B3601B41C}"/>
              </a:ext>
            </a:extLst>
          </p:cNvPr>
          <p:cNvSpPr txBox="1"/>
          <p:nvPr/>
        </p:nvSpPr>
        <p:spPr>
          <a:xfrm>
            <a:off x="3914511" y="5201219"/>
            <a:ext cx="881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stg-pos-system</a:t>
            </a:r>
          </a:p>
          <a:p>
            <a:pPr algn="ctr"/>
            <a:r>
              <a:rPr lang="en-US" sz="800"/>
              <a:t>10.226.50.132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1CF08C-425F-E56E-E9FC-1296D1050F24}"/>
              </a:ext>
            </a:extLst>
          </p:cNvPr>
          <p:cNvSpPr txBox="1"/>
          <p:nvPr/>
        </p:nvSpPr>
        <p:spPr>
          <a:xfrm>
            <a:off x="4784262" y="5201219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prod-pos-t2.xlarge</a:t>
            </a:r>
          </a:p>
          <a:p>
            <a:pPr algn="ctr"/>
            <a:r>
              <a:rPr lang="en-US" sz="800"/>
              <a:t>10.226.50.148</a:t>
            </a: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78E9A857-EA3E-0ABB-6832-49FF665BC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66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8A116C9-0ED3-4BFD-5D57-1BD2F3FADA7F}"/>
              </a:ext>
            </a:extLst>
          </p:cNvPr>
          <p:cNvSpPr txBox="1"/>
          <p:nvPr/>
        </p:nvSpPr>
        <p:spPr>
          <a:xfrm>
            <a:off x="5802892" y="5201219"/>
            <a:ext cx="848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stg-pos-large</a:t>
            </a:r>
          </a:p>
          <a:p>
            <a:pPr algn="ctr"/>
            <a:r>
              <a:rPr lang="en-US" sz="800"/>
              <a:t>10.226.50.142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88B618F-B318-1F81-D4DB-5E0E1B99568C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4355498" y="3563620"/>
            <a:ext cx="353795" cy="104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2105557-EC5A-8FE1-EC30-0154337D9BD5}"/>
              </a:ext>
            </a:extLst>
          </p:cNvPr>
          <p:cNvSpPr txBox="1"/>
          <p:nvPr/>
        </p:nvSpPr>
        <p:spPr>
          <a:xfrm>
            <a:off x="7264524" y="5262774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pos-dev-db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73B06A-17E3-4011-8BC3-4DEF88585DB3}"/>
              </a:ext>
            </a:extLst>
          </p:cNvPr>
          <p:cNvSpPr txBox="1"/>
          <p:nvPr/>
        </p:nvSpPr>
        <p:spPr>
          <a:xfrm>
            <a:off x="8401737" y="5262774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pos-prod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5F459267-5317-BFF3-BEB5-8553B474AA19}"/>
              </a:ext>
            </a:extLst>
          </p:cNvPr>
          <p:cNvCxnSpPr>
            <a:stCxn id="32" idx="2"/>
            <a:endCxn id="31" idx="2"/>
          </p:cNvCxnSpPr>
          <p:nvPr/>
        </p:nvCxnSpPr>
        <p:spPr>
          <a:xfrm rot="16200000" flipH="1">
            <a:off x="5983645" y="3565171"/>
            <a:ext cx="3149" cy="3259442"/>
          </a:xfrm>
          <a:prstGeom prst="bentConnector3">
            <a:avLst>
              <a:gd name="adj1" fmla="val 302451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3E09B19C-5231-A182-EA19-7EFA0FBDFB07}"/>
              </a:ext>
            </a:extLst>
          </p:cNvPr>
          <p:cNvCxnSpPr>
            <a:cxnSpLocks/>
            <a:stCxn id="1032" idx="2"/>
            <a:endCxn id="47" idx="0"/>
          </p:cNvCxnSpPr>
          <p:nvPr/>
        </p:nvCxnSpPr>
        <p:spPr>
          <a:xfrm flipH="1">
            <a:off x="6227048" y="3138402"/>
            <a:ext cx="278495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F3EDF599-DCFF-603C-F164-D24F4A994DA1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5400000" flipH="1" flipV="1">
            <a:off x="6918617" y="4504897"/>
            <a:ext cx="4752" cy="1387893"/>
          </a:xfrm>
          <a:prstGeom prst="bentConnector3">
            <a:avLst>
              <a:gd name="adj1" fmla="val -175617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9ECA7D0E-C167-F8B4-9366-66467130AFEA}"/>
              </a:ext>
            </a:extLst>
          </p:cNvPr>
          <p:cNvCxnSpPr>
            <a:cxnSpLocks/>
            <a:stCxn id="27" idx="2"/>
            <a:endCxn id="1032" idx="0"/>
          </p:cNvCxnSpPr>
          <p:nvPr/>
        </p:nvCxnSpPr>
        <p:spPr>
          <a:xfrm>
            <a:off x="5170011" y="1959086"/>
            <a:ext cx="1335532" cy="58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E333D2F4-9D13-B8EC-365E-AD0B33E6B21F}"/>
              </a:ext>
            </a:extLst>
          </p:cNvPr>
          <p:cNvSpPr txBox="1"/>
          <p:nvPr/>
        </p:nvSpPr>
        <p:spPr>
          <a:xfrm>
            <a:off x="5524195" y="1963838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97038C52-AD78-1471-D1CB-BE2054D485C2}"/>
              </a:ext>
            </a:extLst>
          </p:cNvPr>
          <p:cNvCxnSpPr>
            <a:cxnSpLocks/>
            <a:stCxn id="1032" idx="2"/>
            <a:endCxn id="34" idx="0"/>
          </p:cNvCxnSpPr>
          <p:nvPr/>
        </p:nvCxnSpPr>
        <p:spPr>
          <a:xfrm flipH="1">
            <a:off x="5294979" y="3138402"/>
            <a:ext cx="1210564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Elbow Connector 1052">
            <a:extLst>
              <a:ext uri="{FF2B5EF4-FFF2-40B4-BE49-F238E27FC236}">
                <a16:creationId xmlns:a16="http://schemas.microsoft.com/office/drawing/2014/main" id="{356C8F7D-7CC4-94F1-1F0E-6A84CD99E65B}"/>
              </a:ext>
            </a:extLst>
          </p:cNvPr>
          <p:cNvCxnSpPr>
            <a:cxnSpLocks/>
            <a:stCxn id="34" idx="2"/>
            <a:endCxn id="1036" idx="2"/>
          </p:cNvCxnSpPr>
          <p:nvPr/>
        </p:nvCxnSpPr>
        <p:spPr>
          <a:xfrm rot="16200000" flipH="1">
            <a:off x="6994741" y="3493556"/>
            <a:ext cx="3149" cy="3402672"/>
          </a:xfrm>
          <a:prstGeom prst="bentConnector3">
            <a:avLst>
              <a:gd name="adj1" fmla="val 339363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5B1CDFD2-5FDB-3CCC-5117-2536616C1285}"/>
              </a:ext>
            </a:extLst>
          </p:cNvPr>
          <p:cNvSpPr txBox="1"/>
          <p:nvPr/>
        </p:nvSpPr>
        <p:spPr>
          <a:xfrm>
            <a:off x="5458790" y="3705552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BAAEB017-8C18-05E7-1C6A-53C9CE82AE7E}"/>
              </a:ext>
            </a:extLst>
          </p:cNvPr>
          <p:cNvSpPr txBox="1"/>
          <p:nvPr/>
        </p:nvSpPr>
        <p:spPr>
          <a:xfrm>
            <a:off x="4105770" y="395668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EA83CC9C-2576-7CA3-82C5-0D076B58EDAA}"/>
              </a:ext>
            </a:extLst>
          </p:cNvPr>
          <p:cNvSpPr txBox="1"/>
          <p:nvPr/>
        </p:nvSpPr>
        <p:spPr>
          <a:xfrm>
            <a:off x="6359569" y="384686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4F4677B6-0C61-D281-2D61-413AF87D7756}"/>
              </a:ext>
            </a:extLst>
          </p:cNvPr>
          <p:cNvSpPr txBox="1"/>
          <p:nvPr/>
        </p:nvSpPr>
        <p:spPr>
          <a:xfrm>
            <a:off x="4419453" y="59388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752239B0-E8BE-BC6E-8A15-8AD84833E8F6}"/>
              </a:ext>
            </a:extLst>
          </p:cNvPr>
          <p:cNvSpPr txBox="1"/>
          <p:nvPr/>
        </p:nvSpPr>
        <p:spPr>
          <a:xfrm>
            <a:off x="6873424" y="582397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9256BFF6-F7A4-EB6D-A374-D81E47E8B2B1}"/>
              </a:ext>
            </a:extLst>
          </p:cNvPr>
          <p:cNvSpPr txBox="1"/>
          <p:nvPr/>
        </p:nvSpPr>
        <p:spPr>
          <a:xfrm>
            <a:off x="8285560" y="6037354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C857AE74-64B5-8246-A914-CD06F4CB5E22}"/>
              </a:ext>
            </a:extLst>
          </p:cNvPr>
          <p:cNvSpPr txBox="1"/>
          <p:nvPr/>
        </p:nvSpPr>
        <p:spPr>
          <a:xfrm>
            <a:off x="4242551" y="348872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pos-bastion </a:t>
            </a:r>
          </a:p>
          <a:p>
            <a:pPr algn="ctr"/>
            <a:r>
              <a:rPr lang="en-US" sz="800"/>
              <a:t>G: 54.250.119.69</a:t>
            </a:r>
          </a:p>
          <a:p>
            <a:pPr algn="ctr"/>
            <a:r>
              <a:rPr lang="en-US" sz="800"/>
              <a:t>P: 10.226.50.24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EA9EF2AA-28AF-9891-D0D3-E4726EDBBDCC}"/>
              </a:ext>
            </a:extLst>
          </p:cNvPr>
          <p:cNvSpPr txBox="1"/>
          <p:nvPr/>
        </p:nvSpPr>
        <p:spPr>
          <a:xfrm>
            <a:off x="6541901" y="2690133"/>
            <a:ext cx="187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pos-alb </a:t>
            </a:r>
          </a:p>
          <a:p>
            <a:pPr algn="ctr"/>
            <a:r>
              <a:rPr lang="en-US" sz="800"/>
              <a:t>pos-alb-243540.ap-northeast-1.elb.amazonaws.com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D74B67A8-E399-AA49-6295-6F1C03F2209C}"/>
              </a:ext>
            </a:extLst>
          </p:cNvPr>
          <p:cNvSpPr txBox="1"/>
          <p:nvPr/>
        </p:nvSpPr>
        <p:spPr>
          <a:xfrm>
            <a:off x="2341652" y="398237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STG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4B2DF97A-1AF8-10E2-D335-72973509761E}"/>
              </a:ext>
            </a:extLst>
          </p:cNvPr>
          <p:cNvSpPr txBox="1"/>
          <p:nvPr/>
        </p:nvSpPr>
        <p:spPr>
          <a:xfrm>
            <a:off x="1361289" y="3925880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PRD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569296FB-6E01-CB65-C772-78A52EEFC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211" y="2934446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CB80BC-6958-439C-9669-DAAE837D994B}"/>
              </a:ext>
            </a:extLst>
          </p:cNvPr>
          <p:cNvSpPr txBox="1"/>
          <p:nvPr/>
        </p:nvSpPr>
        <p:spPr>
          <a:xfrm>
            <a:off x="2160873" y="3321278"/>
            <a:ext cx="7569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new-bastion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66D9BA-ABF4-1CB0-43CE-CFD2FA781274}"/>
              </a:ext>
            </a:extLst>
          </p:cNvPr>
          <p:cNvSpPr txBox="1"/>
          <p:nvPr/>
        </p:nvSpPr>
        <p:spPr>
          <a:xfrm>
            <a:off x="2632274" y="375252"/>
            <a:ext cx="2242922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VN" sz="1000"/>
              <a:t>メリット</a:t>
            </a:r>
          </a:p>
          <a:p>
            <a:r>
              <a:rPr lang="en-VN" sz="1000"/>
              <a:t>・作業が簡単</a:t>
            </a:r>
          </a:p>
          <a:p>
            <a:r>
              <a:rPr lang="en-VN" sz="1000"/>
              <a:t>・既存リソースに影響でない</a:t>
            </a:r>
          </a:p>
          <a:p>
            <a:r>
              <a:rPr lang="en-VN" sz="1000"/>
              <a:t>・メンテナスしやすい（変更なし）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5DAE7B-84E4-42C2-2C19-052EEDC24CA3}"/>
              </a:ext>
            </a:extLst>
          </p:cNvPr>
          <p:cNvSpPr txBox="1"/>
          <p:nvPr/>
        </p:nvSpPr>
        <p:spPr>
          <a:xfrm>
            <a:off x="5004354" y="375252"/>
            <a:ext cx="2108269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デメリット</a:t>
            </a:r>
          </a:p>
          <a:p>
            <a:r>
              <a:rPr lang="en-US" sz="1000"/>
              <a:t>・全体の構成が統一されていない</a:t>
            </a:r>
            <a:endParaRPr lang="en-VN" sz="100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62666CD-4D08-6D6D-02A7-0CE5EBE07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873" y="1659192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333CD2-A5CC-40A6-4AF6-931ADC67F141}"/>
              </a:ext>
            </a:extLst>
          </p:cNvPr>
          <p:cNvCxnSpPr>
            <a:cxnSpLocks/>
            <a:stCxn id="28" idx="2"/>
            <a:endCxn id="5" idx="3"/>
          </p:cNvCxnSpPr>
          <p:nvPr/>
        </p:nvCxnSpPr>
        <p:spPr>
          <a:xfrm flipH="1">
            <a:off x="7681673" y="1310610"/>
            <a:ext cx="1296118" cy="627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1057562-97AF-7477-6931-6D25B47B1EEF}"/>
              </a:ext>
            </a:extLst>
          </p:cNvPr>
          <p:cNvSpPr txBox="1"/>
          <p:nvPr/>
        </p:nvSpPr>
        <p:spPr>
          <a:xfrm>
            <a:off x="7900690" y="1632409"/>
            <a:ext cx="16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PRD: 192.168.180.3: 8080</a:t>
            </a:r>
          </a:p>
          <a:p>
            <a:pPr algn="ctr"/>
            <a:r>
              <a:rPr lang="en-US" sz="800"/>
              <a:t>STG: 192.168.180.3: 80</a:t>
            </a:r>
          </a:p>
        </p:txBody>
      </p:sp>
      <p:cxnSp>
        <p:nvCxnSpPr>
          <p:cNvPr id="12" name="Elbow Connector 1052">
            <a:extLst>
              <a:ext uri="{FF2B5EF4-FFF2-40B4-BE49-F238E27FC236}">
                <a16:creationId xmlns:a16="http://schemas.microsoft.com/office/drawing/2014/main" id="{92C02FE3-2A38-5F25-F4C8-DBBC5DDD5D53}"/>
              </a:ext>
            </a:extLst>
          </p:cNvPr>
          <p:cNvCxnSpPr>
            <a:cxnSpLocks/>
            <a:stCxn id="5" idx="2"/>
            <a:endCxn id="30" idx="0"/>
          </p:cNvCxnSpPr>
          <p:nvPr/>
        </p:nvCxnSpPr>
        <p:spPr>
          <a:xfrm rot="5400000">
            <a:off x="5676561" y="1250724"/>
            <a:ext cx="758445" cy="2692980"/>
          </a:xfrm>
          <a:prstGeom prst="bentConnector3">
            <a:avLst>
              <a:gd name="adj1" fmla="val 126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56">
            <a:extLst>
              <a:ext uri="{FF2B5EF4-FFF2-40B4-BE49-F238E27FC236}">
                <a16:creationId xmlns:a16="http://schemas.microsoft.com/office/drawing/2014/main" id="{48C1B5BC-727D-0500-96F7-45546FD5B5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18156" y="2606203"/>
            <a:ext cx="1114262" cy="2879305"/>
          </a:xfrm>
          <a:prstGeom prst="bentConnector3">
            <a:avLst>
              <a:gd name="adj1" fmla="val 623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Elbow Connector 1052">
            <a:extLst>
              <a:ext uri="{FF2B5EF4-FFF2-40B4-BE49-F238E27FC236}">
                <a16:creationId xmlns:a16="http://schemas.microsoft.com/office/drawing/2014/main" id="{B266D901-1D65-1B77-EB4C-42E637E1DA5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59512" y="2064847"/>
            <a:ext cx="1114262" cy="3962016"/>
          </a:xfrm>
          <a:prstGeom prst="bentConnector3">
            <a:avLst>
              <a:gd name="adj1" fmla="val 451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1094595-7CDB-AB63-885E-C242752F6CF0}"/>
              </a:ext>
            </a:extLst>
          </p:cNvPr>
          <p:cNvSpPr txBox="1"/>
          <p:nvPr/>
        </p:nvSpPr>
        <p:spPr>
          <a:xfrm>
            <a:off x="8259875" y="3804666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13F9B9-6BFF-955D-62C3-5CEA6C19355E}"/>
              </a:ext>
            </a:extLst>
          </p:cNvPr>
          <p:cNvSpPr txBox="1"/>
          <p:nvPr/>
        </p:nvSpPr>
        <p:spPr>
          <a:xfrm>
            <a:off x="7223995" y="41916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</p:spTree>
    <p:extLst>
      <p:ext uri="{BB962C8B-B14F-4D97-AF65-F5344CB8AC3E}">
        <p14:creationId xmlns:p14="http://schemas.microsoft.com/office/powerpoint/2010/main" val="217313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FD3BC38B-BA36-88BD-40B0-69BB7CAB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DC6D138-5704-D3A4-1245-CB0DB407AF9B}"/>
              </a:ext>
            </a:extLst>
          </p:cNvPr>
          <p:cNvSpPr/>
          <p:nvPr/>
        </p:nvSpPr>
        <p:spPr>
          <a:xfrm>
            <a:off x="674176" y="2433230"/>
            <a:ext cx="8712629" cy="39704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4E5FFF-BE25-1097-2822-83707DB9C75B}"/>
              </a:ext>
            </a:extLst>
          </p:cNvPr>
          <p:cNvSpPr/>
          <p:nvPr/>
        </p:nvSpPr>
        <p:spPr>
          <a:xfrm>
            <a:off x="922599" y="3243556"/>
            <a:ext cx="5906015" cy="26952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0C4EA2F4-44D0-BF4F-5722-E9188DA83753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lvl="0"/>
            <a:r>
              <a:rPr lang="ja-JP" altLang="en-US" sz="2400" b="1">
                <a:solidFill>
                  <a:schemeClr val="dk1"/>
                </a:solidFill>
              </a:rPr>
              <a:t>移行方法</a:t>
            </a:r>
            <a:r>
              <a:rPr lang="en-US" altLang="ja-JP" sz="2400" b="1">
                <a:solidFill>
                  <a:schemeClr val="dk1"/>
                </a:solidFill>
              </a:rPr>
              <a:t>②</a:t>
            </a:r>
            <a:endParaRPr lang="ja-JP" altLang="en-US" sz="2400">
              <a:solidFill>
                <a:schemeClr val="dk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58F5E82-FC2C-260A-1B6E-33A6D5260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804" y="4671167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0D864E1-8D8F-1482-E4A1-AD7B3675B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604" y="4671167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5AA290-8EA8-3DBA-2ABA-477FE4B01F63}"/>
              </a:ext>
            </a:extLst>
          </p:cNvPr>
          <p:cNvSpPr txBox="1"/>
          <p:nvPr/>
        </p:nvSpPr>
        <p:spPr>
          <a:xfrm>
            <a:off x="1294523" y="5123069"/>
            <a:ext cx="5565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new-prd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C6D26-5970-282B-27AE-C90B56038F55}"/>
              </a:ext>
            </a:extLst>
          </p:cNvPr>
          <p:cNvSpPr txBox="1"/>
          <p:nvPr/>
        </p:nvSpPr>
        <p:spPr>
          <a:xfrm>
            <a:off x="2359957" y="5123069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new-stg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B7C86-2434-9B4D-DCFF-DC5F3EE1E3EE}"/>
              </a:ext>
            </a:extLst>
          </p:cNvPr>
          <p:cNvSpPr txBox="1"/>
          <p:nvPr/>
        </p:nvSpPr>
        <p:spPr>
          <a:xfrm>
            <a:off x="619002" y="2238713"/>
            <a:ext cx="418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AWS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D6D8A04F-79AC-0D18-E653-B909B45F8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793" y="2547852"/>
            <a:ext cx="57150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77E3AE7-821A-4D88-1428-E1C2DEE28D53}"/>
              </a:ext>
            </a:extLst>
          </p:cNvPr>
          <p:cNvSpPr/>
          <p:nvPr/>
        </p:nvSpPr>
        <p:spPr>
          <a:xfrm>
            <a:off x="797198" y="1527622"/>
            <a:ext cx="1152107" cy="3221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Kasumi-Conlux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A822D1C-160E-F7FB-435A-A2403EAF67D1}"/>
              </a:ext>
            </a:extLst>
          </p:cNvPr>
          <p:cNvSpPr/>
          <p:nvPr/>
        </p:nvSpPr>
        <p:spPr>
          <a:xfrm>
            <a:off x="2243343" y="1527622"/>
            <a:ext cx="1152107" cy="32217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MV Kanto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B45C199-28CD-2CF2-AD39-0AAC4CD21F00}"/>
              </a:ext>
            </a:extLst>
          </p:cNvPr>
          <p:cNvSpPr/>
          <p:nvPr/>
        </p:nvSpPr>
        <p:spPr>
          <a:xfrm>
            <a:off x="4718927" y="1163973"/>
            <a:ext cx="1152107" cy="32217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M</a:t>
            </a:r>
            <a:r>
              <a:rPr lang="en-VN" sz="1000">
                <a:solidFill>
                  <a:schemeClr val="tx1"/>
                </a:solidFill>
              </a:rPr>
              <a:t>aruetsu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71D04EB-68A4-48CC-453C-EBA3A1E76CE7}"/>
              </a:ext>
            </a:extLst>
          </p:cNvPr>
          <p:cNvSpPr/>
          <p:nvPr/>
        </p:nvSpPr>
        <p:spPr>
          <a:xfrm>
            <a:off x="8139458" y="1031210"/>
            <a:ext cx="1152107" cy="32217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Inageya</a:t>
            </a:r>
            <a:endParaRPr lang="en-VN" sz="1000">
              <a:solidFill>
                <a:schemeClr val="tx1"/>
              </a:solidFill>
            </a:endParaRPr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BAD2BCE6-0FFA-90CE-63AB-2DA26CF29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07" y="2976437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2EF2B55-747D-E23F-D650-FE411E23B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901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0D64BBCB-6343-1B0C-C56B-3281EBE5B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90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73EC39A1-D950-69C4-DA22-BB764ABF5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1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6B7F53-AD31-ABFD-38AF-7AECD47C222A}"/>
              </a:ext>
            </a:extLst>
          </p:cNvPr>
          <p:cNvSpPr txBox="1"/>
          <p:nvPr/>
        </p:nvSpPr>
        <p:spPr>
          <a:xfrm>
            <a:off x="3756315" y="3030680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pos-dev-vpc</a:t>
            </a:r>
          </a:p>
        </p:txBody>
      </p:sp>
      <p:pic>
        <p:nvPicPr>
          <p:cNvPr id="34" name="Picture 10">
            <a:extLst>
              <a:ext uri="{FF2B5EF4-FFF2-40B4-BE49-F238E27FC236}">
                <a16:creationId xmlns:a16="http://schemas.microsoft.com/office/drawing/2014/main" id="{3C4FAAA2-E7C6-1773-4D24-517744DA1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93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1ED7731-0DE1-F9FC-9088-A3EDD540602D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4709293" y="1486143"/>
            <a:ext cx="585688" cy="1490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28CEC32-AE88-636F-100D-67D02411BB0F}"/>
              </a:ext>
            </a:extLst>
          </p:cNvPr>
          <p:cNvSpPr txBox="1"/>
          <p:nvPr/>
        </p:nvSpPr>
        <p:spPr>
          <a:xfrm>
            <a:off x="4841616" y="1539085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82580B-4C72-7819-2E00-6C11D8C1C841}"/>
              </a:ext>
            </a:extLst>
          </p:cNvPr>
          <p:cNvSpPr txBox="1"/>
          <p:nvPr/>
        </p:nvSpPr>
        <p:spPr>
          <a:xfrm>
            <a:off x="3914511" y="5201219"/>
            <a:ext cx="881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stg-pos-system</a:t>
            </a:r>
          </a:p>
          <a:p>
            <a:pPr algn="ctr"/>
            <a:r>
              <a:rPr lang="en-US" sz="800"/>
              <a:t>10.226.50.132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3B7676-2B9E-DFD1-BF87-B72C2A6387ED}"/>
              </a:ext>
            </a:extLst>
          </p:cNvPr>
          <p:cNvSpPr txBox="1"/>
          <p:nvPr/>
        </p:nvSpPr>
        <p:spPr>
          <a:xfrm>
            <a:off x="4784262" y="5201219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prod-pos-t2.xlarge</a:t>
            </a:r>
          </a:p>
          <a:p>
            <a:pPr algn="ctr"/>
            <a:r>
              <a:rPr lang="en-US" sz="800"/>
              <a:t>10.226.50.148</a:t>
            </a: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81007D4C-97BA-3A72-320F-3CC1AF36D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66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A0E1086-79E3-1D1E-D162-65BCC51E0886}"/>
              </a:ext>
            </a:extLst>
          </p:cNvPr>
          <p:cNvSpPr txBox="1"/>
          <p:nvPr/>
        </p:nvSpPr>
        <p:spPr>
          <a:xfrm>
            <a:off x="5802892" y="5201219"/>
            <a:ext cx="848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stg-pos-large</a:t>
            </a:r>
          </a:p>
          <a:p>
            <a:pPr algn="ctr"/>
            <a:r>
              <a:rPr lang="en-US" sz="800"/>
              <a:t>10.226.50.142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53BB23B-487D-BF55-238B-0412872EAFCB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4355498" y="3563620"/>
            <a:ext cx="353795" cy="104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98D10CC-9B82-27F6-6472-E18355680E8C}"/>
              </a:ext>
            </a:extLst>
          </p:cNvPr>
          <p:cNvSpPr txBox="1"/>
          <p:nvPr/>
        </p:nvSpPr>
        <p:spPr>
          <a:xfrm>
            <a:off x="7264524" y="5262774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pos-dev-db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CB05C7-32EB-6A20-0FE3-2DFFB468373D}"/>
              </a:ext>
            </a:extLst>
          </p:cNvPr>
          <p:cNvSpPr txBox="1"/>
          <p:nvPr/>
        </p:nvSpPr>
        <p:spPr>
          <a:xfrm>
            <a:off x="8401737" y="5262774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pos-prod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82109620-B2DA-9C21-BEF4-8519C69B6F10}"/>
              </a:ext>
            </a:extLst>
          </p:cNvPr>
          <p:cNvCxnSpPr>
            <a:stCxn id="32" idx="2"/>
            <a:endCxn id="31" idx="2"/>
          </p:cNvCxnSpPr>
          <p:nvPr/>
        </p:nvCxnSpPr>
        <p:spPr>
          <a:xfrm rot="16200000" flipH="1">
            <a:off x="5983645" y="3565171"/>
            <a:ext cx="3149" cy="3259442"/>
          </a:xfrm>
          <a:prstGeom prst="bentConnector3">
            <a:avLst>
              <a:gd name="adj1" fmla="val 302451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997AA2EF-A330-1569-0C7E-53456E36FAB7}"/>
              </a:ext>
            </a:extLst>
          </p:cNvPr>
          <p:cNvCxnSpPr>
            <a:cxnSpLocks/>
            <a:stCxn id="1032" idx="2"/>
            <a:endCxn id="47" idx="0"/>
          </p:cNvCxnSpPr>
          <p:nvPr/>
        </p:nvCxnSpPr>
        <p:spPr>
          <a:xfrm flipH="1">
            <a:off x="6227048" y="3138402"/>
            <a:ext cx="278495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3FD510D1-FE9C-3EE7-CCB9-9B62FD29103E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5400000" flipH="1" flipV="1">
            <a:off x="6918617" y="4504897"/>
            <a:ext cx="4752" cy="1387893"/>
          </a:xfrm>
          <a:prstGeom prst="bentConnector3">
            <a:avLst>
              <a:gd name="adj1" fmla="val -175617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D5E2D67B-7494-0EC7-ABED-FA7366F84562}"/>
              </a:ext>
            </a:extLst>
          </p:cNvPr>
          <p:cNvCxnSpPr>
            <a:cxnSpLocks/>
            <a:stCxn id="27" idx="2"/>
            <a:endCxn id="1032" idx="0"/>
          </p:cNvCxnSpPr>
          <p:nvPr/>
        </p:nvCxnSpPr>
        <p:spPr>
          <a:xfrm>
            <a:off x="5294981" y="1486143"/>
            <a:ext cx="1210562" cy="1061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CF69126-9BC9-063D-F38E-1D59F5FA281E}"/>
              </a:ext>
            </a:extLst>
          </p:cNvPr>
          <p:cNvSpPr txBox="1"/>
          <p:nvPr/>
        </p:nvSpPr>
        <p:spPr>
          <a:xfrm>
            <a:off x="5499189" y="1555052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79BCDD09-8DA7-0802-D15C-0A5584DAABC6}"/>
              </a:ext>
            </a:extLst>
          </p:cNvPr>
          <p:cNvCxnSpPr>
            <a:cxnSpLocks/>
            <a:stCxn id="1032" idx="2"/>
            <a:endCxn id="34" idx="0"/>
          </p:cNvCxnSpPr>
          <p:nvPr/>
        </p:nvCxnSpPr>
        <p:spPr>
          <a:xfrm flipH="1">
            <a:off x="5294979" y="3138402"/>
            <a:ext cx="1210564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Elbow Connector 1052">
            <a:extLst>
              <a:ext uri="{FF2B5EF4-FFF2-40B4-BE49-F238E27FC236}">
                <a16:creationId xmlns:a16="http://schemas.microsoft.com/office/drawing/2014/main" id="{82FF7DBB-E223-3B77-78AC-49690011108E}"/>
              </a:ext>
            </a:extLst>
          </p:cNvPr>
          <p:cNvCxnSpPr>
            <a:cxnSpLocks/>
            <a:stCxn id="34" idx="2"/>
            <a:endCxn id="1036" idx="2"/>
          </p:cNvCxnSpPr>
          <p:nvPr/>
        </p:nvCxnSpPr>
        <p:spPr>
          <a:xfrm rot="16200000" flipH="1">
            <a:off x="6994741" y="3493556"/>
            <a:ext cx="3149" cy="3402672"/>
          </a:xfrm>
          <a:prstGeom prst="bentConnector3">
            <a:avLst>
              <a:gd name="adj1" fmla="val 339363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35F69880-550D-0145-AB70-906EBA28612C}"/>
              </a:ext>
            </a:extLst>
          </p:cNvPr>
          <p:cNvSpPr txBox="1"/>
          <p:nvPr/>
        </p:nvSpPr>
        <p:spPr>
          <a:xfrm>
            <a:off x="5458790" y="3705552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D366292B-D023-0DDD-D866-81412BB2A9C2}"/>
              </a:ext>
            </a:extLst>
          </p:cNvPr>
          <p:cNvSpPr txBox="1"/>
          <p:nvPr/>
        </p:nvSpPr>
        <p:spPr>
          <a:xfrm>
            <a:off x="4105770" y="395668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59E0E577-CC22-ECA3-834A-9CE2B2681949}"/>
              </a:ext>
            </a:extLst>
          </p:cNvPr>
          <p:cNvSpPr txBox="1"/>
          <p:nvPr/>
        </p:nvSpPr>
        <p:spPr>
          <a:xfrm>
            <a:off x="6359569" y="384686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0EE2E4ED-3138-6A0E-9BD6-AA68550A3A9A}"/>
              </a:ext>
            </a:extLst>
          </p:cNvPr>
          <p:cNvSpPr txBox="1"/>
          <p:nvPr/>
        </p:nvSpPr>
        <p:spPr>
          <a:xfrm>
            <a:off x="4419453" y="59388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3C281803-C41A-76FA-EC92-3B15D2968997}"/>
              </a:ext>
            </a:extLst>
          </p:cNvPr>
          <p:cNvSpPr txBox="1"/>
          <p:nvPr/>
        </p:nvSpPr>
        <p:spPr>
          <a:xfrm>
            <a:off x="6873424" y="582397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A252F287-9E4A-6AF5-C7B4-8799771DC578}"/>
              </a:ext>
            </a:extLst>
          </p:cNvPr>
          <p:cNvSpPr txBox="1"/>
          <p:nvPr/>
        </p:nvSpPr>
        <p:spPr>
          <a:xfrm>
            <a:off x="8285560" y="6037354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9BF9957A-DDCD-DBC4-11B2-7BEA20FCEA7F}"/>
              </a:ext>
            </a:extLst>
          </p:cNvPr>
          <p:cNvSpPr txBox="1"/>
          <p:nvPr/>
        </p:nvSpPr>
        <p:spPr>
          <a:xfrm>
            <a:off x="4242551" y="348872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pos-bastion </a:t>
            </a:r>
          </a:p>
          <a:p>
            <a:pPr algn="ctr"/>
            <a:r>
              <a:rPr lang="en-US" sz="800"/>
              <a:t>G: 54.250.119.69</a:t>
            </a:r>
          </a:p>
          <a:p>
            <a:pPr algn="ctr"/>
            <a:r>
              <a:rPr lang="en-US" sz="800"/>
              <a:t>P: 10.226.50.24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D6187BEB-9916-3F44-E194-B745565A9C82}"/>
              </a:ext>
            </a:extLst>
          </p:cNvPr>
          <p:cNvSpPr txBox="1"/>
          <p:nvPr/>
        </p:nvSpPr>
        <p:spPr>
          <a:xfrm>
            <a:off x="6541901" y="2690133"/>
            <a:ext cx="187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pos-alb </a:t>
            </a:r>
          </a:p>
          <a:p>
            <a:pPr algn="ctr"/>
            <a:r>
              <a:rPr lang="en-US" sz="800"/>
              <a:t>pos-alb-243540.ap-northeast-1.elb.amazonaws.com</a:t>
            </a: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08281E8C-BAA2-7C4C-E426-61FD54DDFE8C}"/>
              </a:ext>
            </a:extLst>
          </p:cNvPr>
          <p:cNvCxnSpPr>
            <a:cxnSpLocks/>
            <a:stCxn id="1032" idx="1"/>
            <a:endCxn id="1028" idx="0"/>
          </p:cNvCxnSpPr>
          <p:nvPr/>
        </p:nvCxnSpPr>
        <p:spPr>
          <a:xfrm rot="10800000" flipV="1">
            <a:off x="1572805" y="2843127"/>
            <a:ext cx="4646989" cy="18280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6467B089-0BE8-18BB-F354-65B41170F611}"/>
              </a:ext>
            </a:extLst>
          </p:cNvPr>
          <p:cNvCxnSpPr>
            <a:cxnSpLocks/>
            <a:stCxn id="1032" idx="1"/>
            <a:endCxn id="6" idx="0"/>
          </p:cNvCxnSpPr>
          <p:nvPr/>
        </p:nvCxnSpPr>
        <p:spPr>
          <a:xfrm rot="10800000" flipV="1">
            <a:off x="2639605" y="2843127"/>
            <a:ext cx="3580189" cy="18280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E3C507-5973-DEB5-F9C1-223F40B70953}"/>
              </a:ext>
            </a:extLst>
          </p:cNvPr>
          <p:cNvSpPr txBox="1"/>
          <p:nvPr/>
        </p:nvSpPr>
        <p:spPr>
          <a:xfrm>
            <a:off x="2590158" y="2988197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STG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86AB72-74BE-F664-CD29-F4F4E51E1179}"/>
              </a:ext>
            </a:extLst>
          </p:cNvPr>
          <p:cNvSpPr txBox="1"/>
          <p:nvPr/>
        </p:nvSpPr>
        <p:spPr>
          <a:xfrm>
            <a:off x="1077432" y="2982233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PRD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97075A6-4BCD-3BAF-B7B5-43780CA31C9D}"/>
              </a:ext>
            </a:extLst>
          </p:cNvPr>
          <p:cNvCxnSpPr>
            <a:cxnSpLocks/>
            <a:stCxn id="26" idx="2"/>
            <a:endCxn id="1032" idx="0"/>
          </p:cNvCxnSpPr>
          <p:nvPr/>
        </p:nvCxnSpPr>
        <p:spPr>
          <a:xfrm rot="16200000" flipH="1">
            <a:off x="4313440" y="355749"/>
            <a:ext cx="698060" cy="3686146"/>
          </a:xfrm>
          <a:prstGeom prst="bentConnector3">
            <a:avLst>
              <a:gd name="adj1" fmla="val 400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EE5741AC-755C-AB26-EE40-5C8779ECF983}"/>
              </a:ext>
            </a:extLst>
          </p:cNvPr>
          <p:cNvCxnSpPr>
            <a:cxnSpLocks/>
            <a:stCxn id="25" idx="2"/>
            <a:endCxn id="1032" idx="0"/>
          </p:cNvCxnSpPr>
          <p:nvPr/>
        </p:nvCxnSpPr>
        <p:spPr>
          <a:xfrm rot="16200000" flipH="1">
            <a:off x="3590367" y="-367324"/>
            <a:ext cx="698060" cy="5132291"/>
          </a:xfrm>
          <a:prstGeom prst="bentConnector3">
            <a:avLst>
              <a:gd name="adj1" fmla="val 400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7F3C26ED-0702-53A6-53D9-121F935A07F5}"/>
              </a:ext>
            </a:extLst>
          </p:cNvPr>
          <p:cNvCxnSpPr>
            <a:cxnSpLocks/>
            <a:stCxn id="25" idx="2"/>
            <a:endCxn id="1032" idx="0"/>
          </p:cNvCxnSpPr>
          <p:nvPr/>
        </p:nvCxnSpPr>
        <p:spPr>
          <a:xfrm rot="16200000" flipH="1">
            <a:off x="3590367" y="-367324"/>
            <a:ext cx="698060" cy="5132291"/>
          </a:xfrm>
          <a:prstGeom prst="bentConnector3">
            <a:avLst>
              <a:gd name="adj1" fmla="val 7220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19C6E227-46AA-F82E-94E2-3FE358E1CB61}"/>
              </a:ext>
            </a:extLst>
          </p:cNvPr>
          <p:cNvCxnSpPr>
            <a:cxnSpLocks/>
            <a:stCxn id="26" idx="2"/>
            <a:endCxn id="1032" idx="0"/>
          </p:cNvCxnSpPr>
          <p:nvPr/>
        </p:nvCxnSpPr>
        <p:spPr>
          <a:xfrm rot="16200000" flipH="1">
            <a:off x="4313440" y="355749"/>
            <a:ext cx="698060" cy="3686146"/>
          </a:xfrm>
          <a:prstGeom prst="bentConnector3">
            <a:avLst>
              <a:gd name="adj1" fmla="val 7220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ED23632A-1CA9-A3A8-8734-1C28DA05555E}"/>
              </a:ext>
            </a:extLst>
          </p:cNvPr>
          <p:cNvSpPr txBox="1"/>
          <p:nvPr/>
        </p:nvSpPr>
        <p:spPr>
          <a:xfrm>
            <a:off x="1617597" y="2147813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254E6113-AD02-F7D8-25C1-42EA621A53F1}"/>
              </a:ext>
            </a:extLst>
          </p:cNvPr>
          <p:cNvSpPr txBox="1"/>
          <p:nvPr/>
        </p:nvSpPr>
        <p:spPr>
          <a:xfrm>
            <a:off x="3124123" y="192034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6EE853B-570C-D539-CC78-C83C18220D71}"/>
              </a:ext>
            </a:extLst>
          </p:cNvPr>
          <p:cNvSpPr txBox="1"/>
          <p:nvPr/>
        </p:nvSpPr>
        <p:spPr>
          <a:xfrm>
            <a:off x="2329932" y="375252"/>
            <a:ext cx="2269373" cy="861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VN" sz="1000"/>
              <a:t>メリット</a:t>
            </a:r>
          </a:p>
          <a:p>
            <a:r>
              <a:rPr lang="en-VN" sz="1000"/>
              <a:t>・作業が簡単</a:t>
            </a:r>
          </a:p>
          <a:p>
            <a:r>
              <a:rPr lang="en-US" sz="1000"/>
              <a:t>・全体の構成が一部しか統一されていない</a:t>
            </a:r>
          </a:p>
          <a:p>
            <a:r>
              <a:rPr lang="en-VN" sz="1000"/>
              <a:t>・メンテナスしやすい（変更なし）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2CB2DC49-A855-3DA0-0689-6046F485D463}"/>
              </a:ext>
            </a:extLst>
          </p:cNvPr>
          <p:cNvSpPr txBox="1"/>
          <p:nvPr/>
        </p:nvSpPr>
        <p:spPr>
          <a:xfrm>
            <a:off x="5004354" y="375252"/>
            <a:ext cx="2220480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デメリット</a:t>
            </a:r>
            <a:endParaRPr lang="en-VN" sz="1000"/>
          </a:p>
          <a:p>
            <a:r>
              <a:rPr lang="en-VN" sz="1000"/>
              <a:t>・既存のALBに設定追加必要がある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6E20289-DDD2-5857-4CF4-FD15A36F2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873" y="1659192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E4B160-CF16-343A-1F94-220CDD4397E0}"/>
              </a:ext>
            </a:extLst>
          </p:cNvPr>
          <p:cNvCxnSpPr>
            <a:cxnSpLocks/>
            <a:stCxn id="28" idx="2"/>
            <a:endCxn id="2" idx="0"/>
          </p:cNvCxnSpPr>
          <p:nvPr/>
        </p:nvCxnSpPr>
        <p:spPr>
          <a:xfrm flipH="1">
            <a:off x="7402273" y="1353380"/>
            <a:ext cx="1313239" cy="305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64CBC76-A338-5B9C-06C7-C0F51F4A0D94}"/>
              </a:ext>
            </a:extLst>
          </p:cNvPr>
          <p:cNvSpPr txBox="1"/>
          <p:nvPr/>
        </p:nvSpPr>
        <p:spPr>
          <a:xfrm>
            <a:off x="7871810" y="1688707"/>
            <a:ext cx="16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PRD: 192.168.180.3: 8080</a:t>
            </a:r>
          </a:p>
          <a:p>
            <a:pPr algn="ctr"/>
            <a:r>
              <a:rPr lang="en-US" sz="800"/>
              <a:t>STG: 192.168.180.3: 80</a:t>
            </a:r>
          </a:p>
        </p:txBody>
      </p:sp>
      <p:cxnSp>
        <p:nvCxnSpPr>
          <p:cNvPr id="7" name="Elbow Connector 1052">
            <a:extLst>
              <a:ext uri="{FF2B5EF4-FFF2-40B4-BE49-F238E27FC236}">
                <a16:creationId xmlns:a16="http://schemas.microsoft.com/office/drawing/2014/main" id="{49955889-3B16-3F12-10F1-22C584C7632A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5676561" y="1250724"/>
            <a:ext cx="758445" cy="2692980"/>
          </a:xfrm>
          <a:prstGeom prst="bentConnector3">
            <a:avLst>
              <a:gd name="adj1" fmla="val 65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56">
            <a:extLst>
              <a:ext uri="{FF2B5EF4-FFF2-40B4-BE49-F238E27FC236}">
                <a16:creationId xmlns:a16="http://schemas.microsoft.com/office/drawing/2014/main" id="{446030CD-A9B8-719F-D3FE-105EF8AF50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18156" y="2606203"/>
            <a:ext cx="1114262" cy="2879305"/>
          </a:xfrm>
          <a:prstGeom prst="bentConnector3">
            <a:avLst>
              <a:gd name="adj1" fmla="val 623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Elbow Connector 1052">
            <a:extLst>
              <a:ext uri="{FF2B5EF4-FFF2-40B4-BE49-F238E27FC236}">
                <a16:creationId xmlns:a16="http://schemas.microsoft.com/office/drawing/2014/main" id="{8C2A2AF5-ECE9-1AD6-3925-894B39B3B71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59512" y="2064847"/>
            <a:ext cx="1114262" cy="3962016"/>
          </a:xfrm>
          <a:prstGeom prst="bentConnector3">
            <a:avLst>
              <a:gd name="adj1" fmla="val 451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ACA3282-43AF-EFE3-3AD9-A21A84B8EA54}"/>
              </a:ext>
            </a:extLst>
          </p:cNvPr>
          <p:cNvSpPr txBox="1"/>
          <p:nvPr/>
        </p:nvSpPr>
        <p:spPr>
          <a:xfrm>
            <a:off x="8259875" y="3804666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3DCB75-0AA1-A0FF-FF06-127496BDF665}"/>
              </a:ext>
            </a:extLst>
          </p:cNvPr>
          <p:cNvSpPr txBox="1"/>
          <p:nvPr/>
        </p:nvSpPr>
        <p:spPr>
          <a:xfrm>
            <a:off x="7223995" y="41916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</p:spTree>
    <p:extLst>
      <p:ext uri="{BB962C8B-B14F-4D97-AF65-F5344CB8AC3E}">
        <p14:creationId xmlns:p14="http://schemas.microsoft.com/office/powerpoint/2010/main" val="375523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CA6BB823-305A-B7A5-0516-EC74FF6B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992E0C16-6452-1F16-7E61-AD3A4D9D99ED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lvl="0"/>
            <a:r>
              <a:rPr lang="ja-JP" altLang="en-US" sz="2400" b="1">
                <a:solidFill>
                  <a:schemeClr val="dk1"/>
                </a:solidFill>
              </a:rPr>
              <a:t>移行方法</a:t>
            </a:r>
            <a:r>
              <a:rPr lang="en-US" altLang="ja-JP" sz="2400" b="1">
                <a:solidFill>
                  <a:schemeClr val="dk1"/>
                </a:solidFill>
              </a:rPr>
              <a:t>③</a:t>
            </a:r>
            <a:endParaRPr lang="ja-JP" altLang="en-US" sz="24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09D1CB-B311-D7DF-A60A-220029F4B942}"/>
              </a:ext>
            </a:extLst>
          </p:cNvPr>
          <p:cNvSpPr/>
          <p:nvPr/>
        </p:nvSpPr>
        <p:spPr>
          <a:xfrm>
            <a:off x="836045" y="3084159"/>
            <a:ext cx="2391905" cy="3319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C37EE0-E22C-7E60-D4F7-AD0E456FD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7" y="2804759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9D98B2-04D4-00BE-F5E7-9D9D56EEC7F5}"/>
              </a:ext>
            </a:extLst>
          </p:cNvPr>
          <p:cNvSpPr/>
          <p:nvPr/>
        </p:nvSpPr>
        <p:spPr>
          <a:xfrm>
            <a:off x="984140" y="3759726"/>
            <a:ext cx="2095715" cy="21838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A65F6E-258B-284C-8200-909403324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597" y="4948414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48D2191-DEB5-845B-840B-15C5BA170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7" y="4948414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37D278-CB98-A185-AC5B-E290CE4F5A1D}"/>
              </a:ext>
            </a:extLst>
          </p:cNvPr>
          <p:cNvSpPr txBox="1"/>
          <p:nvPr/>
        </p:nvSpPr>
        <p:spPr>
          <a:xfrm>
            <a:off x="1045588" y="5400316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 </a:t>
            </a:r>
          </a:p>
          <a:p>
            <a:pPr algn="ctr"/>
            <a:r>
              <a:rPr lang="en-US" sz="800"/>
              <a:t>192.168.235.11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DD745-3DCB-79E4-5770-8C534D69A3B8}"/>
              </a:ext>
            </a:extLst>
          </p:cNvPr>
          <p:cNvSpPr txBox="1"/>
          <p:nvPr/>
        </p:nvSpPr>
        <p:spPr>
          <a:xfrm>
            <a:off x="2105411" y="5400316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pos-stg</a:t>
            </a:r>
          </a:p>
          <a:p>
            <a:pPr algn="ctr"/>
            <a:r>
              <a:rPr lang="en-US" sz="800"/>
              <a:t>192.168.235.12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A69BA50-C560-578B-EED6-1C357477A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997" y="3553470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17A04A-4E8C-59C0-3708-947A1A4BC967}"/>
              </a:ext>
            </a:extLst>
          </p:cNvPr>
          <p:cNvCxnSpPr>
            <a:cxnSpLocks/>
            <a:stCxn id="1026" idx="2"/>
            <a:endCxn id="1030" idx="0"/>
          </p:cNvCxnSpPr>
          <p:nvPr/>
        </p:nvCxnSpPr>
        <p:spPr>
          <a:xfrm>
            <a:off x="2031997" y="3363559"/>
            <a:ext cx="0" cy="18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8ECFAE-AF9F-0731-CB1C-B6A9C3AE1CE8}"/>
              </a:ext>
            </a:extLst>
          </p:cNvPr>
          <p:cNvCxnSpPr>
            <a:cxnSpLocks/>
            <a:stCxn id="1030" idx="2"/>
            <a:endCxn id="6" idx="0"/>
          </p:cNvCxnSpPr>
          <p:nvPr/>
        </p:nvCxnSpPr>
        <p:spPr>
          <a:xfrm>
            <a:off x="2031997" y="4061470"/>
            <a:ext cx="533400" cy="88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472A33-E31F-E56B-4AFB-B080B3CB5FDC}"/>
              </a:ext>
            </a:extLst>
          </p:cNvPr>
          <p:cNvCxnSpPr>
            <a:cxnSpLocks/>
            <a:stCxn id="1030" idx="2"/>
            <a:endCxn id="1028" idx="0"/>
          </p:cNvCxnSpPr>
          <p:nvPr/>
        </p:nvCxnSpPr>
        <p:spPr>
          <a:xfrm flipH="1">
            <a:off x="1498597" y="4061470"/>
            <a:ext cx="533400" cy="88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A6EFB2-0A9A-1FE0-002D-29FD1366D9D1}"/>
              </a:ext>
            </a:extLst>
          </p:cNvPr>
          <p:cNvSpPr txBox="1"/>
          <p:nvPr/>
        </p:nvSpPr>
        <p:spPr>
          <a:xfrm>
            <a:off x="797198" y="2868715"/>
            <a:ext cx="8947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Luvina Network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E02A01-6E8D-2B2C-5BE6-27DF5055C776}"/>
              </a:ext>
            </a:extLst>
          </p:cNvPr>
          <p:cNvSpPr txBox="1"/>
          <p:nvPr/>
        </p:nvSpPr>
        <p:spPr>
          <a:xfrm>
            <a:off x="2208002" y="3100371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Root router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77F5F6-EADE-F00F-C47D-8B48D8AC7711}"/>
              </a:ext>
            </a:extLst>
          </p:cNvPr>
          <p:cNvSpPr/>
          <p:nvPr/>
        </p:nvSpPr>
        <p:spPr>
          <a:xfrm>
            <a:off x="3629614" y="2433230"/>
            <a:ext cx="5757191" cy="39704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86DB24-781F-8D5C-4325-B0169F492695}"/>
              </a:ext>
            </a:extLst>
          </p:cNvPr>
          <p:cNvSpPr txBox="1"/>
          <p:nvPr/>
        </p:nvSpPr>
        <p:spPr>
          <a:xfrm>
            <a:off x="8846827" y="2217786"/>
            <a:ext cx="418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AWS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619643AF-2D29-97E6-5836-F3414411A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793" y="2547852"/>
            <a:ext cx="57150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9204EC2-03E0-F866-2442-A2EA91207FCD}"/>
              </a:ext>
            </a:extLst>
          </p:cNvPr>
          <p:cNvSpPr/>
          <p:nvPr/>
        </p:nvSpPr>
        <p:spPr>
          <a:xfrm>
            <a:off x="797198" y="1527622"/>
            <a:ext cx="1152107" cy="3221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Kasumi-Conlux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EA7470B-A285-292D-3247-293F2BBC61C7}"/>
              </a:ext>
            </a:extLst>
          </p:cNvPr>
          <p:cNvSpPr/>
          <p:nvPr/>
        </p:nvSpPr>
        <p:spPr>
          <a:xfrm>
            <a:off x="2243343" y="1527622"/>
            <a:ext cx="1152107" cy="32217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MV Kanto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98DFDA9-496A-9948-7349-818957F4C6D4}"/>
              </a:ext>
            </a:extLst>
          </p:cNvPr>
          <p:cNvSpPr/>
          <p:nvPr/>
        </p:nvSpPr>
        <p:spPr>
          <a:xfrm>
            <a:off x="4718927" y="1163973"/>
            <a:ext cx="1152107" cy="32217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M</a:t>
            </a:r>
            <a:r>
              <a:rPr lang="en-VN" sz="1000">
                <a:solidFill>
                  <a:schemeClr val="tx1"/>
                </a:solidFill>
              </a:rPr>
              <a:t>aruetsu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A30FD9F-F42F-3E6E-145E-C56C611D7F66}"/>
              </a:ext>
            </a:extLst>
          </p:cNvPr>
          <p:cNvSpPr/>
          <p:nvPr/>
        </p:nvSpPr>
        <p:spPr>
          <a:xfrm>
            <a:off x="7910042" y="1129571"/>
            <a:ext cx="1152107" cy="32217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Inageya</a:t>
            </a:r>
            <a:endParaRPr lang="en-VN" sz="10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AA6EC3-65E3-9482-AED9-E0A4BC3814CC}"/>
              </a:ext>
            </a:extLst>
          </p:cNvPr>
          <p:cNvSpPr/>
          <p:nvPr/>
        </p:nvSpPr>
        <p:spPr>
          <a:xfrm>
            <a:off x="3761349" y="3243556"/>
            <a:ext cx="3067265" cy="26952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DFD7102D-FD0D-CBF4-0279-8A26A4D28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07" y="2976437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23CDA8D3-EE97-4CA3-3543-04A095600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901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319A1BF5-C734-2917-CED4-D86D9C505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90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8BE649FF-DE68-EB8C-C1FE-FB7CFEF5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1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86455AB-7CF4-40EF-6F46-FE5D0B0671A0}"/>
              </a:ext>
            </a:extLst>
          </p:cNvPr>
          <p:cNvSpPr txBox="1"/>
          <p:nvPr/>
        </p:nvSpPr>
        <p:spPr>
          <a:xfrm>
            <a:off x="3756315" y="3030680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pos-dev-vpc</a:t>
            </a:r>
          </a:p>
        </p:txBody>
      </p:sp>
      <p:pic>
        <p:nvPicPr>
          <p:cNvPr id="34" name="Picture 10">
            <a:extLst>
              <a:ext uri="{FF2B5EF4-FFF2-40B4-BE49-F238E27FC236}">
                <a16:creationId xmlns:a16="http://schemas.microsoft.com/office/drawing/2014/main" id="{D1C47987-FCD6-E202-B88C-86D23FA7C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93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D018CB-2FA8-9B8C-928F-8A6066CBFD65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4709293" y="1486143"/>
            <a:ext cx="585688" cy="1490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CCC7754-9619-E19D-1D92-D56E7C9D78CB}"/>
              </a:ext>
            </a:extLst>
          </p:cNvPr>
          <p:cNvSpPr txBox="1"/>
          <p:nvPr/>
        </p:nvSpPr>
        <p:spPr>
          <a:xfrm>
            <a:off x="4815715" y="1622127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88D64F-1C14-0D0F-9BE2-E577789FB247}"/>
              </a:ext>
            </a:extLst>
          </p:cNvPr>
          <p:cNvSpPr txBox="1"/>
          <p:nvPr/>
        </p:nvSpPr>
        <p:spPr>
          <a:xfrm>
            <a:off x="3914511" y="5201219"/>
            <a:ext cx="881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stg-pos-system</a:t>
            </a:r>
          </a:p>
          <a:p>
            <a:pPr algn="ctr"/>
            <a:r>
              <a:rPr lang="en-US" sz="800"/>
              <a:t>10.226.50.132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A7DF0F-A17B-F01D-1A6F-440695FE416D}"/>
              </a:ext>
            </a:extLst>
          </p:cNvPr>
          <p:cNvSpPr txBox="1"/>
          <p:nvPr/>
        </p:nvSpPr>
        <p:spPr>
          <a:xfrm>
            <a:off x="4784262" y="5201219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prod-pos-t2.xlarge</a:t>
            </a:r>
          </a:p>
          <a:p>
            <a:pPr algn="ctr"/>
            <a:r>
              <a:rPr lang="en-US" sz="800"/>
              <a:t>10.226.50.148</a:t>
            </a: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0E9534F4-1705-B01D-41A4-87AF6D3D0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66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C9378C0-E94C-7F8C-2498-F69C33BB4FA0}"/>
              </a:ext>
            </a:extLst>
          </p:cNvPr>
          <p:cNvSpPr txBox="1"/>
          <p:nvPr/>
        </p:nvSpPr>
        <p:spPr>
          <a:xfrm>
            <a:off x="5802892" y="5201219"/>
            <a:ext cx="848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stg-pos-large</a:t>
            </a:r>
          </a:p>
          <a:p>
            <a:pPr algn="ctr"/>
            <a:r>
              <a:rPr lang="en-US" sz="800"/>
              <a:t>10.226.50.142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0248B8C-735F-22BE-07A0-F881FF693703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4355498" y="3563620"/>
            <a:ext cx="353795" cy="104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4EBBF89-9E54-930C-960B-DC4BEEC9C7F5}"/>
              </a:ext>
            </a:extLst>
          </p:cNvPr>
          <p:cNvSpPr txBox="1"/>
          <p:nvPr/>
        </p:nvSpPr>
        <p:spPr>
          <a:xfrm>
            <a:off x="7264524" y="5262774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pos-dev-db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2F05DC-4EF4-A10B-9942-B49D1F299037}"/>
              </a:ext>
            </a:extLst>
          </p:cNvPr>
          <p:cNvSpPr txBox="1"/>
          <p:nvPr/>
        </p:nvSpPr>
        <p:spPr>
          <a:xfrm>
            <a:off x="8401737" y="5262774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pos-prod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D9C07C3-7197-8EFD-2EE5-00E34988BBBB}"/>
              </a:ext>
            </a:extLst>
          </p:cNvPr>
          <p:cNvCxnSpPr>
            <a:stCxn id="32" idx="2"/>
            <a:endCxn id="31" idx="2"/>
          </p:cNvCxnSpPr>
          <p:nvPr/>
        </p:nvCxnSpPr>
        <p:spPr>
          <a:xfrm rot="16200000" flipH="1">
            <a:off x="5983645" y="3565171"/>
            <a:ext cx="3149" cy="3259442"/>
          </a:xfrm>
          <a:prstGeom prst="bentConnector3">
            <a:avLst>
              <a:gd name="adj1" fmla="val 302451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BCD46598-F19F-7F23-4C2C-E28FDA868C71}"/>
              </a:ext>
            </a:extLst>
          </p:cNvPr>
          <p:cNvCxnSpPr>
            <a:cxnSpLocks/>
            <a:stCxn id="1032" idx="2"/>
            <a:endCxn id="47" idx="0"/>
          </p:cNvCxnSpPr>
          <p:nvPr/>
        </p:nvCxnSpPr>
        <p:spPr>
          <a:xfrm flipH="1">
            <a:off x="6227048" y="3138402"/>
            <a:ext cx="278495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7FDC2700-B037-A201-B8F0-CF7C1111337F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5400000" flipH="1" flipV="1">
            <a:off x="6918617" y="4504897"/>
            <a:ext cx="4752" cy="1387893"/>
          </a:xfrm>
          <a:prstGeom prst="bentConnector3">
            <a:avLst>
              <a:gd name="adj1" fmla="val -175617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9D5B04D6-8CF1-8104-3BA9-F4A7DD0BA470}"/>
              </a:ext>
            </a:extLst>
          </p:cNvPr>
          <p:cNvCxnSpPr>
            <a:cxnSpLocks/>
            <a:stCxn id="27" idx="2"/>
            <a:endCxn id="1032" idx="0"/>
          </p:cNvCxnSpPr>
          <p:nvPr/>
        </p:nvCxnSpPr>
        <p:spPr>
          <a:xfrm>
            <a:off x="5294981" y="1486143"/>
            <a:ext cx="1210562" cy="1061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3AD1F8C9-4F6E-6FB5-D672-00B864FE565F}"/>
              </a:ext>
            </a:extLst>
          </p:cNvPr>
          <p:cNvSpPr txBox="1"/>
          <p:nvPr/>
        </p:nvSpPr>
        <p:spPr>
          <a:xfrm>
            <a:off x="5794030" y="1654490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2616D7C3-C633-3526-C5F5-74E8F205205B}"/>
              </a:ext>
            </a:extLst>
          </p:cNvPr>
          <p:cNvCxnSpPr>
            <a:cxnSpLocks/>
            <a:stCxn id="1032" idx="2"/>
            <a:endCxn id="34" idx="0"/>
          </p:cNvCxnSpPr>
          <p:nvPr/>
        </p:nvCxnSpPr>
        <p:spPr>
          <a:xfrm flipH="1">
            <a:off x="5294979" y="3138402"/>
            <a:ext cx="1210564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Elbow Connector 1052">
            <a:extLst>
              <a:ext uri="{FF2B5EF4-FFF2-40B4-BE49-F238E27FC236}">
                <a16:creationId xmlns:a16="http://schemas.microsoft.com/office/drawing/2014/main" id="{BB7CF526-782B-EAA9-1CB7-3186FF1F548F}"/>
              </a:ext>
            </a:extLst>
          </p:cNvPr>
          <p:cNvCxnSpPr>
            <a:cxnSpLocks/>
            <a:stCxn id="34" idx="2"/>
            <a:endCxn id="1036" idx="2"/>
          </p:cNvCxnSpPr>
          <p:nvPr/>
        </p:nvCxnSpPr>
        <p:spPr>
          <a:xfrm rot="16200000" flipH="1">
            <a:off x="6994741" y="3493556"/>
            <a:ext cx="3149" cy="3402672"/>
          </a:xfrm>
          <a:prstGeom prst="bentConnector3">
            <a:avLst>
              <a:gd name="adj1" fmla="val 339363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BE68643-AAF3-89C2-12ED-7AD04AED51C5}"/>
              </a:ext>
            </a:extLst>
          </p:cNvPr>
          <p:cNvSpPr txBox="1"/>
          <p:nvPr/>
        </p:nvSpPr>
        <p:spPr>
          <a:xfrm>
            <a:off x="5458790" y="3705552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2E4BA890-488A-B990-7177-556C6BB546E3}"/>
              </a:ext>
            </a:extLst>
          </p:cNvPr>
          <p:cNvSpPr txBox="1"/>
          <p:nvPr/>
        </p:nvSpPr>
        <p:spPr>
          <a:xfrm>
            <a:off x="4105770" y="395668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2034818E-E7B2-256A-1616-C1C5421088C8}"/>
              </a:ext>
            </a:extLst>
          </p:cNvPr>
          <p:cNvSpPr txBox="1"/>
          <p:nvPr/>
        </p:nvSpPr>
        <p:spPr>
          <a:xfrm>
            <a:off x="6359569" y="384686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773217D-F3D6-EDEC-0582-A363E6EB3A87}"/>
              </a:ext>
            </a:extLst>
          </p:cNvPr>
          <p:cNvSpPr txBox="1"/>
          <p:nvPr/>
        </p:nvSpPr>
        <p:spPr>
          <a:xfrm>
            <a:off x="4419453" y="59388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5C14C132-9483-B61E-379F-5B8330BFCEF2}"/>
              </a:ext>
            </a:extLst>
          </p:cNvPr>
          <p:cNvSpPr txBox="1"/>
          <p:nvPr/>
        </p:nvSpPr>
        <p:spPr>
          <a:xfrm>
            <a:off x="6873424" y="582397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B8F4947B-99C9-3771-EB67-8EC772A61F07}"/>
              </a:ext>
            </a:extLst>
          </p:cNvPr>
          <p:cNvSpPr txBox="1"/>
          <p:nvPr/>
        </p:nvSpPr>
        <p:spPr>
          <a:xfrm>
            <a:off x="8285560" y="6037354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8522700B-3D43-0820-5B7D-84C31CC2B4D8}"/>
              </a:ext>
            </a:extLst>
          </p:cNvPr>
          <p:cNvSpPr txBox="1"/>
          <p:nvPr/>
        </p:nvSpPr>
        <p:spPr>
          <a:xfrm>
            <a:off x="4242551" y="348872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pos-bastion </a:t>
            </a:r>
          </a:p>
          <a:p>
            <a:pPr algn="ctr"/>
            <a:r>
              <a:rPr lang="en-US" sz="800"/>
              <a:t>G: 54.250.119.69</a:t>
            </a:r>
          </a:p>
          <a:p>
            <a:pPr algn="ctr"/>
            <a:r>
              <a:rPr lang="en-US" sz="800"/>
              <a:t>P: 10.226.50.24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D38121FC-D2C8-8307-48B4-DC9583C4A6AD}"/>
              </a:ext>
            </a:extLst>
          </p:cNvPr>
          <p:cNvSpPr txBox="1"/>
          <p:nvPr/>
        </p:nvSpPr>
        <p:spPr>
          <a:xfrm>
            <a:off x="6541901" y="2690133"/>
            <a:ext cx="187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pos-alb </a:t>
            </a:r>
          </a:p>
          <a:p>
            <a:pPr algn="ctr"/>
            <a:r>
              <a:rPr lang="en-US" sz="800"/>
              <a:t>pos-alb-243540.ap-northeast-1.elb.amazonaws.com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E4383A18-710D-C4F3-9C95-533DA7CF99EA}"/>
              </a:ext>
            </a:extLst>
          </p:cNvPr>
          <p:cNvSpPr txBox="1"/>
          <p:nvPr/>
        </p:nvSpPr>
        <p:spPr>
          <a:xfrm>
            <a:off x="1394431" y="3991382"/>
            <a:ext cx="1275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Proxy Server</a:t>
            </a:r>
          </a:p>
          <a:p>
            <a:pPr algn="ctr"/>
            <a:r>
              <a:rPr lang="en-US" sz="800"/>
              <a:t>G: 101.96.68.124</a:t>
            </a:r>
          </a:p>
          <a:p>
            <a:pPr algn="ctr"/>
            <a:r>
              <a:rPr lang="en-US" sz="800"/>
              <a:t>P: 192.168.64.73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084EDE7E-692C-FC92-ACBA-CD26EC918510}"/>
              </a:ext>
            </a:extLst>
          </p:cNvPr>
          <p:cNvSpPr txBox="1"/>
          <p:nvPr/>
        </p:nvSpPr>
        <p:spPr>
          <a:xfrm>
            <a:off x="2343726" y="449651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61FDD6BF-037C-23D9-2B2B-C0B2D8993667}"/>
              </a:ext>
            </a:extLst>
          </p:cNvPr>
          <p:cNvSpPr txBox="1"/>
          <p:nvPr/>
        </p:nvSpPr>
        <p:spPr>
          <a:xfrm>
            <a:off x="1278638" y="449082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ACD51E35-6626-3204-D15C-19D3F7AFCD7C}"/>
              </a:ext>
            </a:extLst>
          </p:cNvPr>
          <p:cNvCxnSpPr>
            <a:cxnSpLocks/>
            <a:stCxn id="9" idx="2"/>
            <a:endCxn id="46" idx="2"/>
          </p:cNvCxnSpPr>
          <p:nvPr/>
        </p:nvCxnSpPr>
        <p:spPr>
          <a:xfrm rot="5400000" flipH="1" flipV="1">
            <a:off x="3297239" y="3741131"/>
            <a:ext cx="199097" cy="3796382"/>
          </a:xfrm>
          <a:prstGeom prst="bentConnector3">
            <a:avLst>
              <a:gd name="adj1" fmla="val -437051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7EF1ED24-6810-C913-878C-D246EBCD71C7}"/>
              </a:ext>
            </a:extLst>
          </p:cNvPr>
          <p:cNvCxnSpPr>
            <a:cxnSpLocks/>
            <a:stCxn id="11" idx="2"/>
            <a:endCxn id="48" idx="2"/>
          </p:cNvCxnSpPr>
          <p:nvPr/>
        </p:nvCxnSpPr>
        <p:spPr>
          <a:xfrm rot="5400000" flipH="1" flipV="1">
            <a:off x="4293184" y="3805008"/>
            <a:ext cx="199097" cy="3668627"/>
          </a:xfrm>
          <a:prstGeom prst="bentConnector3">
            <a:avLst>
              <a:gd name="adj1" fmla="val -262971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1E11719-0C82-470C-A4B3-6AAA36246FD5}"/>
              </a:ext>
            </a:extLst>
          </p:cNvPr>
          <p:cNvCxnSpPr>
            <a:cxnSpLocks/>
            <a:stCxn id="26" idx="2"/>
            <a:endCxn id="1032" idx="0"/>
          </p:cNvCxnSpPr>
          <p:nvPr/>
        </p:nvCxnSpPr>
        <p:spPr>
          <a:xfrm rot="16200000" flipH="1">
            <a:off x="4313440" y="355749"/>
            <a:ext cx="698060" cy="3686146"/>
          </a:xfrm>
          <a:prstGeom prst="bentConnector3">
            <a:avLst>
              <a:gd name="adj1" fmla="val 309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3245B678-F47F-7DED-F2B2-734393994E19}"/>
              </a:ext>
            </a:extLst>
          </p:cNvPr>
          <p:cNvCxnSpPr>
            <a:cxnSpLocks/>
            <a:stCxn id="25" idx="2"/>
            <a:endCxn id="1032" idx="0"/>
          </p:cNvCxnSpPr>
          <p:nvPr/>
        </p:nvCxnSpPr>
        <p:spPr>
          <a:xfrm rot="16200000" flipH="1">
            <a:off x="3590367" y="-367324"/>
            <a:ext cx="698060" cy="5132291"/>
          </a:xfrm>
          <a:prstGeom prst="bentConnector3">
            <a:avLst>
              <a:gd name="adj1" fmla="val 3098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30A65E1D-6800-4544-AAA3-884582E94E9B}"/>
              </a:ext>
            </a:extLst>
          </p:cNvPr>
          <p:cNvCxnSpPr>
            <a:cxnSpLocks/>
            <a:stCxn id="25" idx="2"/>
            <a:endCxn id="1032" idx="0"/>
          </p:cNvCxnSpPr>
          <p:nvPr/>
        </p:nvCxnSpPr>
        <p:spPr>
          <a:xfrm rot="16200000" flipH="1">
            <a:off x="3590367" y="-367324"/>
            <a:ext cx="698060" cy="5132291"/>
          </a:xfrm>
          <a:prstGeom prst="bentConnector3">
            <a:avLst>
              <a:gd name="adj1" fmla="val 700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30E9F1A5-6959-29F4-205A-1CE9D25D4DBB}"/>
              </a:ext>
            </a:extLst>
          </p:cNvPr>
          <p:cNvCxnSpPr>
            <a:cxnSpLocks/>
            <a:stCxn id="26" idx="2"/>
            <a:endCxn id="1032" idx="0"/>
          </p:cNvCxnSpPr>
          <p:nvPr/>
        </p:nvCxnSpPr>
        <p:spPr>
          <a:xfrm rot="16200000" flipH="1">
            <a:off x="4313440" y="355749"/>
            <a:ext cx="698060" cy="3686146"/>
          </a:xfrm>
          <a:prstGeom prst="bentConnector3">
            <a:avLst>
              <a:gd name="adj1" fmla="val 700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571DBBAB-46DC-A8B3-A639-D70366B9EF32}"/>
              </a:ext>
            </a:extLst>
          </p:cNvPr>
          <p:cNvSpPr txBox="1"/>
          <p:nvPr/>
        </p:nvSpPr>
        <p:spPr>
          <a:xfrm>
            <a:off x="3629614" y="1859485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9FC3EB62-7BF6-987C-138C-676880A044AC}"/>
              </a:ext>
            </a:extLst>
          </p:cNvPr>
          <p:cNvSpPr txBox="1"/>
          <p:nvPr/>
        </p:nvSpPr>
        <p:spPr>
          <a:xfrm>
            <a:off x="1949305" y="213806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2A3D3622-3179-34FC-558A-DEEBF4AFC9DD}"/>
              </a:ext>
            </a:extLst>
          </p:cNvPr>
          <p:cNvSpPr txBox="1"/>
          <p:nvPr/>
        </p:nvSpPr>
        <p:spPr>
          <a:xfrm>
            <a:off x="2632274" y="375252"/>
            <a:ext cx="1723549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VN" sz="1000"/>
              <a:t>メリット</a:t>
            </a:r>
          </a:p>
          <a:p>
            <a:r>
              <a:rPr lang="en-VN" sz="1000"/>
              <a:t>・全体の構成が統一される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6CB979B4-F916-2974-525E-B6C0DB90E8AB}"/>
              </a:ext>
            </a:extLst>
          </p:cNvPr>
          <p:cNvSpPr txBox="1"/>
          <p:nvPr/>
        </p:nvSpPr>
        <p:spPr>
          <a:xfrm>
            <a:off x="5004354" y="375252"/>
            <a:ext cx="2492990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デメリット</a:t>
            </a:r>
          </a:p>
          <a:p>
            <a:r>
              <a:rPr lang="en-US" sz="1000"/>
              <a:t>・作業が複雑</a:t>
            </a:r>
          </a:p>
          <a:p>
            <a:r>
              <a:rPr lang="en-VN" sz="1000"/>
              <a:t>・既存のリソースを変更する</a:t>
            </a:r>
          </a:p>
          <a:p>
            <a:r>
              <a:rPr lang="en-VN" sz="1000"/>
              <a:t>・メンテナス作業が変更する必要がある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82ADAB-9D0D-3435-6847-B8102ED4A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873" y="1659192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D9A657-9E94-8773-683D-E260A9CD2294}"/>
              </a:ext>
            </a:extLst>
          </p:cNvPr>
          <p:cNvCxnSpPr>
            <a:cxnSpLocks/>
            <a:stCxn id="28" idx="2"/>
            <a:endCxn id="3" idx="0"/>
          </p:cNvCxnSpPr>
          <p:nvPr/>
        </p:nvCxnSpPr>
        <p:spPr>
          <a:xfrm flipH="1">
            <a:off x="7402273" y="1451741"/>
            <a:ext cx="1083823" cy="20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163DAE-CD3D-A2A5-DAD3-5DE0E4AB3D9C}"/>
              </a:ext>
            </a:extLst>
          </p:cNvPr>
          <p:cNvSpPr txBox="1"/>
          <p:nvPr/>
        </p:nvSpPr>
        <p:spPr>
          <a:xfrm>
            <a:off x="7763581" y="1592343"/>
            <a:ext cx="16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PRD: 192.168.180.3: 8080</a:t>
            </a:r>
          </a:p>
          <a:p>
            <a:pPr algn="ctr"/>
            <a:r>
              <a:rPr lang="en-US" sz="800"/>
              <a:t>STG: 192.168.180.3: 80</a:t>
            </a:r>
          </a:p>
        </p:txBody>
      </p:sp>
      <p:cxnSp>
        <p:nvCxnSpPr>
          <p:cNvPr id="10" name="Elbow Connector 1052">
            <a:extLst>
              <a:ext uri="{FF2B5EF4-FFF2-40B4-BE49-F238E27FC236}">
                <a16:creationId xmlns:a16="http://schemas.microsoft.com/office/drawing/2014/main" id="{B97A5704-AD22-7335-443F-475B2A8779B3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 rot="5400000">
            <a:off x="5676561" y="1250724"/>
            <a:ext cx="758445" cy="26929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56">
            <a:extLst>
              <a:ext uri="{FF2B5EF4-FFF2-40B4-BE49-F238E27FC236}">
                <a16:creationId xmlns:a16="http://schemas.microsoft.com/office/drawing/2014/main" id="{5F7DE5B7-3F81-84BF-561D-CDCD68FBE5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18156" y="2606203"/>
            <a:ext cx="1114262" cy="2879305"/>
          </a:xfrm>
          <a:prstGeom prst="bentConnector3">
            <a:avLst>
              <a:gd name="adj1" fmla="val 623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Elbow Connector 1052">
            <a:extLst>
              <a:ext uri="{FF2B5EF4-FFF2-40B4-BE49-F238E27FC236}">
                <a16:creationId xmlns:a16="http://schemas.microsoft.com/office/drawing/2014/main" id="{8652D174-F40E-3863-B8E8-548182A25C82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59512" y="2064847"/>
            <a:ext cx="1114262" cy="3962016"/>
          </a:xfrm>
          <a:prstGeom prst="bentConnector3">
            <a:avLst>
              <a:gd name="adj1" fmla="val 451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FB8B02-B41F-C4E4-7043-74DC24C86905}"/>
              </a:ext>
            </a:extLst>
          </p:cNvPr>
          <p:cNvSpPr txBox="1"/>
          <p:nvPr/>
        </p:nvSpPr>
        <p:spPr>
          <a:xfrm>
            <a:off x="8259875" y="3804666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E34CA0-297E-DBC4-95BE-0A1C690B5CDA}"/>
              </a:ext>
            </a:extLst>
          </p:cNvPr>
          <p:cNvSpPr txBox="1"/>
          <p:nvPr/>
        </p:nvSpPr>
        <p:spPr>
          <a:xfrm>
            <a:off x="7223995" y="41916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</p:spTree>
    <p:extLst>
      <p:ext uri="{BB962C8B-B14F-4D97-AF65-F5344CB8AC3E}">
        <p14:creationId xmlns:p14="http://schemas.microsoft.com/office/powerpoint/2010/main" val="52252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F1D0915F-0ACA-E88A-8A22-7CC89C5D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498B44C5-6091-E330-63FE-53F3FF940BA1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作業計画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723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7FA20D25-6E19-CB97-38B4-3F036762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3E3F06FB-672A-F879-B47C-31A70DBA4493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テスト内容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0765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A7D925A4-3946-F3A1-93E0-9EA5F284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C9140063-DECE-B010-16D4-C44E11ACF6E6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エラー対応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5405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0526" y="1052736"/>
            <a:ext cx="4984948" cy="249247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3"/>
          <p:cNvSpPr txBox="1"/>
          <p:nvPr/>
        </p:nvSpPr>
        <p:spPr>
          <a:xfrm>
            <a:off x="2012850" y="3754450"/>
            <a:ext cx="6426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GB" sz="2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以上、ご検討のほど、よろしくお願いします。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A99331-7E11-4C50-87C2-B79EE611DF2C}">
  <ds:schemaRefs>
    <ds:schemaRef ds:uri="2d13a9ec-4dcc-4bf0-b813-bb41ddf201ec"/>
    <ds:schemaRef ds:uri="8dbf7540-46e2-4291-999e-80d6200bae7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ACA53AE-D2E2-4F55-B4CA-EE4D99A235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9182D5-D10A-4762-9662-9C4182E41DAD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Shoichiro Tanaka</dc:creator>
  <cp:revision>1</cp:revision>
  <dcterms:created xsi:type="dcterms:W3CDTF">2023-11-30T19:58:42Z</dcterms:created>
  <dcterms:modified xsi:type="dcterms:W3CDTF">2026-02-27T02:02:34Z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2023-09-18T00:00:00Z</vt:filetime>
  </property>
  <property fmtid="{D5CDD505-2E9C-101B-9397-08002B2CF9AE}" pid="3" name="MediaServiceImageTags">
    <vt:lpwstr/>
  </property>
  <property fmtid="{D5CDD505-2E9C-101B-9397-08002B2CF9AE}" pid="4" name="ContentTypeId">
    <vt:lpwstr>0x0101008AB003DB5A4D644C9FB3BD19B5C7E000</vt:lpwstr>
  </property>
  <property fmtid="{D5CDD505-2E9C-101B-9397-08002B2CF9AE}" pid="5" name="Creator">
    <vt:lpwstr>Adobe Illustrator 25.3 (Windows)</vt:lpwstr>
  </property>
  <property fmtid="{D5CDD505-2E9C-101B-9397-08002B2CF9AE}" pid="6" name="Created">
    <vt:filetime>2023-08-24T00:00:00Z</vt:filetime>
  </property>
</Properties>
</file>