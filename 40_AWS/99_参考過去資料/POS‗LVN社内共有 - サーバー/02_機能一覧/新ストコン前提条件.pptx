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1" r:id="rId5"/>
    <p:sldMasterId id="2147483678" r:id="rId6"/>
  </p:sldMasterIdLst>
  <p:notesMasterIdLst>
    <p:notesMasterId r:id="rId14"/>
  </p:notesMasterIdLst>
  <p:sldIdLst>
    <p:sldId id="2147380509" r:id="rId7"/>
    <p:sldId id="2147380515" r:id="rId8"/>
    <p:sldId id="2147380514" r:id="rId9"/>
    <p:sldId id="2147380510" r:id="rId10"/>
    <p:sldId id="2147380512" r:id="rId11"/>
    <p:sldId id="2147380513" r:id="rId12"/>
    <p:sldId id="2742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2F2"/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DBDB1-223F-46AD-A8EB-1B9939BC3A90}" v="433" dt="2024-01-08T05:42:24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1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々木  大助" userId="c870486a-dad7-4694-ac78-9bbc4445935f" providerId="ADAL" clId="{A237534B-32B1-466E-A729-C2123D2BDFE1}"/>
    <pc:docChg chg="undo custSel addSld modSld sldOrd">
      <pc:chgData name="佐々木  大助" userId="c870486a-dad7-4694-ac78-9bbc4445935f" providerId="ADAL" clId="{A237534B-32B1-466E-A729-C2123D2BDFE1}" dt="2023-12-29T06:19:08.340" v="2581" actId="21"/>
      <pc:docMkLst>
        <pc:docMk/>
      </pc:docMkLst>
      <pc:sldChg chg="ord">
        <pc:chgData name="佐々木  大助" userId="c870486a-dad7-4694-ac78-9bbc4445935f" providerId="ADAL" clId="{A237534B-32B1-466E-A729-C2123D2BDFE1}" dt="2023-12-29T05:17:45.427" v="1424"/>
        <pc:sldMkLst>
          <pc:docMk/>
          <pc:sldMk cId="2821798218" sldId="260"/>
        </pc:sldMkLst>
      </pc:sldChg>
      <pc:sldChg chg="ord">
        <pc:chgData name="佐々木  大助" userId="c870486a-dad7-4694-ac78-9bbc4445935f" providerId="ADAL" clId="{A237534B-32B1-466E-A729-C2123D2BDFE1}" dt="2023-12-29T05:17:47.633" v="1426"/>
        <pc:sldMkLst>
          <pc:docMk/>
          <pc:sldMk cId="951777480" sldId="262"/>
        </pc:sldMkLst>
      </pc:sldChg>
      <pc:sldChg chg="addSp modSp mod ord">
        <pc:chgData name="佐々木  大助" userId="c870486a-dad7-4694-ac78-9bbc4445935f" providerId="ADAL" clId="{A237534B-32B1-466E-A729-C2123D2BDFE1}" dt="2023-12-29T05:54:07.299" v="1798" actId="207"/>
        <pc:sldMkLst>
          <pc:docMk/>
          <pc:sldMk cId="1602907748" sldId="263"/>
        </pc:sldMkLst>
        <pc:spChg chg="add 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" creationId="{F5AF6637-17A0-3E2D-5796-D10BA4722495}"/>
          </ac:spMkLst>
        </pc:spChg>
        <pc:spChg chg="add mod">
          <ac:chgData name="佐々木  大助" userId="c870486a-dad7-4694-ac78-9bbc4445935f" providerId="ADAL" clId="{A237534B-32B1-466E-A729-C2123D2BDFE1}" dt="2023-12-29T02:34:01.061" v="367" actId="1076"/>
          <ac:spMkLst>
            <pc:docMk/>
            <pc:sldMk cId="1602907748" sldId="263"/>
            <ac:spMk id="3" creationId="{8C479463-C342-7C1E-3036-286852B39027}"/>
          </ac:spMkLst>
        </pc:spChg>
        <pc:spChg chg="mod">
          <ac:chgData name="佐々木  大助" userId="c870486a-dad7-4694-ac78-9bbc4445935f" providerId="ADAL" clId="{A237534B-32B1-466E-A729-C2123D2BDFE1}" dt="2023-12-29T02:37:30.517" v="393" actId="20577"/>
          <ac:spMkLst>
            <pc:docMk/>
            <pc:sldMk cId="1602907748" sldId="263"/>
            <ac:spMk id="4" creationId="{AD6EBE28-EE43-40EC-0FC8-4849459C208F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5" creationId="{0DA41D33-2BFB-A2A3-CF75-2772C474DD2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6" creationId="{D9575F36-B6B3-3F38-D921-20B3E1148B27}"/>
          </ac:spMkLst>
        </pc:spChg>
        <pc:spChg chg="add mod">
          <ac:chgData name="佐々木  大助" userId="c870486a-dad7-4694-ac78-9bbc4445935f" providerId="ADAL" clId="{A237534B-32B1-466E-A729-C2123D2BDFE1}" dt="2023-12-29T02:34:09.591" v="368" actId="1076"/>
          <ac:spMkLst>
            <pc:docMk/>
            <pc:sldMk cId="1602907748" sldId="263"/>
            <ac:spMk id="7" creationId="{ABCE4F0E-A086-6D3F-C437-94E1D953BE38}"/>
          </ac:spMkLst>
        </pc:spChg>
        <pc:spChg chg="add mod">
          <ac:chgData name="佐々木  大助" userId="c870486a-dad7-4694-ac78-9bbc4445935f" providerId="ADAL" clId="{A237534B-32B1-466E-A729-C2123D2BDFE1}" dt="2023-12-29T02:34:26.237" v="371" actId="1076"/>
          <ac:spMkLst>
            <pc:docMk/>
            <pc:sldMk cId="1602907748" sldId="263"/>
            <ac:spMk id="8" creationId="{574A4AA7-D298-0B04-3851-6A9E8F07851A}"/>
          </ac:spMkLst>
        </pc:spChg>
        <pc:spChg chg="add mod">
          <ac:chgData name="佐々木  大助" userId="c870486a-dad7-4694-ac78-9bbc4445935f" providerId="ADAL" clId="{A237534B-32B1-466E-A729-C2123D2BDFE1}" dt="2023-12-29T05:22:23.185" v="1509" actId="20577"/>
          <ac:spMkLst>
            <pc:docMk/>
            <pc:sldMk cId="1602907748" sldId="263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5:18:49.084" v="1433"/>
          <ac:spMkLst>
            <pc:docMk/>
            <pc:sldMk cId="1602907748" sldId="263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54:07.299" v="1798" actId="207"/>
          <ac:spMkLst>
            <pc:docMk/>
            <pc:sldMk cId="1602907748" sldId="263"/>
            <ac:spMk id="12" creationId="{17CE8C5B-3F1E-1E4A-8607-60A3E870DFC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3" creationId="{3516203C-5784-6785-7738-2941DBF7C7A8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5" creationId="{0B0CA5A4-10FD-FE53-FD05-AC403E3AE7E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16" creationId="{71D454D6-CEA7-F623-69DE-1A17C2A23CE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0" creationId="{41BEAF94-864A-E275-039F-A6E0899C9ED6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" creationId="{1E6C7DC2-43C3-288F-9691-E8ED7BDB7F3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" creationId="{22E6E77A-7130-0E14-F415-FB0C9CA6980B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" creationId="{CEA933A6-174F-4062-F198-99581CC27E51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7" creationId="{E0A9251D-9611-B079-B0B4-63B9F8CC14C0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44" creationId="{0740C5CA-F957-F75A-2929-FE701138E463}"/>
          </ac:spMkLst>
        </pc:spChg>
        <pc:spChg chg="mod">
          <ac:chgData name="佐々木  大助" userId="c870486a-dad7-4694-ac78-9bbc4445935f" providerId="ADAL" clId="{A237534B-32B1-466E-A729-C2123D2BDFE1}" dt="2023-12-29T05:21:15.431" v="1500" actId="20577"/>
          <ac:spMkLst>
            <pc:docMk/>
            <pc:sldMk cId="1602907748" sldId="263"/>
            <ac:spMk id="81" creationId="{C9735163-3139-9BD9-76D8-B5D781F55FA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6" creationId="{3B526034-D07E-34AD-AF54-FC830545B7D3}"/>
          </ac:spMkLst>
        </pc:spChg>
        <pc:spChg chg="mod">
          <ac:chgData name="佐々木  大助" userId="c870486a-dad7-4694-ac78-9bbc4445935f" providerId="ADAL" clId="{A237534B-32B1-466E-A729-C2123D2BDFE1}" dt="2023-12-29T02:38:56.556" v="395" actId="1076"/>
          <ac:spMkLst>
            <pc:docMk/>
            <pc:sldMk cId="1602907748" sldId="263"/>
            <ac:spMk id="87" creationId="{08D1EEE8-90FF-CB7F-1119-09B0FC0451EA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88" creationId="{C29B4294-09E1-EF50-F618-D3E29C5D0AB5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0" creationId="{E5D74A48-D2F5-B2D9-91D3-2E54882E2ED2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91" creationId="{47A02F19-67DB-F72C-FC53-71BC0892AD6D}"/>
          </ac:spMkLst>
        </pc:spChg>
        <pc:spChg chg="mod">
          <ac:chgData name="佐々木  大助" userId="c870486a-dad7-4694-ac78-9bbc4445935f" providerId="ADAL" clId="{A237534B-32B1-466E-A729-C2123D2BDFE1}" dt="2023-12-29T05:32:44.521" v="1621" actId="20577"/>
          <ac:spMkLst>
            <pc:docMk/>
            <pc:sldMk cId="1602907748" sldId="263"/>
            <ac:spMk id="224" creationId="{ED36E680-376F-C1AD-F794-1A3A9CA725CA}"/>
          </ac:spMkLst>
        </pc:spChg>
        <pc:spChg chg="mod">
          <ac:chgData name="佐々木  大助" userId="c870486a-dad7-4694-ac78-9bbc4445935f" providerId="ADAL" clId="{A237534B-32B1-466E-A729-C2123D2BDFE1}" dt="2023-12-29T02:33:39.882" v="365" actId="1035"/>
          <ac:spMkLst>
            <pc:docMk/>
            <pc:sldMk cId="1602907748" sldId="263"/>
            <ac:spMk id="229" creationId="{4276F9CA-3C50-2BF4-22BD-2FF43064F422}"/>
          </ac:spMkLst>
        </pc:spChg>
        <pc:spChg chg="mod">
          <ac:chgData name="佐々木  大助" userId="c870486a-dad7-4694-ac78-9bbc4445935f" providerId="ADAL" clId="{A237534B-32B1-466E-A729-C2123D2BDFE1}" dt="2023-12-29T02:33:50.726" v="366" actId="1076"/>
          <ac:spMkLst>
            <pc:docMk/>
            <pc:sldMk cId="1602907748" sldId="263"/>
            <ac:spMk id="230" creationId="{559C71E2-1565-87E6-518F-BECA4B78F749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3" creationId="{86CB5363-C35C-39CD-D48F-86967194B95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37" creationId="{300363DB-1135-3943-7B77-52A46E9BB13D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0" creationId="{AC9B72B6-2551-910C-6A0E-53F7218C015C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1" creationId="{E47F0965-6E8A-D4F5-94A9-4333601D480C}"/>
          </ac:spMkLst>
        </pc:spChg>
        <pc:spChg chg="mod">
          <ac:chgData name="佐々木  大助" userId="c870486a-dad7-4694-ac78-9bbc4445935f" providerId="ADAL" clId="{A237534B-32B1-466E-A729-C2123D2BDFE1}" dt="2023-12-29T05:35:29.128" v="1670" actId="20577"/>
          <ac:spMkLst>
            <pc:docMk/>
            <pc:sldMk cId="1602907748" sldId="263"/>
            <ac:spMk id="244" creationId="{08D99E32-D58C-1D05-8423-13C07E14A0CC}"/>
          </ac:spMkLst>
        </pc:spChg>
        <pc:spChg chg="mod">
          <ac:chgData name="佐々木  大助" userId="c870486a-dad7-4694-ac78-9bbc4445935f" providerId="ADAL" clId="{A237534B-32B1-466E-A729-C2123D2BDFE1}" dt="2023-12-29T05:33:56.815" v="1629" actId="6549"/>
          <ac:spMkLst>
            <pc:docMk/>
            <pc:sldMk cId="1602907748" sldId="263"/>
            <ac:spMk id="246" creationId="{E3B698C0-421C-6A7F-F620-02D57A3A94F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47" creationId="{7201E1BC-DD70-85C8-2EE6-29A4CB4A529E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6" creationId="{CC42DA51-63D6-25DC-FF8D-1FFCF5E559D3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57" creationId="{36FD9172-06C9-0C94-F71D-A4AD6A87EBA4}"/>
          </ac:spMkLst>
        </pc:spChg>
        <pc:spChg chg="mod">
          <ac:chgData name="佐々木  大助" userId="c870486a-dad7-4694-ac78-9bbc4445935f" providerId="ADAL" clId="{A237534B-32B1-466E-A729-C2123D2BDFE1}" dt="2023-12-29T05:24:44.791" v="1597" actId="20577"/>
          <ac:spMkLst>
            <pc:docMk/>
            <pc:sldMk cId="1602907748" sldId="263"/>
            <ac:spMk id="258" creationId="{93D7676F-2817-4AB2-15D7-D07AAF92A2F4}"/>
          </ac:spMkLst>
        </pc:spChg>
        <pc:spChg chg="mod">
          <ac:chgData name="佐々木  大助" userId="c870486a-dad7-4694-ac78-9bbc4445935f" providerId="ADAL" clId="{A237534B-32B1-466E-A729-C2123D2BDFE1}" dt="2023-12-29T02:32:10.548" v="311" actId="1036"/>
          <ac:spMkLst>
            <pc:docMk/>
            <pc:sldMk cId="1602907748" sldId="263"/>
            <ac:spMk id="261" creationId="{636CFDC0-0CDA-046E-29BC-DA94E2B7458B}"/>
          </ac:spMkLst>
        </pc:sp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4" creationId="{9995DC0A-9F09-DC7F-0A87-D8C185CF09C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19" creationId="{4577DA3D-792E-0902-21C8-6FD26C132C72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8" creationId="{2AF8E5E1-1B36-45C9-0F09-ECA33C32222B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0" creationId="{754FD5B6-804F-8068-97FF-8252D5EDBB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31" creationId="{51BB7432-6936-A74E-04B9-C30ED17741EA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47" creationId="{CEEB9B1D-593F-45B1-EA42-6AE81F6DDF0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0" creationId="{9512983F-D327-5B29-29D1-B148A8700F13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89" creationId="{B81C05D5-690E-E384-D3C5-2C866E91CDA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2" creationId="{56EFBB92-97EF-DBA0-2236-F2861066561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93" creationId="{C0C339BD-AC16-0E99-9A11-17A207C80A5E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5" creationId="{5D74816C-1E0B-7F36-0A62-EF5C0D6BE0A4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28" creationId="{717F4624-C439-11EA-6A60-DE7AD78158B7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3" creationId="{4E8125C5-E981-F0EB-E3A9-E6B8A6203D55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45" creationId="{0DF0EFFC-95DE-A40C-3262-B298749CB488}"/>
          </ac:cxnSpMkLst>
        </pc:cxnChg>
        <pc:cxnChg chg="mod">
          <ac:chgData name="佐々木  大助" userId="c870486a-dad7-4694-ac78-9bbc4445935f" providerId="ADAL" clId="{A237534B-32B1-466E-A729-C2123D2BDFE1}" dt="2023-12-29T02:32:10.548" v="311" actId="1036"/>
          <ac:cxnSpMkLst>
            <pc:docMk/>
            <pc:sldMk cId="1602907748" sldId="263"/>
            <ac:cxnSpMk id="253" creationId="{7EEADA73-1C88-C577-91A9-94800DAC0974}"/>
          </ac:cxnSpMkLst>
        </pc:cxnChg>
      </pc:sldChg>
      <pc:sldChg chg="modSp mod ord">
        <pc:chgData name="佐々木  大助" userId="c870486a-dad7-4694-ac78-9bbc4445935f" providerId="ADAL" clId="{A237534B-32B1-466E-A729-C2123D2BDFE1}" dt="2023-12-29T05:11:35.110" v="1385" actId="1076"/>
        <pc:sldMkLst>
          <pc:docMk/>
          <pc:sldMk cId="2555304810" sldId="2147380508"/>
        </pc:sldMkLst>
        <pc:spChg chg="mod">
          <ac:chgData name="佐々木  大助" userId="c870486a-dad7-4694-ac78-9bbc4445935f" providerId="ADAL" clId="{A237534B-32B1-466E-A729-C2123D2BDFE1}" dt="2023-12-29T05:11:35.110" v="1385" actId="1076"/>
          <ac:spMkLst>
            <pc:docMk/>
            <pc:sldMk cId="2555304810" sldId="2147380508"/>
            <ac:spMk id="1038" creationId="{4DE83CFF-C27E-ABF4-0386-839AF122BE76}"/>
          </ac:spMkLst>
        </pc:spChg>
      </pc:sldChg>
      <pc:sldChg chg="addSp delSp modSp mod ord">
        <pc:chgData name="佐々木  大助" userId="c870486a-dad7-4694-ac78-9bbc4445935f" providerId="ADAL" clId="{A237534B-32B1-466E-A729-C2123D2BDFE1}" dt="2023-12-29T06:19:08.340" v="2581" actId="21"/>
        <pc:sldMkLst>
          <pc:docMk/>
          <pc:sldMk cId="2512555999" sldId="2147380509"/>
        </pc:sldMkLst>
        <pc:spChg chg="del">
          <ac:chgData name="佐々木  大助" userId="c870486a-dad7-4694-ac78-9bbc4445935f" providerId="ADAL" clId="{A237534B-32B1-466E-A729-C2123D2BDFE1}" dt="2023-12-29T05:00:46.403" v="679" actId="21"/>
          <ac:spMkLst>
            <pc:docMk/>
            <pc:sldMk cId="2512555999" sldId="2147380509"/>
            <ac:spMk id="2" creationId="{F5AF6637-17A0-3E2D-5796-D10BA4722495}"/>
          </ac:spMkLst>
        </pc:spChg>
        <pc:spChg chg="del mod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3" creationId="{8C479463-C342-7C1E-3036-286852B39027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4" creationId="{AD6EBE28-EE43-40EC-0FC8-4849459C208F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5" creationId="{0DA41D33-2BFB-A2A3-CF75-2772C474DD2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6" creationId="{D9575F36-B6B3-3F38-D921-20B3E1148B27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7" creationId="{ABCE4F0E-A086-6D3F-C437-94E1D953BE38}"/>
          </ac:spMkLst>
        </pc:spChg>
        <pc:spChg chg="del">
          <ac:chgData name="佐々木  大助" userId="c870486a-dad7-4694-ac78-9bbc4445935f" providerId="ADAL" clId="{A237534B-32B1-466E-A729-C2123D2BDFE1}" dt="2023-12-29T06:02:08.658" v="1910" actId="478"/>
          <ac:spMkLst>
            <pc:docMk/>
            <pc:sldMk cId="2512555999" sldId="2147380509"/>
            <ac:spMk id="8" creationId="{574A4AA7-D298-0B04-3851-6A9E8F07851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9" creationId="{99E73BFE-D1A3-E3B3-813A-E94A94CBCB90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0" creationId="{A9B52A24-25D4-7C77-39D8-A569FCB37BB0}"/>
          </ac:spMkLst>
        </pc:spChg>
        <pc:spChg chg="mod">
          <ac:chgData name="佐々木  大助" userId="c870486a-dad7-4694-ac78-9bbc4445935f" providerId="ADAL" clId="{A237534B-32B1-466E-A729-C2123D2BDFE1}" dt="2023-12-29T04:56:47.610" v="633" actId="20577"/>
          <ac:spMkLst>
            <pc:docMk/>
            <pc:sldMk cId="2512555999" sldId="2147380509"/>
            <ac:spMk id="11" creationId="{4BB3E7CF-52E3-B80A-3E04-EF0B61CA1156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2" creationId="{286FB30B-39E4-D590-1DE4-56704D9C407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3" creationId="{3516203C-5784-6785-7738-2941DBF7C7A8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5" creationId="{0B0CA5A4-10FD-FE53-FD05-AC403E3AE7E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16" creationId="{71D454D6-CEA7-F623-69DE-1A17C2A23CE5}"/>
          </ac:spMkLst>
        </pc:spChg>
        <pc:spChg chg="add 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17" creationId="{670C0BAE-DE0C-E175-5509-C9A0A60F1470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0" creationId="{41BEAF94-864A-E275-039F-A6E0899C9ED6}"/>
          </ac:spMkLst>
        </pc:spChg>
        <pc:spChg chg="add del">
          <ac:chgData name="佐々木  大助" userId="c870486a-dad7-4694-ac78-9bbc4445935f" providerId="ADAL" clId="{A237534B-32B1-466E-A729-C2123D2BDFE1}" dt="2023-12-29T05:58:04.011" v="1887" actId="22"/>
          <ac:spMkLst>
            <pc:docMk/>
            <pc:sldMk cId="2512555999" sldId="2147380509"/>
            <ac:spMk id="22" creationId="{29ACFD55-2C59-C52F-6976-94713AE81238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3" creationId="{1E6C7DC2-43C3-288F-9691-E8ED7BDB7F3B}"/>
          </ac:spMkLst>
        </pc:spChg>
        <pc:spChg chg="del">
          <ac:chgData name="佐々木  大助" userId="c870486a-dad7-4694-ac78-9bbc4445935f" providerId="ADAL" clId="{A237534B-32B1-466E-A729-C2123D2BDFE1}" dt="2023-12-29T04:56:54.832" v="634" actId="478"/>
          <ac:spMkLst>
            <pc:docMk/>
            <pc:sldMk cId="2512555999" sldId="2147380509"/>
            <ac:spMk id="25" creationId="{22E6E77A-7130-0E14-F415-FB0C9CA6980B}"/>
          </ac:spMkLst>
        </pc:spChg>
        <pc:spChg chg="del">
          <ac:chgData name="佐々木  大助" userId="c870486a-dad7-4694-ac78-9bbc4445935f" providerId="ADAL" clId="{A237534B-32B1-466E-A729-C2123D2BDFE1}" dt="2023-12-29T04:57:30.014" v="637" actId="478"/>
          <ac:spMkLst>
            <pc:docMk/>
            <pc:sldMk cId="2512555999" sldId="2147380509"/>
            <ac:spMk id="26" creationId="{CEA933A6-174F-4062-F198-99581CC27E51}"/>
          </ac:spMkLst>
        </pc:spChg>
        <pc:spChg chg="del">
          <ac:chgData name="佐々木  大助" userId="c870486a-dad7-4694-ac78-9bbc4445935f" providerId="ADAL" clId="{A237534B-32B1-466E-A729-C2123D2BDFE1}" dt="2023-12-29T04:57:21.346" v="636" actId="478"/>
          <ac:spMkLst>
            <pc:docMk/>
            <pc:sldMk cId="2512555999" sldId="2147380509"/>
            <ac:spMk id="27" creationId="{E0A9251D-9611-B079-B0B4-63B9F8CC14C0}"/>
          </ac:spMkLst>
        </pc:spChg>
        <pc:spChg chg="add del">
          <ac:chgData name="佐々木  大助" userId="c870486a-dad7-4694-ac78-9bbc4445935f" providerId="ADAL" clId="{A237534B-32B1-466E-A729-C2123D2BDFE1}" dt="2023-12-29T06:01:37.121" v="1905" actId="22"/>
          <ac:spMkLst>
            <pc:docMk/>
            <pc:sldMk cId="2512555999" sldId="2147380509"/>
            <ac:spMk id="29" creationId="{33AD5EAE-EFC1-0BC5-D63B-2F5957D794FA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44" creationId="{0740C5CA-F957-F75A-2929-FE701138E46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6" creationId="{3B526034-D07E-34AD-AF54-FC830545B7D3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7" creationId="{08D1EEE8-90FF-CB7F-1119-09B0FC0451EA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88" creationId="{C29B4294-09E1-EF50-F618-D3E29C5D0AB5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0" creationId="{E5D74A48-D2F5-B2D9-91D3-2E54882E2ED2}"/>
          </ac:spMkLst>
        </pc:spChg>
        <pc:spChg chg="del">
          <ac:chgData name="佐々木  大助" userId="c870486a-dad7-4694-ac78-9bbc4445935f" providerId="ADAL" clId="{A237534B-32B1-466E-A729-C2123D2BDFE1}" dt="2023-12-29T06:01:56.138" v="1909" actId="478"/>
          <ac:spMkLst>
            <pc:docMk/>
            <pc:sldMk cId="2512555999" sldId="2147380509"/>
            <ac:spMk id="91" creationId="{47A02F19-67DB-F72C-FC53-71BC0892AD6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24" creationId="{ED36E680-376F-C1AD-F794-1A3A9CA725CA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29" creationId="{4276F9CA-3C50-2BF4-22BD-2FF43064F422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0" creationId="{559C71E2-1565-87E6-518F-BECA4B78F749}"/>
          </ac:spMkLst>
        </pc:spChg>
        <pc:spChg chg="del">
          <ac:chgData name="佐々木  大助" userId="c870486a-dad7-4694-ac78-9bbc4445935f" providerId="ADAL" clId="{A237534B-32B1-466E-A729-C2123D2BDFE1}" dt="2023-12-29T04:57:09.284" v="635" actId="478"/>
          <ac:spMkLst>
            <pc:docMk/>
            <pc:sldMk cId="2512555999" sldId="2147380509"/>
            <ac:spMk id="233" creationId="{86CB5363-C35C-39CD-D48F-86967194B95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37" creationId="{300363DB-1135-3943-7B77-52A46E9BB13D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0" creationId="{AC9B72B6-2551-910C-6A0E-53F7218C015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1" creationId="{E47F0965-6E8A-D4F5-94A9-4333601D480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47" creationId="{7201E1BC-DD70-85C8-2EE6-29A4CB4A529E}"/>
          </ac:spMkLst>
        </pc:spChg>
        <pc:spChg chg="del mod">
          <ac:chgData name="佐々木  大助" userId="c870486a-dad7-4694-ac78-9bbc4445935f" providerId="ADAL" clId="{A237534B-32B1-466E-A729-C2123D2BDFE1}" dt="2023-12-29T06:01:42.052" v="1907" actId="478"/>
          <ac:spMkLst>
            <pc:docMk/>
            <pc:sldMk cId="2512555999" sldId="2147380509"/>
            <ac:spMk id="256" creationId="{CC42DA51-63D6-25DC-FF8D-1FFCF5E559D3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7" creationId="{36FD9172-06C9-0C94-F71D-A4AD6A87EBA4}"/>
          </ac:spMkLst>
        </pc:spChg>
        <pc:spChg chg="del">
          <ac:chgData name="佐々木  大助" userId="c870486a-dad7-4694-ac78-9bbc4445935f" providerId="ADAL" clId="{A237534B-32B1-466E-A729-C2123D2BDFE1}" dt="2023-12-29T05:01:34.634" v="722" actId="478"/>
          <ac:spMkLst>
            <pc:docMk/>
            <pc:sldMk cId="2512555999" sldId="2147380509"/>
            <ac:spMk id="258" creationId="{93D7676F-2817-4AB2-15D7-D07AAF92A2F4}"/>
          </ac:spMkLst>
        </pc:spChg>
        <pc:spChg chg="del">
          <ac:chgData name="佐々木  大助" userId="c870486a-dad7-4694-ac78-9bbc4445935f" providerId="ADAL" clId="{A237534B-32B1-466E-A729-C2123D2BDFE1}" dt="2023-12-29T06:19:08.340" v="2581" actId="21"/>
          <ac:spMkLst>
            <pc:docMk/>
            <pc:sldMk cId="2512555999" sldId="2147380509"/>
            <ac:spMk id="261" creationId="{636CFDC0-0CDA-046E-29BC-DA94E2B7458B}"/>
          </ac:spMkLst>
        </pc:spChg>
        <pc:graphicFrameChg chg="add mod modGraphic">
          <ac:chgData name="佐々木  大助" userId="c870486a-dad7-4694-ac78-9bbc4445935f" providerId="ADAL" clId="{A237534B-32B1-466E-A729-C2123D2BDFE1}" dt="2023-12-29T06:19:03.471" v="2580" actId="14734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4" creationId="{9995DC0A-9F09-DC7F-0A87-D8C185CF09C4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19" creationId="{4577DA3D-792E-0902-21C8-6FD26C132C72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8" creationId="{2AF8E5E1-1B36-45C9-0F09-ECA33C32222B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30" creationId="{754FD5B6-804F-8068-97FF-8252D5EDBB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31" creationId="{51BB7432-6936-A74E-04B9-C30ED17741EA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47" creationId="{CEEB9B1D-593F-45B1-EA42-6AE81F6DDF07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80" creationId="{9512983F-D327-5B29-29D1-B148A8700F13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89" creationId="{B81C05D5-690E-E384-D3C5-2C866E91CDAE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2" creationId="{56EFBB92-97EF-DBA0-2236-F28610665614}"/>
          </ac:cxnSpMkLst>
        </pc:cxnChg>
        <pc:cxnChg chg="del mod">
          <ac:chgData name="佐々木  大助" userId="c870486a-dad7-4694-ac78-9bbc4445935f" providerId="ADAL" clId="{A237534B-32B1-466E-A729-C2123D2BDFE1}" dt="2023-12-29T06:01:56.138" v="1909" actId="478"/>
          <ac:cxnSpMkLst>
            <pc:docMk/>
            <pc:sldMk cId="2512555999" sldId="2147380509"/>
            <ac:cxnSpMk id="93" creationId="{C0C339BD-AC16-0E99-9A11-17A207C80A5E}"/>
          </ac:cxnSpMkLst>
        </pc:cxnChg>
        <pc:cxnChg chg="del">
          <ac:chgData name="佐々木  大助" userId="c870486a-dad7-4694-ac78-9bbc4445935f" providerId="ADAL" clId="{A237534B-32B1-466E-A729-C2123D2BDFE1}" dt="2023-12-29T05:01:26.268" v="721" actId="478"/>
          <ac:cxnSpMkLst>
            <pc:docMk/>
            <pc:sldMk cId="2512555999" sldId="2147380509"/>
            <ac:cxnSpMk id="225" creationId="{5D74816C-1E0B-7F36-0A62-EF5C0D6BE0A4}"/>
          </ac:cxnSpMkLst>
        </pc:cxnChg>
        <pc:cxnChg chg="del mod">
          <ac:chgData name="佐々木  大助" userId="c870486a-dad7-4694-ac78-9bbc4445935f" providerId="ADAL" clId="{A237534B-32B1-466E-A729-C2123D2BDFE1}" dt="2023-12-29T04:57:09.284" v="635" actId="478"/>
          <ac:cxnSpMkLst>
            <pc:docMk/>
            <pc:sldMk cId="2512555999" sldId="2147380509"/>
            <ac:cxnSpMk id="228" creationId="{717F4624-C439-11EA-6A60-DE7AD78158B7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3" creationId="{4E8125C5-E981-F0EB-E3A9-E6B8A6203D55}"/>
          </ac:cxnSpMkLst>
        </pc:cxnChg>
        <pc:cxnChg chg="del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45" creationId="{0DF0EFFC-95DE-A40C-3262-B298749CB488}"/>
          </ac:cxnSpMkLst>
        </pc:cxnChg>
        <pc:cxnChg chg="del mod">
          <ac:chgData name="佐々木  大助" userId="c870486a-dad7-4694-ac78-9bbc4445935f" providerId="ADAL" clId="{A237534B-32B1-466E-A729-C2123D2BDFE1}" dt="2023-12-29T05:01:34.634" v="722" actId="478"/>
          <ac:cxnSpMkLst>
            <pc:docMk/>
            <pc:sldMk cId="2512555999" sldId="2147380509"/>
            <ac:cxnSpMk id="253" creationId="{7EEADA73-1C88-C577-91A9-94800DAC0974}"/>
          </ac:cxnSpMkLst>
        </pc:cxnChg>
      </pc:sldChg>
      <pc:sldChg chg="addSp delSp modSp add mod">
        <pc:chgData name="佐々木  大助" userId="c870486a-dad7-4694-ac78-9bbc4445935f" providerId="ADAL" clId="{A237534B-32B1-466E-A729-C2123D2BDFE1}" dt="2023-12-29T05:15:29.388" v="1409" actId="21"/>
        <pc:sldMkLst>
          <pc:docMk/>
          <pc:sldMk cId="4101963923" sldId="2147380510"/>
        </pc:sldMkLst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3" creationId="{E602CA4A-B3FD-E43C-C81B-C293C766B91D}"/>
          </ac:spMkLst>
        </pc:spChg>
        <pc:spChg chg="del">
          <ac:chgData name="佐々木  大助" userId="c870486a-dad7-4694-ac78-9bbc4445935f" providerId="ADAL" clId="{A237534B-32B1-466E-A729-C2123D2BDFE1}" dt="2023-12-29T05:09:10.136" v="1293" actId="21"/>
          <ac:spMkLst>
            <pc:docMk/>
            <pc:sldMk cId="4101963923" sldId="2147380510"/>
            <ac:spMk id="4" creationId="{0D53B073-7B85-2817-A8BB-6B8918FA3515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5" creationId="{CA3CAE82-892C-BA42-D7B0-8D0DF230B22E}"/>
          </ac:spMkLst>
        </pc:spChg>
        <pc:spChg chg="add mod">
          <ac:chgData name="佐々木  大助" userId="c870486a-dad7-4694-ac78-9bbc4445935f" providerId="ADAL" clId="{A237534B-32B1-466E-A729-C2123D2BDFE1}" dt="2023-12-29T05:07:56.977" v="1281" actId="1076"/>
          <ac:spMkLst>
            <pc:docMk/>
            <pc:sldMk cId="4101963923" sldId="2147380510"/>
            <ac:spMk id="6" creationId="{7EC1337B-4C30-4A72-D263-86D936B966D2}"/>
          </ac:spMkLst>
        </pc:spChg>
        <pc:spChg chg="del">
          <ac:chgData name="佐々木  大助" userId="c870486a-dad7-4694-ac78-9bbc4445935f" providerId="ADAL" clId="{A237534B-32B1-466E-A729-C2123D2BDFE1}" dt="2023-12-29T05:12:54.334" v="1393" actId="478"/>
          <ac:spMkLst>
            <pc:docMk/>
            <pc:sldMk cId="4101963923" sldId="2147380510"/>
            <ac:spMk id="8" creationId="{CA26E866-7E09-FF35-4963-02C93AA6BCEC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9" creationId="{9F3332CD-2400-B5B5-CDEB-29EDB4BEFDFD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10" creationId="{42CA765A-443C-7137-13E8-831F3CBC0CC1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1" creationId="{8ED036CB-AF6B-CE32-D5C5-149DF82C3CF6}"/>
          </ac:spMkLst>
        </pc:spChg>
        <pc:spChg chg="mod">
          <ac:chgData name="佐々木  大助" userId="c870486a-dad7-4694-ac78-9bbc4445935f" providerId="ADAL" clId="{A237534B-32B1-466E-A729-C2123D2BDFE1}" dt="2023-12-29T05:08:50.630" v="1291" actId="6549"/>
          <ac:spMkLst>
            <pc:docMk/>
            <pc:sldMk cId="4101963923" sldId="2147380510"/>
            <ac:spMk id="13" creationId="{08A70FAA-54C0-122E-EADC-B900FFAC2CE4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6" creationId="{66181DB2-9434-5F34-777B-D6E53A2A0F13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17" creationId="{4618F37B-BE9A-6976-E7AE-C4E301938B70}"/>
          </ac:spMkLst>
        </pc:spChg>
        <pc:spChg chg="add del mod">
          <ac:chgData name="佐々木  大助" userId="c870486a-dad7-4694-ac78-9bbc4445935f" providerId="ADAL" clId="{A237534B-32B1-466E-A729-C2123D2BDFE1}" dt="2023-12-29T05:08:03.833" v="1283"/>
          <ac:spMkLst>
            <pc:docMk/>
            <pc:sldMk cId="4101963923" sldId="2147380510"/>
            <ac:spMk id="18" creationId="{7343099B-62CB-FC59-B086-98ECE41E420F}"/>
          </ac:spMkLst>
        </pc:spChg>
        <pc:spChg chg="add mod">
          <ac:chgData name="佐々木  大助" userId="c870486a-dad7-4694-ac78-9bbc4445935f" providerId="ADAL" clId="{A237534B-32B1-466E-A729-C2123D2BDFE1}" dt="2023-12-29T05:08:15.555" v="1285" actId="1076"/>
          <ac:spMkLst>
            <pc:docMk/>
            <pc:sldMk cId="4101963923" sldId="2147380510"/>
            <ac:spMk id="19" creationId="{D518AB19-906A-4537-C942-73C790D1AD2C}"/>
          </ac:spMkLst>
        </pc:spChg>
        <pc:spChg chg="add mod">
          <ac:chgData name="佐々木  大助" userId="c870486a-dad7-4694-ac78-9bbc4445935f" providerId="ADAL" clId="{A237534B-32B1-466E-A729-C2123D2BDFE1}" dt="2023-12-29T05:13:30.358" v="1399" actId="6549"/>
          <ac:spMkLst>
            <pc:docMk/>
            <pc:sldMk cId="4101963923" sldId="2147380510"/>
            <ac:spMk id="20" creationId="{4945E175-EE6F-B6DF-8737-C42A647D372F}"/>
          </ac:spMkLst>
        </pc:spChg>
        <pc:spChg chg="mod">
          <ac:chgData name="佐々木  大助" userId="c870486a-dad7-4694-ac78-9bbc4445935f" providerId="ADAL" clId="{A237534B-32B1-466E-A729-C2123D2BDFE1}" dt="2023-12-29T05:12:37.406" v="1390" actId="207"/>
          <ac:spMkLst>
            <pc:docMk/>
            <pc:sldMk cId="4101963923" sldId="2147380510"/>
            <ac:spMk id="23" creationId="{F34B8BDA-A30D-E92A-2EC4-177F61CEB4FC}"/>
          </ac:spMkLst>
        </pc:spChg>
        <pc:spChg chg="mod">
          <ac:chgData name="佐々木  大助" userId="c870486a-dad7-4694-ac78-9bbc4445935f" providerId="ADAL" clId="{A237534B-32B1-466E-A729-C2123D2BDFE1}" dt="2023-12-29T05:12:09.678" v="1389" actId="1076"/>
          <ac:spMkLst>
            <pc:docMk/>
            <pc:sldMk cId="4101963923" sldId="2147380510"/>
            <ac:spMk id="26" creationId="{A651EF14-B6BA-88D2-1AF2-271DDB1340B2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39" creationId="{0A15E7E2-56A8-603A-3A60-52CDA4CEF44D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49" creationId="{7D323823-48FB-EC03-09BB-25CFD2CD8A05}"/>
          </ac:spMkLst>
        </pc:spChg>
        <pc:spChg chg="del">
          <ac:chgData name="佐々木  大助" userId="c870486a-dad7-4694-ac78-9bbc4445935f" providerId="ADAL" clId="{A237534B-32B1-466E-A729-C2123D2BDFE1}" dt="2023-12-29T05:09:14.086" v="1294" actId="478"/>
          <ac:spMkLst>
            <pc:docMk/>
            <pc:sldMk cId="4101963923" sldId="2147380510"/>
            <ac:spMk id="50" creationId="{9A689018-AB97-1B1C-7F57-1C6A6C541E72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56" creationId="{E8B54034-4C21-668F-A2A4-1948DDFDFE8B}"/>
          </ac:spMkLst>
        </pc:spChg>
        <pc:spChg chg="del">
          <ac:chgData name="佐々木  大助" userId="c870486a-dad7-4694-ac78-9bbc4445935f" providerId="ADAL" clId="{A237534B-32B1-466E-A729-C2123D2BDFE1}" dt="2023-12-29T05:13:04.369" v="1394" actId="478"/>
          <ac:spMkLst>
            <pc:docMk/>
            <pc:sldMk cId="4101963923" sldId="2147380510"/>
            <ac:spMk id="69" creationId="{FDF47365-1E8E-2892-5E3F-156816636F81}"/>
          </ac:spMkLst>
        </pc:spChg>
        <pc:spChg chg="del mod">
          <ac:chgData name="佐々木  大助" userId="c870486a-dad7-4694-ac78-9bbc4445935f" providerId="ADAL" clId="{A237534B-32B1-466E-A729-C2123D2BDFE1}" dt="2023-12-29T05:15:29.388" v="1409" actId="21"/>
          <ac:spMkLst>
            <pc:docMk/>
            <pc:sldMk cId="4101963923" sldId="2147380510"/>
            <ac:spMk id="93" creationId="{338D7219-5F48-8073-1DC4-62082AADCA3E}"/>
          </ac:spMkLst>
        </pc:spChg>
        <pc:spChg chg="del">
          <ac:chgData name="佐々木  大助" userId="c870486a-dad7-4694-ac78-9bbc4445935f" providerId="ADAL" clId="{A237534B-32B1-466E-A729-C2123D2BDFE1}" dt="2023-12-29T05:11:43.321" v="1387" actId="21"/>
          <ac:spMkLst>
            <pc:docMk/>
            <pc:sldMk cId="4101963923" sldId="2147380510"/>
            <ac:spMk id="1038" creationId="{4DE83CFF-C27E-ABF4-0386-839AF122BE76}"/>
          </ac:spMkLst>
        </pc:spChg>
        <pc:grpChg chg="add mod">
          <ac:chgData name="佐々木  大助" userId="c870486a-dad7-4694-ac78-9bbc4445935f" providerId="ADAL" clId="{A237534B-32B1-466E-A729-C2123D2BDFE1}" dt="2023-12-29T05:12:37.406" v="1390" actId="207"/>
          <ac:grpSpMkLst>
            <pc:docMk/>
            <pc:sldMk cId="4101963923" sldId="2147380510"/>
            <ac:grpSpMk id="21" creationId="{2B7E9B5F-4AA1-576D-350C-1B246ABD232C}"/>
          </ac:grpSpMkLst>
        </pc:grpChg>
        <pc:grpChg chg="add mod">
          <ac:chgData name="佐々木  大助" userId="c870486a-dad7-4694-ac78-9bbc4445935f" providerId="ADAL" clId="{A237534B-32B1-466E-A729-C2123D2BDFE1}" dt="2023-12-29T05:12:44.346" v="1391" actId="207"/>
          <ac:grpSpMkLst>
            <pc:docMk/>
            <pc:sldMk cId="4101963923" sldId="2147380510"/>
            <ac:grpSpMk id="25" creationId="{9BCBB590-6AAE-3E3C-9175-E97F89763371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33" creationId="{F1B7BA3E-FA4A-16BA-657B-1DCB10AB2E5D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89" creationId="{8A64BA71-AFD2-DD34-2151-FA17780F2B74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5" creationId="{7B7B116C-2E23-6B8C-EE9B-7532FDB5C80C}"/>
          </ac:grpSpMkLst>
        </pc:grpChg>
        <pc:grpChg chg="del">
          <ac:chgData name="佐々木  大助" userId="c870486a-dad7-4694-ac78-9bbc4445935f" providerId="ADAL" clId="{A237534B-32B1-466E-A729-C2123D2BDFE1}" dt="2023-12-29T05:12:51.293" v="1392" actId="478"/>
          <ac:grpSpMkLst>
            <pc:docMk/>
            <pc:sldMk cId="4101963923" sldId="2147380510"/>
            <ac:grpSpMk id="1027" creationId="{11CD9332-B6F4-79DE-4FE8-3B80E3C501C7}"/>
          </ac:grpSpMkLst>
        </pc:grpChg>
        <pc:picChg chg="mod">
          <ac:chgData name="佐々木  大助" userId="c870486a-dad7-4694-ac78-9bbc4445935f" providerId="ADAL" clId="{A237534B-32B1-466E-A729-C2123D2BDFE1}" dt="2023-12-29T05:12:37.406" v="1390" actId="207"/>
          <ac:picMkLst>
            <pc:docMk/>
            <pc:sldMk cId="4101963923" sldId="2147380510"/>
            <ac:picMk id="24" creationId="{ABEDB288-B07F-390F-5960-144121FCA234}"/>
          </ac:picMkLst>
        </pc:picChg>
        <pc:picChg chg="mod">
          <ac:chgData name="佐々木  大助" userId="c870486a-dad7-4694-ac78-9bbc4445935f" providerId="ADAL" clId="{A237534B-32B1-466E-A729-C2123D2BDFE1}" dt="2023-12-29T05:12:09.678" v="1389" actId="1076"/>
          <ac:picMkLst>
            <pc:docMk/>
            <pc:sldMk cId="4101963923" sldId="2147380510"/>
            <ac:picMk id="27" creationId="{EF53494C-DEA8-DD19-B07E-F61F1A713B37}"/>
          </ac:picMkLst>
        </pc:picChg>
        <pc:cxnChg chg="del mod">
          <ac:chgData name="佐々木  大助" userId="c870486a-dad7-4694-ac78-9bbc4445935f" providerId="ADAL" clId="{A237534B-32B1-466E-A729-C2123D2BDFE1}" dt="2023-12-29T05:13:04.369" v="1394" actId="478"/>
          <ac:cxnSpMkLst>
            <pc:docMk/>
            <pc:sldMk cId="4101963923" sldId="2147380510"/>
            <ac:cxnSpMk id="42" creationId="{26BA1866-9545-D266-FEC9-97B558A48C52}"/>
          </ac:cxnSpMkLst>
        </pc:cxnChg>
        <pc:cxnChg chg="mod">
          <ac:chgData name="佐々木  大助" userId="c870486a-dad7-4694-ac78-9bbc4445935f" providerId="ADAL" clId="{A237534B-32B1-466E-A729-C2123D2BDFE1}" dt="2023-12-29T05:09:07.334" v="1292" actId="1076"/>
          <ac:cxnSpMkLst>
            <pc:docMk/>
            <pc:sldMk cId="4101963923" sldId="2147380510"/>
            <ac:cxnSpMk id="76" creationId="{7F5CFB39-F987-5913-F8B8-DA4C053D0DC5}"/>
          </ac:cxnSpMkLst>
        </pc:cxnChg>
      </pc:sldChg>
      <pc:sldChg chg="addSp delSp modSp add mod ord">
        <pc:chgData name="佐々木  大助" userId="c870486a-dad7-4694-ac78-9bbc4445935f" providerId="ADAL" clId="{A237534B-32B1-466E-A729-C2123D2BDFE1}" dt="2023-12-29T05:54:50.482" v="1822" actId="14100"/>
        <pc:sldMkLst>
          <pc:docMk/>
          <pc:sldMk cId="1376677041" sldId="2147380511"/>
        </pc:sldMkLst>
        <pc:spChg chg="del">
          <ac:chgData name="佐々木  大助" userId="c870486a-dad7-4694-ac78-9bbc4445935f" providerId="ADAL" clId="{A237534B-32B1-466E-A729-C2123D2BDFE1}" dt="2023-12-29T05:27:19.743" v="1598" actId="478"/>
          <ac:spMkLst>
            <pc:docMk/>
            <pc:sldMk cId="1376677041" sldId="2147380511"/>
            <ac:spMk id="9" creationId="{99E73BFE-D1A3-E3B3-813A-E94A94CBCB90}"/>
          </ac:spMkLst>
        </pc:spChg>
        <pc:spChg chg="mod">
          <ac:chgData name="佐々木  大助" userId="c870486a-dad7-4694-ac78-9bbc4445935f" providerId="ADAL" clId="{A237534B-32B1-466E-A729-C2123D2BDFE1}" dt="2023-12-29T05:54:50.482" v="1822" actId="14100"/>
          <ac:spMkLst>
            <pc:docMk/>
            <pc:sldMk cId="1376677041" sldId="2147380511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2" creationId="{E395E880-FA15-74DD-6884-C32FA0F37269}"/>
          </ac:spMkLst>
        </pc:spChg>
        <pc:spChg chg="add mod">
          <ac:chgData name="佐々木  大助" userId="c870486a-dad7-4694-ac78-9bbc4445935f" providerId="ADAL" clId="{A237534B-32B1-466E-A729-C2123D2BDFE1}" dt="2023-12-29T05:27:48.141" v="1600"/>
          <ac:spMkLst>
            <pc:docMk/>
            <pc:sldMk cId="1376677041" sldId="2147380511"/>
            <ac:spMk id="17" creationId="{F2F32904-5B53-F6A0-1B76-C95EBA71C7DC}"/>
          </ac:spMkLst>
        </pc:spChg>
        <pc:spChg chg="add del mod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18" creationId="{6FC2FA50-9EC3-9F5D-64CF-190509D9C40D}"/>
          </ac:spMkLst>
        </pc:spChg>
        <pc:spChg chg="add mod">
          <ac:chgData name="佐々木  大助" userId="c870486a-dad7-4694-ac78-9bbc4445935f" providerId="ADAL" clId="{A237534B-32B1-466E-A729-C2123D2BDFE1}" dt="2023-12-29T05:28:12.739" v="1602"/>
          <ac:spMkLst>
            <pc:docMk/>
            <pc:sldMk cId="1376677041" sldId="2147380511"/>
            <ac:spMk id="21" creationId="{4506379F-9482-3416-7B57-D2546CAEDF67}"/>
          </ac:spMkLst>
        </pc:spChg>
        <pc:spChg chg="add mod">
          <ac:chgData name="佐々木  大助" userId="c870486a-dad7-4694-ac78-9bbc4445935f" providerId="ADAL" clId="{A237534B-32B1-466E-A729-C2123D2BDFE1}" dt="2023-12-29T05:36:19.543" v="1673"/>
          <ac:spMkLst>
            <pc:docMk/>
            <pc:sldMk cId="1376677041" sldId="2147380511"/>
            <ac:spMk id="22" creationId="{09C7285D-28F3-713C-AC97-85140DC3CB89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4" creationId="{1963D13A-3ABA-EC64-FF53-7923A0C8250D}"/>
          </ac:spMkLst>
        </pc:spChg>
        <pc:spChg chg="add mod">
          <ac:chgData name="佐々木  大助" userId="c870486a-dad7-4694-ac78-9bbc4445935f" providerId="ADAL" clId="{A237534B-32B1-466E-A729-C2123D2BDFE1}" dt="2023-12-29T05:36:55.790" v="1675"/>
          <ac:spMkLst>
            <pc:docMk/>
            <pc:sldMk cId="1376677041" sldId="2147380511"/>
            <ac:spMk id="29" creationId="{E3AC1A82-31CD-637B-3E54-7E11AA2B3444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81" creationId="{C9735163-3139-9BD9-76D8-B5D781F55FAD}"/>
          </ac:spMkLst>
        </pc:spChg>
        <pc:spChg chg="del">
          <ac:chgData name="佐々木  大助" userId="c870486a-dad7-4694-ac78-9bbc4445935f" providerId="ADAL" clId="{A237534B-32B1-466E-A729-C2123D2BDFE1}" dt="2023-12-29T05:36:47.643" v="1674" actId="21"/>
          <ac:spMkLst>
            <pc:docMk/>
            <pc:sldMk cId="1376677041" sldId="2147380511"/>
            <ac:spMk id="224" creationId="{ED36E680-376F-C1AD-F794-1A3A9CA725CA}"/>
          </ac:spMkLst>
        </pc:spChg>
        <pc:spChg chg="del mod">
          <ac:chgData name="佐々木  大助" userId="c870486a-dad7-4694-ac78-9bbc4445935f" providerId="ADAL" clId="{A237534B-32B1-466E-A729-C2123D2BDFE1}" dt="2023-12-29T05:36:12.783" v="1672" actId="21"/>
          <ac:spMkLst>
            <pc:docMk/>
            <pc:sldMk cId="1376677041" sldId="2147380511"/>
            <ac:spMk id="244" creationId="{08D99E32-D58C-1D05-8423-13C07E14A0CC}"/>
          </ac:spMkLst>
        </pc:spChg>
        <pc:spChg chg="del">
          <ac:chgData name="佐々木  大助" userId="c870486a-dad7-4694-ac78-9bbc4445935f" providerId="ADAL" clId="{A237534B-32B1-466E-A729-C2123D2BDFE1}" dt="2023-12-29T05:28:05.500" v="1601" actId="478"/>
          <ac:spMkLst>
            <pc:docMk/>
            <pc:sldMk cId="1376677041" sldId="2147380511"/>
            <ac:spMk id="246" creationId="{E3B698C0-421C-6A7F-F620-02D57A3A94FE}"/>
          </ac:spMkLst>
        </pc:spChg>
        <pc:spChg chg="del">
          <ac:chgData name="佐々木  大助" userId="c870486a-dad7-4694-ac78-9bbc4445935f" providerId="ADAL" clId="{A237534B-32B1-466E-A729-C2123D2BDFE1}" dt="2023-12-29T05:27:39.059" v="1599" actId="478"/>
          <ac:spMkLst>
            <pc:docMk/>
            <pc:sldMk cId="1376677041" sldId="2147380511"/>
            <ac:spMk id="258" creationId="{93D7676F-2817-4AB2-15D7-D07AAF92A2F4}"/>
          </ac:spMkLst>
        </pc:spChg>
      </pc:sldChg>
    </pc:docChg>
  </pc:docChgLst>
  <pc:docChgLst>
    <pc:chgData name="佐々木  大助" userId="c870486a-dad7-4694-ac78-9bbc4445935f" providerId="ADAL" clId="{659DBDB1-223F-46AD-A8EB-1B9939BC3A90}"/>
    <pc:docChg chg="undo custSel addSld delSld modSld sldOrd">
      <pc:chgData name="佐々木  大助" userId="c870486a-dad7-4694-ac78-9bbc4445935f" providerId="ADAL" clId="{659DBDB1-223F-46AD-A8EB-1B9939BC3A90}" dt="2024-01-08T05:42:24.615" v="6171"/>
      <pc:docMkLst>
        <pc:docMk/>
      </pc:docMkLst>
      <pc:sldChg chg="del">
        <pc:chgData name="佐々木  大助" userId="c870486a-dad7-4694-ac78-9bbc4445935f" providerId="ADAL" clId="{659DBDB1-223F-46AD-A8EB-1B9939BC3A90}" dt="2024-01-03T03:57:34.341" v="3704" actId="2696"/>
        <pc:sldMkLst>
          <pc:docMk/>
          <pc:sldMk cId="2821798218" sldId="260"/>
        </pc:sldMkLst>
      </pc:sldChg>
      <pc:sldChg chg="del">
        <pc:chgData name="佐々木  大助" userId="c870486a-dad7-4694-ac78-9bbc4445935f" providerId="ADAL" clId="{659DBDB1-223F-46AD-A8EB-1B9939BC3A90}" dt="2024-01-02T05:29:01.820" v="4" actId="47"/>
        <pc:sldMkLst>
          <pc:docMk/>
          <pc:sldMk cId="3761509702" sldId="261"/>
        </pc:sldMkLst>
      </pc:sldChg>
      <pc:sldChg chg="addSp delSp modSp del">
        <pc:chgData name="佐々木  大助" userId="c870486a-dad7-4694-ac78-9bbc4445935f" providerId="ADAL" clId="{659DBDB1-223F-46AD-A8EB-1B9939BC3A90}" dt="2024-01-03T03:57:37.783" v="3705" actId="2696"/>
        <pc:sldMkLst>
          <pc:docMk/>
          <pc:sldMk cId="951777480" sldId="262"/>
        </pc:sldMkLst>
        <pc:graphicFrameChg chg="add del mod">
          <ac:chgData name="佐々木  大助" userId="c870486a-dad7-4694-ac78-9bbc4445935f" providerId="ADAL" clId="{659DBDB1-223F-46AD-A8EB-1B9939BC3A90}" dt="2024-01-03T02:41:17.333" v="3602"/>
          <ac:graphicFrameMkLst>
            <pc:docMk/>
            <pc:sldMk cId="951777480" sldId="262"/>
            <ac:graphicFrameMk id="2" creationId="{5099EA30-2940-9220-9AB2-B4B9A894879D}"/>
          </ac:graphicFrameMkLst>
        </pc:graphicFrameChg>
      </pc:sldChg>
      <pc:sldChg chg="del">
        <pc:chgData name="佐々木  大助" userId="c870486a-dad7-4694-ac78-9bbc4445935f" providerId="ADAL" clId="{659DBDB1-223F-46AD-A8EB-1B9939BC3A90}" dt="2024-01-02T05:28:58.056" v="1" actId="47"/>
        <pc:sldMkLst>
          <pc:docMk/>
          <pc:sldMk cId="1602907748" sldId="263"/>
        </pc:sldMkLst>
      </pc:sldChg>
      <pc:sldChg chg="del">
        <pc:chgData name="佐々木  大助" userId="c870486a-dad7-4694-ac78-9bbc4445935f" providerId="ADAL" clId="{659DBDB1-223F-46AD-A8EB-1B9939BC3A90}" dt="2024-01-02T05:29:05.435" v="6" actId="47"/>
        <pc:sldMkLst>
          <pc:docMk/>
          <pc:sldMk cId="1565003241" sldId="712"/>
        </pc:sldMkLst>
      </pc:sldChg>
      <pc:sldChg chg="ord">
        <pc:chgData name="佐々木  大助" userId="c870486a-dad7-4694-ac78-9bbc4445935f" providerId="ADAL" clId="{659DBDB1-223F-46AD-A8EB-1B9939BC3A90}" dt="2024-01-04T04:15:20.608" v="5394"/>
        <pc:sldMkLst>
          <pc:docMk/>
          <pc:sldMk cId="1292773545" sldId="2742"/>
        </pc:sldMkLst>
      </pc:sldChg>
      <pc:sldChg chg="del">
        <pc:chgData name="佐々木  大助" userId="c870486a-dad7-4694-ac78-9bbc4445935f" providerId="ADAL" clId="{659DBDB1-223F-46AD-A8EB-1B9939BC3A90}" dt="2024-01-02T05:29:03.623" v="5" actId="47"/>
        <pc:sldMkLst>
          <pc:docMk/>
          <pc:sldMk cId="1380850783" sldId="2147380507"/>
        </pc:sldMkLst>
      </pc:sldChg>
      <pc:sldChg chg="del">
        <pc:chgData name="佐々木  大助" userId="c870486a-dad7-4694-ac78-9bbc4445935f" providerId="ADAL" clId="{659DBDB1-223F-46AD-A8EB-1B9939BC3A90}" dt="2024-01-02T05:28:56.125" v="0" actId="47"/>
        <pc:sldMkLst>
          <pc:docMk/>
          <pc:sldMk cId="2555304810" sldId="2147380508"/>
        </pc:sldMkLst>
      </pc:sldChg>
      <pc:sldChg chg="addSp delSp modSp mod ord">
        <pc:chgData name="佐々木  大助" userId="c870486a-dad7-4694-ac78-9bbc4445935f" providerId="ADAL" clId="{659DBDB1-223F-46AD-A8EB-1B9939BC3A90}" dt="2024-01-08T05:41:51.778" v="6164"/>
        <pc:sldMkLst>
          <pc:docMk/>
          <pc:sldMk cId="2512555999" sldId="2147380509"/>
        </pc:sldMkLst>
        <pc:spChg chg="add 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2" creationId="{2B59C2E8-2659-A455-AC0B-D3C24434DA55}"/>
          </ac:spMkLst>
        </pc:spChg>
        <pc:spChg chg="add 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4" creationId="{61EE20CF-573D-2250-292C-1A4C7ADEAB6B}"/>
          </ac:spMkLst>
        </pc:spChg>
        <pc:spChg chg="add 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6" creationId="{D675691B-86BB-BE4C-040C-C0FF691D494C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7" creationId="{B5FDF3A5-5AE6-2A84-D3F1-BF0FE0EA8258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8" creationId="{BE0ED9CB-FC60-7D21-4BAD-1D9EA8102455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9" creationId="{3480BF0D-365C-CD59-1110-968B68477C21}"/>
          </ac:spMkLst>
        </pc:spChg>
        <pc:spChg chg="del mod">
          <ac:chgData name="佐々木  大助" userId="c870486a-dad7-4694-ac78-9bbc4445935f" providerId="ADAL" clId="{659DBDB1-223F-46AD-A8EB-1B9939BC3A90}" dt="2024-01-04T02:11:01.752" v="5045" actId="478"/>
          <ac:spMkLst>
            <pc:docMk/>
            <pc:sldMk cId="2512555999" sldId="2147380509"/>
            <ac:spMk id="11" creationId="{4BB3E7CF-52E3-B80A-3E04-EF0B61CA1156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12" creationId="{716793CB-2059-2D16-F320-7EC2ECA93366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14" creationId="{E1F8AA7D-DC0F-B0E8-1FC4-66C6EAADA70F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16" creationId="{B30CBCD6-E294-BEAD-1A25-2C187439E362}"/>
          </ac:spMkLst>
        </pc:spChg>
        <pc:spChg chg="add del mod">
          <ac:chgData name="佐々木  大助" userId="c870486a-dad7-4694-ac78-9bbc4445935f" providerId="ADAL" clId="{659DBDB1-223F-46AD-A8EB-1B9939BC3A90}" dt="2024-01-04T02:15:35.480" v="5066" actId="21"/>
          <ac:spMkLst>
            <pc:docMk/>
            <pc:sldMk cId="2512555999" sldId="2147380509"/>
            <ac:spMk id="17" creationId="{FEB05DC4-6CDA-FD7B-7A94-1BC2457821FA}"/>
          </ac:spMkLst>
        </pc:spChg>
        <pc:spChg chg="add del mod">
          <ac:chgData name="佐々木  大助" userId="c870486a-dad7-4694-ac78-9bbc4445935f" providerId="ADAL" clId="{659DBDB1-223F-46AD-A8EB-1B9939BC3A90}" dt="2024-01-04T02:15:16.625" v="5062" actId="21"/>
          <ac:spMkLst>
            <pc:docMk/>
            <pc:sldMk cId="2512555999" sldId="2147380509"/>
            <ac:spMk id="19" creationId="{7D3B76E5-23B7-1826-B164-600A3E872C0C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20" creationId="{7A43D111-D752-5F5C-E9CB-F1DA3C41A7CE}"/>
          </ac:spMkLst>
        </pc:spChg>
        <pc:spChg chg="add del mod">
          <ac:chgData name="佐々木  大助" userId="c870486a-dad7-4694-ac78-9bbc4445935f" providerId="ADAL" clId="{659DBDB1-223F-46AD-A8EB-1B9939BC3A90}" dt="2024-01-04T02:15:23.915" v="5064" actId="21"/>
          <ac:spMkLst>
            <pc:docMk/>
            <pc:sldMk cId="2512555999" sldId="2147380509"/>
            <ac:spMk id="21" creationId="{2645F8EC-81A1-9235-A662-CFC123767F10}"/>
          </ac:spMkLst>
        </pc:spChg>
        <pc:spChg chg="add mod ord">
          <ac:chgData name="佐々木  大助" userId="c870486a-dad7-4694-ac78-9bbc4445935f" providerId="ADAL" clId="{659DBDB1-223F-46AD-A8EB-1B9939BC3A90}" dt="2024-01-04T02:33:00.731" v="5220" actId="167"/>
          <ac:spMkLst>
            <pc:docMk/>
            <pc:sldMk cId="2512555999" sldId="2147380509"/>
            <ac:spMk id="23" creationId="{F48F1721-8E96-64BF-D99C-DD66FF248C6F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24" creationId="{B872D710-0DE4-350B-4A25-3BB543C67F7C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28" creationId="{EBF81C0F-5A02-19B2-596D-EAB4A9811262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29" creationId="{CD5288AA-67D8-2B0C-633B-70B5E68800BC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30" creationId="{01BC1A75-B7E0-8EEE-CD96-7B52CD590D22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32" creationId="{EA882DEC-90D5-C731-1BE1-3FD7C6924718}"/>
          </ac:spMkLst>
        </pc:spChg>
        <pc:spChg chg="add mod topLvl">
          <ac:chgData name="佐々木  大助" userId="c870486a-dad7-4694-ac78-9bbc4445935f" providerId="ADAL" clId="{659DBDB1-223F-46AD-A8EB-1B9939BC3A90}" dt="2024-01-04T02:35:41.762" v="5279" actId="14100"/>
          <ac:spMkLst>
            <pc:docMk/>
            <pc:sldMk cId="2512555999" sldId="2147380509"/>
            <ac:spMk id="33" creationId="{A63CD137-C24E-FAF1-4CC3-CD2EFCE36755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34" creationId="{547F8B5A-920E-02D9-626A-FD0E30768CE7}"/>
          </ac:spMkLst>
        </pc:spChg>
        <pc:spChg chg="add mod ord topLvl">
          <ac:chgData name="佐々木  大助" userId="c870486a-dad7-4694-ac78-9bbc4445935f" providerId="ADAL" clId="{659DBDB1-223F-46AD-A8EB-1B9939BC3A90}" dt="2024-01-04T02:31:35.373" v="5164" actId="1076"/>
          <ac:spMkLst>
            <pc:docMk/>
            <pc:sldMk cId="2512555999" sldId="2147380509"/>
            <ac:spMk id="35" creationId="{975C49D5-674F-F137-5AEF-90C3F5DE7878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36" creationId="{26D62D26-E733-D65B-4114-691F3EF4326C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37" creationId="{45D6D164-9A69-9C65-35F8-DD77BFA66CA3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38" creationId="{9BFA9FCC-64EF-6DF5-61BC-1024DE0C0EC3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40" creationId="{0FA66956-872C-8D78-3B54-302EAE56B26D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41" creationId="{FF52E50E-1481-2223-4723-AFBA49E81616}"/>
          </ac:spMkLst>
        </pc:spChg>
        <pc:spChg chg="add mod topLvl">
          <ac:chgData name="佐々木  大助" userId="c870486a-dad7-4694-ac78-9bbc4445935f" providerId="ADAL" clId="{659DBDB1-223F-46AD-A8EB-1B9939BC3A90}" dt="2024-01-04T02:30:18.436" v="5153" actId="165"/>
          <ac:spMkLst>
            <pc:docMk/>
            <pc:sldMk cId="2512555999" sldId="2147380509"/>
            <ac:spMk id="42" creationId="{5BDE9115-2506-43F6-DB6C-016DCCCE64A1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46" creationId="{3A0E7CD4-FABC-70CC-2E47-270C8FDB7263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48" creationId="{99C7EAA9-03F4-C70F-3E25-84DDD574DF23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49" creationId="{B8D28214-D051-C558-FA0B-26DC5719650A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53" creationId="{13320A44-FEC8-38BC-8AF7-5C1BA52DD33D}"/>
          </ac:spMkLst>
        </pc:spChg>
        <pc:spChg chg="add mod">
          <ac:chgData name="佐々木  大助" userId="c870486a-dad7-4694-ac78-9bbc4445935f" providerId="ADAL" clId="{659DBDB1-223F-46AD-A8EB-1B9939BC3A90}" dt="2024-01-04T02:17:23.345" v="5079" actId="1076"/>
          <ac:spMkLst>
            <pc:docMk/>
            <pc:sldMk cId="2512555999" sldId="2147380509"/>
            <ac:spMk id="57" creationId="{9F2CE4EC-2E7B-16CF-27E6-4F2F540AE0EF}"/>
          </ac:spMkLst>
        </pc:spChg>
        <pc:spChg chg="add del mod">
          <ac:chgData name="佐々木  大助" userId="c870486a-dad7-4694-ac78-9bbc4445935f" providerId="ADAL" clId="{659DBDB1-223F-46AD-A8EB-1B9939BC3A90}" dt="2024-01-04T02:13:23.230" v="5055" actId="478"/>
          <ac:spMkLst>
            <pc:docMk/>
            <pc:sldMk cId="2512555999" sldId="2147380509"/>
            <ac:spMk id="59" creationId="{C4BB3162-76CE-DA23-5AA7-12D262A3832B}"/>
          </ac:spMkLst>
        </pc:spChg>
        <pc:spChg chg="add del mod">
          <ac:chgData name="佐々木  大助" userId="c870486a-dad7-4694-ac78-9bbc4445935f" providerId="ADAL" clId="{659DBDB1-223F-46AD-A8EB-1B9939BC3A90}" dt="2024-01-04T02:13:46.999" v="5060" actId="478"/>
          <ac:spMkLst>
            <pc:docMk/>
            <pc:sldMk cId="2512555999" sldId="2147380509"/>
            <ac:spMk id="61" creationId="{329C2EF8-CC75-F7C2-03B6-1AAAAEE8ECE4}"/>
          </ac:spMkLst>
        </pc:spChg>
        <pc:spChg chg="add del mod">
          <ac:chgData name="佐々木  大助" userId="c870486a-dad7-4694-ac78-9bbc4445935f" providerId="ADAL" clId="{659DBDB1-223F-46AD-A8EB-1B9939BC3A90}" dt="2024-01-04T02:11:52.886" v="5050" actId="21"/>
          <ac:spMkLst>
            <pc:docMk/>
            <pc:sldMk cId="2512555999" sldId="2147380509"/>
            <ac:spMk id="71" creationId="{528571C3-C7C0-C093-CB02-5684756AB4E7}"/>
          </ac:spMkLst>
        </pc:spChg>
        <pc:spChg chg="add del mod">
          <ac:chgData name="佐々木  大助" userId="c870486a-dad7-4694-ac78-9bbc4445935f" providerId="ADAL" clId="{659DBDB1-223F-46AD-A8EB-1B9939BC3A90}" dt="2024-01-04T02:11:52.886" v="5050" actId="21"/>
          <ac:spMkLst>
            <pc:docMk/>
            <pc:sldMk cId="2512555999" sldId="2147380509"/>
            <ac:spMk id="72" creationId="{C43CC60C-78A4-4070-DDF0-801A60A85159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77" creationId="{F64B8E53-855A-6687-B308-0C24A0A90C95}"/>
          </ac:spMkLst>
        </pc:spChg>
        <pc:spChg chg="add mod">
          <ac:chgData name="佐々木  大助" userId="c870486a-dad7-4694-ac78-9bbc4445935f" providerId="ADAL" clId="{659DBDB1-223F-46AD-A8EB-1B9939BC3A90}" dt="2024-01-04T02:28:03.621" v="5140" actId="164"/>
          <ac:spMkLst>
            <pc:docMk/>
            <pc:sldMk cId="2512555999" sldId="2147380509"/>
            <ac:spMk id="78" creationId="{FED533A3-E56D-A216-D212-61551A0F8F66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80" creationId="{01DB1A30-47E6-7638-44FE-8271C1F64E26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81" creationId="{908CCFDF-4A7D-7744-304B-49F4230FDE1F}"/>
          </ac:spMkLst>
        </pc:spChg>
        <pc:spChg chg="add del mod">
          <ac:chgData name="佐々木  大助" userId="c870486a-dad7-4694-ac78-9bbc4445935f" providerId="ADAL" clId="{659DBDB1-223F-46AD-A8EB-1B9939BC3A90}" dt="2024-01-04T02:33:54.042" v="5227" actId="21"/>
          <ac:spMkLst>
            <pc:docMk/>
            <pc:sldMk cId="2512555999" sldId="2147380509"/>
            <ac:spMk id="82" creationId="{AF9EF08B-F14E-387F-C235-FF7475C0C075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83" creationId="{9BD69ECA-EE13-3FC3-EA1D-E4FB0F3227F5}"/>
          </ac:spMkLst>
        </pc:spChg>
        <pc:spChg chg="add mod">
          <ac:chgData name="佐々木  大助" userId="c870486a-dad7-4694-ac78-9bbc4445935f" providerId="ADAL" clId="{659DBDB1-223F-46AD-A8EB-1B9939BC3A90}" dt="2024-01-04T02:17:27.778" v="5080" actId="1076"/>
          <ac:spMkLst>
            <pc:docMk/>
            <pc:sldMk cId="2512555999" sldId="2147380509"/>
            <ac:spMk id="84" creationId="{1879B2AE-D87E-A6D5-3A3A-688985FB74A2}"/>
          </ac:spMkLst>
        </pc:spChg>
        <pc:spChg chg="add del mod">
          <ac:chgData name="佐々木  大助" userId="c870486a-dad7-4694-ac78-9bbc4445935f" providerId="ADAL" clId="{659DBDB1-223F-46AD-A8EB-1B9939BC3A90}" dt="2024-01-04T02:16:52.939" v="5074" actId="21"/>
          <ac:spMkLst>
            <pc:docMk/>
            <pc:sldMk cId="2512555999" sldId="2147380509"/>
            <ac:spMk id="85" creationId="{9E14B3A3-2EB9-CAE7-F32C-687DCE821A1E}"/>
          </ac:spMkLst>
        </pc:spChg>
        <pc:spChg chg="add del mod">
          <ac:chgData name="佐々木  大助" userId="c870486a-dad7-4694-ac78-9bbc4445935f" providerId="ADAL" clId="{659DBDB1-223F-46AD-A8EB-1B9939BC3A90}" dt="2024-01-04T02:14:32.586" v="5061" actId="21"/>
          <ac:spMkLst>
            <pc:docMk/>
            <pc:sldMk cId="2512555999" sldId="2147380509"/>
            <ac:spMk id="86" creationId="{9E633807-9259-9DB5-BCDC-6A0CF69AB25A}"/>
          </ac:spMkLst>
        </pc:spChg>
        <pc:spChg chg="add mod">
          <ac:chgData name="佐々木  大助" userId="c870486a-dad7-4694-ac78-9bbc4445935f" providerId="ADAL" clId="{659DBDB1-223F-46AD-A8EB-1B9939BC3A90}" dt="2024-01-04T02:27:48.573" v="5139" actId="1076"/>
          <ac:spMkLst>
            <pc:docMk/>
            <pc:sldMk cId="2512555999" sldId="2147380509"/>
            <ac:spMk id="87" creationId="{C7BBEB43-FB7A-2B21-23F5-83B62E61B66D}"/>
          </ac:spMkLst>
        </pc:spChg>
        <pc:spChg chg="add mod">
          <ac:chgData name="佐々木  大助" userId="c870486a-dad7-4694-ac78-9bbc4445935f" providerId="ADAL" clId="{659DBDB1-223F-46AD-A8EB-1B9939BC3A90}" dt="2024-01-04T02:27:43.229" v="5138" actId="1076"/>
          <ac:spMkLst>
            <pc:docMk/>
            <pc:sldMk cId="2512555999" sldId="2147380509"/>
            <ac:spMk id="88" creationId="{06BED127-34EB-589C-CF5A-129A8EC3F1FF}"/>
          </ac:spMkLst>
        </pc:spChg>
        <pc:spChg chg="add mod">
          <ac:chgData name="佐々木  大助" userId="c870486a-dad7-4694-ac78-9bbc4445935f" providerId="ADAL" clId="{659DBDB1-223F-46AD-A8EB-1B9939BC3A90}" dt="2024-01-04T02:29:49.755" v="5152" actId="14100"/>
          <ac:spMkLst>
            <pc:docMk/>
            <pc:sldMk cId="2512555999" sldId="2147380509"/>
            <ac:spMk id="89" creationId="{39DC31E5-C1A2-43C9-D5D9-C44912F71200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90" creationId="{D2A43766-61C4-9482-DDD0-A79F52F30770}"/>
          </ac:spMkLst>
        </pc:spChg>
        <pc:spChg chg="add mod">
          <ac:chgData name="佐々木  大助" userId="c870486a-dad7-4694-ac78-9bbc4445935f" providerId="ADAL" clId="{659DBDB1-223F-46AD-A8EB-1B9939BC3A90}" dt="2024-01-04T02:29:29.861" v="5151" actId="14100"/>
          <ac:spMkLst>
            <pc:docMk/>
            <pc:sldMk cId="2512555999" sldId="2147380509"/>
            <ac:spMk id="91" creationId="{4868EFB4-C32D-FFD5-3760-CBF149AC5207}"/>
          </ac:spMkLst>
        </pc:spChg>
        <pc:spChg chg="add mod topLvl">
          <ac:chgData name="佐々木  大助" userId="c870486a-dad7-4694-ac78-9bbc4445935f" providerId="ADAL" clId="{659DBDB1-223F-46AD-A8EB-1B9939BC3A90}" dt="2024-01-04T02:34:43.263" v="5230" actId="165"/>
          <ac:spMkLst>
            <pc:docMk/>
            <pc:sldMk cId="2512555999" sldId="2147380509"/>
            <ac:spMk id="93" creationId="{CD2D8288-E0D5-B8E1-2D51-407203854560}"/>
          </ac:spMkLst>
        </pc:spChg>
        <pc:spChg chg="add del mod">
          <ac:chgData name="佐々木  大助" userId="c870486a-dad7-4694-ac78-9bbc4445935f" providerId="ADAL" clId="{659DBDB1-223F-46AD-A8EB-1B9939BC3A90}" dt="2024-01-04T02:11:45.961" v="5049" actId="21"/>
          <ac:spMkLst>
            <pc:docMk/>
            <pc:sldMk cId="2512555999" sldId="2147380509"/>
            <ac:spMk id="97" creationId="{A6E7DEF4-1ADF-4E16-410C-7A4289A67B68}"/>
          </ac:spMkLst>
        </pc:spChg>
        <pc:spChg chg="add mod">
          <ac:chgData name="佐々木  大助" userId="c870486a-dad7-4694-ac78-9bbc4445935f" providerId="ADAL" clId="{659DBDB1-223F-46AD-A8EB-1B9939BC3A90}" dt="2024-01-04T06:34:59.191" v="5695" actId="14100"/>
          <ac:spMkLst>
            <pc:docMk/>
            <pc:sldMk cId="2512555999" sldId="2147380509"/>
            <ac:spMk id="98" creationId="{ED33DA3E-146B-14A4-B172-D521C3BF3DBF}"/>
          </ac:spMkLst>
        </pc:spChg>
        <pc:spChg chg="add mod">
          <ac:chgData name="佐々木  大助" userId="c870486a-dad7-4694-ac78-9bbc4445935f" providerId="ADAL" clId="{659DBDB1-223F-46AD-A8EB-1B9939BC3A90}" dt="2024-01-04T02:33:24.401" v="5223" actId="164"/>
          <ac:spMkLst>
            <pc:docMk/>
            <pc:sldMk cId="2512555999" sldId="2147380509"/>
            <ac:spMk id="106" creationId="{7B8CFED8-EBE0-5FC2-F77A-179A558855CB}"/>
          </ac:spMkLst>
        </pc:spChg>
        <pc:spChg chg="add mod">
          <ac:chgData name="佐々木  大助" userId="c870486a-dad7-4694-ac78-9bbc4445935f" providerId="ADAL" clId="{659DBDB1-223F-46AD-A8EB-1B9939BC3A90}" dt="2024-01-04T02:33:24.401" v="5223" actId="164"/>
          <ac:spMkLst>
            <pc:docMk/>
            <pc:sldMk cId="2512555999" sldId="2147380509"/>
            <ac:spMk id="107" creationId="{AB07EB73-862B-C60D-7C25-02D256585E5B}"/>
          </ac:spMkLst>
        </pc:spChg>
        <pc:spChg chg="add del mod">
          <ac:chgData name="佐々木  大助" userId="c870486a-dad7-4694-ac78-9bbc4445935f" providerId="ADAL" clId="{659DBDB1-223F-46AD-A8EB-1B9939BC3A90}" dt="2024-01-04T02:36:51.948" v="5285" actId="21"/>
          <ac:spMkLst>
            <pc:docMk/>
            <pc:sldMk cId="2512555999" sldId="2147380509"/>
            <ac:spMk id="110" creationId="{9069526E-4DE3-2804-4563-79AA690D8A4A}"/>
          </ac:spMkLst>
        </pc:spChg>
        <pc:spChg chg="mod">
          <ac:chgData name="佐々木  大助" userId="c870486a-dad7-4694-ac78-9bbc4445935f" providerId="ADAL" clId="{659DBDB1-223F-46AD-A8EB-1B9939BC3A90}" dt="2024-01-04T02:33:26.995" v="5224"/>
          <ac:spMkLst>
            <pc:docMk/>
            <pc:sldMk cId="2512555999" sldId="2147380509"/>
            <ac:spMk id="113" creationId="{4DF64381-652F-4B1E-6436-712FDCE8A7D3}"/>
          </ac:spMkLst>
        </pc:spChg>
        <pc:spChg chg="mod">
          <ac:chgData name="佐々木  大助" userId="c870486a-dad7-4694-ac78-9bbc4445935f" providerId="ADAL" clId="{659DBDB1-223F-46AD-A8EB-1B9939BC3A90}" dt="2024-01-04T02:33:26.995" v="5224"/>
          <ac:spMkLst>
            <pc:docMk/>
            <pc:sldMk cId="2512555999" sldId="2147380509"/>
            <ac:spMk id="114" creationId="{6F49CE20-C2C5-F2AE-E274-FBDA515A809F}"/>
          </ac:spMkLst>
        </pc:spChg>
        <pc:spChg chg="add mod">
          <ac:chgData name="佐々木  大助" userId="c870486a-dad7-4694-ac78-9bbc4445935f" providerId="ADAL" clId="{659DBDB1-223F-46AD-A8EB-1B9939BC3A90}" dt="2024-01-04T02:35:31.962" v="5278" actId="20577"/>
          <ac:spMkLst>
            <pc:docMk/>
            <pc:sldMk cId="2512555999" sldId="2147380509"/>
            <ac:spMk id="116" creationId="{5D893DE8-4281-1CD9-32B3-E54F47F00F51}"/>
          </ac:spMkLst>
        </pc:spChg>
        <pc:spChg chg="add del mod">
          <ac:chgData name="佐々木  大助" userId="c870486a-dad7-4694-ac78-9bbc4445935f" providerId="ADAL" clId="{659DBDB1-223F-46AD-A8EB-1B9939BC3A90}" dt="2024-01-04T02:38:45.547" v="5343"/>
          <ac:spMkLst>
            <pc:docMk/>
            <pc:sldMk cId="2512555999" sldId="2147380509"/>
            <ac:spMk id="122" creationId="{29B4500F-F5E0-670D-DA1F-D9F7400577CF}"/>
          </ac:spMkLst>
        </pc:spChg>
        <pc:spChg chg="add del mod">
          <ac:chgData name="佐々木  大助" userId="c870486a-dad7-4694-ac78-9bbc4445935f" providerId="ADAL" clId="{659DBDB1-223F-46AD-A8EB-1B9939BC3A90}" dt="2024-01-04T02:38:35.423" v="5326"/>
          <ac:spMkLst>
            <pc:docMk/>
            <pc:sldMk cId="2512555999" sldId="2147380509"/>
            <ac:spMk id="128" creationId="{5096903E-C851-500F-2A04-78E7D76F6334}"/>
          </ac:spMkLst>
        </pc:spChg>
        <pc:spChg chg="add mod">
          <ac:chgData name="佐々木  大助" userId="c870486a-dad7-4694-ac78-9bbc4445935f" providerId="ADAL" clId="{659DBDB1-223F-46AD-A8EB-1B9939BC3A90}" dt="2024-01-04T02:39:12.356" v="5345" actId="1076"/>
          <ac:spMkLst>
            <pc:docMk/>
            <pc:sldMk cId="2512555999" sldId="2147380509"/>
            <ac:spMk id="129" creationId="{1888C21B-46DD-19A9-5F90-665996DD5CCC}"/>
          </ac:spMkLst>
        </pc:spChg>
        <pc:spChg chg="add mod">
          <ac:chgData name="佐々木  大助" userId="c870486a-dad7-4694-ac78-9bbc4445935f" providerId="ADAL" clId="{659DBDB1-223F-46AD-A8EB-1B9939BC3A90}" dt="2024-01-04T02:39:24.601" v="5357" actId="14100"/>
          <ac:spMkLst>
            <pc:docMk/>
            <pc:sldMk cId="2512555999" sldId="2147380509"/>
            <ac:spMk id="130" creationId="{46264C75-892B-27E4-B604-DCCB54A2E4FA}"/>
          </ac:spMkLst>
        </pc:spChg>
        <pc:spChg chg="add mod">
          <ac:chgData name="佐々木  大助" userId="c870486a-dad7-4694-ac78-9bbc4445935f" providerId="ADAL" clId="{659DBDB1-223F-46AD-A8EB-1B9939BC3A90}" dt="2024-01-04T02:40:08.051" v="5386" actId="20577"/>
          <ac:spMkLst>
            <pc:docMk/>
            <pc:sldMk cId="2512555999" sldId="2147380509"/>
            <ac:spMk id="131" creationId="{F951E130-935A-5C13-1DB1-2D931CB39D36}"/>
          </ac:spMkLst>
        </pc:spChg>
        <pc:spChg chg="add mod">
          <ac:chgData name="佐々木  大助" userId="c870486a-dad7-4694-ac78-9bbc4445935f" providerId="ADAL" clId="{659DBDB1-223F-46AD-A8EB-1B9939BC3A90}" dt="2024-01-04T06:37:44.724" v="5748" actId="1076"/>
          <ac:spMkLst>
            <pc:docMk/>
            <pc:sldMk cId="2512555999" sldId="2147380509"/>
            <ac:spMk id="138" creationId="{AD4B32E2-D106-8A33-1471-19C395840509}"/>
          </ac:spMkLst>
        </pc:spChg>
        <pc:grpChg chg="add mod">
          <ac:chgData name="佐々木  大助" userId="c870486a-dad7-4694-ac78-9bbc4445935f" providerId="ADAL" clId="{659DBDB1-223F-46AD-A8EB-1B9939BC3A90}" dt="2024-01-04T02:17:18.179" v="5078" actId="1076"/>
          <ac:grpSpMkLst>
            <pc:docMk/>
            <pc:sldMk cId="2512555999" sldId="2147380509"/>
            <ac:grpSpMk id="99" creationId="{E208F743-CBC1-5255-97F7-55FD4E19A7CD}"/>
          </ac:grpSpMkLst>
        </pc:grpChg>
        <pc:grpChg chg="add del mod">
          <ac:chgData name="佐々木  大助" userId="c870486a-dad7-4694-ac78-9bbc4445935f" providerId="ADAL" clId="{659DBDB1-223F-46AD-A8EB-1B9939BC3A90}" dt="2024-01-04T02:30:18.436" v="5153" actId="165"/>
          <ac:grpSpMkLst>
            <pc:docMk/>
            <pc:sldMk cId="2512555999" sldId="2147380509"/>
            <ac:grpSpMk id="101" creationId="{3BE291F1-37DB-EFAF-11D9-8B8A2A3E9BB8}"/>
          </ac:grpSpMkLst>
        </pc:grpChg>
        <pc:grpChg chg="add mod">
          <ac:chgData name="佐々木  大助" userId="c870486a-dad7-4694-ac78-9bbc4445935f" providerId="ADAL" clId="{659DBDB1-223F-46AD-A8EB-1B9939BC3A90}" dt="2024-01-04T02:26:35.008" v="5130" actId="164"/>
          <ac:grpSpMkLst>
            <pc:docMk/>
            <pc:sldMk cId="2512555999" sldId="2147380509"/>
            <ac:grpSpMk id="102" creationId="{03B3688D-80F1-7F25-00D6-C0CC3ADDFA37}"/>
          </ac:grpSpMkLst>
        </pc:grpChg>
        <pc:grpChg chg="add del mod ord">
          <ac:chgData name="佐々木  大助" userId="c870486a-dad7-4694-ac78-9bbc4445935f" providerId="ADAL" clId="{659DBDB1-223F-46AD-A8EB-1B9939BC3A90}" dt="2024-01-04T02:34:43.263" v="5230" actId="165"/>
          <ac:grpSpMkLst>
            <pc:docMk/>
            <pc:sldMk cId="2512555999" sldId="2147380509"/>
            <ac:grpSpMk id="103" creationId="{28971541-5639-77DA-5510-B8C583524699}"/>
          </ac:grpSpMkLst>
        </pc:grpChg>
        <pc:grpChg chg="add mod ord">
          <ac:chgData name="佐々木  大助" userId="c870486a-dad7-4694-ac78-9bbc4445935f" providerId="ADAL" clId="{659DBDB1-223F-46AD-A8EB-1B9939BC3A90}" dt="2024-01-04T02:28:37.408" v="5147" actId="167"/>
          <ac:grpSpMkLst>
            <pc:docMk/>
            <pc:sldMk cId="2512555999" sldId="2147380509"/>
            <ac:grpSpMk id="104" creationId="{AD244E0E-BF19-763B-C370-364756B8687B}"/>
          </ac:grpSpMkLst>
        </pc:grpChg>
        <pc:grpChg chg="add mod">
          <ac:chgData name="佐々木  大助" userId="c870486a-dad7-4694-ac78-9bbc4445935f" providerId="ADAL" clId="{659DBDB1-223F-46AD-A8EB-1B9939BC3A90}" dt="2024-01-04T02:29:29.861" v="5151" actId="14100"/>
          <ac:grpSpMkLst>
            <pc:docMk/>
            <pc:sldMk cId="2512555999" sldId="2147380509"/>
            <ac:grpSpMk id="105" creationId="{5C6A1CC1-2A7F-B45E-DDC6-317648241206}"/>
          </ac:grpSpMkLst>
        </pc:grpChg>
        <pc:grpChg chg="add del mod">
          <ac:chgData name="佐々木  大助" userId="c870486a-dad7-4694-ac78-9bbc4445935f" providerId="ADAL" clId="{659DBDB1-223F-46AD-A8EB-1B9939BC3A90}" dt="2024-01-04T02:36:48.395" v="5284" actId="21"/>
          <ac:grpSpMkLst>
            <pc:docMk/>
            <pc:sldMk cId="2512555999" sldId="2147380509"/>
            <ac:grpSpMk id="111" creationId="{335D84A9-D8A4-D0AA-6010-F599C555C557}"/>
          </ac:grpSpMkLst>
        </pc:grpChg>
        <pc:grpChg chg="add del mod">
          <ac:chgData name="佐々木  大助" userId="c870486a-dad7-4694-ac78-9bbc4445935f" providerId="ADAL" clId="{659DBDB1-223F-46AD-A8EB-1B9939BC3A90}" dt="2024-01-04T02:36:55.574" v="5286" actId="478"/>
          <ac:grpSpMkLst>
            <pc:docMk/>
            <pc:sldMk cId="2512555999" sldId="2147380509"/>
            <ac:grpSpMk id="112" creationId="{BFEF045E-437E-8714-5826-AC1995FCD58D}"/>
          </ac:grpSpMkLst>
        </pc:grpChg>
        <pc:graphicFrameChg chg="add del mod modGraphic">
          <ac:chgData name="佐々木  大助" userId="c870486a-dad7-4694-ac78-9bbc4445935f" providerId="ADAL" clId="{659DBDB1-223F-46AD-A8EB-1B9939BC3A90}" dt="2024-01-04T02:11:01.752" v="5045" actId="478"/>
          <ac:graphicFrameMkLst>
            <pc:docMk/>
            <pc:sldMk cId="2512555999" sldId="2147380509"/>
            <ac:graphicFrameMk id="3" creationId="{4B8F75EA-A4FD-560A-2073-7F93A2730ECB}"/>
          </ac:graphicFrameMkLst>
        </pc:graphicFrameChg>
        <pc:graphicFrameChg chg="add del mod modGraphic">
          <ac:chgData name="佐々木  大助" userId="c870486a-dad7-4694-ac78-9bbc4445935f" providerId="ADAL" clId="{659DBDB1-223F-46AD-A8EB-1B9939BC3A90}" dt="2024-01-04T02:11:01.752" v="5045" actId="478"/>
          <ac:graphicFrameMkLst>
            <pc:docMk/>
            <pc:sldMk cId="2512555999" sldId="2147380509"/>
            <ac:graphicFrameMk id="5" creationId="{1D24B1FF-3115-1A39-3A05-C1A7BF535320}"/>
          </ac:graphicFrameMkLst>
        </pc:graphicFrameChg>
        <pc:graphicFrameChg chg="add del mod">
          <ac:chgData name="佐々木  大助" userId="c870486a-dad7-4694-ac78-9bbc4445935f" providerId="ADAL" clId="{659DBDB1-223F-46AD-A8EB-1B9939BC3A90}" dt="2024-01-02T06:02:43.355" v="910" actId="21"/>
          <ac:graphicFrameMkLst>
            <pc:docMk/>
            <pc:sldMk cId="2512555999" sldId="2147380509"/>
            <ac:graphicFrameMk id="6" creationId="{AFCCEB42-B374-BECE-E94A-82CE98A3B681}"/>
          </ac:graphicFrameMkLst>
        </pc:graphicFrameChg>
        <pc:graphicFrameChg chg="add del mod modGraphic">
          <ac:chgData name="佐々木  大助" userId="c870486a-dad7-4694-ac78-9bbc4445935f" providerId="ADAL" clId="{659DBDB1-223F-46AD-A8EB-1B9939BC3A90}" dt="2024-01-04T02:11:01.752" v="5045" actId="478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10" creationId="{68BBBDB8-271C-F353-A078-116154A04996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13" creationId="{99D5B7A8-478F-FDC0-38CE-52E0F073E28C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15" creationId="{116E3E49-127E-D9FD-1699-61BEC7AB871B}"/>
          </ac:picMkLst>
        </pc:picChg>
        <pc:picChg chg="add del mod">
          <ac:chgData name="佐々木  大助" userId="c870486a-dad7-4694-ac78-9bbc4445935f" providerId="ADAL" clId="{659DBDB1-223F-46AD-A8EB-1B9939BC3A90}" dt="2024-01-04T02:15:19.750" v="5063" actId="21"/>
          <ac:picMkLst>
            <pc:docMk/>
            <pc:sldMk cId="2512555999" sldId="2147380509"/>
            <ac:picMk id="22" creationId="{A84E4AE1-2EAE-2676-D254-2BB3116056E7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25" creationId="{02DD3E4F-1CDA-2E2A-6411-52AC08D7DF61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26" creationId="{83FB865C-20CC-FB98-15F0-6FCB7771AA68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27" creationId="{97202CD1-2071-20F1-C442-A26A0479EE59}"/>
          </ac:picMkLst>
        </pc:picChg>
        <pc:picChg chg="add mod">
          <ac:chgData name="佐々木  大助" userId="c870486a-dad7-4694-ac78-9bbc4445935f" providerId="ADAL" clId="{659DBDB1-223F-46AD-A8EB-1B9939BC3A90}" dt="2024-01-04T02:29:29.861" v="5151" actId="14100"/>
          <ac:picMkLst>
            <pc:docMk/>
            <pc:sldMk cId="2512555999" sldId="2147380509"/>
            <ac:picMk id="31" creationId="{6E5A6DE8-367C-59F0-9CCC-256C70C4B17A}"/>
          </ac:picMkLst>
        </pc:picChg>
        <pc:picChg chg="add mod topLvl">
          <ac:chgData name="佐々木  大助" userId="c870486a-dad7-4694-ac78-9bbc4445935f" providerId="ADAL" clId="{659DBDB1-223F-46AD-A8EB-1B9939BC3A90}" dt="2024-01-04T02:30:18.436" v="5153" actId="165"/>
          <ac:picMkLst>
            <pc:docMk/>
            <pc:sldMk cId="2512555999" sldId="2147380509"/>
            <ac:picMk id="39" creationId="{8DDE086F-3A57-3CA9-7800-FC484FA33416}"/>
          </ac:picMkLst>
        </pc:picChg>
        <pc:picChg chg="add mod topLvl">
          <ac:chgData name="佐々木  大助" userId="c870486a-dad7-4694-ac78-9bbc4445935f" providerId="ADAL" clId="{659DBDB1-223F-46AD-A8EB-1B9939BC3A90}" dt="2024-01-04T02:30:18.436" v="5153" actId="165"/>
          <ac:picMkLst>
            <pc:docMk/>
            <pc:sldMk cId="2512555999" sldId="2147380509"/>
            <ac:picMk id="43" creationId="{1F23BBA9-C21D-3B02-1569-97BDD07E5394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0" creationId="{9F27C0E5-B12E-6FD5-E6A2-7078741E4BE8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1" creationId="{809B69F3-9DC5-40F8-46DE-E3EB4453E982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2" creationId="{D2F7A894-4FEB-616B-AAA0-9BDB9B72B856}"/>
          </ac:picMkLst>
        </pc:picChg>
        <pc:picChg chg="add mod topLvl">
          <ac:chgData name="佐々木  大助" userId="c870486a-dad7-4694-ac78-9bbc4445935f" providerId="ADAL" clId="{659DBDB1-223F-46AD-A8EB-1B9939BC3A90}" dt="2024-01-04T02:34:43.263" v="5230" actId="165"/>
          <ac:picMkLst>
            <pc:docMk/>
            <pc:sldMk cId="2512555999" sldId="2147380509"/>
            <ac:picMk id="54" creationId="{5E4D368B-2FC1-0ECC-0EBE-19C005921C60}"/>
          </ac:picMkLst>
        </pc:picChg>
        <pc:picChg chg="add mod">
          <ac:chgData name="佐々木  大助" userId="c870486a-dad7-4694-ac78-9bbc4445935f" providerId="ADAL" clId="{659DBDB1-223F-46AD-A8EB-1B9939BC3A90}" dt="2024-01-04T02:17:09.463" v="5077" actId="164"/>
          <ac:picMkLst>
            <pc:docMk/>
            <pc:sldMk cId="2512555999" sldId="2147380509"/>
            <ac:picMk id="58" creationId="{2C522F33-6986-CBB1-F1CF-24444BA17AC1}"/>
          </ac:picMkLst>
        </pc:picChg>
        <pc:picChg chg="add del mod">
          <ac:chgData name="佐々木  大助" userId="c870486a-dad7-4694-ac78-9bbc4445935f" providerId="ADAL" clId="{659DBDB1-223F-46AD-A8EB-1B9939BC3A90}" dt="2024-01-04T02:13:24.462" v="5056" actId="478"/>
          <ac:picMkLst>
            <pc:docMk/>
            <pc:sldMk cId="2512555999" sldId="2147380509"/>
            <ac:picMk id="60" creationId="{1A99C9CD-4D8E-36AC-ED39-568C5282F149}"/>
          </ac:picMkLst>
        </pc:picChg>
        <pc:picChg chg="add del mod">
          <ac:chgData name="佐々木  大助" userId="c870486a-dad7-4694-ac78-9bbc4445935f" providerId="ADAL" clId="{659DBDB1-223F-46AD-A8EB-1B9939BC3A90}" dt="2024-01-04T02:13:46.142" v="5059" actId="478"/>
          <ac:picMkLst>
            <pc:docMk/>
            <pc:sldMk cId="2512555999" sldId="2147380509"/>
            <ac:picMk id="62" creationId="{47B19441-53DF-57CA-D1F3-214F9556A6B4}"/>
          </ac:picMkLst>
        </pc:picChg>
        <pc:picChg chg="add del mod">
          <ac:chgData name="佐々木  大助" userId="c870486a-dad7-4694-ac78-9bbc4445935f" providerId="ADAL" clId="{659DBDB1-223F-46AD-A8EB-1B9939BC3A90}" dt="2024-01-04T02:15:37.621" v="5067" actId="21"/>
          <ac:picMkLst>
            <pc:docMk/>
            <pc:sldMk cId="2512555999" sldId="2147380509"/>
            <ac:picMk id="94" creationId="{DA45ECDD-5ED7-81E2-6BAD-E6C463298AF0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95" creationId="{1EEB10DC-4B8B-2B8D-D93B-FB0B286027C0}"/>
          </ac:picMkLst>
        </pc:picChg>
        <pc:picChg chg="add mod">
          <ac:chgData name="佐々木  大助" userId="c870486a-dad7-4694-ac78-9bbc4445935f" providerId="ADAL" clId="{659DBDB1-223F-46AD-A8EB-1B9939BC3A90}" dt="2024-01-04T02:28:03.621" v="5140" actId="164"/>
          <ac:picMkLst>
            <pc:docMk/>
            <pc:sldMk cId="2512555999" sldId="2147380509"/>
            <ac:picMk id="96" creationId="{EFA43D17-CD09-C21F-5844-006F1704635B}"/>
          </ac:picMkLst>
        </pc:picChg>
        <pc:picChg chg="add mod">
          <ac:chgData name="佐々木  大助" userId="c870486a-dad7-4694-ac78-9bbc4445935f" providerId="ADAL" clId="{659DBDB1-223F-46AD-A8EB-1B9939BC3A90}" dt="2024-01-04T02:33:24.401" v="5223" actId="164"/>
          <ac:picMkLst>
            <pc:docMk/>
            <pc:sldMk cId="2512555999" sldId="2147380509"/>
            <ac:picMk id="108" creationId="{32FA736F-52A0-E0A0-9DEE-7A8A2D635E8F}"/>
          </ac:picMkLst>
        </pc:picChg>
        <pc:picChg chg="add del mod">
          <ac:chgData name="佐々木  大助" userId="c870486a-dad7-4694-ac78-9bbc4445935f" providerId="ADAL" clId="{659DBDB1-223F-46AD-A8EB-1B9939BC3A90}" dt="2024-01-04T02:32:18.460" v="5196"/>
          <ac:picMkLst>
            <pc:docMk/>
            <pc:sldMk cId="2512555999" sldId="2147380509"/>
            <ac:picMk id="109" creationId="{FED92011-1A39-C7BD-EBB2-8F8F8FBAE12C}"/>
          </ac:picMkLst>
        </pc:picChg>
        <pc:picChg chg="mod">
          <ac:chgData name="佐々木  大助" userId="c870486a-dad7-4694-ac78-9bbc4445935f" providerId="ADAL" clId="{659DBDB1-223F-46AD-A8EB-1B9939BC3A90}" dt="2024-01-04T02:33:26.995" v="5224"/>
          <ac:picMkLst>
            <pc:docMk/>
            <pc:sldMk cId="2512555999" sldId="2147380509"/>
            <ac:picMk id="115" creationId="{86D7A207-1536-E185-5CDA-CB87BF76996A}"/>
          </ac:picMkLst>
        </pc:picChg>
        <pc:picChg chg="add mod">
          <ac:chgData name="佐々木  大助" userId="c870486a-dad7-4694-ac78-9bbc4445935f" providerId="ADAL" clId="{659DBDB1-223F-46AD-A8EB-1B9939BC3A90}" dt="2024-01-04T02:34:59.613" v="5232" actId="1076"/>
          <ac:picMkLst>
            <pc:docMk/>
            <pc:sldMk cId="2512555999" sldId="2147380509"/>
            <ac:picMk id="117" creationId="{E0E9DA1F-2FC9-FCD2-3E75-2803C223AB2F}"/>
          </ac:picMkLst>
        </pc:picChg>
        <pc:picChg chg="add del mod">
          <ac:chgData name="佐々木  大助" userId="c870486a-dad7-4694-ac78-9bbc4445935f" providerId="ADAL" clId="{659DBDB1-223F-46AD-A8EB-1B9939BC3A90}" dt="2024-01-04T02:38:45.547" v="5343"/>
          <ac:picMkLst>
            <pc:docMk/>
            <pc:sldMk cId="2512555999" sldId="2147380509"/>
            <ac:picMk id="123" creationId="{7E3C78E1-B565-C3EF-6ADE-C2FBE375DB3F}"/>
          </ac:picMkLst>
        </pc:picChg>
        <pc:picChg chg="add mod">
          <ac:chgData name="佐々木  大助" userId="c870486a-dad7-4694-ac78-9bbc4445935f" providerId="ADAL" clId="{659DBDB1-223F-46AD-A8EB-1B9939BC3A90}" dt="2024-01-04T02:39:12.356" v="5345" actId="1076"/>
          <ac:picMkLst>
            <pc:docMk/>
            <pc:sldMk cId="2512555999" sldId="2147380509"/>
            <ac:picMk id="132" creationId="{BDEC06A4-0269-B8E4-EBC4-BBAEC1E7C1AB}"/>
          </ac:picMkLst>
        </pc:picChg>
        <pc:picChg chg="add del mod">
          <ac:chgData name="佐々木  大助" userId="c870486a-dad7-4694-ac78-9bbc4445935f" providerId="ADAL" clId="{659DBDB1-223F-46AD-A8EB-1B9939BC3A90}" dt="2024-01-04T06:36:01.464" v="5697" actId="21"/>
          <ac:picMkLst>
            <pc:docMk/>
            <pc:sldMk cId="2512555999" sldId="2147380509"/>
            <ac:picMk id="137" creationId="{4E5858FA-24BE-337F-63D8-5FC07A6B837A}"/>
          </ac:picMkLst>
        </pc:pic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44" creationId="{08B80F23-4289-F1E6-F87D-50A607C60D7F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45" creationId="{3F78B493-A3A0-8387-5653-610B59E3BA47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47" creationId="{64111EC4-9035-086A-4C26-8A78874F2BCC}"/>
          </ac:cxnSpMkLst>
        </pc:cxnChg>
        <pc:cxnChg chg="add mod">
          <ac:chgData name="佐々木  大助" userId="c870486a-dad7-4694-ac78-9bbc4445935f" providerId="ADAL" clId="{659DBDB1-223F-46AD-A8EB-1B9939BC3A90}" dt="2024-01-04T05:08:17.246" v="5688" actId="692"/>
          <ac:cxnSpMkLst>
            <pc:docMk/>
            <pc:sldMk cId="2512555999" sldId="2147380509"/>
            <ac:cxnSpMk id="55" creationId="{11C5ECAD-68E7-61AF-902D-5F5B4F73C5F0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56" creationId="{A2A765E1-F40B-3DC8-F68C-0721CA25ECF2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63" creationId="{25388405-72D2-7662-330A-D98F9417131D}"/>
          </ac:cxnSpMkLst>
        </pc:cxnChg>
        <pc:cxnChg chg="add del mod">
          <ac:chgData name="佐々木  大助" userId="c870486a-dad7-4694-ac78-9bbc4445935f" providerId="ADAL" clId="{659DBDB1-223F-46AD-A8EB-1B9939BC3A90}" dt="2024-01-04T02:13:28.561" v="5057" actId="21"/>
          <ac:cxnSpMkLst>
            <pc:docMk/>
            <pc:sldMk cId="2512555999" sldId="2147380509"/>
            <ac:cxnSpMk id="64" creationId="{3FCBC6A7-984A-B67C-38EB-597A669874B2}"/>
          </ac:cxnSpMkLst>
        </pc:cxnChg>
        <pc:cxnChg chg="add del mod">
          <ac:chgData name="佐々木  大助" userId="c870486a-dad7-4694-ac78-9bbc4445935f" providerId="ADAL" clId="{659DBDB1-223F-46AD-A8EB-1B9939BC3A90}" dt="2024-01-04T02:13:44.965" v="5058" actId="478"/>
          <ac:cxnSpMkLst>
            <pc:docMk/>
            <pc:sldMk cId="2512555999" sldId="2147380509"/>
            <ac:cxnSpMk id="65" creationId="{F1C6513B-A61B-80BC-C6E7-294C24BCF7D2}"/>
          </ac:cxnSpMkLst>
        </pc:cxnChg>
        <pc:cxnChg chg="add mod">
          <ac:chgData name="佐々木  大助" userId="c870486a-dad7-4694-ac78-9bbc4445935f" providerId="ADAL" clId="{659DBDB1-223F-46AD-A8EB-1B9939BC3A90}" dt="2024-01-04T02:28:03.621" v="5140" actId="164"/>
          <ac:cxnSpMkLst>
            <pc:docMk/>
            <pc:sldMk cId="2512555999" sldId="2147380509"/>
            <ac:cxnSpMk id="66" creationId="{4DE821C9-A357-8D7C-8B64-CB1C205D748E}"/>
          </ac:cxnSpMkLst>
        </pc:cxnChg>
        <pc:cxnChg chg="add mod">
          <ac:chgData name="佐々木  大助" userId="c870486a-dad7-4694-ac78-9bbc4445935f" providerId="ADAL" clId="{659DBDB1-223F-46AD-A8EB-1B9939BC3A90}" dt="2024-01-04T02:28:03.621" v="5140" actId="164"/>
          <ac:cxnSpMkLst>
            <pc:docMk/>
            <pc:sldMk cId="2512555999" sldId="2147380509"/>
            <ac:cxnSpMk id="67" creationId="{F35D6209-C566-8593-4811-36F66FB1F2BE}"/>
          </ac:cxnSpMkLst>
        </pc:cxnChg>
        <pc:cxnChg chg="add del mod">
          <ac:chgData name="佐々木  大助" userId="c870486a-dad7-4694-ac78-9bbc4445935f" providerId="ADAL" clId="{659DBDB1-223F-46AD-A8EB-1B9939BC3A90}" dt="2024-01-04T02:16:14.165" v="5068" actId="21"/>
          <ac:cxnSpMkLst>
            <pc:docMk/>
            <pc:sldMk cId="2512555999" sldId="2147380509"/>
            <ac:cxnSpMk id="68" creationId="{BA543F7F-22CF-050A-DB65-E2E81D100CD3}"/>
          </ac:cxnSpMkLst>
        </pc:cxnChg>
        <pc:cxnChg chg="add del mod">
          <ac:chgData name="佐々木  大助" userId="c870486a-dad7-4694-ac78-9bbc4445935f" providerId="ADAL" clId="{659DBDB1-223F-46AD-A8EB-1B9939BC3A90}" dt="2024-01-04T02:15:33.029" v="5065" actId="21"/>
          <ac:cxnSpMkLst>
            <pc:docMk/>
            <pc:sldMk cId="2512555999" sldId="2147380509"/>
            <ac:cxnSpMk id="69" creationId="{067476A1-83C4-36F4-6C2B-33A578A1F1DA}"/>
          </ac:cxnSpMkLst>
        </pc:cxnChg>
        <pc:cxnChg chg="add del mod">
          <ac:chgData name="佐々木  大助" userId="c870486a-dad7-4694-ac78-9bbc4445935f" providerId="ADAL" clId="{659DBDB1-223F-46AD-A8EB-1B9939BC3A90}" dt="2024-01-04T02:11:52.886" v="5050" actId="21"/>
          <ac:cxnSpMkLst>
            <pc:docMk/>
            <pc:sldMk cId="2512555999" sldId="2147380509"/>
            <ac:cxnSpMk id="70" creationId="{AE33ACA1-5943-53DE-C429-76ABEE9E317C}"/>
          </ac:cxnSpMkLst>
        </pc:cxnChg>
        <pc:cxnChg chg="add mod ord">
          <ac:chgData name="佐々木  大助" userId="c870486a-dad7-4694-ac78-9bbc4445935f" providerId="ADAL" clId="{659DBDB1-223F-46AD-A8EB-1B9939BC3A90}" dt="2024-01-04T05:08:57.796" v="5693" actId="692"/>
          <ac:cxnSpMkLst>
            <pc:docMk/>
            <pc:sldMk cId="2512555999" sldId="2147380509"/>
            <ac:cxnSpMk id="73" creationId="{3EFBA1DE-9FC2-A574-0779-5799A2FC436E}"/>
          </ac:cxnSpMkLst>
        </pc:cxnChg>
        <pc:cxnChg chg="add mod ord">
          <ac:chgData name="佐々木  大助" userId="c870486a-dad7-4694-ac78-9bbc4445935f" providerId="ADAL" clId="{659DBDB1-223F-46AD-A8EB-1B9939BC3A90}" dt="2024-01-04T05:08:57.796" v="5693" actId="692"/>
          <ac:cxnSpMkLst>
            <pc:docMk/>
            <pc:sldMk cId="2512555999" sldId="2147380509"/>
            <ac:cxnSpMk id="74" creationId="{BF847331-D737-88F0-34A7-0CDCCA432814}"/>
          </ac:cxnSpMkLst>
        </pc:cxnChg>
        <pc:cxnChg chg="add mod ord">
          <ac:chgData name="佐々木  大助" userId="c870486a-dad7-4694-ac78-9bbc4445935f" providerId="ADAL" clId="{659DBDB1-223F-46AD-A8EB-1B9939BC3A90}" dt="2024-01-04T05:08:44.073" v="5691" actId="692"/>
          <ac:cxnSpMkLst>
            <pc:docMk/>
            <pc:sldMk cId="2512555999" sldId="2147380509"/>
            <ac:cxnSpMk id="75" creationId="{DE94C63E-A674-B167-F498-2637F5821CBE}"/>
          </ac:cxnSpMkLst>
        </pc:cxnChg>
        <pc:cxnChg chg="add mod ord">
          <ac:chgData name="佐々木  大助" userId="c870486a-dad7-4694-ac78-9bbc4445935f" providerId="ADAL" clId="{659DBDB1-223F-46AD-A8EB-1B9939BC3A90}" dt="2024-01-04T05:08:29.574" v="5689" actId="692"/>
          <ac:cxnSpMkLst>
            <pc:docMk/>
            <pc:sldMk cId="2512555999" sldId="2147380509"/>
            <ac:cxnSpMk id="76" creationId="{2A7F4F7D-143D-E54F-63E2-66F5F30A457A}"/>
          </ac:cxnSpMkLst>
        </pc:cxnChg>
        <pc:cxnChg chg="add mod">
          <ac:chgData name="佐々木  大助" userId="c870486a-dad7-4694-ac78-9bbc4445935f" providerId="ADAL" clId="{659DBDB1-223F-46AD-A8EB-1B9939BC3A90}" dt="2024-01-04T02:28:03.621" v="5140" actId="164"/>
          <ac:cxnSpMkLst>
            <pc:docMk/>
            <pc:sldMk cId="2512555999" sldId="2147380509"/>
            <ac:cxnSpMk id="79" creationId="{F3F44D35-0A6E-6C49-E4D8-D9DB7E7AFD6A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92" creationId="{111ABB9F-95CD-EE99-5AF5-4AE369A51801}"/>
          </ac:cxnSpMkLst>
        </pc:cxnChg>
        <pc:cxnChg chg="add mod">
          <ac:chgData name="佐々木  大助" userId="c870486a-dad7-4694-ac78-9bbc4445935f" providerId="ADAL" clId="{659DBDB1-223F-46AD-A8EB-1B9939BC3A90}" dt="2024-01-04T05:07:59.331" v="5686" actId="692"/>
          <ac:cxnSpMkLst>
            <pc:docMk/>
            <pc:sldMk cId="2512555999" sldId="2147380509"/>
            <ac:cxnSpMk id="118" creationId="{74652ABD-44B8-0E9A-4569-E784DF167ED6}"/>
          </ac:cxnSpMkLst>
        </pc:cxnChg>
        <pc:cxnChg chg="add del mod">
          <ac:chgData name="佐々木  大助" userId="c870486a-dad7-4694-ac78-9bbc4445935f" providerId="ADAL" clId="{659DBDB1-223F-46AD-A8EB-1B9939BC3A90}" dt="2024-01-04T02:38:37.529" v="5329"/>
          <ac:cxnSpMkLst>
            <pc:docMk/>
            <pc:sldMk cId="2512555999" sldId="2147380509"/>
            <ac:cxnSpMk id="124" creationId="{F5CD2737-D755-B0BD-336D-27F696C854AD}"/>
          </ac:cxnSpMkLst>
        </pc:cxnChg>
        <pc:cxnChg chg="add del mod">
          <ac:chgData name="佐々木  大助" userId="c870486a-dad7-4694-ac78-9bbc4445935f" providerId="ADAL" clId="{659DBDB1-223F-46AD-A8EB-1B9939BC3A90}" dt="2024-01-04T02:38:20.567" v="5322"/>
          <ac:cxnSpMkLst>
            <pc:docMk/>
            <pc:sldMk cId="2512555999" sldId="2147380509"/>
            <ac:cxnSpMk id="127" creationId="{CA0B7EC9-4C54-3E03-EF71-9C10190C3A1C}"/>
          </ac:cxnSpMkLst>
        </pc:cxnChg>
        <pc:cxnChg chg="add mod">
          <ac:chgData name="佐々木  大助" userId="c870486a-dad7-4694-ac78-9bbc4445935f" providerId="ADAL" clId="{659DBDB1-223F-46AD-A8EB-1B9939BC3A90}" dt="2024-01-04T05:08:57.796" v="5693" actId="692"/>
          <ac:cxnSpMkLst>
            <pc:docMk/>
            <pc:sldMk cId="2512555999" sldId="2147380509"/>
            <ac:cxnSpMk id="133" creationId="{D83EFC91-BE25-F1F5-407A-92751D0362EF}"/>
          </ac:cxnSpMkLst>
        </pc:cxnChg>
      </pc:sldChg>
      <pc:sldChg chg="addSp delSp modSp mod ord">
        <pc:chgData name="佐々木  大助" userId="c870486a-dad7-4694-ac78-9bbc4445935f" providerId="ADAL" clId="{659DBDB1-223F-46AD-A8EB-1B9939BC3A90}" dt="2024-01-08T04:08:26.789" v="5806"/>
        <pc:sldMkLst>
          <pc:docMk/>
          <pc:sldMk cId="3605499700" sldId="2147380510"/>
        </pc:sldMkLst>
        <pc:spChg chg="del">
          <ac:chgData name="佐々木  大助" userId="c870486a-dad7-4694-ac78-9bbc4445935f" providerId="ADAL" clId="{659DBDB1-223F-46AD-A8EB-1B9939BC3A90}" dt="2024-01-02T06:19:26.927" v="1611" actId="478"/>
          <ac:spMkLst>
            <pc:docMk/>
            <pc:sldMk cId="3605499700" sldId="2147380510"/>
            <ac:spMk id="2" creationId="{2B59C2E8-2659-A455-AC0B-D3C24434DA55}"/>
          </ac:spMkLst>
        </pc:spChg>
        <pc:spChg chg="add del">
          <ac:chgData name="佐々木  大助" userId="c870486a-dad7-4694-ac78-9bbc4445935f" providerId="ADAL" clId="{659DBDB1-223F-46AD-A8EB-1B9939BC3A90}" dt="2024-01-03T05:04:39.349" v="4191" actId="22"/>
          <ac:spMkLst>
            <pc:docMk/>
            <pc:sldMk cId="3605499700" sldId="2147380510"/>
            <ac:spMk id="3" creationId="{4212980F-BCAA-78D2-9B0C-B8FE5A53088D}"/>
          </ac:spMkLst>
        </pc:spChg>
        <pc:spChg chg="del">
          <ac:chgData name="佐々木  大助" userId="c870486a-dad7-4694-ac78-9bbc4445935f" providerId="ADAL" clId="{659DBDB1-223F-46AD-A8EB-1B9939BC3A90}" dt="2024-01-02T06:19:26.927" v="1611" actId="478"/>
          <ac:spMkLst>
            <pc:docMk/>
            <pc:sldMk cId="3605499700" sldId="2147380510"/>
            <ac:spMk id="4" creationId="{61EE20CF-573D-2250-292C-1A4C7ADEAB6B}"/>
          </ac:spMkLst>
        </pc:spChg>
        <pc:spChg chg="add del">
          <ac:chgData name="佐々木  大助" userId="c870486a-dad7-4694-ac78-9bbc4445935f" providerId="ADAL" clId="{659DBDB1-223F-46AD-A8EB-1B9939BC3A90}" dt="2024-01-03T05:04:42.249" v="4193" actId="22"/>
          <ac:spMkLst>
            <pc:docMk/>
            <pc:sldMk cId="3605499700" sldId="2147380510"/>
            <ac:spMk id="5" creationId="{317FBE67-6F40-A053-A977-F4144BAE8CF6}"/>
          </ac:spMkLst>
        </pc:spChg>
        <pc:spChg chg="mod">
          <ac:chgData name="佐々木  大助" userId="c870486a-dad7-4694-ac78-9bbc4445935f" providerId="ADAL" clId="{659DBDB1-223F-46AD-A8EB-1B9939BC3A90}" dt="2024-01-04T04:55:08.251" v="5598" actId="6549"/>
          <ac:spMkLst>
            <pc:docMk/>
            <pc:sldMk cId="3605499700" sldId="2147380510"/>
            <ac:spMk id="11" creationId="{4BB3E7CF-52E3-B80A-3E04-EF0B61CA1156}"/>
          </ac:spMkLst>
        </pc:spChg>
        <pc:graphicFrameChg chg="del">
          <ac:chgData name="佐々木  大助" userId="c870486a-dad7-4694-ac78-9bbc4445935f" providerId="ADAL" clId="{659DBDB1-223F-46AD-A8EB-1B9939BC3A90}" dt="2024-01-02T06:19:26.927" v="1611" actId="478"/>
          <ac:graphicFrameMkLst>
            <pc:docMk/>
            <pc:sldMk cId="3605499700" sldId="2147380510"/>
            <ac:graphicFrameMk id="3" creationId="{4B8F75EA-A4FD-560A-2073-7F93A2730ECB}"/>
          </ac:graphicFrameMkLst>
        </pc:graphicFrameChg>
        <pc:graphicFrameChg chg="del">
          <ac:chgData name="佐々木  大助" userId="c870486a-dad7-4694-ac78-9bbc4445935f" providerId="ADAL" clId="{659DBDB1-223F-46AD-A8EB-1B9939BC3A90}" dt="2024-01-02T06:19:26.927" v="1611" actId="478"/>
          <ac:graphicFrameMkLst>
            <pc:docMk/>
            <pc:sldMk cId="3605499700" sldId="2147380510"/>
            <ac:graphicFrameMk id="5" creationId="{1D24B1FF-3115-1A39-3A05-C1A7BF535320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8T04:08:26.789" v="5806"/>
          <ac:graphicFrameMkLst>
            <pc:docMk/>
            <pc:sldMk cId="3605499700" sldId="2147380510"/>
            <ac:graphicFrameMk id="18" creationId="{0124FE10-05F1-F7A3-EB03-93BCFA57A550}"/>
          </ac:graphicFrameMkLst>
        </pc:graphicFrameChg>
      </pc:sldChg>
      <pc:sldChg chg="del">
        <pc:chgData name="佐々木  大助" userId="c870486a-dad7-4694-ac78-9bbc4445935f" providerId="ADAL" clId="{659DBDB1-223F-46AD-A8EB-1B9939BC3A90}" dt="2024-01-02T05:28:59.103" v="2" actId="47"/>
        <pc:sldMkLst>
          <pc:docMk/>
          <pc:sldMk cId="4101963923" sldId="2147380510"/>
        </pc:sldMkLst>
      </pc:sldChg>
      <pc:sldChg chg="del">
        <pc:chgData name="佐々木  大助" userId="c870486a-dad7-4694-ac78-9bbc4445935f" providerId="ADAL" clId="{659DBDB1-223F-46AD-A8EB-1B9939BC3A90}" dt="2024-01-02T05:28:59.998" v="3" actId="47"/>
        <pc:sldMkLst>
          <pc:docMk/>
          <pc:sldMk cId="1376677041" sldId="2147380511"/>
        </pc:sldMkLst>
      </pc:sldChg>
      <pc:sldChg chg="modSp del mod ord">
        <pc:chgData name="佐々木  大助" userId="c870486a-dad7-4694-ac78-9bbc4445935f" providerId="ADAL" clId="{659DBDB1-223F-46AD-A8EB-1B9939BC3A90}" dt="2024-01-04T01:20:39.219" v="4751" actId="2696"/>
        <pc:sldMkLst>
          <pc:docMk/>
          <pc:sldMk cId="4021892271" sldId="2147380511"/>
        </pc:sldMkLst>
        <pc:spChg chg="mod">
          <ac:chgData name="佐々木  大助" userId="c870486a-dad7-4694-ac78-9bbc4445935f" providerId="ADAL" clId="{659DBDB1-223F-46AD-A8EB-1B9939BC3A90}" dt="2024-01-03T00:20:31.257" v="1768" actId="6549"/>
          <ac:spMkLst>
            <pc:docMk/>
            <pc:sldMk cId="4021892271" sldId="2147380511"/>
            <ac:spMk id="11" creationId="{4BB3E7CF-52E3-B80A-3E04-EF0B61CA1156}"/>
          </ac:spMkLst>
        </pc:spChg>
        <pc:graphicFrameChg chg="mod modGraphic">
          <ac:chgData name="佐々木  大助" userId="c870486a-dad7-4694-ac78-9bbc4445935f" providerId="ADAL" clId="{659DBDB1-223F-46AD-A8EB-1B9939BC3A90}" dt="2024-01-03T02:40:36.908" v="3600" actId="6549"/>
          <ac:graphicFrameMkLst>
            <pc:docMk/>
            <pc:sldMk cId="4021892271" sldId="2147380511"/>
            <ac:graphicFrameMk id="18" creationId="{0124FE10-05F1-F7A3-EB03-93BCFA57A550}"/>
          </ac:graphicFrameMkLst>
        </pc:graphicFrameChg>
      </pc:sldChg>
      <pc:sldChg chg="modSp del mod">
        <pc:chgData name="佐々木  大助" userId="c870486a-dad7-4694-ac78-9bbc4445935f" providerId="ADAL" clId="{659DBDB1-223F-46AD-A8EB-1B9939BC3A90}" dt="2024-01-02T06:33:36.682" v="1735" actId="2696"/>
        <pc:sldMkLst>
          <pc:docMk/>
          <pc:sldMk cId="4213508555" sldId="2147380511"/>
        </pc:sldMkLst>
        <pc:graphicFrameChg chg="mod modGraphic">
          <ac:chgData name="佐々木  大助" userId="c870486a-dad7-4694-ac78-9bbc4445935f" providerId="ADAL" clId="{659DBDB1-223F-46AD-A8EB-1B9939BC3A90}" dt="2024-01-02T06:33:30.333" v="1734" actId="14100"/>
          <ac:graphicFrameMkLst>
            <pc:docMk/>
            <pc:sldMk cId="4213508555" sldId="2147380511"/>
            <ac:graphicFrameMk id="3" creationId="{4B8F75EA-A4FD-560A-2073-7F93A2730ECB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2T06:33:30.333" v="1734" actId="14100"/>
          <ac:graphicFrameMkLst>
            <pc:docMk/>
            <pc:sldMk cId="4213508555" sldId="2147380511"/>
            <ac:graphicFrameMk id="5" creationId="{1D24B1FF-3115-1A39-3A05-C1A7BF535320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2T06:33:30.333" v="1734" actId="14100"/>
          <ac:graphicFrameMkLst>
            <pc:docMk/>
            <pc:sldMk cId="4213508555" sldId="2147380511"/>
            <ac:graphicFrameMk id="18" creationId="{0124FE10-05F1-F7A3-EB03-93BCFA57A550}"/>
          </ac:graphicFrameMkLst>
        </pc:graphicFrameChg>
      </pc:sldChg>
      <pc:sldChg chg="modSp mod ord">
        <pc:chgData name="佐々木  大助" userId="c870486a-dad7-4694-ac78-9bbc4445935f" providerId="ADAL" clId="{659DBDB1-223F-46AD-A8EB-1B9939BC3A90}" dt="2024-01-08T05:42:24.615" v="6171"/>
        <pc:sldMkLst>
          <pc:docMk/>
          <pc:sldMk cId="2117975527" sldId="2147380512"/>
        </pc:sldMkLst>
        <pc:spChg chg="mod">
          <ac:chgData name="佐々木  大助" userId="c870486a-dad7-4694-ac78-9bbc4445935f" providerId="ADAL" clId="{659DBDB1-223F-46AD-A8EB-1B9939BC3A90}" dt="2024-01-03T00:37:45.589" v="2320" actId="14100"/>
          <ac:spMkLst>
            <pc:docMk/>
            <pc:sldMk cId="2117975527" sldId="2147380512"/>
            <ac:spMk id="11" creationId="{4BB3E7CF-52E3-B80A-3E04-EF0B61CA1156}"/>
          </ac:spMkLst>
        </pc:spChg>
        <pc:graphicFrameChg chg="mod modGraphic">
          <ac:chgData name="佐々木  大助" userId="c870486a-dad7-4694-ac78-9bbc4445935f" providerId="ADAL" clId="{659DBDB1-223F-46AD-A8EB-1B9939BC3A90}" dt="2024-01-08T05:42:24.615" v="6171"/>
          <ac:graphicFrameMkLst>
            <pc:docMk/>
            <pc:sldMk cId="2117975527" sldId="2147380512"/>
            <ac:graphicFrameMk id="18" creationId="{0124FE10-05F1-F7A3-EB03-93BCFA57A550}"/>
          </ac:graphicFrameMkLst>
        </pc:graphicFrameChg>
      </pc:sldChg>
      <pc:sldChg chg="addSp delSp modSp add mod">
        <pc:chgData name="佐々木  大助" userId="c870486a-dad7-4694-ac78-9bbc4445935f" providerId="ADAL" clId="{659DBDB1-223F-46AD-A8EB-1B9939BC3A90}" dt="2024-01-03T04:17:29.723" v="4083" actId="20577"/>
        <pc:sldMkLst>
          <pc:docMk/>
          <pc:sldMk cId="1793105155" sldId="2147380513"/>
        </pc:sldMkLst>
        <pc:spChg chg="add mod">
          <ac:chgData name="佐々木  大助" userId="c870486a-dad7-4694-ac78-9bbc4445935f" providerId="ADAL" clId="{659DBDB1-223F-46AD-A8EB-1B9939BC3A90}" dt="2024-01-03T02:46:41.761" v="3703" actId="20577"/>
          <ac:spMkLst>
            <pc:docMk/>
            <pc:sldMk cId="1793105155" sldId="2147380513"/>
            <ac:spMk id="6" creationId="{DCE47D0E-A521-13FE-DD7A-AFD23ACE6D60}"/>
          </ac:spMkLst>
        </pc:spChg>
        <pc:spChg chg="del">
          <ac:chgData name="佐々木  大助" userId="c870486a-dad7-4694-ac78-9bbc4445935f" providerId="ADAL" clId="{659DBDB1-223F-46AD-A8EB-1B9939BC3A90}" dt="2024-01-03T02:45:11.815" v="3667" actId="21"/>
          <ac:spMkLst>
            <pc:docMk/>
            <pc:sldMk cId="1793105155" sldId="2147380513"/>
            <ac:spMk id="11" creationId="{4BB3E7CF-52E3-B80A-3E04-EF0B61CA1156}"/>
          </ac:spMkLst>
        </pc:spChg>
        <pc:graphicFrameChg chg="add del mod modGraphic">
          <ac:chgData name="佐々木  大助" userId="c870486a-dad7-4694-ac78-9bbc4445935f" providerId="ADAL" clId="{659DBDB1-223F-46AD-A8EB-1B9939BC3A90}" dt="2024-01-03T02:42:02.034" v="3609" actId="21"/>
          <ac:graphicFrameMkLst>
            <pc:docMk/>
            <pc:sldMk cId="1793105155" sldId="2147380513"/>
            <ac:graphicFrameMk id="2" creationId="{62955AFD-E919-CFD0-7160-734162114C49}"/>
          </ac:graphicFrameMkLst>
        </pc:graphicFrameChg>
        <pc:graphicFrameChg chg="add del mod">
          <ac:chgData name="佐々木  大助" userId="c870486a-dad7-4694-ac78-9bbc4445935f" providerId="ADAL" clId="{659DBDB1-223F-46AD-A8EB-1B9939BC3A90}" dt="2024-01-03T02:42:20.724" v="3611" actId="21"/>
          <ac:graphicFrameMkLst>
            <pc:docMk/>
            <pc:sldMk cId="1793105155" sldId="2147380513"/>
            <ac:graphicFrameMk id="3" creationId="{39935B9D-80F9-E9B8-4F3E-CEB56BC06151}"/>
          </ac:graphicFrameMkLst>
        </pc:graphicFrameChg>
        <pc:graphicFrameChg chg="add del mod modGraphic">
          <ac:chgData name="佐々木  大助" userId="c870486a-dad7-4694-ac78-9bbc4445935f" providerId="ADAL" clId="{659DBDB1-223F-46AD-A8EB-1B9939BC3A90}" dt="2024-01-03T02:45:37.310" v="3671" actId="21"/>
          <ac:graphicFrameMkLst>
            <pc:docMk/>
            <pc:sldMk cId="1793105155" sldId="2147380513"/>
            <ac:graphicFrameMk id="4" creationId="{130032DB-488F-107E-031D-FF760395F9CE}"/>
          </ac:graphicFrameMkLst>
        </pc:graphicFrameChg>
        <pc:graphicFrameChg chg="add mod modGraphic">
          <ac:chgData name="佐々木  大助" userId="c870486a-dad7-4694-ac78-9bbc4445935f" providerId="ADAL" clId="{659DBDB1-223F-46AD-A8EB-1B9939BC3A90}" dt="2024-01-03T04:17:29.723" v="4083" actId="20577"/>
          <ac:graphicFrameMkLst>
            <pc:docMk/>
            <pc:sldMk cId="1793105155" sldId="2147380513"/>
            <ac:graphicFrameMk id="5" creationId="{E05622C9-17EB-2828-C84D-8D1CEC3C387D}"/>
          </ac:graphicFrameMkLst>
        </pc:graphicFrameChg>
        <pc:graphicFrameChg chg="del">
          <ac:chgData name="佐々木  大助" userId="c870486a-dad7-4694-ac78-9bbc4445935f" providerId="ADAL" clId="{659DBDB1-223F-46AD-A8EB-1B9939BC3A90}" dt="2024-01-03T02:45:14.990" v="3668" actId="21"/>
          <ac:graphicFrameMkLst>
            <pc:docMk/>
            <pc:sldMk cId="1793105155" sldId="2147380513"/>
            <ac:graphicFrameMk id="18" creationId="{0124FE10-05F1-F7A3-EB03-93BCFA57A550}"/>
          </ac:graphicFrameMkLst>
        </pc:graphicFrameChg>
      </pc:sldChg>
      <pc:sldChg chg="modSp add del mod">
        <pc:chgData name="佐々木  大助" userId="c870486a-dad7-4694-ac78-9bbc4445935f" providerId="ADAL" clId="{659DBDB1-223F-46AD-A8EB-1B9939BC3A90}" dt="2024-01-04T01:51:59.373" v="4965" actId="2696"/>
        <pc:sldMkLst>
          <pc:docMk/>
          <pc:sldMk cId="705489381" sldId="2147380514"/>
        </pc:sldMkLst>
        <pc:spChg chg="mod">
          <ac:chgData name="佐々木  大助" userId="c870486a-dad7-4694-ac78-9bbc4445935f" providerId="ADAL" clId="{659DBDB1-223F-46AD-A8EB-1B9939BC3A90}" dt="2024-01-04T01:24:25.849" v="4832" actId="20577"/>
          <ac:spMkLst>
            <pc:docMk/>
            <pc:sldMk cId="705489381" sldId="2147380514"/>
            <ac:spMk id="11" creationId="{4BB3E7CF-52E3-B80A-3E04-EF0B61CA1156}"/>
          </ac:spMkLst>
        </pc:spChg>
      </pc:sldChg>
      <pc:sldChg chg="addSp delSp modSp add mod ord">
        <pc:chgData name="佐々木  大助" userId="c870486a-dad7-4694-ac78-9bbc4445935f" providerId="ADAL" clId="{659DBDB1-223F-46AD-A8EB-1B9939BC3A90}" dt="2024-01-08T05:41:31.836" v="6162"/>
        <pc:sldMkLst>
          <pc:docMk/>
          <pc:sldMk cId="4187736562" sldId="2147380514"/>
        </pc:sldMkLst>
        <pc:spChg chg="del mod">
          <ac:chgData name="佐々木  大助" userId="c870486a-dad7-4694-ac78-9bbc4445935f" providerId="ADAL" clId="{659DBDB1-223F-46AD-A8EB-1B9939BC3A90}" dt="2024-01-08T04:07:31.228" v="5799" actId="21"/>
          <ac:spMkLst>
            <pc:docMk/>
            <pc:sldMk cId="4187736562" sldId="2147380514"/>
            <ac:spMk id="2" creationId="{2B59C2E8-2659-A455-AC0B-D3C24434DA55}"/>
          </ac:spMkLst>
        </pc:spChg>
        <pc:spChg chg="mod">
          <ac:chgData name="佐々木  大助" userId="c870486a-dad7-4694-ac78-9bbc4445935f" providerId="ADAL" clId="{659DBDB1-223F-46AD-A8EB-1B9939BC3A90}" dt="2024-01-08T05:40:56.615" v="6160" actId="1076"/>
          <ac:spMkLst>
            <pc:docMk/>
            <pc:sldMk cId="4187736562" sldId="2147380514"/>
            <ac:spMk id="4" creationId="{61EE20CF-573D-2250-292C-1A4C7ADEAB6B}"/>
          </ac:spMkLst>
        </pc:spChg>
        <pc:spChg chg="add mod">
          <ac:chgData name="佐々木  大助" userId="c870486a-dad7-4694-ac78-9bbc4445935f" providerId="ADAL" clId="{659DBDB1-223F-46AD-A8EB-1B9939BC3A90}" dt="2024-01-08T04:07:22.154" v="5797" actId="20577"/>
          <ac:spMkLst>
            <pc:docMk/>
            <pc:sldMk cId="4187736562" sldId="2147380514"/>
            <ac:spMk id="7" creationId="{8138D7C1-12B3-811B-0C13-2CE52FA3CD1F}"/>
          </ac:spMkLst>
        </pc:spChg>
        <pc:spChg chg="add del mod">
          <ac:chgData name="佐々木  大助" userId="c870486a-dad7-4694-ac78-9bbc4445935f" providerId="ADAL" clId="{659DBDB1-223F-46AD-A8EB-1B9939BC3A90}" dt="2024-01-08T05:41:31.836" v="6162"/>
          <ac:spMkLst>
            <pc:docMk/>
            <pc:sldMk cId="4187736562" sldId="2147380514"/>
            <ac:spMk id="8" creationId="{05249AEF-ADE9-A6B1-266D-714B13A40113}"/>
          </ac:spMkLst>
        </pc:spChg>
        <pc:spChg chg="del">
          <ac:chgData name="佐々木  大助" userId="c870486a-dad7-4694-ac78-9bbc4445935f" providerId="ADAL" clId="{659DBDB1-223F-46AD-A8EB-1B9939BC3A90}" dt="2024-01-04T01:52:48.157" v="4967" actId="21"/>
          <ac:spMkLst>
            <pc:docMk/>
            <pc:sldMk cId="4187736562" sldId="2147380514"/>
            <ac:spMk id="11" creationId="{4BB3E7CF-52E3-B80A-3E04-EF0B61CA1156}"/>
          </ac:spMkLst>
        </pc:spChg>
        <pc:graphicFrameChg chg="mod modGraphic">
          <ac:chgData name="佐々木  大助" userId="c870486a-dad7-4694-ac78-9bbc4445935f" providerId="ADAL" clId="{659DBDB1-223F-46AD-A8EB-1B9939BC3A90}" dt="2024-01-08T05:40:38.353" v="6158" actId="1076"/>
          <ac:graphicFrameMkLst>
            <pc:docMk/>
            <pc:sldMk cId="4187736562" sldId="2147380514"/>
            <ac:graphicFrameMk id="3" creationId="{4B8F75EA-A4FD-560A-2073-7F93A2730ECB}"/>
          </ac:graphicFrameMkLst>
        </pc:graphicFrameChg>
        <pc:graphicFrameChg chg="mod">
          <ac:chgData name="佐々木  大助" userId="c870486a-dad7-4694-ac78-9bbc4445935f" providerId="ADAL" clId="{659DBDB1-223F-46AD-A8EB-1B9939BC3A90}" dt="2024-01-08T05:40:56.615" v="6160" actId="1076"/>
          <ac:graphicFrameMkLst>
            <pc:docMk/>
            <pc:sldMk cId="4187736562" sldId="2147380514"/>
            <ac:graphicFrameMk id="5" creationId="{1D24B1FF-3115-1A39-3A05-C1A7BF535320}"/>
          </ac:graphicFrameMkLst>
        </pc:graphicFrameChg>
        <pc:graphicFrameChg chg="del">
          <ac:chgData name="佐々木  大助" userId="c870486a-dad7-4694-ac78-9bbc4445935f" providerId="ADAL" clId="{659DBDB1-223F-46AD-A8EB-1B9939BC3A90}" dt="2024-01-04T01:52:58.269" v="4968" actId="21"/>
          <ac:graphicFrameMkLst>
            <pc:docMk/>
            <pc:sldMk cId="4187736562" sldId="2147380514"/>
            <ac:graphicFrameMk id="18" creationId="{0124FE10-05F1-F7A3-EB03-93BCFA57A550}"/>
          </ac:graphicFrameMkLst>
        </pc:graphicFrameChg>
      </pc:sldChg>
      <pc:sldChg chg="new del">
        <pc:chgData name="佐々木  大助" userId="c870486a-dad7-4694-ac78-9bbc4445935f" providerId="ADAL" clId="{659DBDB1-223F-46AD-A8EB-1B9939BC3A90}" dt="2024-01-04T02:10:35.715" v="5043" actId="2696"/>
        <pc:sldMkLst>
          <pc:docMk/>
          <pc:sldMk cId="3591611903" sldId="2147380515"/>
        </pc:sldMkLst>
      </pc:sldChg>
      <pc:sldChg chg="delSp modSp add mod">
        <pc:chgData name="佐々木  大助" userId="c870486a-dad7-4694-ac78-9bbc4445935f" providerId="ADAL" clId="{659DBDB1-223F-46AD-A8EB-1B9939BC3A90}" dt="2024-01-08T04:06:38.656" v="5784" actId="20577"/>
        <pc:sldMkLst>
          <pc:docMk/>
          <pc:sldMk cId="3650378863" sldId="2147380515"/>
        </pc:sldMkLst>
        <pc:spChg chg="mod">
          <ac:chgData name="佐々木  大助" userId="c870486a-dad7-4694-ac78-9bbc4445935f" providerId="ADAL" clId="{659DBDB1-223F-46AD-A8EB-1B9939BC3A90}" dt="2024-01-08T04:06:06.002" v="5775" actId="1076"/>
          <ac:spMkLst>
            <pc:docMk/>
            <pc:sldMk cId="3650378863" sldId="2147380515"/>
            <ac:spMk id="2" creationId="{2B59C2E8-2659-A455-AC0B-D3C24434DA55}"/>
          </ac:spMkLst>
        </pc:spChg>
        <pc:spChg chg="del">
          <ac:chgData name="佐々木  大助" userId="c870486a-dad7-4694-ac78-9bbc4445935f" providerId="ADAL" clId="{659DBDB1-223F-46AD-A8EB-1B9939BC3A90}" dt="2024-01-08T04:05:03.136" v="5760" actId="478"/>
          <ac:spMkLst>
            <pc:docMk/>
            <pc:sldMk cId="3650378863" sldId="2147380515"/>
            <ac:spMk id="4" creationId="{61EE20CF-573D-2250-292C-1A4C7ADEAB6B}"/>
          </ac:spMkLst>
        </pc:spChg>
        <pc:spChg chg="mod">
          <ac:chgData name="佐々木  大助" userId="c870486a-dad7-4694-ac78-9bbc4445935f" providerId="ADAL" clId="{659DBDB1-223F-46AD-A8EB-1B9939BC3A90}" dt="2024-01-08T04:06:38.656" v="5784" actId="20577"/>
          <ac:spMkLst>
            <pc:docMk/>
            <pc:sldMk cId="3650378863" sldId="2147380515"/>
            <ac:spMk id="11" creationId="{4BB3E7CF-52E3-B80A-3E04-EF0B61CA1156}"/>
          </ac:spMkLst>
        </pc:spChg>
        <pc:graphicFrameChg chg="mod">
          <ac:chgData name="佐々木  大助" userId="c870486a-dad7-4694-ac78-9bbc4445935f" providerId="ADAL" clId="{659DBDB1-223F-46AD-A8EB-1B9939BC3A90}" dt="2024-01-08T04:06:06.002" v="5775" actId="1076"/>
          <ac:graphicFrameMkLst>
            <pc:docMk/>
            <pc:sldMk cId="3650378863" sldId="2147380515"/>
            <ac:graphicFrameMk id="3" creationId="{4B8F75EA-A4FD-560A-2073-7F93A2730ECB}"/>
          </ac:graphicFrameMkLst>
        </pc:graphicFrameChg>
        <pc:graphicFrameChg chg="del">
          <ac:chgData name="佐々木  大助" userId="c870486a-dad7-4694-ac78-9bbc4445935f" providerId="ADAL" clId="{659DBDB1-223F-46AD-A8EB-1B9939BC3A90}" dt="2024-01-08T04:05:03.136" v="5760" actId="478"/>
          <ac:graphicFrameMkLst>
            <pc:docMk/>
            <pc:sldMk cId="3650378863" sldId="2147380515"/>
            <ac:graphicFrameMk id="5" creationId="{1D24B1FF-3115-1A39-3A05-C1A7BF535320}"/>
          </ac:graphicFrameMkLst>
        </pc:graphicFrameChg>
        <pc:graphicFrameChg chg="mod modGraphic">
          <ac:chgData name="佐々木  大助" userId="c870486a-dad7-4694-ac78-9bbc4445935f" providerId="ADAL" clId="{659DBDB1-223F-46AD-A8EB-1B9939BC3A90}" dt="2024-01-08T04:05:31.177" v="5765"/>
          <ac:graphicFrameMkLst>
            <pc:docMk/>
            <pc:sldMk cId="3650378863" sldId="2147380515"/>
            <ac:graphicFrameMk id="18" creationId="{0124FE10-05F1-F7A3-EB03-93BCFA57A550}"/>
          </ac:graphicFrameMkLst>
        </pc:graphicFrameChg>
      </pc:sldChg>
      <pc:sldMasterChg chg="delSldLayout">
        <pc:chgData name="佐々木  大助" userId="c870486a-dad7-4694-ac78-9bbc4445935f" providerId="ADAL" clId="{659DBDB1-223F-46AD-A8EB-1B9939BC3A90}" dt="2024-01-02T05:29:03.623" v="5" actId="47"/>
        <pc:sldMasterMkLst>
          <pc:docMk/>
          <pc:sldMasterMk cId="3540084592" sldId="2147483671"/>
        </pc:sldMasterMkLst>
        <pc:sldLayoutChg chg="del">
          <pc:chgData name="佐々木  大助" userId="c870486a-dad7-4694-ac78-9bbc4445935f" providerId="ADAL" clId="{659DBDB1-223F-46AD-A8EB-1B9939BC3A90}" dt="2024-01-02T05:29:03.623" v="5" actId="47"/>
          <pc:sldLayoutMkLst>
            <pc:docMk/>
            <pc:sldMasterMk cId="3540084592" sldId="2147483671"/>
            <pc:sldLayoutMk cId="218840517" sldId="2147483678"/>
          </pc:sldLayoutMkLst>
        </pc:sldLayoutChg>
      </pc:sldMasterChg>
    </pc:docChg>
  </pc:docChgLst>
  <pc:docChgLst>
    <pc:chgData name="佐々木  大助" userId="S::daisuke.sasaki@kasumi.co.jp::c870486a-dad7-4694-ac78-9bbc4445935f" providerId="AD" clId="Web-{77E88982-0292-7CAB-2505-219005E01624}"/>
    <pc:docChg chg="modSld">
      <pc:chgData name="佐々木  大助" userId="S::daisuke.sasaki@kasumi.co.jp::c870486a-dad7-4694-ac78-9bbc4445935f" providerId="AD" clId="Web-{77E88982-0292-7CAB-2505-219005E01624}" dt="2024-01-03T23:55:56.883" v="9"/>
      <pc:docMkLst>
        <pc:docMk/>
      </pc:docMkLst>
      <pc:sldChg chg="modSp">
        <pc:chgData name="佐々木  大助" userId="S::daisuke.sasaki@kasumi.co.jp::c870486a-dad7-4694-ac78-9bbc4445935f" providerId="AD" clId="Web-{77E88982-0292-7CAB-2505-219005E01624}" dt="2024-01-03T23:55:56.883" v="9"/>
        <pc:sldMkLst>
          <pc:docMk/>
          <pc:sldMk cId="2512555999" sldId="2147380509"/>
        </pc:sldMkLst>
        <pc:graphicFrameChg chg="mod modGraphic">
          <ac:chgData name="佐々木  大助" userId="S::daisuke.sasaki@kasumi.co.jp::c870486a-dad7-4694-ac78-9bbc4445935f" providerId="AD" clId="Web-{77E88982-0292-7CAB-2505-219005E01624}" dt="2024-01-03T23:55:56.883" v="9"/>
          <ac:graphicFrameMkLst>
            <pc:docMk/>
            <pc:sldMk cId="2512555999" sldId="2147380509"/>
            <ac:graphicFrameMk id="18" creationId="{0124FE10-05F1-F7A3-EB03-93BCFA57A55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2024/1/8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137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444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093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063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374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993335-684B-4E69-98A7-E833F2769094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170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9AE715-74A3-4404-B702-551D2E330CAA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4433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3.xml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50385" y="2519421"/>
            <a:ext cx="10363200" cy="1470025"/>
          </a:xfrm>
        </p:spPr>
        <p:txBody>
          <a:bodyPr/>
          <a:lstStyle>
            <a:lvl1pPr algn="ctr">
              <a:defRPr sz="36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118253" y="161682"/>
            <a:ext cx="6838968" cy="1392798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 dirty="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00" b="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43841" y="556954"/>
            <a:ext cx="11715120" cy="56775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3429001"/>
            <a:ext cx="10363200" cy="1362075"/>
          </a:xfrm>
        </p:spPr>
        <p:txBody>
          <a:bodyPr anchor="ctr"/>
          <a:lstStyle>
            <a:lvl1pPr algn="l">
              <a:defRPr sz="3000" b="0" cap="all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4400" y="1928812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0934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93057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205840" y="606827"/>
            <a:ext cx="5753121" cy="56581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8649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F84EA4-4943-4335-B156-92246BE8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8985182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8422" y="127753"/>
            <a:ext cx="11815157" cy="3793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195811" y="619299"/>
            <a:ext cx="5778269" cy="5486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6217920" y="6192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6217920" y="3438699"/>
            <a:ext cx="5778269" cy="2667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6832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1903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494444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0894593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716539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149232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16571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graphicFrame>
        <p:nvGraphicFramePr>
          <p:cNvPr id="16" name="オブジェクト 15"/>
          <p:cNvGraphicFramePr>
            <a:graphicFrameLocks noChangeAspect="1"/>
          </p:cNvGraphicFramePr>
          <p:nvPr userDrawn="1"/>
        </p:nvGraphicFramePr>
        <p:xfrm>
          <a:off x="10761820" y="111750"/>
          <a:ext cx="1274625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2" imgW="8392696" imgH="3552381" progId="">
                  <p:embed/>
                </p:oleObj>
              </mc:Choice>
              <mc:Fallback>
                <p:oleObj name="Photo Editor 写真" r:id="rId2" imgW="8392696" imgH="3552381" progId="">
                  <p:embed/>
                  <p:pic>
                    <p:nvPicPr>
                      <p:cNvPr id="16" name="オブジェクト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1820" y="111750"/>
                        <a:ext cx="1274625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オブジェクト 9"/>
          <p:cNvGraphicFramePr>
            <a:graphicFrameLocks/>
          </p:cNvGraphicFramePr>
          <p:nvPr userDrawn="1"/>
        </p:nvGraphicFramePr>
        <p:xfrm>
          <a:off x="186268" y="600076"/>
          <a:ext cx="11851217" cy="4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4" imgW="3362794" imgH="1495634" progId="">
                  <p:embed/>
                </p:oleObj>
              </mc:Choice>
              <mc:Fallback>
                <p:oleObj name="Photo Editor 写真" r:id="rId4" imgW="3362794" imgH="1495634" progId="">
                  <p:embed/>
                  <p:pic>
                    <p:nvPicPr>
                      <p:cNvPr id="10" name="オブジェクト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68" y="600076"/>
                        <a:ext cx="11851217" cy="4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39349" y="55116"/>
            <a:ext cx="10177131" cy="476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5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10728777" y="6481080"/>
            <a:ext cx="1390649" cy="3333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A9A30-F9AE-459C-8BCA-215E2D3D928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graphicFrame>
        <p:nvGraphicFramePr>
          <p:cNvPr id="3086" name="Object 6"/>
          <p:cNvGraphicFramePr>
            <a:graphicFrameLocks/>
          </p:cNvGraphicFramePr>
          <p:nvPr/>
        </p:nvGraphicFramePr>
        <p:xfrm>
          <a:off x="188384" y="6469063"/>
          <a:ext cx="11851216" cy="4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6" imgW="3362794" imgH="1495634" progId="">
                  <p:embed/>
                </p:oleObj>
              </mc:Choice>
              <mc:Fallback>
                <p:oleObj name="Photo Editor 写真" r:id="rId6" imgW="3362794" imgH="1495634" progId="">
                  <p:embed/>
                  <p:pic>
                    <p:nvPicPr>
                      <p:cNvPr id="3086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84" y="6469063"/>
                        <a:ext cx="11851216" cy="4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正方形/長方形 16"/>
          <p:cNvSpPr/>
          <p:nvPr userDrawn="1"/>
        </p:nvSpPr>
        <p:spPr>
          <a:xfrm>
            <a:off x="49749" y="6540816"/>
            <a:ext cx="403244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Copyright ©</a:t>
            </a:r>
            <a:r>
              <a:rPr lang="en-US" altLang="ja-JP" sz="800" baseline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2022</a:t>
            </a:r>
            <a:r>
              <a:rPr lang="en-US" altLang="ja-JP" sz="800" baseline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VINX</a:t>
            </a:r>
            <a:r>
              <a:rPr lang="en-US" altLang="ja-JP" sz="800" baseline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CORP. All Rights Reserved.</a:t>
            </a:r>
            <a:endParaRPr lang="ja-JP" altLang="en-US" sz="800">
              <a:solidFill>
                <a:srgbClr val="00B0F0"/>
              </a:solidFill>
              <a:latin typeface="Arial Unicode MS" pitchFamily="50" charset="-128"/>
              <a:ea typeface="Arial Unicode MS" pitchFamily="50" charset="-128"/>
              <a:cs typeface="Arial Unicode MS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9906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5"/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726530150"/>
              </p:ext>
            </p:extLst>
          </p:nvPr>
        </p:nvGraphicFramePr>
        <p:xfrm>
          <a:off x="186269" y="534051"/>
          <a:ext cx="11851217" cy="4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2" imgW="3362794" imgH="1495634" progId="">
                  <p:embed/>
                </p:oleObj>
              </mc:Choice>
              <mc:Fallback>
                <p:oleObj name="Photo Editor 写真" r:id="rId2" imgW="3362794" imgH="1495634" progId="">
                  <p:embed/>
                  <p:pic>
                    <p:nvPicPr>
                      <p:cNvPr id="5" name="オブジェクト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69" y="534051"/>
                        <a:ext cx="11851217" cy="4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7301336"/>
              </p:ext>
            </p:extLst>
          </p:nvPr>
        </p:nvGraphicFramePr>
        <p:xfrm>
          <a:off x="188384" y="6526039"/>
          <a:ext cx="11851216" cy="4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4" imgW="3362794" imgH="1495634" progId="">
                  <p:embed/>
                </p:oleObj>
              </mc:Choice>
              <mc:Fallback>
                <p:oleObj name="Photo Editor 写真" r:id="rId4" imgW="3362794" imgH="1495634" progId="">
                  <p:embed/>
                  <p:pic>
                    <p:nvPicPr>
                      <p:cNvPr id="6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84" y="6526039"/>
                        <a:ext cx="11851216" cy="4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0AEA5C7-A521-47A0-B0E5-B5D857648F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800" y="6597476"/>
            <a:ext cx="4032251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defRPr/>
            </a:pPr>
            <a:r>
              <a:rPr lang="en-US" altLang="ja-JP" sz="800">
                <a:solidFill>
                  <a:srgbClr val="00B0F0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Copyright © 2022 VINX CORP. All Rights Reserved.</a:t>
            </a:r>
            <a:endParaRPr lang="ja-JP" altLang="en-US" sz="800">
              <a:solidFill>
                <a:srgbClr val="00B0F0"/>
              </a:solidFill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30FF367-416C-4AEF-9EFD-27410C4EBD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25274" y="6608340"/>
            <a:ext cx="958849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9pPr>
          </a:lstStyle>
          <a:p>
            <a:pPr algn="ctr" eaLnBrk="1" hangingPunct="1">
              <a:defRPr/>
            </a:pPr>
            <a:fld id="{74F82A7B-CC31-423E-881C-BEB3D68F0693}" type="slidenum">
              <a:rPr lang="en-US" altLang="ja-JP" sz="1100" b="0" smtClean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メイリオ" panose="020B0604030504040204" pitchFamily="50" charset="-128"/>
              </a:rPr>
              <a:pPr algn="ctr" eaLnBrk="1" hangingPunct="1">
                <a:defRPr/>
              </a:pPr>
              <a:t>‹#›</a:t>
            </a:fld>
            <a:endParaRPr lang="en-US" altLang="ja-JP" sz="1100" b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8174472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>
            <a:spLocks noChangeArrowheads="1"/>
          </p:cNvSpPr>
          <p:nvPr userDrawn="1"/>
        </p:nvSpPr>
        <p:spPr bwMode="auto">
          <a:xfrm>
            <a:off x="50800" y="6540500"/>
            <a:ext cx="4032251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ja-JP" sz="800" dirty="0">
                <a:solidFill>
                  <a:srgbClr val="00B0F0"/>
                </a:solidFill>
                <a:latin typeface="Arial Unicode MS" pitchFamily="50" charset="-128"/>
                <a:ea typeface="Arial Unicode MS" pitchFamily="50" charset="-128"/>
                <a:cs typeface="Arial Unicode MS" pitchFamily="50" charset="-128"/>
              </a:rPr>
              <a:t>Copyright © 2022 VINX CORP. All Rights Reserved.</a:t>
            </a:r>
            <a:endParaRPr lang="ja-JP" altLang="en-US" sz="800" dirty="0">
              <a:solidFill>
                <a:srgbClr val="00B0F0"/>
              </a:solidFill>
              <a:latin typeface="Arial Unicode MS" pitchFamily="50" charset="-128"/>
              <a:ea typeface="Arial Unicode MS" pitchFamily="50" charset="-128"/>
              <a:cs typeface="Arial Unicode MS" pitchFamily="50" charset="-128"/>
            </a:endParaRP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/>
        </p:nvGraphicFramePr>
        <p:xfrm>
          <a:off x="10320867" y="123825"/>
          <a:ext cx="170391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2" imgW="8392696" imgH="3552381" progId="">
                  <p:embed/>
                </p:oleObj>
              </mc:Choice>
              <mc:Fallback>
                <p:oleObj name="Photo Editor 写真" r:id="rId2" imgW="8392696" imgH="3552381" progId="">
                  <p:embed/>
                  <p:pic>
                    <p:nvPicPr>
                      <p:cNvPr id="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0867" y="123825"/>
                        <a:ext cx="1703917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/>
          </p:cNvGraphicFramePr>
          <p:nvPr/>
        </p:nvGraphicFramePr>
        <p:xfrm>
          <a:off x="188384" y="6469063"/>
          <a:ext cx="11851216" cy="4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写真" r:id="rId4" imgW="3362794" imgH="1495634" progId="">
                  <p:embed/>
                </p:oleObj>
              </mc:Choice>
              <mc:Fallback>
                <p:oleObj name="Photo Editor 写真" r:id="rId4" imgW="3362794" imgH="1495634" progId="">
                  <p:embed/>
                  <p:pic>
                    <p:nvPicPr>
                      <p:cNvPr id="6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384" y="6469063"/>
                        <a:ext cx="11851216" cy="4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11377085" y="6570664"/>
            <a:ext cx="958849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36000" rIns="36000" bIns="36000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9pPr>
          </a:lstStyle>
          <a:p>
            <a:pPr algn="ctr" eaLnBrk="1" hangingPunct="1">
              <a:defRPr/>
            </a:pPr>
            <a:fld id="{44D9A091-8B52-4876-8169-1B62EDD9573D}" type="slidenum">
              <a:rPr lang="en-US" altLang="ja-JP" sz="110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ctr" eaLnBrk="1" hangingPunct="1">
                <a:defRPr/>
              </a:pPr>
              <a:t>‹#›</a:t>
            </a:fld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967542" y="1700809"/>
            <a:ext cx="9403093" cy="1470025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000682" y="3429000"/>
            <a:ext cx="774372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2155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4621875" y="6614397"/>
            <a:ext cx="7570124" cy="24938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accent6">
                  <a:lumMod val="75000"/>
                </a:schemeClr>
              </a:gs>
              <a:gs pos="100000">
                <a:srgbClr val="C0000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900" b="0" i="1" baseline="0" dirty="0">
                <a:solidFill>
                  <a:schemeClr val="bg1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Art, Science, Craft, New Business Model</a:t>
            </a:r>
            <a:endParaRPr lang="ja-JP" altLang="en-US" sz="900" b="0" i="1">
              <a:solidFill>
                <a:schemeClr val="bg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43841" y="131005"/>
            <a:ext cx="11715120" cy="370640"/>
          </a:xfrm>
          <a:prstGeom prst="rect">
            <a:avLst/>
          </a:prstGeom>
          <a:noFill/>
          <a:effectLst>
            <a:softEdge rad="31750"/>
          </a:effectLst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288828" y="664843"/>
            <a:ext cx="11686316" cy="569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2245926" y="6608617"/>
            <a:ext cx="5016007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Copyright ©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 dirty="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BFABE208-647F-40BE-B248-15B2DCFB6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531" y="6519184"/>
            <a:ext cx="1828800" cy="24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1465E4-7A52-4BD6-9B17-AAE8073F4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2111" y="65516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fld id="{C4011EC6-74A0-4115-8BAE-80F68B10E8D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70" r:id="rId7"/>
    <p:sldLayoutId id="2147483669" r:id="rId8"/>
  </p:sldLayoutIdLst>
  <p:transition>
    <p:zoom/>
  </p:transition>
  <p:hf sldNum="0"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kumimoji="1" sz="2000" b="0" kern="1200">
          <a:solidFill>
            <a:schemeClr val="tx1"/>
          </a:solidFill>
          <a:latin typeface="+mj-e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 dirty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239349" y="116632"/>
            <a:ext cx="10177131" cy="508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836712"/>
            <a:ext cx="10972800" cy="5289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4506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9.emf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AD244E0E-BF19-763B-C370-364756B8687B}"/>
              </a:ext>
            </a:extLst>
          </p:cNvPr>
          <p:cNvGrpSpPr/>
          <p:nvPr/>
        </p:nvGrpSpPr>
        <p:grpSpPr>
          <a:xfrm>
            <a:off x="6387524" y="811623"/>
            <a:ext cx="3727389" cy="2747845"/>
            <a:chOff x="6428263" y="1782332"/>
            <a:chExt cx="4005157" cy="3219039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5FDF3A5-5AE6-2A84-D3F1-BF0FE0EA8258}"/>
                </a:ext>
              </a:extLst>
            </p:cNvPr>
            <p:cNvSpPr/>
            <p:nvPr/>
          </p:nvSpPr>
          <p:spPr>
            <a:xfrm>
              <a:off x="6549224" y="1849906"/>
              <a:ext cx="3884196" cy="315146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ja-JP" altLang="en-US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E0ED9CB-FC60-7D21-4BAD-1D9EA8102455}"/>
                </a:ext>
              </a:extLst>
            </p:cNvPr>
            <p:cNvSpPr/>
            <p:nvPr/>
          </p:nvSpPr>
          <p:spPr>
            <a:xfrm>
              <a:off x="6749770" y="3163167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中継サーバ</a:t>
              </a:r>
              <a:endPara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(</a:t>
              </a:r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カスミ</a:t>
              </a:r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)</a:t>
              </a:r>
              <a:endPara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3480BF0D-365C-CD59-1110-968B68477C21}"/>
                </a:ext>
              </a:extLst>
            </p:cNvPr>
            <p:cNvSpPr/>
            <p:nvPr/>
          </p:nvSpPr>
          <p:spPr>
            <a:xfrm>
              <a:off x="6749770" y="2210956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中継サーバ</a:t>
              </a:r>
              <a:endPara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(</a:t>
              </a:r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他社</a:t>
              </a:r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)</a:t>
              </a:r>
              <a:endPara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68BBBDB8-271C-F353-A078-116154A04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44900" y="2496427"/>
              <a:ext cx="463219" cy="463219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716793CB-2059-2D16-F320-7EC2ECA93366}"/>
                </a:ext>
              </a:extLst>
            </p:cNvPr>
            <p:cNvSpPr/>
            <p:nvPr/>
          </p:nvSpPr>
          <p:spPr>
            <a:xfrm>
              <a:off x="6746067" y="4115081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バッチ処理</a:t>
              </a:r>
            </a:p>
          </p:txBody>
        </p:sp>
        <p:pic>
          <p:nvPicPr>
            <p:cNvPr id="13" name="グラフィックス 12">
              <a:extLst>
                <a:ext uri="{FF2B5EF4-FFF2-40B4-BE49-F238E27FC236}">
                  <a16:creationId xmlns:a16="http://schemas.microsoft.com/office/drawing/2014/main" id="{99D5B7A8-478F-FDC0-38CE-52E0F073E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87983" y="4424817"/>
              <a:ext cx="520135" cy="520135"/>
            </a:xfrm>
            <a:prstGeom prst="rect">
              <a:avLst/>
            </a:prstGeom>
          </p:spPr>
        </p:pic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1F8AA7D-DC0F-B0E8-1FC4-66C6EAADA70F}"/>
                </a:ext>
              </a:extLst>
            </p:cNvPr>
            <p:cNvSpPr/>
            <p:nvPr/>
          </p:nvSpPr>
          <p:spPr>
            <a:xfrm>
              <a:off x="8926017" y="4115081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WEB</a:t>
              </a:r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サービス</a:t>
              </a:r>
              <a:endPara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  <a:p>
              <a:r>
                <a:rPr lang="en-US" altLang="ja-JP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BO</a:t>
              </a:r>
              <a:endPara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pic>
          <p:nvPicPr>
            <p:cNvPr id="15" name="グラフィックス 14">
              <a:extLst>
                <a:ext uri="{FF2B5EF4-FFF2-40B4-BE49-F238E27FC236}">
                  <a16:creationId xmlns:a16="http://schemas.microsoft.com/office/drawing/2014/main" id="{116E3E49-127E-D9FD-1699-61BEC7AB8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90141" y="4424817"/>
              <a:ext cx="520135" cy="520135"/>
            </a:xfrm>
            <a:prstGeom prst="rect">
              <a:avLst/>
            </a:prstGeom>
          </p:spPr>
        </p:pic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30CBCD6-E294-BEAD-1A25-2C187439E362}"/>
                </a:ext>
              </a:extLst>
            </p:cNvPr>
            <p:cNvSpPr/>
            <p:nvPr/>
          </p:nvSpPr>
          <p:spPr>
            <a:xfrm>
              <a:off x="8926017" y="3163167"/>
              <a:ext cx="1335895" cy="7920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t" anchorCtr="0"/>
            <a:lstStyle/>
            <a:p>
              <a:r>
                <a:rPr lang="ja-JP" altLang="en-US" sz="11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帳票サーバ</a:t>
              </a:r>
            </a:p>
          </p:txBody>
        </p:sp>
        <p:sp>
          <p:nvSpPr>
            <p:cNvPr id="20" name="正方形/長方形 90">
              <a:extLst>
                <a:ext uri="{FF2B5EF4-FFF2-40B4-BE49-F238E27FC236}">
                  <a16:creationId xmlns:a16="http://schemas.microsoft.com/office/drawing/2014/main" id="{7A43D111-D752-5F5C-E9CB-F1DA3C41A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8263" y="1782332"/>
              <a:ext cx="781569" cy="4286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Azure</a:t>
              </a:r>
            </a:p>
          </p:txBody>
        </p:sp>
        <p:cxnSp>
          <p:nvCxnSpPr>
            <p:cNvPr id="66" name="コネクタ: 曲線 65">
              <a:extLst>
                <a:ext uri="{FF2B5EF4-FFF2-40B4-BE49-F238E27FC236}">
                  <a16:creationId xmlns:a16="http://schemas.microsoft.com/office/drawing/2014/main" id="{4DE821C9-A357-8D7C-8B64-CB1C205D748E}"/>
                </a:ext>
              </a:extLst>
            </p:cNvPr>
            <p:cNvCxnSpPr>
              <a:cxnSpLocks/>
              <a:stCxn id="9" idx="3"/>
              <a:endCxn id="12" idx="3"/>
            </p:cNvCxnSpPr>
            <p:nvPr/>
          </p:nvCxnSpPr>
          <p:spPr>
            <a:xfrm flipH="1">
              <a:off x="8081962" y="2607001"/>
              <a:ext cx="3703" cy="1904125"/>
            </a:xfrm>
            <a:prstGeom prst="curvedConnector3">
              <a:avLst>
                <a:gd name="adj1" fmla="val -11112071"/>
              </a:avLst>
            </a:prstGeom>
            <a:ln w="9525"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コネクタ: 曲線 66">
              <a:extLst>
                <a:ext uri="{FF2B5EF4-FFF2-40B4-BE49-F238E27FC236}">
                  <a16:creationId xmlns:a16="http://schemas.microsoft.com/office/drawing/2014/main" id="{F35D6209-C566-8593-4811-36F66FB1F2BE}"/>
                </a:ext>
              </a:extLst>
            </p:cNvPr>
            <p:cNvCxnSpPr>
              <a:cxnSpLocks/>
              <a:stCxn id="8" idx="3"/>
              <a:endCxn id="12" idx="3"/>
            </p:cNvCxnSpPr>
            <p:nvPr/>
          </p:nvCxnSpPr>
          <p:spPr>
            <a:xfrm flipH="1">
              <a:off x="8081962" y="3559211"/>
              <a:ext cx="3703" cy="951914"/>
            </a:xfrm>
            <a:prstGeom prst="curvedConnector3">
              <a:avLst>
                <a:gd name="adj1" fmla="val -6173373"/>
              </a:avLst>
            </a:prstGeom>
            <a:ln w="9525"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F64B8E53-855A-6687-B308-0C24A0A90C95}"/>
                </a:ext>
              </a:extLst>
            </p:cNvPr>
            <p:cNvSpPr/>
            <p:nvPr/>
          </p:nvSpPr>
          <p:spPr>
            <a:xfrm>
              <a:off x="9589271" y="4377641"/>
              <a:ext cx="669420" cy="62247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FED533A3-E56D-A216-D212-61551A0F8F66}"/>
                </a:ext>
              </a:extLst>
            </p:cNvPr>
            <p:cNvSpPr/>
            <p:nvPr/>
          </p:nvSpPr>
          <p:spPr>
            <a:xfrm>
              <a:off x="7401387" y="4378898"/>
              <a:ext cx="669420" cy="62247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solidFill>
                  <a:prstClr val="white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cxnSp>
          <p:nvCxnSpPr>
            <p:cNvPr id="79" name="直線矢印コネクタ 78">
              <a:extLst>
                <a:ext uri="{FF2B5EF4-FFF2-40B4-BE49-F238E27FC236}">
                  <a16:creationId xmlns:a16="http://schemas.microsoft.com/office/drawing/2014/main" id="{F3F44D35-0A6E-6C49-E4D8-D9DB7E7AFD6A}"/>
                </a:ext>
              </a:extLst>
            </p:cNvPr>
            <p:cNvCxnSpPr>
              <a:stCxn id="16" idx="2"/>
              <a:endCxn id="14" idx="0"/>
            </p:cNvCxnSpPr>
            <p:nvPr/>
          </p:nvCxnSpPr>
          <p:spPr>
            <a:xfrm>
              <a:off x="9593964" y="3955255"/>
              <a:ext cx="0" cy="1598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5" name="グラフィックス 94">
              <a:extLst>
                <a:ext uri="{FF2B5EF4-FFF2-40B4-BE49-F238E27FC236}">
                  <a16:creationId xmlns:a16="http://schemas.microsoft.com/office/drawing/2014/main" id="{1EEB10DC-4B8B-2B8D-D93B-FB0B28602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44900" y="3432050"/>
              <a:ext cx="463219" cy="463219"/>
            </a:xfrm>
            <a:prstGeom prst="rect">
              <a:avLst/>
            </a:prstGeom>
          </p:spPr>
        </p:pic>
        <p:pic>
          <p:nvPicPr>
            <p:cNvPr id="96" name="グラフィックス 95">
              <a:extLst>
                <a:ext uri="{FF2B5EF4-FFF2-40B4-BE49-F238E27FC236}">
                  <a16:creationId xmlns:a16="http://schemas.microsoft.com/office/drawing/2014/main" id="{EFA43D17-CD09-C21F-5844-006F17046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08854" y="3432050"/>
              <a:ext cx="463219" cy="463219"/>
            </a:xfrm>
            <a:prstGeom prst="rect">
              <a:avLst/>
            </a:prstGeom>
          </p:spPr>
        </p:pic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63CD137-C24E-FAF1-4CC3-CD2EFCE36755}"/>
              </a:ext>
            </a:extLst>
          </p:cNvPr>
          <p:cNvSpPr/>
          <p:nvPr/>
        </p:nvSpPr>
        <p:spPr>
          <a:xfrm>
            <a:off x="1682712" y="1703290"/>
            <a:ext cx="3727389" cy="3365860"/>
          </a:xfrm>
          <a:prstGeom prst="rect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47F8B5A-920E-02D9-626A-FD0E30768CE7}"/>
              </a:ext>
            </a:extLst>
          </p:cNvPr>
          <p:cNvSpPr/>
          <p:nvPr/>
        </p:nvSpPr>
        <p:spPr>
          <a:xfrm>
            <a:off x="1648490" y="1703290"/>
            <a:ext cx="852151" cy="35195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アイネス様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6" name="正方形/長方形 12">
            <a:extLst>
              <a:ext uri="{FF2B5EF4-FFF2-40B4-BE49-F238E27FC236}">
                <a16:creationId xmlns:a16="http://schemas.microsoft.com/office/drawing/2014/main" id="{3A0E7CD4-FABC-70CC-2E47-270C8FDB7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824" y="2064691"/>
            <a:ext cx="1414683" cy="413223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</a:t>
            </a:r>
          </a:p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central</a:t>
            </a:r>
          </a:p>
        </p:txBody>
      </p:sp>
      <p:sp>
        <p:nvSpPr>
          <p:cNvPr id="48" name="正方形/長方形 12">
            <a:extLst>
              <a:ext uri="{FF2B5EF4-FFF2-40B4-BE49-F238E27FC236}">
                <a16:creationId xmlns:a16="http://schemas.microsoft.com/office/drawing/2014/main" id="{99C7EAA9-03F4-C70F-3E25-84DDD574D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971" y="3011402"/>
            <a:ext cx="1414683" cy="4132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</a:p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加工サーバ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9" name="正方形/長方形 12">
            <a:extLst>
              <a:ext uri="{FF2B5EF4-FFF2-40B4-BE49-F238E27FC236}">
                <a16:creationId xmlns:a16="http://schemas.microsoft.com/office/drawing/2014/main" id="{B8D28214-D051-C558-FA0B-26DC57196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824" y="3504387"/>
            <a:ext cx="1414683" cy="4132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Super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Stream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50" name="Picture 11">
            <a:extLst>
              <a:ext uri="{FF2B5EF4-FFF2-40B4-BE49-F238E27FC236}">
                <a16:creationId xmlns:a16="http://schemas.microsoft.com/office/drawing/2014/main" id="{9F27C0E5-B12E-6FD5-E6A2-7078741E4B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544" y="2073340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11">
            <a:extLst>
              <a:ext uri="{FF2B5EF4-FFF2-40B4-BE49-F238E27FC236}">
                <a16:creationId xmlns:a16="http://schemas.microsoft.com/office/drawing/2014/main" id="{809B69F3-9DC5-40F8-46DE-E3EB4453E9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4691" y="3019685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11">
            <a:extLst>
              <a:ext uri="{FF2B5EF4-FFF2-40B4-BE49-F238E27FC236}">
                <a16:creationId xmlns:a16="http://schemas.microsoft.com/office/drawing/2014/main" id="{D2F7A894-4FEB-616B-AAA0-9BDB9B72B8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544" y="3504387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正方形/長方形 12">
            <a:extLst>
              <a:ext uri="{FF2B5EF4-FFF2-40B4-BE49-F238E27FC236}">
                <a16:creationId xmlns:a16="http://schemas.microsoft.com/office/drawing/2014/main" id="{13320A44-FEC8-38BC-8AF7-5C1BA52D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824" y="2547462"/>
            <a:ext cx="1414683" cy="413223"/>
          </a:xfrm>
          <a:prstGeom prst="rect">
            <a:avLst/>
          </a:prstGeom>
          <a:gradFill rotWithShape="1">
            <a:gsLst>
              <a:gs pos="0">
                <a:srgbClr val="FFA2A1"/>
              </a:gs>
              <a:gs pos="35001">
                <a:srgbClr val="FFBEBD"/>
              </a:gs>
              <a:gs pos="100000">
                <a:srgbClr val="FFE5E5"/>
              </a:gs>
            </a:gsLst>
            <a:lin ang="16200000" scaled="1"/>
          </a:gradFill>
          <a:ln w="9525" algn="ctr">
            <a:solidFill>
              <a:srgbClr val="FFA2A1"/>
            </a:solidFill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クレジット</a:t>
            </a:r>
            <a:endParaRPr lang="ja-JP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54" name="Picture 11">
            <a:extLst>
              <a:ext uri="{FF2B5EF4-FFF2-40B4-BE49-F238E27FC236}">
                <a16:creationId xmlns:a16="http://schemas.microsoft.com/office/drawing/2014/main" id="{5E4D368B-2FC1-0ECC-0EBE-19C005921C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544" y="2547462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" name="正方形/長方形 90">
            <a:extLst>
              <a:ext uri="{FF2B5EF4-FFF2-40B4-BE49-F238E27FC236}">
                <a16:creationId xmlns:a16="http://schemas.microsoft.com/office/drawing/2014/main" id="{01DB1A30-47E6-7638-44FE-8271C1F6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921" y="2353087"/>
            <a:ext cx="1500547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81" name="正方形/長方形 90">
            <a:extLst>
              <a:ext uri="{FF2B5EF4-FFF2-40B4-BE49-F238E27FC236}">
                <a16:creationId xmlns:a16="http://schemas.microsoft.com/office/drawing/2014/main" id="{908CCFDF-4A7D-7744-304B-49F4230FD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336" y="2690447"/>
            <a:ext cx="1087435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83" name="正方形/長方形 90">
            <a:extLst>
              <a:ext uri="{FF2B5EF4-FFF2-40B4-BE49-F238E27FC236}">
                <a16:creationId xmlns:a16="http://schemas.microsoft.com/office/drawing/2014/main" id="{9BD69ECA-EE13-3FC3-EA1D-E4FB0F322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336" y="3654996"/>
            <a:ext cx="1087435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3" name="正方形/長方形 90">
            <a:extLst>
              <a:ext uri="{FF2B5EF4-FFF2-40B4-BE49-F238E27FC236}">
                <a16:creationId xmlns:a16="http://schemas.microsoft.com/office/drawing/2014/main" id="{CD2D8288-E0D5-B8E1-2D51-407203854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336" y="3226695"/>
            <a:ext cx="1087435" cy="2215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75C49D5-674F-F137-5AEF-90C3F5DE7878}"/>
              </a:ext>
            </a:extLst>
          </p:cNvPr>
          <p:cNvSpPr/>
          <p:nvPr/>
        </p:nvSpPr>
        <p:spPr>
          <a:xfrm>
            <a:off x="1663752" y="627084"/>
            <a:ext cx="1736024" cy="7843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6D62D26-E733-D65B-4114-691F3EF4326C}"/>
              </a:ext>
            </a:extLst>
          </p:cNvPr>
          <p:cNvSpPr/>
          <p:nvPr/>
        </p:nvSpPr>
        <p:spPr>
          <a:xfrm>
            <a:off x="1524001" y="669198"/>
            <a:ext cx="970766" cy="2168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5D6D164-9A69-9C65-35F8-DD77BFA66CA3}"/>
              </a:ext>
            </a:extLst>
          </p:cNvPr>
          <p:cNvSpPr/>
          <p:nvPr/>
        </p:nvSpPr>
        <p:spPr>
          <a:xfrm>
            <a:off x="1613568" y="626569"/>
            <a:ext cx="640373" cy="2589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大創様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BFA9FCC-64EF-6DF5-61BC-1024DE0C0EC3}"/>
              </a:ext>
            </a:extLst>
          </p:cNvPr>
          <p:cNvSpPr/>
          <p:nvPr/>
        </p:nvSpPr>
        <p:spPr>
          <a:xfrm>
            <a:off x="1917793" y="883519"/>
            <a:ext cx="1433449" cy="4317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大創様</a:t>
            </a:r>
          </a:p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0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39" name="Picture 11">
            <a:extLst>
              <a:ext uri="{FF2B5EF4-FFF2-40B4-BE49-F238E27FC236}">
                <a16:creationId xmlns:a16="http://schemas.microsoft.com/office/drawing/2014/main" id="{8DDE086F-3A57-3CA9-7800-FC484FA334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379" y="906064"/>
            <a:ext cx="446969" cy="40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FA66956-872C-8D78-3B54-302EAE56B26D}"/>
              </a:ext>
            </a:extLst>
          </p:cNvPr>
          <p:cNvSpPr/>
          <p:nvPr/>
        </p:nvSpPr>
        <p:spPr>
          <a:xfrm>
            <a:off x="3714752" y="627084"/>
            <a:ext cx="1736024" cy="7843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F52E50E-1481-2223-4723-AFBA49E81616}"/>
              </a:ext>
            </a:extLst>
          </p:cNvPr>
          <p:cNvSpPr/>
          <p:nvPr/>
        </p:nvSpPr>
        <p:spPr>
          <a:xfrm>
            <a:off x="3705909" y="626569"/>
            <a:ext cx="1055638" cy="2518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ウエルシア様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BDE9115-2506-43F6-DB6C-016DCCCE64A1}"/>
              </a:ext>
            </a:extLst>
          </p:cNvPr>
          <p:cNvSpPr/>
          <p:nvPr/>
        </p:nvSpPr>
        <p:spPr>
          <a:xfrm>
            <a:off x="3968793" y="883519"/>
            <a:ext cx="1433449" cy="4317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ウエルシア様</a:t>
            </a:r>
          </a:p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0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43" name="Picture 11">
            <a:extLst>
              <a:ext uri="{FF2B5EF4-FFF2-40B4-BE49-F238E27FC236}">
                <a16:creationId xmlns:a16="http://schemas.microsoft.com/office/drawing/2014/main" id="{1F23BBA9-C21D-3B02-1569-97BDD07E53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08379" y="906064"/>
            <a:ext cx="446969" cy="40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08B80F23-4289-F1E6-F87D-50A607C60D7F}"/>
              </a:ext>
            </a:extLst>
          </p:cNvPr>
          <p:cNvCxnSpPr>
            <a:stCxn id="42" idx="2"/>
            <a:endCxn id="9" idx="1"/>
          </p:cNvCxnSpPr>
          <p:nvPr/>
        </p:nvCxnSpPr>
        <p:spPr>
          <a:xfrm>
            <a:off x="4685518" y="1315251"/>
            <a:ext cx="2001216" cy="20032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3F78B493-A3A0-8387-5653-610B59E3BA47}"/>
              </a:ext>
            </a:extLst>
          </p:cNvPr>
          <p:cNvCxnSpPr>
            <a:cxnSpLocks/>
            <a:stCxn id="38" idx="2"/>
            <a:endCxn id="9" idx="1"/>
          </p:cNvCxnSpPr>
          <p:nvPr/>
        </p:nvCxnSpPr>
        <p:spPr>
          <a:xfrm>
            <a:off x="2634518" y="1315251"/>
            <a:ext cx="4052216" cy="20032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64111EC4-9035-086A-4C26-8A78874F2BCC}"/>
              </a:ext>
            </a:extLst>
          </p:cNvPr>
          <p:cNvCxnSpPr>
            <a:cxnSpLocks/>
            <a:stCxn id="46" idx="3"/>
            <a:endCxn id="8" idx="1"/>
          </p:cNvCxnSpPr>
          <p:nvPr/>
        </p:nvCxnSpPr>
        <p:spPr>
          <a:xfrm>
            <a:off x="3342507" y="2271303"/>
            <a:ext cx="3344227" cy="5710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11C5ECAD-68E7-61AF-902D-5F5B4F73C5F0}"/>
              </a:ext>
            </a:extLst>
          </p:cNvPr>
          <p:cNvCxnSpPr>
            <a:cxnSpLocks/>
            <a:stCxn id="49" idx="3"/>
            <a:endCxn id="12" idx="1"/>
          </p:cNvCxnSpPr>
          <p:nvPr/>
        </p:nvCxnSpPr>
        <p:spPr>
          <a:xfrm flipV="1">
            <a:off x="3342507" y="3140983"/>
            <a:ext cx="3340780" cy="57001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A2A765E1-F40B-3DC8-F68C-0721CA25ECF2}"/>
              </a:ext>
            </a:extLst>
          </p:cNvPr>
          <p:cNvCxnSpPr>
            <a:cxnSpLocks/>
            <a:stCxn id="53" idx="3"/>
            <a:endCxn id="8" idx="1"/>
          </p:cNvCxnSpPr>
          <p:nvPr/>
        </p:nvCxnSpPr>
        <p:spPr>
          <a:xfrm flipV="1">
            <a:off x="3342507" y="2328407"/>
            <a:ext cx="3344227" cy="42566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E208F743-CBC1-5255-97F7-55FD4E19A7CD}"/>
              </a:ext>
            </a:extLst>
          </p:cNvPr>
          <p:cNvGrpSpPr/>
          <p:nvPr/>
        </p:nvGrpSpPr>
        <p:grpSpPr>
          <a:xfrm>
            <a:off x="1952707" y="5571584"/>
            <a:ext cx="1592514" cy="569631"/>
            <a:chOff x="1970541" y="4911193"/>
            <a:chExt cx="1592514" cy="569631"/>
          </a:xfrm>
        </p:grpSpPr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9F2CE4EC-2E7B-16CF-27E6-4F2F540AE0EF}"/>
                </a:ext>
              </a:extLst>
            </p:cNvPr>
            <p:cNvSpPr/>
            <p:nvPr/>
          </p:nvSpPr>
          <p:spPr>
            <a:xfrm>
              <a:off x="1970541" y="4911193"/>
              <a:ext cx="1592514" cy="531989"/>
            </a:xfrm>
            <a:prstGeom prst="rect">
              <a:avLst/>
            </a:prstGeom>
            <a:solidFill>
              <a:schemeClr val="accent2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91440" tIns="45720" rIns="91440" bIns="45720" anchor="ctr"/>
            <a:lstStyle/>
            <a:p>
              <a:pPr>
                <a:defRPr/>
              </a:pPr>
              <a:r>
                <a:rPr lang="en-US" altLang="ja-JP" sz="1100" dirty="0">
                  <a:solidFill>
                    <a:prstClr val="white"/>
                  </a:solidFill>
                  <a:latin typeface="メイリオ"/>
                  <a:ea typeface="メイリオ"/>
                  <a:cs typeface="メイリオ" pitchFamily="50" charset="-128"/>
                </a:rPr>
                <a:t>Odoo</a:t>
              </a:r>
            </a:p>
          </p:txBody>
        </p:sp>
        <p:pic>
          <p:nvPicPr>
            <p:cNvPr id="58" name="Picture 11">
              <a:extLst>
                <a:ext uri="{FF2B5EF4-FFF2-40B4-BE49-F238E27FC236}">
                  <a16:creationId xmlns:a16="http://schemas.microsoft.com/office/drawing/2014/main" id="{2C522F33-6986-CBB1-F1CF-24444BA17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005340" y="4976616"/>
              <a:ext cx="496568" cy="504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25388405-72D2-7662-330A-D98F9417131D}"/>
              </a:ext>
            </a:extLst>
          </p:cNvPr>
          <p:cNvCxnSpPr>
            <a:cxnSpLocks/>
            <a:stCxn id="57" idx="3"/>
            <a:endCxn id="12" idx="1"/>
          </p:cNvCxnSpPr>
          <p:nvPr/>
        </p:nvCxnSpPr>
        <p:spPr>
          <a:xfrm flipV="1">
            <a:off x="3545221" y="3140983"/>
            <a:ext cx="3138066" cy="269659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90">
            <a:extLst>
              <a:ext uri="{FF2B5EF4-FFF2-40B4-BE49-F238E27FC236}">
                <a16:creationId xmlns:a16="http://schemas.microsoft.com/office/drawing/2014/main" id="{1879B2AE-D87E-A6D5-3A3A-688985FB7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737" y="5817801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87" name="正方形/長方形 90">
            <a:extLst>
              <a:ext uri="{FF2B5EF4-FFF2-40B4-BE49-F238E27FC236}">
                <a16:creationId xmlns:a16="http://schemas.microsoft.com/office/drawing/2014/main" id="{C7BBEB43-FB7A-2B21-23F5-83B62E61B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418" y="140517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8" name="正方形/長方形 90">
            <a:extLst>
              <a:ext uri="{FF2B5EF4-FFF2-40B4-BE49-F238E27FC236}">
                <a16:creationId xmlns:a16="http://schemas.microsoft.com/office/drawing/2014/main" id="{06BED127-34EB-589C-CF5A-129A8EC3F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27" y="1431296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5C6A1CC1-2A7F-B45E-DDC6-317648241206}"/>
              </a:ext>
            </a:extLst>
          </p:cNvPr>
          <p:cNvGrpSpPr/>
          <p:nvPr/>
        </p:nvGrpSpPr>
        <p:grpSpPr>
          <a:xfrm>
            <a:off x="6387524" y="3931552"/>
            <a:ext cx="3727389" cy="995555"/>
            <a:chOff x="6428263" y="4979198"/>
            <a:chExt cx="4005157" cy="1429553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48F1721-8E96-64BF-D99C-DD66FF248C6F}"/>
                </a:ext>
              </a:extLst>
            </p:cNvPr>
            <p:cNvSpPr/>
            <p:nvPr/>
          </p:nvSpPr>
          <p:spPr>
            <a:xfrm>
              <a:off x="6549224" y="5156237"/>
              <a:ext cx="3884196" cy="125251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en-US" altLang="ja-JP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  <a:p>
              <a:pPr algn="ctr">
                <a:defRPr/>
              </a:pPr>
              <a:endParaRPr lang="ja-JP" altLang="en-US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24" name="正方形/長方形 90">
              <a:extLst>
                <a:ext uri="{FF2B5EF4-FFF2-40B4-BE49-F238E27FC236}">
                  <a16:creationId xmlns:a16="http://schemas.microsoft.com/office/drawing/2014/main" id="{B872D710-0DE4-350B-4A25-3BB543C67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8263" y="5112728"/>
              <a:ext cx="781569" cy="4286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店舗</a:t>
              </a:r>
              <a:endPara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pic>
          <p:nvPicPr>
            <p:cNvPr id="25" name="図 30">
              <a:extLst>
                <a:ext uri="{FF2B5EF4-FFF2-40B4-BE49-F238E27FC236}">
                  <a16:creationId xmlns:a16="http://schemas.microsoft.com/office/drawing/2014/main" id="{02DD3E4F-1CDA-2E2A-6411-52AC08D7D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8771820" y="5503491"/>
              <a:ext cx="558109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83FB865C-20CC-FB98-15F0-6FCB7771AA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0426" y="5503491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97202CD1-2071-20F1-C442-A26A0479EE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9097" y="5503491"/>
              <a:ext cx="609600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正方形/長方形 90">
              <a:extLst>
                <a:ext uri="{FF2B5EF4-FFF2-40B4-BE49-F238E27FC236}">
                  <a16:creationId xmlns:a16="http://schemas.microsoft.com/office/drawing/2014/main" id="{EBF81C0F-5A02-19B2-596D-EAB4A981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0517" y="6124125"/>
              <a:ext cx="781569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POS</a:t>
              </a:r>
            </a:p>
          </p:txBody>
        </p:sp>
        <p:sp>
          <p:nvSpPr>
            <p:cNvPr id="29" name="正方形/長方形 90">
              <a:extLst>
                <a:ext uri="{FF2B5EF4-FFF2-40B4-BE49-F238E27FC236}">
                  <a16:creationId xmlns:a16="http://schemas.microsoft.com/office/drawing/2014/main" id="{CD5288AA-67D8-2B0C-633B-70B5E6880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0255" y="6124125"/>
              <a:ext cx="960419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スキャン</a:t>
              </a:r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Go</a:t>
              </a:r>
            </a:p>
          </p:txBody>
        </p:sp>
        <p:sp>
          <p:nvSpPr>
            <p:cNvPr id="30" name="正方形/長方形 90">
              <a:extLst>
                <a:ext uri="{FF2B5EF4-FFF2-40B4-BE49-F238E27FC236}">
                  <a16:creationId xmlns:a16="http://schemas.microsoft.com/office/drawing/2014/main" id="{01BC1A75-B7E0-8EEE-CD96-7B52CD590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0624" y="6124125"/>
              <a:ext cx="882764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PDA / POP</a:t>
              </a:r>
            </a:p>
          </p:txBody>
        </p:sp>
        <p:pic>
          <p:nvPicPr>
            <p:cNvPr id="31" name="Picture 43" descr="j0433942">
              <a:extLst>
                <a:ext uri="{FF2B5EF4-FFF2-40B4-BE49-F238E27FC236}">
                  <a16:creationId xmlns:a16="http://schemas.microsoft.com/office/drawing/2014/main" id="{6E5A6DE8-367C-59F0-9CCC-256C70C4B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6850551" y="5470948"/>
              <a:ext cx="609600" cy="674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正方形/長方形 90">
              <a:extLst>
                <a:ext uri="{FF2B5EF4-FFF2-40B4-BE49-F238E27FC236}">
                  <a16:creationId xmlns:a16="http://schemas.microsoft.com/office/drawing/2014/main" id="{EA882DEC-90D5-C731-1BE1-3FD7C6924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8217" y="6124125"/>
              <a:ext cx="781569" cy="2735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ja-JP" sz="1000" dirty="0">
                  <a:solidFill>
                    <a:srgbClr val="000000"/>
                  </a:solidFill>
                  <a:latin typeface="メイリオ" pitchFamily="50" charset="-128"/>
                  <a:ea typeface="メイリオ" pitchFamily="50" charset="-128"/>
                  <a:cs typeface="メイリオ" pitchFamily="50" charset="-128"/>
                </a:rPr>
                <a:t>PC</a:t>
              </a:r>
            </a:p>
          </p:txBody>
        </p:sp>
        <p:sp>
          <p:nvSpPr>
            <p:cNvPr id="89" name="正方形/長方形 90">
              <a:extLst>
                <a:ext uri="{FF2B5EF4-FFF2-40B4-BE49-F238E27FC236}">
                  <a16:creationId xmlns:a16="http://schemas.microsoft.com/office/drawing/2014/main" id="{39DC31E5-C1A2-43C9-D5D9-C44912F71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7027" y="4979198"/>
              <a:ext cx="1540832" cy="1874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メンテ</a:t>
              </a:r>
              <a:r>
                <a:rPr lang="en-US" altLang="ja-JP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照会</a:t>
              </a:r>
              <a:r>
                <a:rPr lang="en-US" altLang="ja-JP" sz="10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prstClr val="black"/>
                  </a:solidFill>
                  <a:latin typeface="メイリオ" pitchFamily="50" charset="-128"/>
                  <a:ea typeface="メイリオ" pitchFamily="50" charset="-128"/>
                </a:rPr>
                <a:t>帳票</a:t>
              </a:r>
              <a:endPara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90" name="正方形/長方形 90">
              <a:extLst>
                <a:ext uri="{FF2B5EF4-FFF2-40B4-BE49-F238E27FC236}">
                  <a16:creationId xmlns:a16="http://schemas.microsoft.com/office/drawing/2014/main" id="{D2A43766-61C4-9482-DDD0-A79F52F30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5423" y="5195382"/>
              <a:ext cx="1227433" cy="2697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メンテ</a:t>
              </a:r>
              <a:r>
                <a:rPr lang="en-US" altLang="ja-JP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照会</a:t>
              </a:r>
              <a:endPara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4868EFB4-C32D-FFD5-3760-CBF149AC5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452" y="5166630"/>
              <a:ext cx="1215915" cy="2697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マスタ</a:t>
              </a:r>
              <a:r>
                <a:rPr lang="en-US" altLang="ja-JP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/</a:t>
              </a:r>
              <a:r>
                <a:rPr lang="ja-JP" altLang="en-US" sz="1000" dirty="0">
                  <a:solidFill>
                    <a:srgbClr val="C0504D"/>
                  </a:solidFill>
                  <a:latin typeface="メイリオ" pitchFamily="50" charset="-128"/>
                  <a:ea typeface="メイリオ" pitchFamily="50" charset="-128"/>
                </a:rPr>
                <a:t>実績連携</a:t>
              </a:r>
              <a:endPara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endParaRPr>
            </a:p>
          </p:txBody>
        </p:sp>
      </p:grp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111ABB9F-95CD-EE99-5AF5-4AE369A51801}"/>
              </a:ext>
            </a:extLst>
          </p:cNvPr>
          <p:cNvCxnSpPr>
            <a:cxnSpLocks/>
            <a:stCxn id="48" idx="3"/>
            <a:endCxn id="12" idx="1"/>
          </p:cNvCxnSpPr>
          <p:nvPr/>
        </p:nvCxnSpPr>
        <p:spPr>
          <a:xfrm flipV="1">
            <a:off x="3339654" y="3140983"/>
            <a:ext cx="3343633" cy="7703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ED33DA3E-146B-14A4-B172-D521C3BF3DBF}"/>
              </a:ext>
            </a:extLst>
          </p:cNvPr>
          <p:cNvSpPr/>
          <p:nvPr/>
        </p:nvSpPr>
        <p:spPr>
          <a:xfrm>
            <a:off x="1648490" y="162935"/>
            <a:ext cx="8466423" cy="28316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システム概要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BF847331-D737-88F0-34A7-0CDCCA432814}"/>
              </a:ext>
            </a:extLst>
          </p:cNvPr>
          <p:cNvCxnSpPr>
            <a:cxnSpLocks/>
            <a:stCxn id="14" idx="2"/>
            <a:endCxn id="25" idx="0"/>
          </p:cNvCxnSpPr>
          <p:nvPr/>
        </p:nvCxnSpPr>
        <p:spPr>
          <a:xfrm flipH="1">
            <a:off x="8828251" y="3479055"/>
            <a:ext cx="505425" cy="81762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3EFBA1DE-9FC2-A574-0779-5799A2FC436E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>
            <a:off x="9333676" y="3479055"/>
            <a:ext cx="298982" cy="81762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DE94C63E-A674-B167-F498-2637F5821CBE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flipH="1">
            <a:off x="7928336" y="3479055"/>
            <a:ext cx="1405340" cy="81762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2A7F4F7D-143D-E54F-63E2-66F5F30A457A}"/>
              </a:ext>
            </a:extLst>
          </p:cNvPr>
          <p:cNvCxnSpPr>
            <a:cxnSpLocks/>
            <a:stCxn id="14" idx="2"/>
            <a:endCxn id="31" idx="0"/>
          </p:cNvCxnSpPr>
          <p:nvPr/>
        </p:nvCxnSpPr>
        <p:spPr>
          <a:xfrm flipH="1">
            <a:off x="7064187" y="3479055"/>
            <a:ext cx="2269489" cy="79495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正方形/長方形 12">
            <a:extLst>
              <a:ext uri="{FF2B5EF4-FFF2-40B4-BE49-F238E27FC236}">
                <a16:creationId xmlns:a16="http://schemas.microsoft.com/office/drawing/2014/main" id="{5D893DE8-4281-1CD9-32B3-E54F47F0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530" y="4011512"/>
            <a:ext cx="1414683" cy="413223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富士通</a:t>
            </a:r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S&amp;G</a:t>
            </a:r>
          </a:p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連携サーバ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17" name="Picture 11">
            <a:extLst>
              <a:ext uri="{FF2B5EF4-FFF2-40B4-BE49-F238E27FC236}">
                <a16:creationId xmlns:a16="http://schemas.microsoft.com/office/drawing/2014/main" id="{E0E9DA1F-2FC9-FCD2-3E75-2803C223AB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41250" y="4020161"/>
            <a:ext cx="439931" cy="41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74652ABD-44B8-0E9A-4569-E784DF167ED6}"/>
              </a:ext>
            </a:extLst>
          </p:cNvPr>
          <p:cNvCxnSpPr>
            <a:cxnSpLocks/>
            <a:stCxn id="116" idx="3"/>
            <a:endCxn id="14" idx="1"/>
          </p:cNvCxnSpPr>
          <p:nvPr/>
        </p:nvCxnSpPr>
        <p:spPr>
          <a:xfrm flipV="1">
            <a:off x="3326213" y="3140983"/>
            <a:ext cx="5385839" cy="107714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1888C21B-46DD-19A9-5F90-665996DD5CCC}"/>
              </a:ext>
            </a:extLst>
          </p:cNvPr>
          <p:cNvSpPr/>
          <p:nvPr/>
        </p:nvSpPr>
        <p:spPr>
          <a:xfrm>
            <a:off x="6505738" y="5233491"/>
            <a:ext cx="1736024" cy="7843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46264C75-892B-27E4-B604-DCCB54A2E4FA}"/>
              </a:ext>
            </a:extLst>
          </p:cNvPr>
          <p:cNvSpPr/>
          <p:nvPr/>
        </p:nvSpPr>
        <p:spPr>
          <a:xfrm>
            <a:off x="6455554" y="5232976"/>
            <a:ext cx="837605" cy="2589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シャープ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F951E130-935A-5C13-1DB1-2D931CB39D36}"/>
              </a:ext>
            </a:extLst>
          </p:cNvPr>
          <p:cNvSpPr/>
          <p:nvPr/>
        </p:nvSpPr>
        <p:spPr>
          <a:xfrm>
            <a:off x="6530679" y="5489926"/>
            <a:ext cx="1662549" cy="4317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シャープ様</a:t>
            </a:r>
          </a:p>
          <a:p>
            <a:pPr>
              <a:defRPr/>
            </a:pPr>
            <a:r>
              <a:rPr lang="en-US" altLang="ja-JP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POP</a:t>
            </a:r>
            <a:r>
              <a:rPr lang="ja-JP" altLang="en-US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・</a:t>
            </a:r>
            <a:r>
              <a:rPr lang="en-US" altLang="ja-JP" sz="10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PDA</a:t>
            </a:r>
          </a:p>
        </p:txBody>
      </p:sp>
      <p:pic>
        <p:nvPicPr>
          <p:cNvPr id="132" name="Picture 11">
            <a:extLst>
              <a:ext uri="{FF2B5EF4-FFF2-40B4-BE49-F238E27FC236}">
                <a16:creationId xmlns:a16="http://schemas.microsoft.com/office/drawing/2014/main" id="{BDEC06A4-0269-B8E4-EBC4-BBAEC1E7C1A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699365" y="5512471"/>
            <a:ext cx="446969" cy="40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D83EFC91-BE25-F1F5-407A-92751D0362EF}"/>
              </a:ext>
            </a:extLst>
          </p:cNvPr>
          <p:cNvCxnSpPr>
            <a:cxnSpLocks/>
            <a:stCxn id="129" idx="0"/>
            <a:endCxn id="30" idx="0"/>
          </p:cNvCxnSpPr>
          <p:nvPr/>
        </p:nvCxnSpPr>
        <p:spPr>
          <a:xfrm flipV="1">
            <a:off x="7373750" y="4728891"/>
            <a:ext cx="562132" cy="50460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正方形/長方形 90">
            <a:extLst>
              <a:ext uri="{FF2B5EF4-FFF2-40B4-BE49-F238E27FC236}">
                <a16:creationId xmlns:a16="http://schemas.microsoft.com/office/drawing/2014/main" id="{AD4B32E2-D106-8A33-1471-19C395840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5409" y="497764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API</a:t>
            </a:r>
          </a:p>
          <a:p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マスタ更新・照会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255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578525" y="663458"/>
            <a:ext cx="1828086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店舗情報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935388"/>
              </p:ext>
            </p:extLst>
          </p:nvPr>
        </p:nvGraphicFramePr>
        <p:xfrm>
          <a:off x="560774" y="1041371"/>
          <a:ext cx="10260000" cy="17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4791441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737249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2023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年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店舗数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300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店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１９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4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店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客数（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日当たり最大）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９０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latin typeface="UD デジタル 教科書体 NK-B"/>
                          <a:ea typeface="UD デジタル 教科書体 NK-B"/>
                        </a:rPr>
                        <a:t>529,674</a:t>
                      </a:r>
                      <a:r>
                        <a:rPr kumimoji="1" lang="ja-JP" altLang="en-US" sz="1200">
                          <a:latin typeface="UD デジタル 教科書体 NK-B"/>
                          <a:ea typeface="UD デジタル 教科書体 NK-B"/>
                        </a:rPr>
                        <a:t>人</a:t>
                      </a:r>
                      <a:r>
                        <a:rPr lang="ja-JP" altLang="en-US" sz="1200">
                          <a:latin typeface="UD デジタル 教科書体 NK-B"/>
                          <a:ea typeface="UD デジタル 教科書体 NK-B"/>
                        </a:rPr>
                        <a:t>（3社合計140万人）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売上点数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日当たり最大）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9,000,000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5,639,002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627146"/>
                  </a:ext>
                </a:extLst>
              </a:tr>
            </a:tbl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B59C2E8-2659-A455-AC0B-D3C24434DA55}"/>
              </a:ext>
            </a:extLst>
          </p:cNvPr>
          <p:cNvSpPr/>
          <p:nvPr/>
        </p:nvSpPr>
        <p:spPr>
          <a:xfrm>
            <a:off x="560768" y="3400646"/>
            <a:ext cx="1828087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商品マスタ件数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B8F75EA-A4FD-560A-2073-7F93A2730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312582"/>
              </p:ext>
            </p:extLst>
          </p:nvPr>
        </p:nvGraphicFramePr>
        <p:xfrm>
          <a:off x="560770" y="3773367"/>
          <a:ext cx="102600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968600434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07972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マスタ　　　　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システム想定件数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2023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年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日値</a:t>
                      </a:r>
                      <a:endParaRPr kumimoji="1" lang="ja-JP" altLang="en-US" sz="1200" spc="-3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u="none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カスミ１店当たり</a:t>
                      </a: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５０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,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０００件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131,130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件　　　　　　　　　上里店（３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4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１）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日当たり更新件数（全店）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1,000,000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　　　　　　　　　　　　　　　　　　　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90,739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  <a:endParaRPr kumimoji="1" lang="en-US" altLang="ja-JP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最大更新件数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765,466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　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(202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２年　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9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)  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ウエルシア扱い店１店当たり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300,000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247,290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　　　　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つくば並木店（３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20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）</a:t>
                      </a:r>
                      <a:endParaRPr kumimoji="1" lang="en-US" altLang="ja-JP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53774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ダイソー扱い店１店当たり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7,230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　　　　下妻ふるさわ（２９９）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507885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675691B-86BB-BE4C-040C-C0FF691D494C}"/>
              </a:ext>
            </a:extLst>
          </p:cNvPr>
          <p:cNvSpPr/>
          <p:nvPr/>
        </p:nvSpPr>
        <p:spPr>
          <a:xfrm>
            <a:off x="560770" y="162935"/>
            <a:ext cx="10260000" cy="28316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システム想定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037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4B8F75EA-A4FD-560A-2073-7F93A2730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210651"/>
              </p:ext>
            </p:extLst>
          </p:nvPr>
        </p:nvGraphicFramePr>
        <p:xfrm>
          <a:off x="560770" y="1028324"/>
          <a:ext cx="10260000" cy="17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968600434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07972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実績データ　　　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システム想定件数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2023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年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月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日値</a:t>
                      </a:r>
                      <a:endParaRPr kumimoji="1" lang="ja-JP" altLang="en-US" sz="1200" spc="-3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u="none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店別単品売上</a:t>
                      </a: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1,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５００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,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０００件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1,039,196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件　　　　　　　　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単品売上値引き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680,000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453,146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8516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クレジット扱い件数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９</a:t>
                      </a: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0,000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126,768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</a:tbl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1EE20CF-573D-2250-292C-1A4C7ADEAB6B}"/>
              </a:ext>
            </a:extLst>
          </p:cNvPr>
          <p:cNvSpPr/>
          <p:nvPr/>
        </p:nvSpPr>
        <p:spPr>
          <a:xfrm>
            <a:off x="596279" y="3374552"/>
            <a:ext cx="1828086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データ保存期間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D24B1FF-3115-1A39-3A05-C1A7BF535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233642"/>
              </p:ext>
            </p:extLst>
          </p:nvPr>
        </p:nvGraphicFramePr>
        <p:xfrm>
          <a:off x="578525" y="3739418"/>
          <a:ext cx="10260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104478745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363781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spc="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データ　　　　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システム想定</a:t>
                      </a:r>
                      <a:r>
                        <a:rPr kumimoji="1" lang="ja-JP" altLang="en-US" sz="1200" spc="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期間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spc="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備考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35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ジャーナル</a:t>
                      </a: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６ケ月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VINX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社は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2020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年より保管（削除を行っていない）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2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売上情報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ケ月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寺岡精工社ストコン当月を含めて１４ケ月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675691B-86BB-BE4C-040C-C0FF691D494C}"/>
              </a:ext>
            </a:extLst>
          </p:cNvPr>
          <p:cNvSpPr/>
          <p:nvPr/>
        </p:nvSpPr>
        <p:spPr>
          <a:xfrm>
            <a:off x="560770" y="162935"/>
            <a:ext cx="10260000" cy="28316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システム想定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38D7C1-12B3-811B-0C13-2CE52FA3CD1F}"/>
              </a:ext>
            </a:extLst>
          </p:cNvPr>
          <p:cNvSpPr/>
          <p:nvPr/>
        </p:nvSpPr>
        <p:spPr>
          <a:xfrm>
            <a:off x="578525" y="663458"/>
            <a:ext cx="1828086" cy="28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実績データ件数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73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560774" y="190104"/>
            <a:ext cx="2244570" cy="34861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レスポンス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74788"/>
              </p:ext>
            </p:extLst>
          </p:nvPr>
        </p:nvGraphicFramePr>
        <p:xfrm>
          <a:off x="560773" y="721766"/>
          <a:ext cx="8802301" cy="371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528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2778591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2778591">
                  <a:extLst>
                    <a:ext uri="{9D8B030D-6E8A-4147-A177-3AD203B41FA5}">
                      <a16:colId xmlns:a16="http://schemas.microsoft.com/office/drawing/2014/main" val="738260649"/>
                    </a:ext>
                  </a:extLst>
                </a:gridCol>
                <a:gridCol w="2778591">
                  <a:extLst>
                    <a:ext uri="{9D8B030D-6E8A-4147-A177-3AD203B41FA5}">
                      <a16:colId xmlns:a16="http://schemas.microsoft.com/office/drawing/2014/main" val="2728817457"/>
                    </a:ext>
                  </a:extLst>
                </a:gridCol>
              </a:tblGrid>
              <a:tr h="439344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処理　　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システム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1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画面（初期画面表示、検索結果、更新）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画面切り替わりレスポンス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画面更新（売価等）</a:t>
                      </a:r>
                      <a:r>
                        <a:rPr kumimoji="1" lang="en-US" altLang="ja-JP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POS</a:t>
                      </a: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ストコン・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POS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41933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画面更新（売価等）</a:t>
                      </a:r>
                      <a:r>
                        <a:rPr kumimoji="1" lang="en-US" altLang="ja-JP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S</a:t>
                      </a: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＆</a:t>
                      </a:r>
                      <a:r>
                        <a:rPr kumimoji="1" lang="en-US" altLang="ja-JP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G</a:t>
                      </a: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ストコン・</a:t>
                      </a:r>
                      <a:r>
                        <a:rPr kumimoji="1" lang="en-US" altLang="ja-JP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S&amp;G</a:t>
                      </a: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9719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帳票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05486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CSV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出力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ストコン処理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375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3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PDA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データ（</a:t>
                      </a: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API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連携）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シャープ連携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PDA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「実行」押下より画面表示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4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POP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（</a:t>
                      </a:r>
                      <a:r>
                        <a:rPr kumimoji="1" lang="en-US" altLang="ja-JP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API</a:t>
                      </a: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連携）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シャープ連携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POP</a:t>
                      </a:r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「検索」押下より画面表示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627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49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BB3E7CF-52E3-B80A-3E04-EF0B61CA1156}"/>
              </a:ext>
            </a:extLst>
          </p:cNvPr>
          <p:cNvSpPr/>
          <p:nvPr/>
        </p:nvSpPr>
        <p:spPr>
          <a:xfrm>
            <a:off x="560774" y="190104"/>
            <a:ext cx="1632010" cy="34861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店舗区分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124FE10-05F1-F7A3-EB03-93BCFA57A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807504"/>
              </p:ext>
            </p:extLst>
          </p:nvPr>
        </p:nvGraphicFramePr>
        <p:xfrm>
          <a:off x="560773" y="721765"/>
          <a:ext cx="10926901" cy="237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4">
                  <a:extLst>
                    <a:ext uri="{9D8B030D-6E8A-4147-A177-3AD203B41FA5}">
                      <a16:colId xmlns:a16="http://schemas.microsoft.com/office/drawing/2014/main" val="3527576706"/>
                    </a:ext>
                  </a:extLst>
                </a:gridCol>
                <a:gridCol w="1469621">
                  <a:extLst>
                    <a:ext uri="{9D8B030D-6E8A-4147-A177-3AD203B41FA5}">
                      <a16:colId xmlns:a16="http://schemas.microsoft.com/office/drawing/2014/main" val="2340052865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64912580"/>
                    </a:ext>
                  </a:extLst>
                </a:gridCol>
                <a:gridCol w="3639846">
                  <a:extLst>
                    <a:ext uri="{9D8B030D-6E8A-4147-A177-3AD203B41FA5}">
                      <a16:colId xmlns:a16="http://schemas.microsoft.com/office/drawing/2014/main" val="1619501372"/>
                    </a:ext>
                  </a:extLst>
                </a:gridCol>
              </a:tblGrid>
              <a:tr h="50185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店舗　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概要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23875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通常店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カスミ商品のみ扱い店舗で営業時間９時～２４時の店舗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プロモーション／特売設定／ミックスマッチ期間は当日７時～翌日２時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86632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２４時間営業店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店舗営業時間２４時間営業店舗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プロモーション／特売設定／ミックスマッチ期間は当日９時～翌日９時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0040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ウエルシア扱い店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カスミ／ウエルシア商品を扱う店舗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ウエルシア社のマスタ取込及び売上実績作成送付を行う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カスミ、ウエルシアで同一商品がある場合は扱い区分で振り分ける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05486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  <a:cs typeface="+mn-cs"/>
                        </a:rPr>
                        <a:t>ダイソー扱い店</a:t>
                      </a: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カスミ／ダイソー商品を扱う店舗</a:t>
                      </a:r>
                      <a:endParaRPr kumimoji="1" lang="en-US" altLang="ja-JP" sz="1200" u="none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u="none" dirty="0">
                          <a:latin typeface="UD デジタル 教科書体 NK-B" panose="02020700000000000000" pitchFamily="18" charset="-128"/>
                          <a:ea typeface="UD デジタル 教科書体 NK-B" panose="02020700000000000000" pitchFamily="18" charset="-128"/>
                        </a:rPr>
                        <a:t>ダイソー社のマスタ取込及び売上実績作成送付を行う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>
                        <a:latin typeface="UD デジタル 教科書体 NK-B" panose="02020700000000000000" pitchFamily="18" charset="-128"/>
                        <a:ea typeface="UD デジタル 教科書体 NK-B" panose="02020700000000000000" pitchFamily="18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678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97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05622C9-17EB-2828-C84D-8D1CEC3C3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95416"/>
              </p:ext>
            </p:extLst>
          </p:nvPr>
        </p:nvGraphicFramePr>
        <p:xfrm>
          <a:off x="253206" y="1038687"/>
          <a:ext cx="11685588" cy="49624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839">
                  <a:extLst>
                    <a:ext uri="{9D8B030D-6E8A-4147-A177-3AD203B41FA5}">
                      <a16:colId xmlns:a16="http://schemas.microsoft.com/office/drawing/2014/main" val="3734005535"/>
                    </a:ext>
                  </a:extLst>
                </a:gridCol>
                <a:gridCol w="1721133">
                  <a:extLst>
                    <a:ext uri="{9D8B030D-6E8A-4147-A177-3AD203B41FA5}">
                      <a16:colId xmlns:a16="http://schemas.microsoft.com/office/drawing/2014/main" val="3989090116"/>
                    </a:ext>
                  </a:extLst>
                </a:gridCol>
                <a:gridCol w="4019752">
                  <a:extLst>
                    <a:ext uri="{9D8B030D-6E8A-4147-A177-3AD203B41FA5}">
                      <a16:colId xmlns:a16="http://schemas.microsoft.com/office/drawing/2014/main" val="3393695055"/>
                    </a:ext>
                  </a:extLst>
                </a:gridCol>
                <a:gridCol w="5389864">
                  <a:extLst>
                    <a:ext uri="{9D8B030D-6E8A-4147-A177-3AD203B41FA5}">
                      <a16:colId xmlns:a16="http://schemas.microsoft.com/office/drawing/2014/main" val="2838013262"/>
                    </a:ext>
                  </a:extLst>
                </a:gridCol>
              </a:tblGrid>
              <a:tr h="29001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項番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機能名称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機能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</a:rPr>
                        <a:t>内容</a:t>
                      </a:r>
                      <a:endParaRPr lang="ja-JP" altLang="en-US" sz="1200" b="1" i="0" u="none" strike="noStrike">
                        <a:solidFill>
                          <a:srgbClr val="FFFFFF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2078475807"/>
                  </a:ext>
                </a:extLst>
              </a:tr>
              <a:tr h="16353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共通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全ページでの共通機能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・ログアウトボタンの表示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・ページ更新ボタンの表示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</a:t>
                      </a:r>
                      <a:r>
                        <a:rPr lang="en-US" altLang="ja-JP" sz="1000" u="none" strike="noStrike">
                          <a:effectLst/>
                        </a:rPr>
                        <a:t>pdf</a:t>
                      </a:r>
                      <a:r>
                        <a:rPr lang="ja-JP" altLang="en-US" sz="1000" u="none" strike="noStrike">
                          <a:effectLst/>
                        </a:rPr>
                        <a:t>出力ボタンの表示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・ログインユーザーの名称の表示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</a:t>
                      </a:r>
                      <a:r>
                        <a:rPr lang="en-US" altLang="ja-JP" sz="1000" u="none" strike="noStrike">
                          <a:effectLst/>
                        </a:rPr>
                        <a:t>esc</a:t>
                      </a:r>
                      <a:r>
                        <a:rPr lang="ja-JP" altLang="en-US" sz="1000" u="none" strike="noStrike">
                          <a:effectLst/>
                        </a:rPr>
                        <a:t>キーでメニュー画面へ遷移</a:t>
                      </a:r>
                      <a:r>
                        <a:rPr lang="en-US" altLang="ja-JP" sz="1000" u="none" strike="noStrike">
                          <a:effectLst/>
                        </a:rPr>
                        <a:t>(</a:t>
                      </a:r>
                      <a:r>
                        <a:rPr lang="ja-JP" altLang="en-US" sz="1000" u="none" strike="noStrike">
                          <a:effectLst/>
                        </a:rPr>
                        <a:t>ログイン画面、メニュー画面を除く</a:t>
                      </a:r>
                      <a:r>
                        <a:rPr lang="en-US" altLang="ja-JP" sz="1000" u="none" strike="noStrike">
                          <a:effectLst/>
                        </a:rPr>
                        <a:t>)</a:t>
                      </a:r>
                      <a:br>
                        <a:rPr lang="en-US" altLang="ja-JP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</a:t>
                      </a:r>
                      <a:r>
                        <a:rPr lang="en-US" altLang="ja-JP" sz="1000" u="none" strike="noStrike">
                          <a:effectLst/>
                        </a:rPr>
                        <a:t>enter</a:t>
                      </a:r>
                      <a:r>
                        <a:rPr lang="ja-JP" altLang="en-US" sz="1000" u="none" strike="noStrike">
                          <a:effectLst/>
                        </a:rPr>
                        <a:t>キーでカーソル遷移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・削除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確定はファンクションキーの割り当て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2605393129"/>
                  </a:ext>
                </a:extLst>
              </a:tr>
              <a:tr h="70086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ログイン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ユーザー</a:t>
                      </a:r>
                      <a:r>
                        <a:rPr lang="en-US" altLang="ja-JP" sz="1000" u="none" strike="noStrike">
                          <a:effectLst/>
                        </a:rPr>
                        <a:t>ID</a:t>
                      </a:r>
                      <a:r>
                        <a:rPr lang="ja-JP" altLang="en-US" sz="1000" u="none" strike="noStrike">
                          <a:effectLst/>
                        </a:rPr>
                        <a:t>とパスワードを入力してユーザー認証を行う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・同一ユーザー</a:t>
                      </a:r>
                      <a:r>
                        <a:rPr lang="en-US" altLang="ja-JP" sz="1000" u="none" strike="noStrike">
                          <a:effectLst/>
                        </a:rPr>
                        <a:t>ID</a:t>
                      </a:r>
                      <a:r>
                        <a:rPr lang="ja-JP" altLang="en-US" sz="1000" u="none" strike="noStrike">
                          <a:effectLst/>
                        </a:rPr>
                        <a:t>での複数端末ログインは不可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・ユーザー</a:t>
                      </a:r>
                      <a:r>
                        <a:rPr lang="en-US" altLang="ja-JP" sz="1000" u="none" strike="noStrike">
                          <a:effectLst/>
                        </a:rPr>
                        <a:t>ID</a:t>
                      </a:r>
                      <a:r>
                        <a:rPr lang="ja-JP" altLang="en-US" sz="1000" u="none" strike="noStrike">
                          <a:effectLst/>
                        </a:rPr>
                        <a:t>は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桁～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・パスワードは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桁～</a:t>
                      </a:r>
                      <a:r>
                        <a:rPr lang="en-US" altLang="ja-JP" sz="1000" u="none" strike="noStrike">
                          <a:effectLst/>
                        </a:rPr>
                        <a:t>xx</a:t>
                      </a:r>
                      <a:r>
                        <a:rPr lang="ja-JP" altLang="en-US" sz="1000" u="none" strike="noStrike">
                          <a:effectLst/>
                        </a:rPr>
                        <a:t>桁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3653279072"/>
                  </a:ext>
                </a:extLst>
              </a:tr>
              <a:tr h="46724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メニュー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各個別機能の一覧を表示する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・複数ページ構成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</a:t>
                      </a:r>
                      <a:r>
                        <a:rPr lang="en-US" altLang="ja-JP" sz="1000" u="none" strike="noStrike" dirty="0">
                          <a:effectLst/>
                        </a:rPr>
                        <a:t>1</a:t>
                      </a:r>
                      <a:r>
                        <a:rPr lang="ja-JP" altLang="en-US" sz="1000" u="none" strike="noStrike" dirty="0">
                          <a:effectLst/>
                        </a:rPr>
                        <a:t>ページに</a:t>
                      </a:r>
                      <a:r>
                        <a:rPr lang="en-US" altLang="ja-JP" sz="1000" u="none" strike="noStrike" dirty="0">
                          <a:effectLst/>
                        </a:rPr>
                        <a:t>20</a:t>
                      </a:r>
                      <a:r>
                        <a:rPr lang="ja-JP" altLang="en-US" sz="1000" u="none" strike="noStrike" dirty="0">
                          <a:effectLst/>
                        </a:rPr>
                        <a:t>の機能へのリンク</a:t>
                      </a:r>
                      <a:endParaRPr lang="en-US" altLang="ja-JP" sz="10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・権限別メニュー表示（店舗権限</a:t>
                      </a: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1795852216"/>
                  </a:ext>
                </a:extLst>
              </a:tr>
              <a:tr h="46724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商品管理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商品売価の確認及び各種売価設定を行う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・商品コード </a:t>
                      </a:r>
                      <a:r>
                        <a:rPr lang="en-US" altLang="ja-JP" sz="1000" u="none" strike="noStrike">
                          <a:effectLst/>
                        </a:rPr>
                        <a:t>or PLU</a:t>
                      </a:r>
                      <a:r>
                        <a:rPr lang="ja-JP" altLang="en-US" sz="1000" u="none" strike="noStrike">
                          <a:effectLst/>
                        </a:rPr>
                        <a:t>から各売価を呼出表示させる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・緊急売価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特売売価</a:t>
                      </a:r>
                      <a:r>
                        <a:rPr lang="en-US" altLang="ja-JP" sz="1000" u="none" strike="noStrike">
                          <a:effectLst/>
                        </a:rPr>
                        <a:t>/MM</a:t>
                      </a:r>
                      <a:r>
                        <a:rPr lang="ja-JP" altLang="en-US" sz="1000" u="none" strike="noStrike">
                          <a:effectLst/>
                        </a:rPr>
                        <a:t>売価の新規設定、既存設定の編集も行うことが可能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1533582177"/>
                  </a:ext>
                </a:extLst>
              </a:tr>
              <a:tr h="46724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u="none" strike="noStrike">
                          <a:effectLst/>
                        </a:rPr>
                        <a:t>緊急売価変更</a:t>
                      </a:r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設定日限りの売価変更を行う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・新規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修正</a:t>
                      </a:r>
                      <a:r>
                        <a:rPr lang="en-US" altLang="ja-JP" sz="1000" u="none" strike="noStrike">
                          <a:effectLst/>
                        </a:rPr>
                        <a:t>/</a:t>
                      </a:r>
                      <a:r>
                        <a:rPr lang="ja-JP" altLang="en-US" sz="1000" u="none" strike="noStrike">
                          <a:effectLst/>
                        </a:rPr>
                        <a:t>削除が可能</a:t>
                      </a:r>
                      <a:br>
                        <a:rPr lang="ja-JP" altLang="en-US" sz="1000" u="none" strike="noStrike">
                          <a:effectLst/>
                        </a:rPr>
                      </a:br>
                      <a:r>
                        <a:rPr lang="ja-JP" altLang="en-US" sz="1000" u="none" strike="noStrike">
                          <a:effectLst/>
                        </a:rPr>
                        <a:t>・緊急売価は他の売価設定有無に関わらず優先的に採用される売価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2308371485"/>
                  </a:ext>
                </a:extLst>
              </a:tr>
              <a:tr h="93448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>
                          <a:effectLst/>
                        </a:rPr>
                        <a:t>店舗特売入力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期間を設定して売価の変更を行う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・新規</a:t>
                      </a:r>
                      <a:r>
                        <a:rPr lang="en-US" altLang="ja-JP" sz="1000" u="none" strike="noStrike" dirty="0">
                          <a:effectLst/>
                        </a:rPr>
                        <a:t>/</a:t>
                      </a:r>
                      <a:r>
                        <a:rPr lang="ja-JP" altLang="en-US" sz="1000" u="none" strike="noStrike" dirty="0">
                          <a:effectLst/>
                        </a:rPr>
                        <a:t>修正</a:t>
                      </a:r>
                      <a:r>
                        <a:rPr lang="en-US" altLang="ja-JP" sz="1000" u="none" strike="noStrike" dirty="0">
                          <a:effectLst/>
                        </a:rPr>
                        <a:t>/</a:t>
                      </a:r>
                      <a:r>
                        <a:rPr lang="ja-JP" altLang="en-US" sz="1000" u="none" strike="noStrike" dirty="0">
                          <a:effectLst/>
                        </a:rPr>
                        <a:t>削除が可能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・割引率を設定することが可能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・プロモーションコードに商品を紐づけて設定される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・プロモーションコードの期間内でのみ、特売売価が採用される期間の設定が可能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6794" marR="6794" marT="6794" marB="0" anchor="ctr"/>
                </a:tc>
                <a:extLst>
                  <a:ext uri="{0D108BD9-81ED-4DB2-BD59-A6C34878D82A}">
                    <a16:rowId xmlns:a16="http://schemas.microsoft.com/office/drawing/2014/main" val="1135336143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CE47D0E-A521-13FE-DD7A-AFD23ACE6D60}"/>
              </a:ext>
            </a:extLst>
          </p:cNvPr>
          <p:cNvSpPr/>
          <p:nvPr/>
        </p:nvSpPr>
        <p:spPr>
          <a:xfrm>
            <a:off x="253206" y="234492"/>
            <a:ext cx="2244570" cy="348613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画面機能（サンプル）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K-B" panose="02020700000000000000" pitchFamily="18" charset="-128"/>
              <a:ea typeface="UD デジタル 教科書体 NK-B" panose="020207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10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B4F54FEB-B25E-44A4-BB3D-19C688C3D951}"/>
              </a:ext>
            </a:extLst>
          </p:cNvPr>
          <p:cNvSpPr/>
          <p:nvPr/>
        </p:nvSpPr>
        <p:spPr>
          <a:xfrm>
            <a:off x="6549224" y="1849906"/>
            <a:ext cx="3884196" cy="315146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97460418-9F50-4ED2-9D85-F87A4EFA8A88}"/>
              </a:ext>
            </a:extLst>
          </p:cNvPr>
          <p:cNvSpPr/>
          <p:nvPr/>
        </p:nvSpPr>
        <p:spPr>
          <a:xfrm>
            <a:off x="6749770" y="3163167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中継サーバ</a:t>
            </a:r>
            <a:endParaRPr lang="en-US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(</a:t>
            </a:r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カスミ</a:t>
            </a:r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)</a:t>
            </a:r>
            <a:endParaRPr lang="ja-JP" altLang="en-US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D67C2B76-82C5-42C4-B180-84933CBE5B18}"/>
              </a:ext>
            </a:extLst>
          </p:cNvPr>
          <p:cNvSpPr/>
          <p:nvPr/>
        </p:nvSpPr>
        <p:spPr>
          <a:xfrm>
            <a:off x="6749770" y="2210956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中継サーバ</a:t>
            </a:r>
            <a:endParaRPr lang="en-US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(</a:t>
            </a:r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他社</a:t>
            </a:r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)</a:t>
            </a:r>
            <a:endParaRPr lang="ja-JP" altLang="en-US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2" name="グラフィックス 91">
            <a:extLst>
              <a:ext uri="{FF2B5EF4-FFF2-40B4-BE49-F238E27FC236}">
                <a16:creationId xmlns:a16="http://schemas.microsoft.com/office/drawing/2014/main" id="{FF6A3995-5DEA-4271-B8F8-5BDE45F15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4900" y="2496427"/>
            <a:ext cx="463219" cy="463219"/>
          </a:xfrm>
          <a:prstGeom prst="rect">
            <a:avLst/>
          </a:prstGeom>
        </p:spPr>
      </p:pic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3B5543CB-29A1-4998-B6FB-910081D19047}"/>
              </a:ext>
            </a:extLst>
          </p:cNvPr>
          <p:cNvSpPr/>
          <p:nvPr/>
        </p:nvSpPr>
        <p:spPr>
          <a:xfrm>
            <a:off x="6746067" y="4115081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バッチ処理</a:t>
            </a:r>
          </a:p>
        </p:txBody>
      </p:sp>
      <p:pic>
        <p:nvPicPr>
          <p:cNvPr id="94" name="グラフィックス 93">
            <a:extLst>
              <a:ext uri="{FF2B5EF4-FFF2-40B4-BE49-F238E27FC236}">
                <a16:creationId xmlns:a16="http://schemas.microsoft.com/office/drawing/2014/main" id="{847F5304-0614-45EE-8536-5EE9EBDB7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7983" y="4424817"/>
            <a:ext cx="520135" cy="520135"/>
          </a:xfrm>
          <a:prstGeom prst="rect">
            <a:avLst/>
          </a:prstGeom>
        </p:spPr>
      </p:pic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07081628-DD28-4012-BF9C-283639B23BBA}"/>
              </a:ext>
            </a:extLst>
          </p:cNvPr>
          <p:cNvSpPr/>
          <p:nvPr/>
        </p:nvSpPr>
        <p:spPr>
          <a:xfrm>
            <a:off x="8926017" y="4115081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WEB</a:t>
            </a:r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サービス</a:t>
            </a:r>
            <a:endParaRPr lang="en-US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BO</a:t>
            </a:r>
            <a:endParaRPr lang="ja-JP" altLang="en-US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96" name="グラフィックス 95">
            <a:extLst>
              <a:ext uri="{FF2B5EF4-FFF2-40B4-BE49-F238E27FC236}">
                <a16:creationId xmlns:a16="http://schemas.microsoft.com/office/drawing/2014/main" id="{6AB9878D-4A2D-43C2-98ED-D5F014057D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0141" y="4424817"/>
            <a:ext cx="520135" cy="520135"/>
          </a:xfrm>
          <a:prstGeom prst="rect">
            <a:avLst/>
          </a:prstGeom>
        </p:spPr>
      </p:pic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084B5455-4A64-4661-B93F-D3B568A7C6B7}"/>
              </a:ext>
            </a:extLst>
          </p:cNvPr>
          <p:cNvSpPr/>
          <p:nvPr/>
        </p:nvSpPr>
        <p:spPr>
          <a:xfrm>
            <a:off x="8926017" y="3163167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帳票サーバ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A73DC744-326E-4703-8650-591B0AEF2F37}"/>
              </a:ext>
            </a:extLst>
          </p:cNvPr>
          <p:cNvSpPr/>
          <p:nvPr/>
        </p:nvSpPr>
        <p:spPr>
          <a:xfrm>
            <a:off x="8926017" y="2216212"/>
            <a:ext cx="1335895" cy="79208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t" anchorCtr="0"/>
          <a:lstStyle/>
          <a:p>
            <a:r>
              <a:rPr lang="ja-JP" altLang="en-US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踏台サーバ</a:t>
            </a: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C2A5704-7800-40B9-B789-5C4B2CB13354}"/>
              </a:ext>
            </a:extLst>
          </p:cNvPr>
          <p:cNvSpPr/>
          <p:nvPr/>
        </p:nvSpPr>
        <p:spPr>
          <a:xfrm>
            <a:off x="6549224" y="651876"/>
            <a:ext cx="3884196" cy="110503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4" name="正方形/長方形 90">
            <a:extLst>
              <a:ext uri="{FF2B5EF4-FFF2-40B4-BE49-F238E27FC236}">
                <a16:creationId xmlns:a16="http://schemas.microsoft.com/office/drawing/2014/main" id="{8B32C13E-6B56-411A-985E-C2C71F536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63" y="1782332"/>
            <a:ext cx="781569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Azure</a:t>
            </a:r>
          </a:p>
        </p:txBody>
      </p:sp>
      <p:sp>
        <p:nvSpPr>
          <p:cNvPr id="105" name="正方形/長方形 90">
            <a:extLst>
              <a:ext uri="{FF2B5EF4-FFF2-40B4-BE49-F238E27FC236}">
                <a16:creationId xmlns:a16="http://schemas.microsoft.com/office/drawing/2014/main" id="{D384891E-09FC-4EB9-A70C-FA79DA2E8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63" y="598374"/>
            <a:ext cx="2029275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ヴィンクス（錦糸町 </a:t>
            </a:r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 </a:t>
            </a:r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堂島）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6" name="Picture 43" descr="j0433942">
            <a:extLst>
              <a:ext uri="{FF2B5EF4-FFF2-40B4-BE49-F238E27FC236}">
                <a16:creationId xmlns:a16="http://schemas.microsoft.com/office/drawing/2014/main" id="{806DD10D-9CDF-4805-97A9-03263C67F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281212" y="919053"/>
            <a:ext cx="609600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C6EEDD0-6C7D-4B75-9837-9FD595DB8F87}"/>
              </a:ext>
            </a:extLst>
          </p:cNvPr>
          <p:cNvSpPr/>
          <p:nvPr/>
        </p:nvSpPr>
        <p:spPr>
          <a:xfrm>
            <a:off x="6549224" y="5156237"/>
            <a:ext cx="3884196" cy="12525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8" name="正方形/長方形 90">
            <a:extLst>
              <a:ext uri="{FF2B5EF4-FFF2-40B4-BE49-F238E27FC236}">
                <a16:creationId xmlns:a16="http://schemas.microsoft.com/office/drawing/2014/main" id="{ABEEDED9-6ACF-46CF-BA54-E96545AC4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63" y="5112728"/>
            <a:ext cx="781569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店舗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09" name="図 30">
            <a:extLst>
              <a:ext uri="{FF2B5EF4-FFF2-40B4-BE49-F238E27FC236}">
                <a16:creationId xmlns:a16="http://schemas.microsoft.com/office/drawing/2014/main" id="{4BFE27A0-C137-4C41-8022-30799A2BD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771820" y="5503491"/>
            <a:ext cx="55810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" name="図 109">
            <a:extLst>
              <a:ext uri="{FF2B5EF4-FFF2-40B4-BE49-F238E27FC236}">
                <a16:creationId xmlns:a16="http://schemas.microsoft.com/office/drawing/2014/main" id="{DB52FF37-D564-4B61-AF14-F4E06E109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426" y="5503491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" name="図 110">
            <a:extLst>
              <a:ext uri="{FF2B5EF4-FFF2-40B4-BE49-F238E27FC236}">
                <a16:creationId xmlns:a16="http://schemas.microsoft.com/office/drawing/2014/main" id="{6BCF48C4-83C1-4782-8998-9296FE9F8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097" y="5503491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" name="正方形/長方形 90">
            <a:extLst>
              <a:ext uri="{FF2B5EF4-FFF2-40B4-BE49-F238E27FC236}">
                <a16:creationId xmlns:a16="http://schemas.microsoft.com/office/drawing/2014/main" id="{C27A09C5-F96D-40A3-9746-1334CF04D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0517" y="6124125"/>
            <a:ext cx="781569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</a:p>
        </p:txBody>
      </p:sp>
      <p:sp>
        <p:nvSpPr>
          <p:cNvPr id="115" name="正方形/長方形 90">
            <a:extLst>
              <a:ext uri="{FF2B5EF4-FFF2-40B4-BE49-F238E27FC236}">
                <a16:creationId xmlns:a16="http://schemas.microsoft.com/office/drawing/2014/main" id="{7188278A-E130-4AD9-A97B-56CBD852C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255" y="6124125"/>
            <a:ext cx="960419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スキャン</a:t>
            </a:r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Go</a:t>
            </a:r>
          </a:p>
        </p:txBody>
      </p:sp>
      <p:sp>
        <p:nvSpPr>
          <p:cNvPr id="116" name="正方形/長方形 90">
            <a:extLst>
              <a:ext uri="{FF2B5EF4-FFF2-40B4-BE49-F238E27FC236}">
                <a16:creationId xmlns:a16="http://schemas.microsoft.com/office/drawing/2014/main" id="{B16AAE65-F57F-4A41-94C9-95CD5BBCA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624" y="6124125"/>
            <a:ext cx="882764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PDA / POP</a:t>
            </a:r>
          </a:p>
        </p:txBody>
      </p:sp>
      <p:pic>
        <p:nvPicPr>
          <p:cNvPr id="117" name="Picture 43" descr="j0433942">
            <a:extLst>
              <a:ext uri="{FF2B5EF4-FFF2-40B4-BE49-F238E27FC236}">
                <a16:creationId xmlns:a16="http://schemas.microsoft.com/office/drawing/2014/main" id="{86F346A7-3F45-4680-AAB3-F5BE7AB69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850551" y="5470948"/>
            <a:ext cx="609600" cy="67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8" name="正方形/長方形 90">
            <a:extLst>
              <a:ext uri="{FF2B5EF4-FFF2-40B4-BE49-F238E27FC236}">
                <a16:creationId xmlns:a16="http://schemas.microsoft.com/office/drawing/2014/main" id="{47A751FE-7FFA-4AAD-9B00-9A9CD58C7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8217" y="6124125"/>
            <a:ext cx="781569" cy="273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PC</a:t>
            </a: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DFE34EF6-44AD-4173-8F91-F746EF223F70}"/>
              </a:ext>
            </a:extLst>
          </p:cNvPr>
          <p:cNvSpPr/>
          <p:nvPr/>
        </p:nvSpPr>
        <p:spPr>
          <a:xfrm>
            <a:off x="1679259" y="1941718"/>
            <a:ext cx="4207258" cy="28449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E1D81F15-8AC8-44F0-98BA-17A420057FD8}"/>
              </a:ext>
            </a:extLst>
          </p:cNvPr>
          <p:cNvSpPr/>
          <p:nvPr/>
        </p:nvSpPr>
        <p:spPr>
          <a:xfrm>
            <a:off x="1640631" y="1941718"/>
            <a:ext cx="961858" cy="4286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アイネス様</a:t>
            </a: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C3E25A93-E0B7-4F00-BCEB-5EEEB160975A}"/>
              </a:ext>
            </a:extLst>
          </p:cNvPr>
          <p:cNvSpPr/>
          <p:nvPr/>
        </p:nvSpPr>
        <p:spPr>
          <a:xfrm>
            <a:off x="1679260" y="627203"/>
            <a:ext cx="1928665" cy="966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7B83F306-32DA-4927-8755-26201BDBF6BC}"/>
              </a:ext>
            </a:extLst>
          </p:cNvPr>
          <p:cNvSpPr/>
          <p:nvPr/>
        </p:nvSpPr>
        <p:spPr>
          <a:xfrm>
            <a:off x="1524001" y="679097"/>
            <a:ext cx="1078489" cy="267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C2B9B6CA-4BB6-4E14-B3AA-BBB91F09B0B3}"/>
              </a:ext>
            </a:extLst>
          </p:cNvPr>
          <p:cNvSpPr/>
          <p:nvPr/>
        </p:nvSpPr>
        <p:spPr>
          <a:xfrm>
            <a:off x="1623507" y="626569"/>
            <a:ext cx="711433" cy="3190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12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大創様</a:t>
            </a: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C61EC34-1300-4036-8C3D-735220E78598}"/>
              </a:ext>
            </a:extLst>
          </p:cNvPr>
          <p:cNvSpPr/>
          <p:nvPr/>
        </p:nvSpPr>
        <p:spPr>
          <a:xfrm>
            <a:off x="1961491" y="943188"/>
            <a:ext cx="1592514" cy="5319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大創様</a:t>
            </a:r>
          </a:p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1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126" name="Picture 11">
            <a:extLst>
              <a:ext uri="{FF2B5EF4-FFF2-40B4-BE49-F238E27FC236}">
                <a16:creationId xmlns:a16="http://schemas.microsoft.com/office/drawing/2014/main" id="{4A34D95F-CCE4-4666-B30E-BC0BF7856B3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97096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4CF9D8BC-B480-48A0-AC43-3CABFB37ACF6}"/>
              </a:ext>
            </a:extLst>
          </p:cNvPr>
          <p:cNvSpPr/>
          <p:nvPr/>
        </p:nvSpPr>
        <p:spPr>
          <a:xfrm>
            <a:off x="3957853" y="627203"/>
            <a:ext cx="1928665" cy="966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en-US" altLang="ja-JP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pPr algn="ctr">
              <a:defRPr/>
            </a:pPr>
            <a:endParaRPr lang="ja-JP" altLang="en-US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20A6DCA5-B917-41D9-B766-364D7F566D08}"/>
              </a:ext>
            </a:extLst>
          </p:cNvPr>
          <p:cNvSpPr/>
          <p:nvPr/>
        </p:nvSpPr>
        <p:spPr>
          <a:xfrm>
            <a:off x="3948029" y="626569"/>
            <a:ext cx="1172779" cy="31029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ja-JP" altLang="en-US" sz="12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ウエルシア様</a:t>
            </a:r>
            <a:endParaRPr lang="en-US" altLang="ja-JP" sz="12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38C569BE-5A3B-42E6-9E1C-73857645DE9F}"/>
              </a:ext>
            </a:extLst>
          </p:cNvPr>
          <p:cNvSpPr/>
          <p:nvPr/>
        </p:nvSpPr>
        <p:spPr>
          <a:xfrm>
            <a:off x="4240084" y="943188"/>
            <a:ext cx="1592514" cy="5319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ウエルシア様</a:t>
            </a:r>
          </a:p>
          <a:p>
            <a:pPr>
              <a:defRPr/>
            </a:pPr>
            <a:r>
              <a:rPr lang="ja-JP" altLang="en-US" sz="1100" dirty="0">
                <a:solidFill>
                  <a:prstClr val="black"/>
                </a:solidFill>
                <a:latin typeface="メイリオ"/>
                <a:ea typeface="メイリオ"/>
                <a:cs typeface="メイリオ" pitchFamily="50" charset="-128"/>
              </a:rPr>
              <a:t>システム</a:t>
            </a:r>
            <a:endParaRPr lang="en-US" altLang="ja-JP" sz="1100" dirty="0">
              <a:solidFill>
                <a:prstClr val="black"/>
              </a:solidFill>
              <a:latin typeface="メイリオ"/>
              <a:ea typeface="メイリオ"/>
              <a:cs typeface="メイリオ" pitchFamily="50" charset="-128"/>
            </a:endParaRPr>
          </a:p>
        </p:txBody>
      </p:sp>
      <p:pic>
        <p:nvPicPr>
          <p:cNvPr id="133" name="Picture 11">
            <a:extLst>
              <a:ext uri="{FF2B5EF4-FFF2-40B4-BE49-F238E27FC236}">
                <a16:creationId xmlns:a16="http://schemas.microsoft.com/office/drawing/2014/main" id="{180C60BA-2AD0-4375-9DE5-3433E8E4EAB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283933" y="97096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7F40422-68C2-4860-A139-DFBBD5FB3E85}"/>
              </a:ext>
            </a:extLst>
          </p:cNvPr>
          <p:cNvCxnSpPr>
            <a:stCxn id="132" idx="2"/>
            <a:endCxn id="91" idx="1"/>
          </p:cNvCxnSpPr>
          <p:nvPr/>
        </p:nvCxnSpPr>
        <p:spPr>
          <a:xfrm>
            <a:off x="5036341" y="1475176"/>
            <a:ext cx="1713428" cy="11318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24054210-E07A-4CE1-AFB5-2F689561582E}"/>
              </a:ext>
            </a:extLst>
          </p:cNvPr>
          <p:cNvCxnSpPr>
            <a:cxnSpLocks/>
            <a:stCxn id="125" idx="2"/>
            <a:endCxn id="91" idx="1"/>
          </p:cNvCxnSpPr>
          <p:nvPr/>
        </p:nvCxnSpPr>
        <p:spPr>
          <a:xfrm>
            <a:off x="2757749" y="1475176"/>
            <a:ext cx="3992021" cy="11318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正方形/長方形 12">
            <a:extLst>
              <a:ext uri="{FF2B5EF4-FFF2-40B4-BE49-F238E27FC236}">
                <a16:creationId xmlns:a16="http://schemas.microsoft.com/office/drawing/2014/main" id="{0920FF9A-2DA6-45FF-A8BA-41AE40BA2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927" y="2381845"/>
            <a:ext cx="1596811" cy="503238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1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Open</a:t>
            </a:r>
          </a:p>
          <a:p>
            <a:r>
              <a:rPr lang="en-US" altLang="ja-JP" sz="11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central</a:t>
            </a:r>
          </a:p>
        </p:txBody>
      </p: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04E7B4D5-13CA-477F-B7A1-AAE095F80A7A}"/>
              </a:ext>
            </a:extLst>
          </p:cNvPr>
          <p:cNvCxnSpPr>
            <a:cxnSpLocks/>
            <a:stCxn id="136" idx="3"/>
            <a:endCxn id="89" idx="1"/>
          </p:cNvCxnSpPr>
          <p:nvPr/>
        </p:nvCxnSpPr>
        <p:spPr>
          <a:xfrm>
            <a:off x="3552737" y="2633465"/>
            <a:ext cx="3197032" cy="9257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正方形/長方形 12">
            <a:extLst>
              <a:ext uri="{FF2B5EF4-FFF2-40B4-BE49-F238E27FC236}">
                <a16:creationId xmlns:a16="http://schemas.microsoft.com/office/drawing/2014/main" id="{BD8A25F4-D4CD-4EE8-841D-F6FC1E4D0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707" y="3534784"/>
            <a:ext cx="1596811" cy="5032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POS</a:t>
            </a:r>
          </a:p>
          <a:p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加工サーバ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43" name="正方形/長方形 12">
            <a:extLst>
              <a:ext uri="{FF2B5EF4-FFF2-40B4-BE49-F238E27FC236}">
                <a16:creationId xmlns:a16="http://schemas.microsoft.com/office/drawing/2014/main" id="{5E4F7FE0-2E2E-489B-9DAA-1FD51053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927" y="4135159"/>
            <a:ext cx="1596811" cy="5032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Super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  <a:p>
            <a:r>
              <a:rPr lang="en-US" altLang="ja-JP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</a:rPr>
              <a:t>Stream</a:t>
            </a:r>
            <a:endParaRPr lang="ja-JP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45" name="Picture 11">
            <a:extLst>
              <a:ext uri="{FF2B5EF4-FFF2-40B4-BE49-F238E27FC236}">
                <a16:creationId xmlns:a16="http://schemas.microsoft.com/office/drawing/2014/main" id="{6E7D0E5D-3A82-464C-820E-BDA7D324B52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2392378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6" name="Picture 11">
            <a:extLst>
              <a:ext uri="{FF2B5EF4-FFF2-40B4-BE49-F238E27FC236}">
                <a16:creationId xmlns:a16="http://schemas.microsoft.com/office/drawing/2014/main" id="{419CBB91-C2D1-40D2-88F4-2BFA36ADC79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2120" y="354487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7" name="Picture 11">
            <a:extLst>
              <a:ext uri="{FF2B5EF4-FFF2-40B4-BE49-F238E27FC236}">
                <a16:creationId xmlns:a16="http://schemas.microsoft.com/office/drawing/2014/main" id="{7D5552F2-3230-4579-B349-8C4E882CB1D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4135159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8" name="正方形/長方形 12">
            <a:extLst>
              <a:ext uri="{FF2B5EF4-FFF2-40B4-BE49-F238E27FC236}">
                <a16:creationId xmlns:a16="http://schemas.microsoft.com/office/drawing/2014/main" id="{19BC6E6C-C059-4183-805C-0C184C4CA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927" y="2969781"/>
            <a:ext cx="1596811" cy="503238"/>
          </a:xfrm>
          <a:prstGeom prst="rect">
            <a:avLst/>
          </a:prstGeom>
          <a:gradFill rotWithShape="1">
            <a:gsLst>
              <a:gs pos="0">
                <a:srgbClr val="FFA2A1"/>
              </a:gs>
              <a:gs pos="35001">
                <a:srgbClr val="FFBEBD"/>
              </a:gs>
              <a:gs pos="100000">
                <a:srgbClr val="FFE5E5"/>
              </a:gs>
            </a:gsLst>
            <a:lin ang="16200000" scaled="1"/>
          </a:gradFill>
          <a:ln w="9525" algn="ctr">
            <a:solidFill>
              <a:srgbClr val="FFA2A1"/>
            </a:solidFill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1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MVIF</a:t>
            </a:r>
            <a:endParaRPr lang="ja-JP" altLang="ja-JP" sz="11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49" name="Picture 11">
            <a:extLst>
              <a:ext uri="{FF2B5EF4-FFF2-40B4-BE49-F238E27FC236}">
                <a16:creationId xmlns:a16="http://schemas.microsoft.com/office/drawing/2014/main" id="{8F979263-D8BB-4621-988F-4931FF44E64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296978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1" name="直線矢印コネクタ 150">
            <a:extLst>
              <a:ext uri="{FF2B5EF4-FFF2-40B4-BE49-F238E27FC236}">
                <a16:creationId xmlns:a16="http://schemas.microsoft.com/office/drawing/2014/main" id="{57DEFBF0-1034-4087-9939-06F6BECBDD8F}"/>
              </a:ext>
            </a:extLst>
          </p:cNvPr>
          <p:cNvCxnSpPr>
            <a:cxnSpLocks/>
            <a:stCxn id="143" idx="3"/>
            <a:endCxn id="93" idx="1"/>
          </p:cNvCxnSpPr>
          <p:nvPr/>
        </p:nvCxnSpPr>
        <p:spPr>
          <a:xfrm>
            <a:off x="3552738" y="4386779"/>
            <a:ext cx="3193329" cy="124347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B6B6DFAE-1BAF-4ADA-99D9-3C1566ECE7EE}"/>
              </a:ext>
            </a:extLst>
          </p:cNvPr>
          <p:cNvCxnSpPr>
            <a:cxnSpLocks/>
            <a:stCxn id="148" idx="3"/>
            <a:endCxn id="89" idx="1"/>
          </p:cNvCxnSpPr>
          <p:nvPr/>
        </p:nvCxnSpPr>
        <p:spPr>
          <a:xfrm>
            <a:off x="3552737" y="3221401"/>
            <a:ext cx="3197032" cy="3378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A946C984-5E93-47B4-9EE2-5E91428D611F}"/>
              </a:ext>
            </a:extLst>
          </p:cNvPr>
          <p:cNvSpPr/>
          <p:nvPr/>
        </p:nvSpPr>
        <p:spPr>
          <a:xfrm>
            <a:off x="1961491" y="4948836"/>
            <a:ext cx="1592514" cy="531989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en-US" altLang="ja-JP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Odoo</a:t>
            </a:r>
          </a:p>
        </p:txBody>
      </p:sp>
      <p:pic>
        <p:nvPicPr>
          <p:cNvPr id="166" name="Picture 11">
            <a:extLst>
              <a:ext uri="{FF2B5EF4-FFF2-40B4-BE49-F238E27FC236}">
                <a16:creationId xmlns:a16="http://schemas.microsoft.com/office/drawing/2014/main" id="{8836185E-5C72-4186-8B5B-C7667CB8271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497661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831983F7-2D6C-4618-BEC2-F3E557C10119}"/>
              </a:ext>
            </a:extLst>
          </p:cNvPr>
          <p:cNvSpPr/>
          <p:nvPr/>
        </p:nvSpPr>
        <p:spPr>
          <a:xfrm>
            <a:off x="1961491" y="5613646"/>
            <a:ext cx="1592514" cy="531989"/>
          </a:xfrm>
          <a:prstGeom prst="rect">
            <a:avLst/>
          </a:prstGeom>
          <a:gradFill rotWithShape="1">
            <a:gsLst>
              <a:gs pos="0">
                <a:srgbClr val="DAFDA7"/>
              </a:gs>
              <a:gs pos="35001">
                <a:srgbClr val="E4FDC2"/>
              </a:gs>
              <a:gs pos="100000">
                <a:srgbClr val="F5FFE6"/>
              </a:gs>
            </a:gsLst>
            <a:lin ang="16200000" scaled="1"/>
          </a:gradFill>
          <a:ln w="9525" algn="ctr">
            <a:solidFill>
              <a:srgbClr val="98B954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ja-JP" altLang="en-US" sz="11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ロボット</a:t>
            </a:r>
            <a:endParaRPr lang="en-US" altLang="ja-JP" sz="11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pic>
        <p:nvPicPr>
          <p:cNvPr id="178" name="Picture 11">
            <a:extLst>
              <a:ext uri="{FF2B5EF4-FFF2-40B4-BE49-F238E27FC236}">
                <a16:creationId xmlns:a16="http://schemas.microsoft.com/office/drawing/2014/main" id="{381FD48E-17B7-428F-A6E9-780EB68BAB0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005340" y="5641426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A25B4D9F-5F0A-4013-B7A8-6A327D4EBC19}"/>
              </a:ext>
            </a:extLst>
          </p:cNvPr>
          <p:cNvSpPr/>
          <p:nvPr/>
        </p:nvSpPr>
        <p:spPr>
          <a:xfrm>
            <a:off x="4240084" y="5599131"/>
            <a:ext cx="1592514" cy="531989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anchor="ctr"/>
          <a:lstStyle/>
          <a:p>
            <a:pPr>
              <a:defRPr/>
            </a:pPr>
            <a:r>
              <a:rPr lang="en-US" altLang="ja-JP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USMH</a:t>
            </a:r>
          </a:p>
          <a:p>
            <a:pPr>
              <a:defRPr/>
            </a:pPr>
            <a:r>
              <a:rPr lang="ja-JP" altLang="en-US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共通</a:t>
            </a:r>
            <a:r>
              <a:rPr lang="en-US" altLang="ja-JP" sz="1100" dirty="0">
                <a:solidFill>
                  <a:prstClr val="white"/>
                </a:solidFill>
                <a:latin typeface="メイリオ"/>
                <a:ea typeface="メイリオ"/>
                <a:cs typeface="メイリオ" pitchFamily="50" charset="-128"/>
              </a:rPr>
              <a:t>DB</a:t>
            </a:r>
          </a:p>
        </p:txBody>
      </p:sp>
      <p:pic>
        <p:nvPicPr>
          <p:cNvPr id="180" name="Picture 11">
            <a:extLst>
              <a:ext uri="{FF2B5EF4-FFF2-40B4-BE49-F238E27FC236}">
                <a16:creationId xmlns:a16="http://schemas.microsoft.com/office/drawing/2014/main" id="{BF361336-353C-4B4A-AFE1-E2E75C4B856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283933" y="5626911"/>
            <a:ext cx="496568" cy="504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1" name="直線矢印コネクタ 180">
            <a:extLst>
              <a:ext uri="{FF2B5EF4-FFF2-40B4-BE49-F238E27FC236}">
                <a16:creationId xmlns:a16="http://schemas.microsoft.com/office/drawing/2014/main" id="{5E898843-1305-42DB-A062-ADE40805CB7A}"/>
              </a:ext>
            </a:extLst>
          </p:cNvPr>
          <p:cNvCxnSpPr>
            <a:cxnSpLocks/>
            <a:stCxn id="161" idx="3"/>
            <a:endCxn id="93" idx="1"/>
          </p:cNvCxnSpPr>
          <p:nvPr/>
        </p:nvCxnSpPr>
        <p:spPr>
          <a:xfrm flipV="1">
            <a:off x="3554006" y="4511126"/>
            <a:ext cx="3192061" cy="70370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矢印コネクタ 181">
            <a:extLst>
              <a:ext uri="{FF2B5EF4-FFF2-40B4-BE49-F238E27FC236}">
                <a16:creationId xmlns:a16="http://schemas.microsoft.com/office/drawing/2014/main" id="{50ABE3AD-2776-4D6C-900B-269992EFFF1A}"/>
              </a:ext>
            </a:extLst>
          </p:cNvPr>
          <p:cNvCxnSpPr>
            <a:cxnSpLocks/>
            <a:stCxn id="175" idx="3"/>
            <a:endCxn id="93" idx="1"/>
          </p:cNvCxnSpPr>
          <p:nvPr/>
        </p:nvCxnSpPr>
        <p:spPr>
          <a:xfrm flipV="1">
            <a:off x="3554006" y="4511126"/>
            <a:ext cx="3192061" cy="136851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矢印コネクタ 182">
            <a:extLst>
              <a:ext uri="{FF2B5EF4-FFF2-40B4-BE49-F238E27FC236}">
                <a16:creationId xmlns:a16="http://schemas.microsoft.com/office/drawing/2014/main" id="{5780C0B8-06BB-41C9-8C89-973335C0AF03}"/>
              </a:ext>
            </a:extLst>
          </p:cNvPr>
          <p:cNvCxnSpPr>
            <a:cxnSpLocks/>
            <a:stCxn id="179" idx="3"/>
            <a:endCxn id="93" idx="1"/>
          </p:cNvCxnSpPr>
          <p:nvPr/>
        </p:nvCxnSpPr>
        <p:spPr>
          <a:xfrm flipV="1">
            <a:off x="5832598" y="4511125"/>
            <a:ext cx="913468" cy="1354000"/>
          </a:xfrm>
          <a:prstGeom prst="straightConnector1">
            <a:avLst/>
          </a:prstGeom>
          <a:ln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曲線 183">
            <a:extLst>
              <a:ext uri="{FF2B5EF4-FFF2-40B4-BE49-F238E27FC236}">
                <a16:creationId xmlns:a16="http://schemas.microsoft.com/office/drawing/2014/main" id="{E771F9C6-422C-4EAE-A268-EC9DAB48EE7B}"/>
              </a:ext>
            </a:extLst>
          </p:cNvPr>
          <p:cNvCxnSpPr>
            <a:cxnSpLocks/>
            <a:stCxn id="91" idx="3"/>
            <a:endCxn id="93" idx="3"/>
          </p:cNvCxnSpPr>
          <p:nvPr/>
        </p:nvCxnSpPr>
        <p:spPr>
          <a:xfrm flipH="1">
            <a:off x="8081962" y="2607001"/>
            <a:ext cx="3703" cy="1904125"/>
          </a:xfrm>
          <a:prstGeom prst="curvedConnector3">
            <a:avLst>
              <a:gd name="adj1" fmla="val -11112071"/>
            </a:avLst>
          </a:prstGeom>
          <a:ln w="9525"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コネクタ: 曲線 184">
            <a:extLst>
              <a:ext uri="{FF2B5EF4-FFF2-40B4-BE49-F238E27FC236}">
                <a16:creationId xmlns:a16="http://schemas.microsoft.com/office/drawing/2014/main" id="{BCA37D58-E924-4EE1-A93B-DA579A35A024}"/>
              </a:ext>
            </a:extLst>
          </p:cNvPr>
          <p:cNvCxnSpPr>
            <a:cxnSpLocks/>
            <a:stCxn id="89" idx="3"/>
            <a:endCxn id="93" idx="3"/>
          </p:cNvCxnSpPr>
          <p:nvPr/>
        </p:nvCxnSpPr>
        <p:spPr>
          <a:xfrm flipH="1">
            <a:off x="8081962" y="3559211"/>
            <a:ext cx="3703" cy="951914"/>
          </a:xfrm>
          <a:prstGeom prst="curvedConnector3">
            <a:avLst>
              <a:gd name="adj1" fmla="val -6173373"/>
            </a:avLst>
          </a:prstGeom>
          <a:ln w="9525"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D4135E89-11CE-4864-8E98-9228C8C312D0}"/>
              </a:ext>
            </a:extLst>
          </p:cNvPr>
          <p:cNvCxnSpPr>
            <a:cxnSpLocks/>
            <a:stCxn id="148" idx="3"/>
            <a:endCxn id="95" idx="1"/>
          </p:cNvCxnSpPr>
          <p:nvPr/>
        </p:nvCxnSpPr>
        <p:spPr>
          <a:xfrm>
            <a:off x="3552738" y="3221401"/>
            <a:ext cx="5373279" cy="1289725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901F91E7-5982-41CA-9119-6A06267087E5}"/>
              </a:ext>
            </a:extLst>
          </p:cNvPr>
          <p:cNvCxnSpPr>
            <a:stCxn id="106" idx="2"/>
            <a:endCxn id="100" idx="0"/>
          </p:cNvCxnSpPr>
          <p:nvPr/>
        </p:nvCxnSpPr>
        <p:spPr>
          <a:xfrm>
            <a:off x="9586012" y="1593740"/>
            <a:ext cx="7952" cy="6224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E9FBF8F3-C944-4124-BF41-D8D4E2ED4553}"/>
              </a:ext>
            </a:extLst>
          </p:cNvPr>
          <p:cNvCxnSpPr/>
          <p:nvPr/>
        </p:nvCxnSpPr>
        <p:spPr>
          <a:xfrm>
            <a:off x="8508498" y="357809"/>
            <a:ext cx="835037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正方形/長方形 90">
            <a:extLst>
              <a:ext uri="{FF2B5EF4-FFF2-40B4-BE49-F238E27FC236}">
                <a16:creationId xmlns:a16="http://schemas.microsoft.com/office/drawing/2014/main" id="{D1FBB88C-3128-49EB-9695-FFC5392A9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3206" y="153677"/>
            <a:ext cx="1042343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影響ある通信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94" name="正方形/長方形 90">
            <a:extLst>
              <a:ext uri="{FF2B5EF4-FFF2-40B4-BE49-F238E27FC236}">
                <a16:creationId xmlns:a16="http://schemas.microsoft.com/office/drawing/2014/main" id="{27923D7F-8131-4D22-805A-EE4184CAC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0585" y="153677"/>
            <a:ext cx="582892" cy="428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凡例＞</a:t>
            </a:r>
            <a:endParaRPr lang="en-US" altLang="ja-JP" sz="1000" dirty="0">
              <a:solidFill>
                <a:srgbClr val="000000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195" name="直線矢印コネクタ 194">
            <a:extLst>
              <a:ext uri="{FF2B5EF4-FFF2-40B4-BE49-F238E27FC236}">
                <a16:creationId xmlns:a16="http://schemas.microsoft.com/office/drawing/2014/main" id="{BB464C77-9524-4D81-A01B-1EF84E78FF59}"/>
              </a:ext>
            </a:extLst>
          </p:cNvPr>
          <p:cNvCxnSpPr>
            <a:cxnSpLocks/>
            <a:stCxn id="95" idx="2"/>
            <a:endCxn id="110" idx="0"/>
          </p:cNvCxnSpPr>
          <p:nvPr/>
        </p:nvCxnSpPr>
        <p:spPr>
          <a:xfrm>
            <a:off x="9593964" y="4907169"/>
            <a:ext cx="321262" cy="5963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矢印コネクタ 197">
            <a:extLst>
              <a:ext uri="{FF2B5EF4-FFF2-40B4-BE49-F238E27FC236}">
                <a16:creationId xmlns:a16="http://schemas.microsoft.com/office/drawing/2014/main" id="{216DB585-3C99-4E8E-A0FA-EBFE37BD36DC}"/>
              </a:ext>
            </a:extLst>
          </p:cNvPr>
          <p:cNvCxnSpPr>
            <a:cxnSpLocks/>
            <a:stCxn id="95" idx="2"/>
            <a:endCxn id="109" idx="0"/>
          </p:cNvCxnSpPr>
          <p:nvPr/>
        </p:nvCxnSpPr>
        <p:spPr>
          <a:xfrm flipH="1">
            <a:off x="9050874" y="4907169"/>
            <a:ext cx="543090" cy="5963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線矢印コネクタ 200">
            <a:extLst>
              <a:ext uri="{FF2B5EF4-FFF2-40B4-BE49-F238E27FC236}">
                <a16:creationId xmlns:a16="http://schemas.microsoft.com/office/drawing/2014/main" id="{5D316163-0328-4EB3-926D-05575811DBC5}"/>
              </a:ext>
            </a:extLst>
          </p:cNvPr>
          <p:cNvCxnSpPr>
            <a:cxnSpLocks/>
            <a:stCxn id="95" idx="2"/>
            <a:endCxn id="111" idx="0"/>
          </p:cNvCxnSpPr>
          <p:nvPr/>
        </p:nvCxnSpPr>
        <p:spPr>
          <a:xfrm flipH="1">
            <a:off x="8083898" y="4907169"/>
            <a:ext cx="1510067" cy="5963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矢印コネクタ 203">
            <a:extLst>
              <a:ext uri="{FF2B5EF4-FFF2-40B4-BE49-F238E27FC236}">
                <a16:creationId xmlns:a16="http://schemas.microsoft.com/office/drawing/2014/main" id="{6D353146-72F0-408A-9A28-7322A897B776}"/>
              </a:ext>
            </a:extLst>
          </p:cNvPr>
          <p:cNvCxnSpPr>
            <a:cxnSpLocks/>
            <a:stCxn id="95" idx="2"/>
            <a:endCxn id="117" idx="0"/>
          </p:cNvCxnSpPr>
          <p:nvPr/>
        </p:nvCxnSpPr>
        <p:spPr>
          <a:xfrm flipH="1">
            <a:off x="7155352" y="4907169"/>
            <a:ext cx="2438613" cy="563778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楕円 210">
            <a:extLst>
              <a:ext uri="{FF2B5EF4-FFF2-40B4-BE49-F238E27FC236}">
                <a16:creationId xmlns:a16="http://schemas.microsoft.com/office/drawing/2014/main" id="{20A5152B-FB13-49A0-9A8E-D171D67EDB3B}"/>
              </a:ext>
            </a:extLst>
          </p:cNvPr>
          <p:cNvSpPr/>
          <p:nvPr/>
        </p:nvSpPr>
        <p:spPr>
          <a:xfrm>
            <a:off x="9589271" y="4377641"/>
            <a:ext cx="669420" cy="622473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212" name="楕円 211">
            <a:extLst>
              <a:ext uri="{FF2B5EF4-FFF2-40B4-BE49-F238E27FC236}">
                <a16:creationId xmlns:a16="http://schemas.microsoft.com/office/drawing/2014/main" id="{7907111D-BBB8-40D8-BE42-1D5111EC85E5}"/>
              </a:ext>
            </a:extLst>
          </p:cNvPr>
          <p:cNvSpPr/>
          <p:nvPr/>
        </p:nvSpPr>
        <p:spPr>
          <a:xfrm>
            <a:off x="7401387" y="4378898"/>
            <a:ext cx="669420" cy="622473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61F7BE1E-63D2-43D1-AD3C-5EAD0E05B106}"/>
              </a:ext>
            </a:extLst>
          </p:cNvPr>
          <p:cNvCxnSpPr>
            <a:stCxn id="98" idx="2"/>
            <a:endCxn id="95" idx="0"/>
          </p:cNvCxnSpPr>
          <p:nvPr/>
        </p:nvCxnSpPr>
        <p:spPr>
          <a:xfrm>
            <a:off x="9593964" y="3955255"/>
            <a:ext cx="0" cy="159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正方形/長方形 90">
            <a:extLst>
              <a:ext uri="{FF2B5EF4-FFF2-40B4-BE49-F238E27FC236}">
                <a16:creationId xmlns:a16="http://schemas.microsoft.com/office/drawing/2014/main" id="{1ADF8B89-44DE-48B3-9DF2-78F25075A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166" y="2806984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17" name="正方形/長方形 90">
            <a:extLst>
              <a:ext uri="{FF2B5EF4-FFF2-40B4-BE49-F238E27FC236}">
                <a16:creationId xmlns:a16="http://schemas.microsoft.com/office/drawing/2014/main" id="{3ECA90D3-E3C4-4EAA-B64F-157593B22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361" y="306916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18" name="正方形/長方形 90">
            <a:extLst>
              <a:ext uri="{FF2B5EF4-FFF2-40B4-BE49-F238E27FC236}">
                <a16:creationId xmlns:a16="http://schemas.microsoft.com/office/drawing/2014/main" id="{C304D60A-00BF-4CB2-88B9-76D65DA81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429" y="363596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マスタ連携通知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19" name="正方形/長方形 90">
            <a:extLst>
              <a:ext uri="{FF2B5EF4-FFF2-40B4-BE49-F238E27FC236}">
                <a16:creationId xmlns:a16="http://schemas.microsoft.com/office/drawing/2014/main" id="{E99AF86E-994E-48BF-BD3D-5DA401B4E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316" y="420223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0" name="正方形/長方形 90">
            <a:extLst>
              <a:ext uri="{FF2B5EF4-FFF2-40B4-BE49-F238E27FC236}">
                <a16:creationId xmlns:a16="http://schemas.microsoft.com/office/drawing/2014/main" id="{5FD2CC65-9979-408E-BE82-EE55E642F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797" y="4797863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1" name="正方形/長方形 90">
            <a:extLst>
              <a:ext uri="{FF2B5EF4-FFF2-40B4-BE49-F238E27FC236}">
                <a16:creationId xmlns:a16="http://schemas.microsoft.com/office/drawing/2014/main" id="{50087C31-2BA8-49C6-B80F-BBDD98661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895" y="5120640"/>
            <a:ext cx="1227433" cy="2402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マスタ連携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2" name="正方形/長方形 90">
            <a:extLst>
              <a:ext uri="{FF2B5EF4-FFF2-40B4-BE49-F238E27FC236}">
                <a16:creationId xmlns:a16="http://schemas.microsoft.com/office/drawing/2014/main" id="{C123C7A3-F087-43B7-98C4-F06309EF5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030" y="519538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23" name="正方形/長方形 90">
            <a:extLst>
              <a:ext uri="{FF2B5EF4-FFF2-40B4-BE49-F238E27FC236}">
                <a16:creationId xmlns:a16="http://schemas.microsoft.com/office/drawing/2014/main" id="{5704253F-C19D-48C2-B834-60D8A5357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776" y="166148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24" name="正方形/長方形 90">
            <a:extLst>
              <a:ext uri="{FF2B5EF4-FFF2-40B4-BE49-F238E27FC236}">
                <a16:creationId xmlns:a16="http://schemas.microsoft.com/office/drawing/2014/main" id="{937A28F9-5B4C-455D-96CF-97E665740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316" y="1687518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25" name="正方形/長方形 90">
            <a:extLst>
              <a:ext uri="{FF2B5EF4-FFF2-40B4-BE49-F238E27FC236}">
                <a16:creationId xmlns:a16="http://schemas.microsoft.com/office/drawing/2014/main" id="{887DD351-278D-49BF-809F-533923A32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426" y="4979197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メンテ</a:t>
            </a:r>
            <a:r>
              <a: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照会</a:t>
            </a:r>
            <a:r>
              <a:rPr lang="en-US" altLang="ja-JP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prstClr val="black"/>
                </a:solidFill>
                <a:latin typeface="メイリオ" pitchFamily="50" charset="-128"/>
                <a:ea typeface="メイリオ" pitchFamily="50" charset="-128"/>
              </a:rPr>
              <a:t>帳票</a:t>
            </a:r>
            <a:endParaRPr lang="en-US" altLang="ja-JP" sz="1000" dirty="0">
              <a:solidFill>
                <a:prstClr val="black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6" name="正方形/長方形 90">
            <a:extLst>
              <a:ext uri="{FF2B5EF4-FFF2-40B4-BE49-F238E27FC236}">
                <a16:creationId xmlns:a16="http://schemas.microsoft.com/office/drawing/2014/main" id="{FB0CF666-DA02-4ED7-A119-4B2A7AEF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423" y="5195382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メンテ</a:t>
            </a:r>
            <a:r>
              <a: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照会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28" name="正方形/長方形 90">
            <a:extLst>
              <a:ext uri="{FF2B5EF4-FFF2-40B4-BE49-F238E27FC236}">
                <a16:creationId xmlns:a16="http://schemas.microsoft.com/office/drawing/2014/main" id="{5B7F9853-1EC8-4FAC-9163-211CB8BDF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452" y="5166630"/>
            <a:ext cx="1215915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マスタ</a:t>
            </a:r>
            <a:r>
              <a:rPr lang="en-US" altLang="ja-JP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/</a:t>
            </a:r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</a:endParaRPr>
          </a:p>
        </p:txBody>
      </p:sp>
      <p:cxnSp>
        <p:nvCxnSpPr>
          <p:cNvPr id="231" name="直線矢印コネクタ 230">
            <a:extLst>
              <a:ext uri="{FF2B5EF4-FFF2-40B4-BE49-F238E27FC236}">
                <a16:creationId xmlns:a16="http://schemas.microsoft.com/office/drawing/2014/main" id="{71897AAF-096B-4358-9FFD-21AE37E4BB20}"/>
              </a:ext>
            </a:extLst>
          </p:cNvPr>
          <p:cNvCxnSpPr>
            <a:cxnSpLocks/>
            <a:stCxn id="141" idx="3"/>
            <a:endCxn id="93" idx="1"/>
          </p:cNvCxnSpPr>
          <p:nvPr/>
        </p:nvCxnSpPr>
        <p:spPr>
          <a:xfrm>
            <a:off x="3549518" y="3786403"/>
            <a:ext cx="3196549" cy="724722"/>
          </a:xfrm>
          <a:prstGeom prst="straightConnector1">
            <a:avLst/>
          </a:prstGeom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正方形/長方形 90">
            <a:extLst>
              <a:ext uri="{FF2B5EF4-FFF2-40B4-BE49-F238E27FC236}">
                <a16:creationId xmlns:a16="http://schemas.microsoft.com/office/drawing/2014/main" id="{209A970F-D42F-4CE5-896A-6BBEF8511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853" y="3710031"/>
            <a:ext cx="1227433" cy="26979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ja-JP" altLang="en-US" sz="1000" dirty="0">
                <a:solidFill>
                  <a:srgbClr val="C0504D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実績連携</a:t>
            </a:r>
            <a:endParaRPr lang="en-US" altLang="ja-JP" sz="1000" dirty="0">
              <a:solidFill>
                <a:srgbClr val="C050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97" name="グラフィックス 96">
            <a:extLst>
              <a:ext uri="{FF2B5EF4-FFF2-40B4-BE49-F238E27FC236}">
                <a16:creationId xmlns:a16="http://schemas.microsoft.com/office/drawing/2014/main" id="{BEAEBB74-3429-4B62-A31D-5ED383951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8854" y="2496427"/>
            <a:ext cx="463219" cy="463219"/>
          </a:xfrm>
          <a:prstGeom prst="rect">
            <a:avLst/>
          </a:prstGeom>
        </p:spPr>
      </p:pic>
      <p:pic>
        <p:nvPicPr>
          <p:cNvPr id="101" name="グラフィックス 100">
            <a:extLst>
              <a:ext uri="{FF2B5EF4-FFF2-40B4-BE49-F238E27FC236}">
                <a16:creationId xmlns:a16="http://schemas.microsoft.com/office/drawing/2014/main" id="{D94C93E6-932C-43F6-9CB3-63F5C46CF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4900" y="3432050"/>
            <a:ext cx="463219" cy="463219"/>
          </a:xfrm>
          <a:prstGeom prst="rect">
            <a:avLst/>
          </a:prstGeom>
        </p:spPr>
      </p:pic>
      <p:pic>
        <p:nvPicPr>
          <p:cNvPr id="113" name="グラフィックス 112">
            <a:extLst>
              <a:ext uri="{FF2B5EF4-FFF2-40B4-BE49-F238E27FC236}">
                <a16:creationId xmlns:a16="http://schemas.microsoft.com/office/drawing/2014/main" id="{CF21B425-0BDC-4F6B-B5B4-7343E5C25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8854" y="3432050"/>
            <a:ext cx="463219" cy="463219"/>
          </a:xfrm>
          <a:prstGeom prst="rect">
            <a:avLst/>
          </a:prstGeom>
        </p:spPr>
      </p:pic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7FB64EAC-14ED-4AC4-956A-BB9D3EE674AD}"/>
              </a:ext>
            </a:extLst>
          </p:cNvPr>
          <p:cNvSpPr txBox="1"/>
          <p:nvPr/>
        </p:nvSpPr>
        <p:spPr>
          <a:xfrm>
            <a:off x="1636328" y="152636"/>
            <a:ext cx="6014296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ja-JP"/>
            </a:defPPr>
            <a:lvl1pPr lvl="0">
              <a:defRPr sz="20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lang="ja-JP" altLang="en-US" dirty="0">
                <a:solidFill>
                  <a:srgbClr val="1F497D"/>
                </a:solidFill>
              </a:rPr>
              <a:t>２－４．</a:t>
            </a:r>
            <a:r>
              <a:rPr lang="en-US" altLang="ja-JP" dirty="0">
                <a:solidFill>
                  <a:srgbClr val="1F497D"/>
                </a:solidFill>
              </a:rPr>
              <a:t>STEP</a:t>
            </a:r>
            <a:r>
              <a:rPr lang="ja-JP" altLang="en-US" dirty="0">
                <a:solidFill>
                  <a:srgbClr val="1F497D"/>
                </a:solidFill>
              </a:rPr>
              <a:t>２，３対応（影響範囲）</a:t>
            </a:r>
            <a:endParaRPr lang="en-US" altLang="ja-JP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77354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プレゼンテーション2" id="{728EBE56-3AB3-437F-957F-F27631CB2B3E}" vid="{178BA1FE-5FB3-4CAE-8F8F-655C35512A9A}"/>
    </a:ext>
  </a:extLst>
</a:theme>
</file>

<file path=ppt/theme/theme2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VINXプテンプレート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.pptx" id="{04AD775B-F12C-4239-AA8E-B87FAAE4C340}" vid="{5A73DC0B-D4F0-426D-8211-387FFF30E771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677A98-0004-434C-B95F-771EC1C80BB8}"/>
</file>

<file path=customXml/itemProps2.xml><?xml version="1.0" encoding="utf-8"?>
<ds:datastoreItem xmlns:ds="http://schemas.openxmlformats.org/officeDocument/2006/customXml" ds:itemID="{2B0AE5FD-4413-4FAF-874F-8218F0B1418B}">
  <ds:schemaRefs>
    <ds:schemaRef ds:uri="7e648b1b-310d-4301-875b-b3df8f3619bf"/>
    <ds:schemaRef ds:uri="c75135be-2182-4479-88b6-6b05442ae4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6AEA699-1393-4629-803E-CAEE5F8DA4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USMH2023</Template>
  <TotalTime>2091</TotalTime>
  <Words>938</Words>
  <Application>Microsoft Office PowerPoint</Application>
  <PresentationFormat>ワイド画面</PresentationFormat>
  <Paragraphs>400</Paragraphs>
  <Slides>7</Slides>
  <Notes>7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24" baseType="lpstr">
      <vt:lpstr>Arial Unicode MS</vt:lpstr>
      <vt:lpstr>Meiryo UI</vt:lpstr>
      <vt:lpstr>Microsoft JhengHei</vt:lpstr>
      <vt:lpstr>ＭＳ Ｐゴシック</vt:lpstr>
      <vt:lpstr>UD デジタル 教科書体 NK-B</vt:lpstr>
      <vt:lpstr>メイリオ</vt:lpstr>
      <vt:lpstr>游ゴシック</vt:lpstr>
      <vt:lpstr>Arial</vt:lpstr>
      <vt:lpstr>Calibri</vt:lpstr>
      <vt:lpstr>Century Gothic</vt:lpstr>
      <vt:lpstr>Times New Roman</vt:lpstr>
      <vt:lpstr>Verdana</vt:lpstr>
      <vt:lpstr>Wingdings</vt:lpstr>
      <vt:lpstr>agetech201505</vt:lpstr>
      <vt:lpstr>Profile</vt:lpstr>
      <vt:lpstr>VINXプテンプレート2017</vt:lpstr>
      <vt:lpstr>Photo Editor 写真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山本  慎一郎</dc:creator>
  <cp:lastModifiedBy>佐々木  大助</cp:lastModifiedBy>
  <cp:revision>45</cp:revision>
  <dcterms:created xsi:type="dcterms:W3CDTF">2023-10-06T05:00:22Z</dcterms:created>
  <dcterms:modified xsi:type="dcterms:W3CDTF">2024-01-08T05:42:30Z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