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1205" r:id="rId5"/>
    <p:sldId id="1206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198E2-41BF-49D9-00CC-19A9286FAA0F}" v="32" dt="2025-03-04T05:26:29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37" autoAdjust="0"/>
  </p:normalViewPr>
  <p:slideViewPr>
    <p:cSldViewPr snapToGrid="0">
      <p:cViewPr varScale="1">
        <p:scale>
          <a:sx n="120" d="100"/>
          <a:sy n="120" d="100"/>
        </p:scale>
        <p:origin x="6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々木  大助" userId="S::daisuke.sasaki_kasumi.co.jp#ext#@usmh.onmicrosoft.com::3abe477e-7fe6-4d71-843b-fea31b2fdabd" providerId="AD" clId="Web-{30A198E2-41BF-49D9-00CC-19A9286FAA0F}"/>
    <pc:docChg chg="addSld modSld">
      <pc:chgData name="佐々木  大助" userId="S::daisuke.sasaki_kasumi.co.jp#ext#@usmh.onmicrosoft.com::3abe477e-7fe6-4d71-843b-fea31b2fdabd" providerId="AD" clId="Web-{30A198E2-41BF-49D9-00CC-19A9286FAA0F}" dt="2025-03-04T05:26:29.509" v="30" actId="1076"/>
      <pc:docMkLst>
        <pc:docMk/>
      </pc:docMkLst>
      <pc:sldChg chg="modSp">
        <pc:chgData name="佐々木  大助" userId="S::daisuke.sasaki_kasumi.co.jp#ext#@usmh.onmicrosoft.com::3abe477e-7fe6-4d71-843b-fea31b2fdabd" providerId="AD" clId="Web-{30A198E2-41BF-49D9-00CC-19A9286FAA0F}" dt="2025-03-04T05:25:38.617" v="23" actId="1076"/>
        <pc:sldMkLst>
          <pc:docMk/>
          <pc:sldMk cId="2921295042" sldId="1205"/>
        </pc:sldMkLst>
        <pc:spChg chg="mod">
          <ac:chgData name="佐々木  大助" userId="S::daisuke.sasaki_kasumi.co.jp#ext#@usmh.onmicrosoft.com::3abe477e-7fe6-4d71-843b-fea31b2fdabd" providerId="AD" clId="Web-{30A198E2-41BF-49D9-00CC-19A9286FAA0F}" dt="2025-03-04T05:25:38.617" v="23" actId="1076"/>
          <ac:spMkLst>
            <pc:docMk/>
            <pc:sldMk cId="2921295042" sldId="1205"/>
            <ac:spMk id="9" creationId="{F06623C9-31B7-4895-B0F2-09209847AC10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3:44.644" v="8" actId="20577"/>
          <ac:spMkLst>
            <pc:docMk/>
            <pc:sldMk cId="2921295042" sldId="1205"/>
            <ac:spMk id="72" creationId="{00000000-0000-0000-0000-000000000000}"/>
          </ac:spMkLst>
        </pc:spChg>
      </pc:sldChg>
      <pc:sldChg chg="addSp delSp modSp add replId">
        <pc:chgData name="佐々木  大助" userId="S::daisuke.sasaki_kasumi.co.jp#ext#@usmh.onmicrosoft.com::3abe477e-7fe6-4d71-843b-fea31b2fdabd" providerId="AD" clId="Web-{30A198E2-41BF-49D9-00CC-19A9286FAA0F}" dt="2025-03-04T05:26:29.509" v="30" actId="1076"/>
        <pc:sldMkLst>
          <pc:docMk/>
          <pc:sldMk cId="2015774473" sldId="1206"/>
        </pc:sldMkLst>
        <pc:spChg chg="mod">
          <ac:chgData name="佐々木  大助" userId="S::daisuke.sasaki_kasumi.co.jp#ext#@usmh.onmicrosoft.com::3abe477e-7fe6-4d71-843b-fea31b2fdabd" providerId="AD" clId="Web-{30A198E2-41BF-49D9-00CC-19A9286FAA0F}" dt="2025-03-04T05:24:53.178" v="19" actId="1076"/>
          <ac:spMkLst>
            <pc:docMk/>
            <pc:sldMk cId="2015774473" sldId="1206"/>
            <ac:spMk id="8" creationId="{B1C13E0D-8218-9B60-8CFA-5C15BD2C6F6C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5:32.304" v="22" actId="1076"/>
          <ac:spMkLst>
            <pc:docMk/>
            <pc:sldMk cId="2015774473" sldId="1206"/>
            <ac:spMk id="9" creationId="{A7E0C6A2-CCD3-FCFB-DD7B-A994EAE8A636}"/>
          </ac:spMkLst>
        </pc:spChg>
        <pc:spChg chg="del mod">
          <ac:chgData name="佐々木  大助" userId="S::daisuke.sasaki_kasumi.co.jp#ext#@usmh.onmicrosoft.com::3abe477e-7fe6-4d71-843b-fea31b2fdabd" providerId="AD" clId="Web-{30A198E2-41BF-49D9-00CC-19A9286FAA0F}" dt="2025-03-04T05:24:02.645" v="11"/>
          <ac:spMkLst>
            <pc:docMk/>
            <pc:sldMk cId="2015774473" sldId="1206"/>
            <ac:spMk id="63" creationId="{695FEFC6-6750-B6AB-EF66-2029D6A9816F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3:36.191" v="4" actId="20577"/>
          <ac:spMkLst>
            <pc:docMk/>
            <pc:sldMk cId="2015774473" sldId="1206"/>
            <ac:spMk id="72" creationId="{6C0631BE-4317-B464-4C8D-B96EB025EA53}"/>
          </ac:spMkLst>
        </pc:spChg>
        <pc:spChg chg="del topLvl">
          <ac:chgData name="佐々木  大助" userId="S::daisuke.sasaki_kasumi.co.jp#ext#@usmh.onmicrosoft.com::3abe477e-7fe6-4d71-843b-fea31b2fdabd" providerId="AD" clId="Web-{30A198E2-41BF-49D9-00CC-19A9286FAA0F}" dt="2025-03-04T05:24:10.161" v="13"/>
          <ac:spMkLst>
            <pc:docMk/>
            <pc:sldMk cId="2015774473" sldId="1206"/>
            <ac:spMk id="136" creationId="{720EF2AA-6729-F4C3-428A-80BDC0E835CD}"/>
          </ac:spMkLst>
        </pc:spChg>
        <pc:spChg chg="del topLvl">
          <ac:chgData name="佐々木  大助" userId="S::daisuke.sasaki_kasumi.co.jp#ext#@usmh.onmicrosoft.com::3abe477e-7fe6-4d71-843b-fea31b2fdabd" providerId="AD" clId="Web-{30A198E2-41BF-49D9-00CC-19A9286FAA0F}" dt="2025-03-04T05:23:52.176" v="9"/>
          <ac:spMkLst>
            <pc:docMk/>
            <pc:sldMk cId="2015774473" sldId="1206"/>
            <ac:spMk id="140" creationId="{D3DBF20C-2AC6-87B5-C92F-BAFD512EDBAA}"/>
          </ac:spMkLst>
        </pc:spChg>
        <pc:spChg chg="del mod">
          <ac:chgData name="佐々木  大助" userId="S::daisuke.sasaki_kasumi.co.jp#ext#@usmh.onmicrosoft.com::3abe477e-7fe6-4d71-843b-fea31b2fdabd" providerId="AD" clId="Web-{30A198E2-41BF-49D9-00CC-19A9286FAA0F}" dt="2025-03-04T05:24:29.849" v="16"/>
          <ac:spMkLst>
            <pc:docMk/>
            <pc:sldMk cId="2015774473" sldId="1206"/>
            <ac:spMk id="151" creationId="{D8CD3763-7E5C-BF0F-97EB-0058B55F8076}"/>
          </ac:spMkLst>
        </pc:spChg>
        <pc:spChg chg="del">
          <ac:chgData name="佐々木  大助" userId="S::daisuke.sasaki_kasumi.co.jp#ext#@usmh.onmicrosoft.com::3abe477e-7fe6-4d71-843b-fea31b2fdabd" providerId="AD" clId="Web-{30A198E2-41BF-49D9-00CC-19A9286FAA0F}" dt="2025-03-04T05:24:33.396" v="17"/>
          <ac:spMkLst>
            <pc:docMk/>
            <pc:sldMk cId="2015774473" sldId="1206"/>
            <ac:spMk id="159" creationId="{0E5B2199-EEC1-B83D-85B5-697983CA5DF2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6:29.509" v="30" actId="1076"/>
          <ac:spMkLst>
            <pc:docMk/>
            <pc:sldMk cId="2015774473" sldId="1206"/>
            <ac:spMk id="166" creationId="{8DCB564E-BB07-7598-F625-61E024AD51AA}"/>
          </ac:spMkLst>
        </pc:spChg>
        <pc:grpChg chg="add mod">
          <ac:chgData name="佐々木  大助" userId="S::daisuke.sasaki_kasumi.co.jp#ext#@usmh.onmicrosoft.com::3abe477e-7fe6-4d71-843b-fea31b2fdabd" providerId="AD" clId="Web-{30A198E2-41BF-49D9-00CC-19A9286FAA0F}" dt="2025-03-04T05:25:16.194" v="21" actId="1076"/>
          <ac:grpSpMkLst>
            <pc:docMk/>
            <pc:sldMk cId="2015774473" sldId="1206"/>
            <ac:grpSpMk id="5" creationId="{4EDA95B4-65FF-6AF7-8EA8-AE3AD705B0B0}"/>
          </ac:grpSpMkLst>
        </pc:grpChg>
        <pc:grpChg chg="add mod">
          <ac:chgData name="佐々木  大助" userId="S::daisuke.sasaki_kasumi.co.jp#ext#@usmh.onmicrosoft.com::3abe477e-7fe6-4d71-843b-fea31b2fdabd" providerId="AD" clId="Web-{30A198E2-41BF-49D9-00CC-19A9286FAA0F}" dt="2025-03-04T05:25:48.898" v="25" actId="1076"/>
          <ac:grpSpMkLst>
            <pc:docMk/>
            <pc:sldMk cId="2015774473" sldId="1206"/>
            <ac:grpSpMk id="12" creationId="{9FBAC994-3098-4735-2FA6-9BEF7C45A59D}"/>
          </ac:grpSpMkLst>
        </pc:grpChg>
        <pc:grpChg chg="add mod">
          <ac:chgData name="佐々木  大助" userId="S::daisuke.sasaki_kasumi.co.jp#ext#@usmh.onmicrosoft.com::3abe477e-7fe6-4d71-843b-fea31b2fdabd" providerId="AD" clId="Web-{30A198E2-41BF-49D9-00CC-19A9286FAA0F}" dt="2025-03-04T05:25:56.789" v="27" actId="1076"/>
          <ac:grpSpMkLst>
            <pc:docMk/>
            <pc:sldMk cId="2015774473" sldId="1206"/>
            <ac:grpSpMk id="15" creationId="{D5E6DA42-6D45-5F42-2760-442B5CB8ACA0}"/>
          </ac:grpSpMkLst>
        </pc:grpChg>
        <pc:grpChg chg="del">
          <ac:chgData name="佐々木  大助" userId="S::daisuke.sasaki_kasumi.co.jp#ext#@usmh.onmicrosoft.com::3abe477e-7fe6-4d71-843b-fea31b2fdabd" providerId="AD" clId="Web-{30A198E2-41BF-49D9-00CC-19A9286FAA0F}" dt="2025-03-04T05:23:52.176" v="9"/>
          <ac:grpSpMkLst>
            <pc:docMk/>
            <pc:sldMk cId="2015774473" sldId="1206"/>
            <ac:grpSpMk id="109" creationId="{048FD334-E8B5-6F44-65DA-31BBB359ED5A}"/>
          </ac:grpSpMkLst>
        </pc:grpChg>
        <pc:picChg chg="del">
          <ac:chgData name="佐々木  大助" userId="S::daisuke.sasaki_kasumi.co.jp#ext#@usmh.onmicrosoft.com::3abe477e-7fe6-4d71-843b-fea31b2fdabd" providerId="AD" clId="Web-{30A198E2-41BF-49D9-00CC-19A9286FAA0F}" dt="2025-03-04T05:24:05.473" v="12"/>
          <ac:picMkLst>
            <pc:docMk/>
            <pc:sldMk cId="2015774473" sldId="1206"/>
            <ac:picMk id="64" creationId="{98EE93BE-935D-D571-6894-95BD75A84F95}"/>
          </ac:picMkLst>
        </pc:picChg>
        <pc:cxnChg chg="mod">
          <ac:chgData name="佐々木  大助" userId="S::daisuke.sasaki_kasumi.co.jp#ext#@usmh.onmicrosoft.com::3abe477e-7fe6-4d71-843b-fea31b2fdabd" providerId="AD" clId="Web-{30A198E2-41BF-49D9-00CC-19A9286FAA0F}" dt="2025-03-04T05:26:04.821" v="29" actId="14100"/>
          <ac:cxnSpMkLst>
            <pc:docMk/>
            <pc:sldMk cId="2015774473" sldId="1206"/>
            <ac:cxnSpMk id="10" creationId="{47101D3B-2C77-ED2B-28F6-3967E9E341AD}"/>
          </ac:cxnSpMkLst>
        </pc:cxnChg>
        <pc:cxnChg chg="del mod">
          <ac:chgData name="佐々木  大助" userId="S::daisuke.sasaki_kasumi.co.jp#ext#@usmh.onmicrosoft.com::3abe477e-7fe6-4d71-843b-fea31b2fdabd" providerId="AD" clId="Web-{30A198E2-41BF-49D9-00CC-19A9286FAA0F}" dt="2025-03-04T05:24:14.286" v="14"/>
          <ac:cxnSpMkLst>
            <pc:docMk/>
            <pc:sldMk cId="2015774473" sldId="1206"/>
            <ac:cxnSpMk id="43" creationId="{A2AAEC5A-7D93-4E2E-7E4F-FC59FBC5E0B9}"/>
          </ac:cxnSpMkLst>
        </pc:cxnChg>
        <pc:cxnChg chg="mod">
          <ac:chgData name="佐々木  大助" userId="S::daisuke.sasaki_kasumi.co.jp#ext#@usmh.onmicrosoft.com::3abe477e-7fe6-4d71-843b-fea31b2fdabd" providerId="AD" clId="Web-{30A198E2-41BF-49D9-00CC-19A9286FAA0F}" dt="2025-03-04T05:24:02.645" v="11"/>
          <ac:cxnSpMkLst>
            <pc:docMk/>
            <pc:sldMk cId="2015774473" sldId="1206"/>
            <ac:cxnSpMk id="54" creationId="{A7E4F6FE-3E31-2A52-EC94-0A1A3F3EC403}"/>
          </ac:cxnSpMkLst>
        </pc:cxnChg>
        <pc:cxnChg chg="mod">
          <ac:chgData name="佐々木  大助" userId="S::daisuke.sasaki_kasumi.co.jp#ext#@usmh.onmicrosoft.com::3abe477e-7fe6-4d71-843b-fea31b2fdabd" providerId="AD" clId="Web-{30A198E2-41BF-49D9-00CC-19A9286FAA0F}" dt="2025-03-04T05:24:02.645" v="11"/>
          <ac:cxnSpMkLst>
            <pc:docMk/>
            <pc:sldMk cId="2015774473" sldId="1206"/>
            <ac:cxnSpMk id="66" creationId="{D4401723-F87D-F8E4-4A08-012EFAE8582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5988" y="744538"/>
            <a:ext cx="4973637" cy="3730625"/>
          </a:xfrm>
          <a:ln/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フッター プレースホルダー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700">
                <a:solidFill>
                  <a:schemeClr val="tx1"/>
                </a:solidFill>
                <a:latin typeface="Arial" charset="0"/>
              </a:rPr>
              <a:t>Copyright 2013 FWEST</a:t>
            </a:r>
          </a:p>
        </p:txBody>
      </p:sp>
      <p:sp>
        <p:nvSpPr>
          <p:cNvPr id="14341" name="スライド番号プレースホルダー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fld id="{ED434BAB-E572-4744-B8F0-CBD79FFC888E}" type="slidenum">
              <a:rPr lang="en-US" altLang="ja-JP" sz="700">
                <a:solidFill>
                  <a:schemeClr val="tx1"/>
                </a:solidFill>
                <a:latin typeface="Arial" charset="0"/>
              </a:rPr>
              <a:pPr eaLnBrk="1" hangingPunct="1"/>
              <a:t>1</a:t>
            </a:fld>
            <a:endParaRPr lang="en-US" altLang="ja-JP" sz="7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85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2CF5-4AA3-1A1D-B6C5-75214062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>
            <a:extLst>
              <a:ext uri="{FF2B5EF4-FFF2-40B4-BE49-F238E27FC236}">
                <a16:creationId xmlns:a16="http://schemas.microsoft.com/office/drawing/2014/main" id="{E8F7A1A5-A88A-E6FB-3A66-5BEF5B764B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915988" y="744538"/>
            <a:ext cx="4973637" cy="3730625"/>
          </a:xfrm>
          <a:ln/>
        </p:spPr>
      </p:sp>
      <p:sp>
        <p:nvSpPr>
          <p:cNvPr id="14339" name="ノート プレースホルダー 2">
            <a:extLst>
              <a:ext uri="{FF2B5EF4-FFF2-40B4-BE49-F238E27FC236}">
                <a16:creationId xmlns:a16="http://schemas.microsoft.com/office/drawing/2014/main" id="{5946F974-FA45-8115-0E56-1E785AF8B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フッター プレースホルダー 3">
            <a:extLst>
              <a:ext uri="{FF2B5EF4-FFF2-40B4-BE49-F238E27FC236}">
                <a16:creationId xmlns:a16="http://schemas.microsoft.com/office/drawing/2014/main" id="{E872015A-F449-1342-2513-1B38DEF6F5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700">
                <a:solidFill>
                  <a:schemeClr val="tx1"/>
                </a:solidFill>
                <a:latin typeface="Arial" charset="0"/>
              </a:rPr>
              <a:t>Copyright 2013 FWEST</a:t>
            </a:r>
          </a:p>
        </p:txBody>
      </p:sp>
      <p:sp>
        <p:nvSpPr>
          <p:cNvPr id="14341" name="スライド番号プレースホルダー 4">
            <a:extLst>
              <a:ext uri="{FF2B5EF4-FFF2-40B4-BE49-F238E27FC236}">
                <a16:creationId xmlns:a16="http://schemas.microsoft.com/office/drawing/2014/main" id="{C626534A-ADF4-F5E8-EEC2-A0A2010A8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fld id="{ED434BAB-E572-4744-B8F0-CBD79FFC888E}" type="slidenum">
              <a:rPr lang="en-US" altLang="ja-JP" sz="700">
                <a:solidFill>
                  <a:schemeClr val="tx1"/>
                </a:solidFill>
                <a:latin typeface="Arial" charset="0"/>
              </a:rPr>
              <a:pPr eaLnBrk="1" hangingPunct="1"/>
              <a:t>2</a:t>
            </a:fld>
            <a:endParaRPr lang="en-US" altLang="ja-JP" sz="7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1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73291"/>
            <a:ext cx="7772400" cy="1470025"/>
          </a:xfrm>
        </p:spPr>
        <p:txBody>
          <a:bodyPr/>
          <a:lstStyle>
            <a:lvl1pPr algn="ctr">
              <a:defRPr sz="33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643174" y="4176730"/>
            <a:ext cx="5129226" cy="17526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D246A3-9A20-47C2-9090-4D4B506A28F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4545014" y="0"/>
            <a:ext cx="53975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8E1B32-66AC-4476-91A7-DE36575B6CAF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94AF1A-C667-4BBA-B249-8F3B839239B6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34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63379" y="1031792"/>
            <a:ext cx="4038600" cy="544932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54379" y="1031792"/>
            <a:ext cx="4038600" cy="544932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EF0088-BBF4-4C4A-9E03-55798B69C59C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49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20129" y="965228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20129" y="1604989"/>
            <a:ext cx="4040188" cy="4746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07955" y="965228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07955" y="1604989"/>
            <a:ext cx="4041775" cy="4746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4540D4-146A-459E-8BF2-938C05C7543F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82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ADC07-EF19-4495-922B-2381E3A46AA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A063C0-ED2D-4F97-B513-A86C5268895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4CD44C-19B0-487F-991B-B77941585965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750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4800" y="44624"/>
            <a:ext cx="80772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304800" y="1143000"/>
            <a:ext cx="3962400" cy="5486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419600" y="1143000"/>
            <a:ext cx="3962400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4419600" y="3962400"/>
            <a:ext cx="3962400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6832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0" y="668694"/>
            <a:ext cx="9144000" cy="1691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0" i="1" baseline="0">
                <a:solidFill>
                  <a:schemeClr val="bg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Art, Science, Craft, New Business Model</a:t>
            </a: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77984" y="131004"/>
            <a:ext cx="6740654" cy="441267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256381" y="934296"/>
            <a:ext cx="8691237" cy="557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110754" y="6588998"/>
            <a:ext cx="1042988" cy="21431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baseline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defRPr>
            </a:lvl1pPr>
          </a:lstStyle>
          <a:p>
            <a:fld id="{6B663F84-4260-4708-8997-8F1E20C91564}" type="datetime1">
              <a:rPr lang="ja-JP" altLang="en-US" smtClean="0"/>
              <a:t>2025/3/3</a:t>
            </a:fld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993064" y="6588998"/>
            <a:ext cx="1042987" cy="2206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0" baseline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defRPr>
            </a:lvl1pPr>
          </a:lstStyle>
          <a:p>
            <a:fld id="{2D3BA266-C45D-4247-AFA2-0456ACADB96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2037297" y="6588998"/>
            <a:ext cx="5569153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2015 - 2019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4545014" y="0"/>
            <a:ext cx="53975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378" y="216240"/>
            <a:ext cx="1828800" cy="24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zoom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000" b="1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/>
          <p:cNvSpPr/>
          <p:nvPr/>
        </p:nvSpPr>
        <p:spPr>
          <a:xfrm>
            <a:off x="3953822" y="905764"/>
            <a:ext cx="4129474" cy="11888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887EE94-8469-40A7-BDC5-77FC9C6AA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3BA266-C45D-4247-AFA2-0456ACADB96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4072940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110732" y="2065211"/>
            <a:ext cx="3436556" cy="20884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4116870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8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287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277808" y="2884378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加工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4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2912159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正方形/長方形 75"/>
          <p:cNvSpPr/>
          <p:nvPr/>
        </p:nvSpPr>
        <p:spPr>
          <a:xfrm>
            <a:off x="1890532" y="198069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cxnSpLocks/>
            <a:stCxn id="67" idx="2"/>
            <a:endCxn id="63" idx="0"/>
          </p:cNvCxnSpPr>
          <p:nvPr/>
        </p:nvCxnSpPr>
        <p:spPr>
          <a:xfrm>
            <a:off x="1074065" y="1653855"/>
            <a:ext cx="0" cy="1230523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277808" y="1121866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OzSearch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114964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グループ化 31"/>
          <p:cNvGrpSpPr/>
          <p:nvPr/>
        </p:nvGrpSpPr>
        <p:grpSpPr>
          <a:xfrm>
            <a:off x="7460054" y="4095744"/>
            <a:ext cx="1592514" cy="527844"/>
            <a:chOff x="7460054" y="4095744"/>
            <a:chExt cx="1592514" cy="527844"/>
          </a:xfrm>
        </p:grpSpPr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087FBF44-9390-4D23-A9DE-8F4F8245FB52}"/>
                </a:ext>
              </a:extLst>
            </p:cNvPr>
            <p:cNvSpPr/>
            <p:nvPr/>
          </p:nvSpPr>
          <p:spPr>
            <a:xfrm>
              <a:off x="7460054" y="4095744"/>
              <a:ext cx="1592514" cy="527844"/>
            </a:xfrm>
            <a:prstGeom prst="rect">
              <a:avLst/>
            </a:prstGeom>
            <a:gradFill>
              <a:gsLst>
                <a:gs pos="0">
                  <a:schemeClr val="tx2">
                    <a:lumMod val="40000"/>
                    <a:lumOff val="60000"/>
                  </a:schemeClr>
                </a:gs>
                <a:gs pos="40000">
                  <a:schemeClr val="accent1"/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  <a:lin ang="16200000" scaled="1"/>
            </a:gradFill>
            <a:ln w="9525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Azure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POS</a:t>
              </a:r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サーバ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ＭＶ関東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97" name="Picture 11">
              <a:extLst>
                <a:ext uri="{FF2B5EF4-FFF2-40B4-BE49-F238E27FC236}">
                  <a16:creationId xmlns:a16="http://schemas.microsoft.com/office/drawing/2014/main" id="{3E5C3251-647F-4EF7-BB55-66A28AD48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38760" y="4112707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4112881" y="1248576"/>
            <a:ext cx="1592514" cy="531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OzCube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9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6730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正方形/長方形 99"/>
          <p:cNvSpPr/>
          <p:nvPr/>
        </p:nvSpPr>
        <p:spPr>
          <a:xfrm>
            <a:off x="3911713" y="851408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ＵＳＭＨ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5" name="正方形/長方形 104"/>
          <p:cNvSpPr/>
          <p:nvPr/>
        </p:nvSpPr>
        <p:spPr>
          <a:xfrm>
            <a:off x="4014214" y="5033673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576841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581234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2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76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740857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745250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ＭＶ関東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5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1392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stCxn id="101" idx="2"/>
          </p:cNvCxnSpPr>
          <p:nvPr/>
        </p:nvCxnSpPr>
        <p:spPr>
          <a:xfrm flipH="1">
            <a:off x="7151623" y="1780565"/>
            <a:ext cx="6939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stCxn id="101" idx="2"/>
          </p:cNvCxnSpPr>
          <p:nvPr/>
        </p:nvCxnSpPr>
        <p:spPr>
          <a:xfrm>
            <a:off x="7158562" y="1780565"/>
            <a:ext cx="590705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グループ化 119"/>
          <p:cNvGrpSpPr/>
          <p:nvPr/>
        </p:nvGrpSpPr>
        <p:grpSpPr>
          <a:xfrm>
            <a:off x="2146354" y="989808"/>
            <a:ext cx="757171" cy="610183"/>
            <a:chOff x="-122746" y="2265909"/>
            <a:chExt cx="757171" cy="610183"/>
          </a:xfrm>
        </p:grpSpPr>
        <p:sp>
          <p:nvSpPr>
            <p:cNvPr id="121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-42872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2" name="正方形/長方形 121"/>
            <p:cNvSpPr/>
            <p:nvPr/>
          </p:nvSpPr>
          <p:spPr>
            <a:xfrm>
              <a:off x="-122746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grpSp>
        <p:nvGrpSpPr>
          <p:cNvPr id="123" name="グループ化 122"/>
          <p:cNvGrpSpPr/>
          <p:nvPr/>
        </p:nvGrpSpPr>
        <p:grpSpPr>
          <a:xfrm>
            <a:off x="6301655" y="3416367"/>
            <a:ext cx="757171" cy="610183"/>
            <a:chOff x="1978955" y="2265909"/>
            <a:chExt cx="757171" cy="610183"/>
          </a:xfrm>
        </p:grpSpPr>
        <p:sp>
          <p:nvSpPr>
            <p:cNvPr id="124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5" name="正方形/長方形 124"/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</a:t>
              </a:r>
              <a:endParaRPr kumimoji="1" lang="en-US" altLang="ja-JP" sz="8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chemeClr val="tx1"/>
                  </a:solidFill>
                </a:rPr>
                <a:t>のみ</a:t>
              </a:r>
              <a:endParaRPr kumimoji="1" lang="ja-JP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グループ化 125"/>
          <p:cNvGrpSpPr/>
          <p:nvPr/>
        </p:nvGrpSpPr>
        <p:grpSpPr>
          <a:xfrm>
            <a:off x="7788997" y="3422698"/>
            <a:ext cx="757171" cy="610183"/>
            <a:chOff x="1978955" y="2265909"/>
            <a:chExt cx="757171" cy="610183"/>
          </a:xfrm>
        </p:grpSpPr>
        <p:sp>
          <p:nvSpPr>
            <p:cNvPr id="127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8" name="正方形/長方形 127"/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 flipH="1">
            <a:off x="4920677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11">
            <a:extLst>
              <a:ext uri="{FF2B5EF4-FFF2-40B4-BE49-F238E27FC236}">
                <a16:creationId xmlns:a16="http://schemas.microsoft.com/office/drawing/2014/main" id="{3E5C3251-647F-4EF7-BB55-66A28AD4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1646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 flipH="1">
            <a:off x="6556051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087FBF44-9390-4D23-A9DE-8F4F8245FB52}"/>
              </a:ext>
            </a:extLst>
          </p:cNvPr>
          <p:cNvSpPr/>
          <p:nvPr/>
        </p:nvSpPr>
        <p:spPr>
          <a:xfrm>
            <a:off x="5768414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5" name="Picture 11">
            <a:extLst>
              <a:ext uri="{FF2B5EF4-FFF2-40B4-BE49-F238E27FC236}">
                <a16:creationId xmlns:a16="http://schemas.microsoft.com/office/drawing/2014/main" id="{3E5C3251-647F-4EF7-BB55-66A28AD4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7120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>
            <a:off x="8158241" y="4623588"/>
            <a:ext cx="0" cy="76839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77BC4580-D2C4-41DB-A2A4-F1A29CE6F207}"/>
              </a:ext>
            </a:extLst>
          </p:cNvPr>
          <p:cNvCxnSpPr>
            <a:cxnSpLocks/>
          </p:cNvCxnSpPr>
          <p:nvPr/>
        </p:nvCxnSpPr>
        <p:spPr>
          <a:xfrm>
            <a:off x="5705395" y="1514570"/>
            <a:ext cx="1016732" cy="0"/>
          </a:xfrm>
          <a:prstGeom prst="straightConnector1">
            <a:avLst/>
          </a:prstGeom>
          <a:ln w="22225"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6362305" y="1248576"/>
            <a:ext cx="1592514" cy="53198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共通</a:t>
            </a: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</a:p>
        </p:txBody>
      </p:sp>
      <p:pic>
        <p:nvPicPr>
          <p:cNvPr id="102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6154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/>
          <p:cNvSpPr/>
          <p:nvPr/>
        </p:nvSpPr>
        <p:spPr>
          <a:xfrm>
            <a:off x="39797" y="91440"/>
            <a:ext cx="7366358" cy="5394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kumimoji="1" lang="ja-JP" altLang="en-US" sz="2000">
                <a:latin typeface="HG丸ｺﾞｼｯｸM-PRO"/>
                <a:ea typeface="HG丸ｺﾞｼｯｸM-PRO"/>
              </a:rPr>
              <a:t>ＰＯＳ</a:t>
            </a:r>
            <a:r>
              <a:rPr lang="ja-JP" altLang="en-US" sz="2000">
                <a:latin typeface="HG丸ｺﾞｼｯｸM-PRO"/>
                <a:ea typeface="HG丸ｺﾞｼｯｸM-PRO"/>
              </a:rPr>
              <a:t>データ加工サーバー連携図（現システム）</a:t>
            </a:r>
            <a:endParaRPr kumimoji="1" lang="ja-JP" altLang="en-US" sz="2000" dirty="0">
              <a:latin typeface="HG丸ｺﾞｼｯｸM-PRO" pitchFamily="50" charset="-128"/>
              <a:ea typeface="HG丸ｺﾞｼｯｸM-PRO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689A24-E5C2-4719-AF89-939718CBA4A8}"/>
              </a:ext>
            </a:extLst>
          </p:cNvPr>
          <p:cNvSpPr txBox="1"/>
          <p:nvPr/>
        </p:nvSpPr>
        <p:spPr>
          <a:xfrm>
            <a:off x="6821796" y="275522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通信は</a:t>
            </a:r>
            <a:r>
              <a:rPr kumimoji="1" lang="en-US" altLang="ja-JP" sz="1000" dirty="0" err="1"/>
              <a:t>AzCopy</a:t>
            </a:r>
            <a:r>
              <a:rPr kumimoji="1" lang="ja-JP" altLang="en-US" sz="1000" dirty="0"/>
              <a:t>を利用</a:t>
            </a:r>
            <a:endParaRPr kumimoji="1" lang="en-US" altLang="ja-JP" sz="10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FE71DCA-EC94-4743-B256-7CBB2D27561F}"/>
              </a:ext>
            </a:extLst>
          </p:cNvPr>
          <p:cNvSpPr txBox="1"/>
          <p:nvPr/>
        </p:nvSpPr>
        <p:spPr>
          <a:xfrm>
            <a:off x="6887921" y="3087134"/>
            <a:ext cx="1283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kumimoji="1" lang="ja-JP" altLang="en-US" sz="1000" dirty="0"/>
              <a:t>送信</a:t>
            </a:r>
            <a:endParaRPr kumimoji="1" lang="en-US" altLang="ja-JP" sz="10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5627265-8F3E-43EF-A33B-6487A933C1ED}"/>
              </a:ext>
            </a:extLst>
          </p:cNvPr>
          <p:cNvSpPr txBox="1"/>
          <p:nvPr/>
        </p:nvSpPr>
        <p:spPr>
          <a:xfrm>
            <a:off x="2146354" y="1564725"/>
            <a:ext cx="155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lang="ja-JP" altLang="en-US" sz="1000" dirty="0"/>
              <a:t>抽出して送信</a:t>
            </a:r>
            <a:endParaRPr kumimoji="1" lang="en-US" altLang="ja-JP" sz="1000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645085A2-7B79-49AC-BBC8-7334E7250AF1}"/>
              </a:ext>
            </a:extLst>
          </p:cNvPr>
          <p:cNvSpPr/>
          <p:nvPr/>
        </p:nvSpPr>
        <p:spPr>
          <a:xfrm>
            <a:off x="1883802" y="1509369"/>
            <a:ext cx="5107283" cy="1005093"/>
          </a:xfrm>
          <a:custGeom>
            <a:avLst/>
            <a:gdLst>
              <a:gd name="connsiteX0" fmla="*/ 0 w 5133315"/>
              <a:gd name="connsiteY0" fmla="*/ 0 h 1008278"/>
              <a:gd name="connsiteX1" fmla="*/ 3485585 w 5133315"/>
              <a:gd name="connsiteY1" fmla="*/ 1004934 h 1008278"/>
              <a:gd name="connsiteX2" fmla="*/ 5133315 w 5133315"/>
              <a:gd name="connsiteY2" fmla="*/ 262550 h 100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3315" h="1008278">
                <a:moveTo>
                  <a:pt x="0" y="0"/>
                </a:moveTo>
                <a:cubicBezTo>
                  <a:pt x="1315016" y="480588"/>
                  <a:pt x="2630033" y="961176"/>
                  <a:pt x="3485585" y="1004934"/>
                </a:cubicBezTo>
                <a:cubicBezTo>
                  <a:pt x="4341137" y="1048692"/>
                  <a:pt x="4737226" y="655621"/>
                  <a:pt x="5133315" y="262550"/>
                </a:cubicBezTo>
              </a:path>
            </a:pathLst>
          </a:custGeom>
          <a:noFill/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D529015E-2EE8-4BC1-A6A8-F9B376122151}"/>
              </a:ext>
            </a:extLst>
          </p:cNvPr>
          <p:cNvGrpSpPr/>
          <p:nvPr/>
        </p:nvGrpSpPr>
        <p:grpSpPr>
          <a:xfrm>
            <a:off x="4234244" y="3469225"/>
            <a:ext cx="757171" cy="610183"/>
            <a:chOff x="1978955" y="2265909"/>
            <a:chExt cx="757171" cy="610183"/>
          </a:xfrm>
        </p:grpSpPr>
        <p:sp>
          <p:nvSpPr>
            <p:cNvPr id="136" name="フローチャート: 直接アクセス記憶 1">
              <a:extLst>
                <a:ext uri="{FF2B5EF4-FFF2-40B4-BE49-F238E27FC236}">
                  <a16:creationId xmlns:a16="http://schemas.microsoft.com/office/drawing/2014/main" id="{7B2DAEF0-11A8-4608-BF8C-C5FD842488AA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39ADF55A-6B43-4F9C-9C5E-5088662366DB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rgbClr val="FF0000"/>
                  </a:solidFill>
                </a:rPr>
                <a:t>アイテムログ</a:t>
              </a:r>
              <a:endParaRPr kumimoji="1" lang="en-US" altLang="ja-JP" sz="800" dirty="0">
                <a:solidFill>
                  <a:srgbClr val="FF0000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rgbClr val="FF0000"/>
                  </a:solidFill>
                </a:rPr>
                <a:t>トータルログ</a:t>
              </a:r>
              <a:endParaRPr lang="en-US" altLang="ja-JP" sz="800" dirty="0">
                <a:solidFill>
                  <a:srgbClr val="FF0000"/>
                </a:solidFill>
              </a:endParaRPr>
            </a:p>
            <a:p>
              <a:pPr algn="ctr"/>
              <a:r>
                <a:rPr kumimoji="1" lang="ja-JP" altLang="en-US" sz="800" dirty="0">
                  <a:solidFill>
                    <a:srgbClr val="FF0000"/>
                  </a:solidFill>
                </a:rPr>
                <a:t>クレジットログ</a:t>
              </a:r>
            </a:p>
          </p:txBody>
        </p:sp>
      </p:grp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1A421643-FE93-4B64-B2BC-309A64437564}"/>
              </a:ext>
            </a:extLst>
          </p:cNvPr>
          <p:cNvGrpSpPr/>
          <p:nvPr/>
        </p:nvGrpSpPr>
        <p:grpSpPr>
          <a:xfrm>
            <a:off x="579233" y="1981643"/>
            <a:ext cx="963333" cy="574946"/>
            <a:chOff x="1633927" y="2205683"/>
            <a:chExt cx="1090362" cy="670409"/>
          </a:xfrm>
        </p:grpSpPr>
        <p:sp>
          <p:nvSpPr>
            <p:cNvPr id="149" name="フローチャート: 直接アクセス記憶 1">
              <a:extLst>
                <a:ext uri="{FF2B5EF4-FFF2-40B4-BE49-F238E27FC236}">
                  <a16:creationId xmlns:a16="http://schemas.microsoft.com/office/drawing/2014/main" id="{01620340-9562-4DC2-AB48-579907A7C3DC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AB64D33A-5B53-4697-8957-4CDF990C7A6D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449DBF34-4535-4612-9699-D01041875806}"/>
              </a:ext>
            </a:extLst>
          </p:cNvPr>
          <p:cNvSpPr txBox="1"/>
          <p:nvPr/>
        </p:nvSpPr>
        <p:spPr>
          <a:xfrm>
            <a:off x="665383" y="256433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0156DF2-13A1-4F50-BE27-AB79ADF585E2}"/>
              </a:ext>
            </a:extLst>
          </p:cNvPr>
          <p:cNvCxnSpPr>
            <a:cxnSpLocks/>
          </p:cNvCxnSpPr>
          <p:nvPr/>
        </p:nvCxnSpPr>
        <p:spPr>
          <a:xfrm flipH="1" flipV="1">
            <a:off x="1870322" y="3416367"/>
            <a:ext cx="2701678" cy="6951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87FBF44-9390-4D23-A9DE-8F4F8245FB52}"/>
              </a:ext>
            </a:extLst>
          </p:cNvPr>
          <p:cNvSpPr/>
          <p:nvPr/>
        </p:nvSpPr>
        <p:spPr>
          <a:xfrm>
            <a:off x="4072940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06623C9-31B7-4895-B0F2-09209847AC10}"/>
              </a:ext>
            </a:extLst>
          </p:cNvPr>
          <p:cNvSpPr txBox="1"/>
          <p:nvPr/>
        </p:nvSpPr>
        <p:spPr>
          <a:xfrm>
            <a:off x="3637112" y="1859671"/>
            <a:ext cx="2622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solidFill>
                  <a:srgbClr val="FF0000"/>
                </a:solidFill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</a:rPr>
              <a:t>カスミの</a:t>
            </a:r>
            <a:r>
              <a:rPr lang="en-US" altLang="ja-JP" sz="1100" b="1" dirty="0">
                <a:solidFill>
                  <a:srgbClr val="FF0000"/>
                </a:solidFill>
              </a:rPr>
              <a:t>SG/OD</a:t>
            </a:r>
            <a:r>
              <a:rPr lang="ja-JP" altLang="en-US" sz="1100" b="1" dirty="0">
                <a:solidFill>
                  <a:srgbClr val="FF0000"/>
                </a:solidFill>
              </a:rPr>
              <a:t>データは、</a:t>
            </a:r>
            <a:endParaRPr lang="en-US" altLang="ja-JP" sz="1100" b="1" dirty="0">
              <a:solidFill>
                <a:srgbClr val="FF0000"/>
              </a:solidFill>
            </a:endParaRPr>
          </a:p>
          <a:p>
            <a:r>
              <a:rPr lang="ja-JP" altLang="en-US" sz="1100" b="1" dirty="0">
                <a:solidFill>
                  <a:srgbClr val="FF0000"/>
                </a:solidFill>
              </a:rPr>
              <a:t>　</a:t>
            </a:r>
            <a:r>
              <a:rPr lang="en-US" altLang="ja-JP" sz="1100" b="1" dirty="0" err="1">
                <a:solidFill>
                  <a:srgbClr val="FF0000"/>
                </a:solidFill>
              </a:rPr>
              <a:t>OzSearch</a:t>
            </a:r>
            <a:r>
              <a:rPr lang="ja-JP" altLang="en-US" sz="1100" b="1" dirty="0">
                <a:solidFill>
                  <a:srgbClr val="FF0000"/>
                </a:solidFill>
              </a:rPr>
              <a:t>から抽出したものを使用する。</a:t>
            </a:r>
            <a:endParaRPr lang="en-US" altLang="ja-JP" sz="1100" b="1" dirty="0">
              <a:solidFill>
                <a:srgbClr val="FF0000"/>
              </a:solidFill>
            </a:endParaRPr>
          </a:p>
        </p:txBody>
      </p:sp>
      <p:sp>
        <p:nvSpPr>
          <p:cNvPr id="16" name="吹き出し: 折線 15">
            <a:extLst>
              <a:ext uri="{FF2B5EF4-FFF2-40B4-BE49-F238E27FC236}">
                <a16:creationId xmlns:a16="http://schemas.microsoft.com/office/drawing/2014/main" id="{47ED674D-AF53-A7DD-9132-C436FB175AC8}"/>
              </a:ext>
            </a:extLst>
          </p:cNvPr>
          <p:cNvSpPr/>
          <p:nvPr/>
        </p:nvSpPr>
        <p:spPr>
          <a:xfrm>
            <a:off x="6269267" y="942803"/>
            <a:ext cx="882356" cy="2692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798"/>
              <a:gd name="adj6" fmla="val -34051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月一手作業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1A350F3-BB42-6D0B-D7A5-49C607E2BFD7}"/>
              </a:ext>
            </a:extLst>
          </p:cNvPr>
          <p:cNvSpPr/>
          <p:nvPr/>
        </p:nvSpPr>
        <p:spPr>
          <a:xfrm>
            <a:off x="268366" y="457319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WAON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ポイント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集計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09AC242B-3799-0476-2532-D1BF174A56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3456" y="458708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3902A85-3C48-C4FF-1EAD-ABA00A2C97EA}"/>
              </a:ext>
            </a:extLst>
          </p:cNvPr>
          <p:cNvSpPr/>
          <p:nvPr/>
        </p:nvSpPr>
        <p:spPr>
          <a:xfrm>
            <a:off x="2105593" y="458708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データ連携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3E8BBE50-3D17-85C2-24C8-CBD65EBE15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9197" y="4614865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5230C28F-FE6D-96EF-46D1-DB55DE4C553A}"/>
              </a:ext>
            </a:extLst>
          </p:cNvPr>
          <p:cNvCxnSpPr>
            <a:stCxn id="63" idx="3"/>
          </p:cNvCxnSpPr>
          <p:nvPr/>
        </p:nvCxnSpPr>
        <p:spPr>
          <a:xfrm flipV="1">
            <a:off x="1870322" y="3150372"/>
            <a:ext cx="862442" cy="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5956C56-2D94-2415-E44B-3ED23BBB51D4}"/>
              </a:ext>
            </a:extLst>
          </p:cNvPr>
          <p:cNvGrpSpPr/>
          <p:nvPr/>
        </p:nvGrpSpPr>
        <p:grpSpPr>
          <a:xfrm>
            <a:off x="2292836" y="2837237"/>
            <a:ext cx="963333" cy="574946"/>
            <a:chOff x="1633927" y="2205683"/>
            <a:chExt cx="1090362" cy="670409"/>
          </a:xfrm>
        </p:grpSpPr>
        <p:sp>
          <p:nvSpPr>
            <p:cNvPr id="26" name="フローチャート: 直接アクセス記憶 1">
              <a:extLst>
                <a:ext uri="{FF2B5EF4-FFF2-40B4-BE49-F238E27FC236}">
                  <a16:creationId xmlns:a16="http://schemas.microsoft.com/office/drawing/2014/main" id="{5158E3F6-C25A-004A-26F6-1F014D7C57EC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6D58F022-66AE-94C6-729E-34EDA2FC71CB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24BE68F-186C-8EC0-E2AA-A3B8F73FAEF7}"/>
              </a:ext>
            </a:extLst>
          </p:cNvPr>
          <p:cNvCxnSpPr>
            <a:cxnSpLocks/>
            <a:stCxn id="26" idx="1"/>
            <a:endCxn id="39" idx="0"/>
          </p:cNvCxnSpPr>
          <p:nvPr/>
        </p:nvCxnSpPr>
        <p:spPr>
          <a:xfrm>
            <a:off x="2788384" y="3412183"/>
            <a:ext cx="113466" cy="11749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99ED9D06-3535-911C-391E-20D678A5B88C}"/>
              </a:ext>
            </a:extLst>
          </p:cNvPr>
          <p:cNvCxnSpPr>
            <a:cxnSpLocks/>
            <a:stCxn id="34" idx="0"/>
            <a:endCxn id="63" idx="2"/>
          </p:cNvCxnSpPr>
          <p:nvPr/>
        </p:nvCxnSpPr>
        <p:spPr>
          <a:xfrm flipV="1">
            <a:off x="1064623" y="3416367"/>
            <a:ext cx="9442" cy="1156827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873AA048-6388-F419-1BEA-1C200EC018F1}"/>
              </a:ext>
            </a:extLst>
          </p:cNvPr>
          <p:cNvGrpSpPr/>
          <p:nvPr/>
        </p:nvGrpSpPr>
        <p:grpSpPr>
          <a:xfrm>
            <a:off x="581981" y="3687791"/>
            <a:ext cx="963333" cy="574946"/>
            <a:chOff x="1633927" y="2205683"/>
            <a:chExt cx="1090362" cy="670409"/>
          </a:xfrm>
        </p:grpSpPr>
        <p:sp>
          <p:nvSpPr>
            <p:cNvPr id="61" name="フローチャート: 直接アクセス記憶 1">
              <a:extLst>
                <a:ext uri="{FF2B5EF4-FFF2-40B4-BE49-F238E27FC236}">
                  <a16:creationId xmlns:a16="http://schemas.microsoft.com/office/drawing/2014/main" id="{34DFA47C-3BF3-733B-209F-05ACFFC9A38B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EF0492C0-129E-9DD3-3AFD-630509F7CD76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  <p:pic>
        <p:nvPicPr>
          <p:cNvPr id="117" name="Picture 11">
            <a:extLst>
              <a:ext uri="{FF2B5EF4-FFF2-40B4-BE49-F238E27FC236}">
                <a16:creationId xmlns:a16="http://schemas.microsoft.com/office/drawing/2014/main" id="{384DCC12-C6FB-E940-9A7F-2DADED3AC6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3657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" name="Picture 27" descr="ICON_Cloud_Q308">
            <a:extLst>
              <a:ext uri="{FF2B5EF4-FFF2-40B4-BE49-F238E27FC236}">
                <a16:creationId xmlns:a16="http://schemas.microsoft.com/office/drawing/2014/main" id="{64FB1AF0-F8D1-46D6-B697-EA721AA0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64580" y="5621224"/>
            <a:ext cx="1275763" cy="82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" name="テキスト ボックス 7">
            <a:extLst>
              <a:ext uri="{FF2B5EF4-FFF2-40B4-BE49-F238E27FC236}">
                <a16:creationId xmlns:a16="http://schemas.microsoft.com/office/drawing/2014/main" id="{140FF2B1-3068-400F-8761-EEAF088EA8E0}"/>
              </a:ext>
            </a:extLst>
          </p:cNvPr>
          <p:cNvSpPr txBox="1"/>
          <p:nvPr/>
        </p:nvSpPr>
        <p:spPr>
          <a:xfrm>
            <a:off x="2555259" y="5841240"/>
            <a:ext cx="992029" cy="3820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/>
              <a:t>Azure</a:t>
            </a:r>
          </a:p>
          <a:p>
            <a:r>
              <a:rPr kumimoji="1" lang="ja-JP" altLang="en-US" sz="1100" dirty="0"/>
              <a:t>イオン</a:t>
            </a:r>
            <a:r>
              <a:rPr kumimoji="1" lang="en-US" altLang="ja-JP" sz="1100" dirty="0"/>
              <a:t>DIC</a:t>
            </a:r>
            <a:endParaRPr kumimoji="1" lang="ja-JP" altLang="en-US" sz="1100" dirty="0"/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F8ECDE0B-A934-9F76-6C7F-A987188E0E1A}"/>
              </a:ext>
            </a:extLst>
          </p:cNvPr>
          <p:cNvCxnSpPr>
            <a:cxnSpLocks/>
            <a:stCxn id="39" idx="2"/>
            <a:endCxn id="137" idx="0"/>
          </p:cNvCxnSpPr>
          <p:nvPr/>
        </p:nvCxnSpPr>
        <p:spPr>
          <a:xfrm>
            <a:off x="2901850" y="5119073"/>
            <a:ext cx="612" cy="502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EC9B2BC-2FB1-4533-20D9-46F49B2D387A}"/>
              </a:ext>
            </a:extLst>
          </p:cNvPr>
          <p:cNvCxnSpPr>
            <a:cxnSpLocks/>
            <a:stCxn id="26" idx="4"/>
            <a:endCxn id="98" idx="1"/>
          </p:cNvCxnSpPr>
          <p:nvPr/>
        </p:nvCxnSpPr>
        <p:spPr>
          <a:xfrm flipV="1">
            <a:off x="2788384" y="1514571"/>
            <a:ext cx="1324497" cy="1322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153E54EF-61D0-C688-FA76-2DD927FF45E6}"/>
              </a:ext>
            </a:extLst>
          </p:cNvPr>
          <p:cNvSpPr txBox="1"/>
          <p:nvPr/>
        </p:nvSpPr>
        <p:spPr>
          <a:xfrm>
            <a:off x="2352688" y="2581726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1CD6CADB-64DA-884A-FE5C-7117E62210BA}"/>
              </a:ext>
            </a:extLst>
          </p:cNvPr>
          <p:cNvSpPr txBox="1"/>
          <p:nvPr/>
        </p:nvSpPr>
        <p:spPr>
          <a:xfrm>
            <a:off x="2256056" y="5233935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42A0A8BC-6EF9-F5AD-B88D-5FBB067A09AD}"/>
              </a:ext>
            </a:extLst>
          </p:cNvPr>
          <p:cNvSpPr txBox="1"/>
          <p:nvPr/>
        </p:nvSpPr>
        <p:spPr>
          <a:xfrm>
            <a:off x="2443117" y="416895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52D8FA41-BCBD-A844-4C4A-F690E2361559}"/>
              </a:ext>
            </a:extLst>
          </p:cNvPr>
          <p:cNvSpPr txBox="1"/>
          <p:nvPr/>
        </p:nvSpPr>
        <p:spPr>
          <a:xfrm>
            <a:off x="3671571" y="3731378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A9824FCB-F166-E1E4-FD03-2A14923DF2E3}"/>
              </a:ext>
            </a:extLst>
          </p:cNvPr>
          <p:cNvSpPr txBox="1"/>
          <p:nvPr/>
        </p:nvSpPr>
        <p:spPr>
          <a:xfrm>
            <a:off x="3728232" y="1353770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1B8F09E9-B4C7-846F-CDD6-6B8EF0EBF9DC}"/>
              </a:ext>
            </a:extLst>
          </p:cNvPr>
          <p:cNvSpPr txBox="1"/>
          <p:nvPr/>
        </p:nvSpPr>
        <p:spPr>
          <a:xfrm>
            <a:off x="5844449" y="211817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2DC77929-7D82-CE91-9E48-E0CB5B34613B}"/>
              </a:ext>
            </a:extLst>
          </p:cNvPr>
          <p:cNvSpPr txBox="1"/>
          <p:nvPr/>
        </p:nvSpPr>
        <p:spPr>
          <a:xfrm>
            <a:off x="682608" y="430133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A83BC573-F2E6-2C93-A9E1-6EB000A58431}"/>
              </a:ext>
            </a:extLst>
          </p:cNvPr>
          <p:cNvSpPr txBox="1"/>
          <p:nvPr/>
        </p:nvSpPr>
        <p:spPr>
          <a:xfrm>
            <a:off x="713902" y="1734474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E11F21EE-D688-AF0B-2CDB-BFCCA5DA1398}"/>
              </a:ext>
            </a:extLst>
          </p:cNvPr>
          <p:cNvSpPr txBox="1"/>
          <p:nvPr/>
        </p:nvSpPr>
        <p:spPr>
          <a:xfrm>
            <a:off x="373817" y="348060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292129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2AAE-D3A9-0FC8-80FE-64F13177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9E687EF9-D6D4-F405-66F5-98E304644DEE}"/>
              </a:ext>
            </a:extLst>
          </p:cNvPr>
          <p:cNvSpPr/>
          <p:nvPr/>
        </p:nvSpPr>
        <p:spPr>
          <a:xfrm>
            <a:off x="3953822" y="905764"/>
            <a:ext cx="4129474" cy="11888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9FB9D82-E888-55FB-DA2B-309DE4070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3BA266-C45D-4247-AFA2-0456ACADB96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AEF512-F981-3601-544B-606279EA933F}"/>
              </a:ext>
            </a:extLst>
          </p:cNvPr>
          <p:cNvSpPr/>
          <p:nvPr/>
        </p:nvSpPr>
        <p:spPr>
          <a:xfrm flipH="1">
            <a:off x="4072940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C13E0D-8218-9B60-8CFA-5C15BD2C6F6C}"/>
              </a:ext>
            </a:extLst>
          </p:cNvPr>
          <p:cNvSpPr/>
          <p:nvPr/>
        </p:nvSpPr>
        <p:spPr>
          <a:xfrm>
            <a:off x="110732" y="2065211"/>
            <a:ext cx="3436556" cy="20884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079AD1D-B94C-993A-D05D-C04260940734}"/>
              </a:ext>
            </a:extLst>
          </p:cNvPr>
          <p:cNvSpPr/>
          <p:nvPr/>
        </p:nvSpPr>
        <p:spPr>
          <a:xfrm>
            <a:off x="4116870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8" name="図 30">
            <a:extLst>
              <a:ext uri="{FF2B5EF4-FFF2-40B4-BE49-F238E27FC236}">
                <a16:creationId xmlns:a16="http://schemas.microsoft.com/office/drawing/2014/main" id="{D8D3951C-4A0E-9A23-10DA-57E1B094D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287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65DFFF-3E61-C5E3-D4F1-4C4582E50C0F}"/>
              </a:ext>
            </a:extLst>
          </p:cNvPr>
          <p:cNvSpPr/>
          <p:nvPr/>
        </p:nvSpPr>
        <p:spPr>
          <a:xfrm>
            <a:off x="1890532" y="198069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A7E4F6FE-3E31-2A52-EC94-0A1A3F3EC403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1074065" y="1653855"/>
            <a:ext cx="0" cy="1230523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2F8CA459-79B5-ECE1-CEA9-B3748E1F8553}"/>
              </a:ext>
            </a:extLst>
          </p:cNvPr>
          <p:cNvSpPr/>
          <p:nvPr/>
        </p:nvSpPr>
        <p:spPr>
          <a:xfrm>
            <a:off x="277808" y="1121866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OzSearch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D70F661C-291E-73C3-D14C-B1970BD3ED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114964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3ECB62E7-E02D-A52F-7D46-F29354C7CBB2}"/>
              </a:ext>
            </a:extLst>
          </p:cNvPr>
          <p:cNvGrpSpPr/>
          <p:nvPr/>
        </p:nvGrpSpPr>
        <p:grpSpPr>
          <a:xfrm>
            <a:off x="7460054" y="4095744"/>
            <a:ext cx="1592514" cy="527844"/>
            <a:chOff x="7460054" y="4095744"/>
            <a:chExt cx="1592514" cy="527844"/>
          </a:xfrm>
        </p:grpSpPr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A3F2F25E-7F52-E103-320A-4E33FE288ACE}"/>
                </a:ext>
              </a:extLst>
            </p:cNvPr>
            <p:cNvSpPr/>
            <p:nvPr/>
          </p:nvSpPr>
          <p:spPr>
            <a:xfrm>
              <a:off x="7460054" y="4095744"/>
              <a:ext cx="1592514" cy="527844"/>
            </a:xfrm>
            <a:prstGeom prst="rect">
              <a:avLst/>
            </a:prstGeom>
            <a:gradFill>
              <a:gsLst>
                <a:gs pos="0">
                  <a:schemeClr val="tx2">
                    <a:lumMod val="40000"/>
                    <a:lumOff val="60000"/>
                  </a:schemeClr>
                </a:gs>
                <a:gs pos="40000">
                  <a:schemeClr val="accent1"/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  <a:lin ang="16200000" scaled="1"/>
            </a:gradFill>
            <a:ln w="9525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Azure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POS</a:t>
              </a:r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サーバ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ＭＶ関東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97" name="Picture 11">
              <a:extLst>
                <a:ext uri="{FF2B5EF4-FFF2-40B4-BE49-F238E27FC236}">
                  <a16:creationId xmlns:a16="http://schemas.microsoft.com/office/drawing/2014/main" id="{AFD49789-68B2-CDC7-E430-1F4ABD155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38760" y="4112707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303B91DD-2E54-F041-623A-CE07EC8B6CC4}"/>
              </a:ext>
            </a:extLst>
          </p:cNvPr>
          <p:cNvSpPr/>
          <p:nvPr/>
        </p:nvSpPr>
        <p:spPr>
          <a:xfrm>
            <a:off x="4112881" y="1248576"/>
            <a:ext cx="1592514" cy="531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OzCube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9" name="Picture 11">
            <a:extLst>
              <a:ext uri="{FF2B5EF4-FFF2-40B4-BE49-F238E27FC236}">
                <a16:creationId xmlns:a16="http://schemas.microsoft.com/office/drawing/2014/main" id="{8F3AC1CD-861B-C016-3BF4-111CBD05B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6730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DD313224-87AE-316B-2EB3-2E8012667E94}"/>
              </a:ext>
            </a:extLst>
          </p:cNvPr>
          <p:cNvSpPr/>
          <p:nvPr/>
        </p:nvSpPr>
        <p:spPr>
          <a:xfrm>
            <a:off x="3911713" y="851408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ＵＳＭＨ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5DBA35C-C15E-779E-BD06-5227154BCE6D}"/>
              </a:ext>
            </a:extLst>
          </p:cNvPr>
          <p:cNvSpPr/>
          <p:nvPr/>
        </p:nvSpPr>
        <p:spPr>
          <a:xfrm>
            <a:off x="4014214" y="5033673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94CD2E87-7755-1627-F416-A2D6811DF6BB}"/>
              </a:ext>
            </a:extLst>
          </p:cNvPr>
          <p:cNvSpPr/>
          <p:nvPr/>
        </p:nvSpPr>
        <p:spPr>
          <a:xfrm flipH="1">
            <a:off x="576841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55083844-B243-3BD9-3528-CDB4092F52E3}"/>
              </a:ext>
            </a:extLst>
          </p:cNvPr>
          <p:cNvSpPr/>
          <p:nvPr/>
        </p:nvSpPr>
        <p:spPr>
          <a:xfrm>
            <a:off x="581234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2" name="図 30">
            <a:extLst>
              <a:ext uri="{FF2B5EF4-FFF2-40B4-BE49-F238E27FC236}">
                <a16:creationId xmlns:a16="http://schemas.microsoft.com/office/drawing/2014/main" id="{605795AD-DD17-6977-2951-0FADEBC1FE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76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F7A50EB2-6106-4AC7-BEFE-AF3F765ECAF4}"/>
              </a:ext>
            </a:extLst>
          </p:cNvPr>
          <p:cNvSpPr/>
          <p:nvPr/>
        </p:nvSpPr>
        <p:spPr>
          <a:xfrm flipH="1">
            <a:off x="740857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DE58CFB-0E11-7AF4-2EF6-FC5A67F16661}"/>
              </a:ext>
            </a:extLst>
          </p:cNvPr>
          <p:cNvSpPr/>
          <p:nvPr/>
        </p:nvSpPr>
        <p:spPr>
          <a:xfrm>
            <a:off x="745250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ＭＶ関東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5" name="図 30">
            <a:extLst>
              <a:ext uri="{FF2B5EF4-FFF2-40B4-BE49-F238E27FC236}">
                <a16:creationId xmlns:a16="http://schemas.microsoft.com/office/drawing/2014/main" id="{D87708C4-301B-55E9-A7A3-95094EEDF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1392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A2021362-C6DB-32AB-6A93-B09FE41B1C0D}"/>
              </a:ext>
            </a:extLst>
          </p:cNvPr>
          <p:cNvCxnSpPr>
            <a:stCxn id="101" idx="2"/>
          </p:cNvCxnSpPr>
          <p:nvPr/>
        </p:nvCxnSpPr>
        <p:spPr>
          <a:xfrm flipH="1">
            <a:off x="7151623" y="1780565"/>
            <a:ext cx="6939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8AB5378-161B-6D32-4BBC-29A177B884EC}"/>
              </a:ext>
            </a:extLst>
          </p:cNvPr>
          <p:cNvCxnSpPr>
            <a:stCxn id="101" idx="2"/>
          </p:cNvCxnSpPr>
          <p:nvPr/>
        </p:nvCxnSpPr>
        <p:spPr>
          <a:xfrm>
            <a:off x="7158562" y="1780565"/>
            <a:ext cx="590705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0314A2B4-ECA4-CF94-7DFA-F5185204CEFE}"/>
              </a:ext>
            </a:extLst>
          </p:cNvPr>
          <p:cNvGrpSpPr/>
          <p:nvPr/>
        </p:nvGrpSpPr>
        <p:grpSpPr>
          <a:xfrm>
            <a:off x="2146354" y="989808"/>
            <a:ext cx="757171" cy="610183"/>
            <a:chOff x="-122746" y="2265909"/>
            <a:chExt cx="757171" cy="610183"/>
          </a:xfrm>
        </p:grpSpPr>
        <p:sp>
          <p:nvSpPr>
            <p:cNvPr id="121" name="フローチャート: 直接アクセス記憶 1">
              <a:extLst>
                <a:ext uri="{FF2B5EF4-FFF2-40B4-BE49-F238E27FC236}">
                  <a16:creationId xmlns:a16="http://schemas.microsoft.com/office/drawing/2014/main" id="{BA59E32B-2306-1B2C-685C-6936D0C3B476}"/>
                </a:ext>
              </a:extLst>
            </p:cNvPr>
            <p:cNvSpPr/>
            <p:nvPr/>
          </p:nvSpPr>
          <p:spPr>
            <a:xfrm rot="16200000">
              <a:off x="-42872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030E8562-41B9-D138-79B5-256979DE273F}"/>
                </a:ext>
              </a:extLst>
            </p:cNvPr>
            <p:cNvSpPr/>
            <p:nvPr/>
          </p:nvSpPr>
          <p:spPr>
            <a:xfrm>
              <a:off x="-122746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A21F676F-56FD-CA86-9285-0D8BBCDAF829}"/>
              </a:ext>
            </a:extLst>
          </p:cNvPr>
          <p:cNvGrpSpPr/>
          <p:nvPr/>
        </p:nvGrpSpPr>
        <p:grpSpPr>
          <a:xfrm>
            <a:off x="6301655" y="3416367"/>
            <a:ext cx="757171" cy="610183"/>
            <a:chOff x="1978955" y="2265909"/>
            <a:chExt cx="757171" cy="610183"/>
          </a:xfrm>
        </p:grpSpPr>
        <p:sp>
          <p:nvSpPr>
            <p:cNvPr id="124" name="フローチャート: 直接アクセス記憶 1">
              <a:extLst>
                <a:ext uri="{FF2B5EF4-FFF2-40B4-BE49-F238E27FC236}">
                  <a16:creationId xmlns:a16="http://schemas.microsoft.com/office/drawing/2014/main" id="{421983C7-E32D-DD49-DB78-C1E3BE4379A3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AA188935-D29F-9F2F-1A58-8AECE16FC7B6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</a:t>
              </a:r>
              <a:endParaRPr kumimoji="1" lang="en-US" altLang="ja-JP" sz="8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chemeClr val="tx1"/>
                  </a:solidFill>
                </a:rPr>
                <a:t>のみ</a:t>
              </a:r>
              <a:endParaRPr kumimoji="1" lang="ja-JP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D8C93980-28FB-35FE-E463-0C513FBCB85A}"/>
              </a:ext>
            </a:extLst>
          </p:cNvPr>
          <p:cNvGrpSpPr/>
          <p:nvPr/>
        </p:nvGrpSpPr>
        <p:grpSpPr>
          <a:xfrm>
            <a:off x="7788997" y="3422698"/>
            <a:ext cx="757171" cy="610183"/>
            <a:chOff x="1978955" y="2265909"/>
            <a:chExt cx="757171" cy="610183"/>
          </a:xfrm>
        </p:grpSpPr>
        <p:sp>
          <p:nvSpPr>
            <p:cNvPr id="127" name="フローチャート: 直接アクセス記憶 1">
              <a:extLst>
                <a:ext uri="{FF2B5EF4-FFF2-40B4-BE49-F238E27FC236}">
                  <a16:creationId xmlns:a16="http://schemas.microsoft.com/office/drawing/2014/main" id="{92F1D15C-8BBF-9EF4-DC40-D0CFD08D0701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74667B3E-592B-67FC-807C-760373CE01F6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25DB6ED4-FE52-A899-505A-5CF3A5E11A72}"/>
              </a:ext>
            </a:extLst>
          </p:cNvPr>
          <p:cNvCxnSpPr>
            <a:cxnSpLocks/>
          </p:cNvCxnSpPr>
          <p:nvPr/>
        </p:nvCxnSpPr>
        <p:spPr>
          <a:xfrm flipH="1">
            <a:off x="4920677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11">
            <a:extLst>
              <a:ext uri="{FF2B5EF4-FFF2-40B4-BE49-F238E27FC236}">
                <a16:creationId xmlns:a16="http://schemas.microsoft.com/office/drawing/2014/main" id="{7AED3171-2461-D367-50B0-78493045F8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1646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ADF3C7E-0C6C-C73A-4084-1918571E55B1}"/>
              </a:ext>
            </a:extLst>
          </p:cNvPr>
          <p:cNvCxnSpPr>
            <a:cxnSpLocks/>
          </p:cNvCxnSpPr>
          <p:nvPr/>
        </p:nvCxnSpPr>
        <p:spPr>
          <a:xfrm flipH="1">
            <a:off x="6556051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AEDDFD6D-B511-6B55-9249-A586C0EBBF9A}"/>
              </a:ext>
            </a:extLst>
          </p:cNvPr>
          <p:cNvSpPr/>
          <p:nvPr/>
        </p:nvSpPr>
        <p:spPr>
          <a:xfrm>
            <a:off x="5768414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5" name="Picture 11">
            <a:extLst>
              <a:ext uri="{FF2B5EF4-FFF2-40B4-BE49-F238E27FC236}">
                <a16:creationId xmlns:a16="http://schemas.microsoft.com/office/drawing/2014/main" id="{9DA536AE-BF30-4015-B823-BA91056C93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7120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A9DA0BE-78FC-8392-D698-F33E92B8326F}"/>
              </a:ext>
            </a:extLst>
          </p:cNvPr>
          <p:cNvCxnSpPr>
            <a:cxnSpLocks/>
          </p:cNvCxnSpPr>
          <p:nvPr/>
        </p:nvCxnSpPr>
        <p:spPr>
          <a:xfrm>
            <a:off x="8158241" y="4623588"/>
            <a:ext cx="0" cy="76839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D7B145B5-2D37-2B8E-11FE-C6D8F2A57C25}"/>
              </a:ext>
            </a:extLst>
          </p:cNvPr>
          <p:cNvCxnSpPr>
            <a:cxnSpLocks/>
          </p:cNvCxnSpPr>
          <p:nvPr/>
        </p:nvCxnSpPr>
        <p:spPr>
          <a:xfrm>
            <a:off x="5705395" y="1514570"/>
            <a:ext cx="1016732" cy="0"/>
          </a:xfrm>
          <a:prstGeom prst="straightConnector1">
            <a:avLst/>
          </a:prstGeom>
          <a:ln w="22225"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AF3466FC-4235-BC12-7D76-146EE535757B}"/>
              </a:ext>
            </a:extLst>
          </p:cNvPr>
          <p:cNvSpPr/>
          <p:nvPr/>
        </p:nvSpPr>
        <p:spPr>
          <a:xfrm>
            <a:off x="6362305" y="1248576"/>
            <a:ext cx="1592514" cy="53198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共通</a:t>
            </a: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</a:p>
        </p:txBody>
      </p:sp>
      <p:pic>
        <p:nvPicPr>
          <p:cNvPr id="102" name="Picture 11">
            <a:extLst>
              <a:ext uri="{FF2B5EF4-FFF2-40B4-BE49-F238E27FC236}">
                <a16:creationId xmlns:a16="http://schemas.microsoft.com/office/drawing/2014/main" id="{8EF45DD9-0041-6C35-370B-83C15820C0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6154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C0631BE-4317-B464-4C8D-B96EB025EA53}"/>
              </a:ext>
            </a:extLst>
          </p:cNvPr>
          <p:cNvSpPr/>
          <p:nvPr/>
        </p:nvSpPr>
        <p:spPr>
          <a:xfrm>
            <a:off x="39797" y="91440"/>
            <a:ext cx="7366358" cy="5394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kumimoji="1" lang="ja-JP" altLang="en-US" sz="2000">
                <a:latin typeface="HG丸ｺﾞｼｯｸM-PRO"/>
                <a:ea typeface="HG丸ｺﾞｼｯｸM-PRO"/>
              </a:rPr>
              <a:t>ＰＯＳ</a:t>
            </a:r>
            <a:r>
              <a:rPr lang="ja-JP" altLang="en-US" sz="2000">
                <a:latin typeface="HG丸ｺﾞｼｯｸM-PRO"/>
                <a:ea typeface="HG丸ｺﾞｼｯｸM-PRO"/>
              </a:rPr>
              <a:t>データ加工サーバー連携図（新システム）</a:t>
            </a:r>
            <a:endParaRPr kumimoji="1" lang="ja-JP" altLang="en-US" sz="2000" dirty="0">
              <a:latin typeface="HG丸ｺﾞｼｯｸM-PRO" pitchFamily="50" charset="-128"/>
              <a:ea typeface="HG丸ｺﾞｼｯｸM-PRO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81684A-04FE-49B5-4A5B-13D4BDF8CD93}"/>
              </a:ext>
            </a:extLst>
          </p:cNvPr>
          <p:cNvSpPr txBox="1"/>
          <p:nvPr/>
        </p:nvSpPr>
        <p:spPr>
          <a:xfrm>
            <a:off x="6821796" y="275522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通信は</a:t>
            </a:r>
            <a:r>
              <a:rPr kumimoji="1" lang="en-US" altLang="ja-JP" sz="1000" dirty="0" err="1"/>
              <a:t>AzCopy</a:t>
            </a:r>
            <a:r>
              <a:rPr kumimoji="1" lang="ja-JP" altLang="en-US" sz="1000" dirty="0"/>
              <a:t>を利用</a:t>
            </a:r>
            <a:endParaRPr kumimoji="1" lang="en-US" altLang="ja-JP" sz="10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1A2B324-0E12-2FBA-3DB7-BBF32DF21F44}"/>
              </a:ext>
            </a:extLst>
          </p:cNvPr>
          <p:cNvSpPr txBox="1"/>
          <p:nvPr/>
        </p:nvSpPr>
        <p:spPr>
          <a:xfrm>
            <a:off x="6887921" y="3087134"/>
            <a:ext cx="1283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kumimoji="1" lang="ja-JP" altLang="en-US" sz="1000" dirty="0"/>
              <a:t>送信</a:t>
            </a:r>
            <a:endParaRPr kumimoji="1" lang="en-US" altLang="ja-JP" sz="10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BBC9567A-F88E-3841-7FC4-02838CF69502}"/>
              </a:ext>
            </a:extLst>
          </p:cNvPr>
          <p:cNvSpPr txBox="1"/>
          <p:nvPr/>
        </p:nvSpPr>
        <p:spPr>
          <a:xfrm>
            <a:off x="2146354" y="1564725"/>
            <a:ext cx="155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lang="ja-JP" altLang="en-US" sz="1000" dirty="0"/>
              <a:t>抽出して送信</a:t>
            </a:r>
            <a:endParaRPr kumimoji="1" lang="en-US" altLang="ja-JP" sz="1000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0277D271-C831-8B23-A418-2466D7740D75}"/>
              </a:ext>
            </a:extLst>
          </p:cNvPr>
          <p:cNvSpPr/>
          <p:nvPr/>
        </p:nvSpPr>
        <p:spPr>
          <a:xfrm>
            <a:off x="1883802" y="1509369"/>
            <a:ext cx="5107283" cy="1005093"/>
          </a:xfrm>
          <a:custGeom>
            <a:avLst/>
            <a:gdLst>
              <a:gd name="connsiteX0" fmla="*/ 0 w 5133315"/>
              <a:gd name="connsiteY0" fmla="*/ 0 h 1008278"/>
              <a:gd name="connsiteX1" fmla="*/ 3485585 w 5133315"/>
              <a:gd name="connsiteY1" fmla="*/ 1004934 h 1008278"/>
              <a:gd name="connsiteX2" fmla="*/ 5133315 w 5133315"/>
              <a:gd name="connsiteY2" fmla="*/ 262550 h 100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3315" h="1008278">
                <a:moveTo>
                  <a:pt x="0" y="0"/>
                </a:moveTo>
                <a:cubicBezTo>
                  <a:pt x="1315016" y="480588"/>
                  <a:pt x="2630033" y="961176"/>
                  <a:pt x="3485585" y="1004934"/>
                </a:cubicBezTo>
                <a:cubicBezTo>
                  <a:pt x="4341137" y="1048692"/>
                  <a:pt x="4737226" y="655621"/>
                  <a:pt x="5133315" y="262550"/>
                </a:cubicBezTo>
              </a:path>
            </a:pathLst>
          </a:custGeom>
          <a:noFill/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2D9D9F83-4C3D-5429-C0D4-CC2FBC0F57B1}"/>
              </a:ext>
            </a:extLst>
          </p:cNvPr>
          <p:cNvGrpSpPr/>
          <p:nvPr/>
        </p:nvGrpSpPr>
        <p:grpSpPr>
          <a:xfrm>
            <a:off x="579233" y="1981643"/>
            <a:ext cx="963333" cy="574946"/>
            <a:chOff x="1633927" y="2205683"/>
            <a:chExt cx="1090362" cy="670409"/>
          </a:xfrm>
        </p:grpSpPr>
        <p:sp>
          <p:nvSpPr>
            <p:cNvPr id="149" name="フローチャート: 直接アクセス記憶 1">
              <a:extLst>
                <a:ext uri="{FF2B5EF4-FFF2-40B4-BE49-F238E27FC236}">
                  <a16:creationId xmlns:a16="http://schemas.microsoft.com/office/drawing/2014/main" id="{85525041-08F0-1B61-044E-F0F93682956F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3AE6C74F-56A4-A2E7-41CA-EB5C39E481D2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7101D3B-2C77-ED2B-28F6-3967E9E341AD}"/>
              </a:ext>
            </a:extLst>
          </p:cNvPr>
          <p:cNvCxnSpPr>
            <a:cxnSpLocks/>
          </p:cNvCxnSpPr>
          <p:nvPr/>
        </p:nvCxnSpPr>
        <p:spPr>
          <a:xfrm flipH="1" flipV="1">
            <a:off x="3400862" y="3377122"/>
            <a:ext cx="1122082" cy="273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17E042F-8FF7-CC76-0925-889992168F65}"/>
              </a:ext>
            </a:extLst>
          </p:cNvPr>
          <p:cNvSpPr/>
          <p:nvPr/>
        </p:nvSpPr>
        <p:spPr>
          <a:xfrm>
            <a:off x="4072940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E0C6A2-CCD3-FCFB-DD7B-A994EAE8A636}"/>
              </a:ext>
            </a:extLst>
          </p:cNvPr>
          <p:cNvSpPr txBox="1"/>
          <p:nvPr/>
        </p:nvSpPr>
        <p:spPr>
          <a:xfrm>
            <a:off x="3441581" y="1907180"/>
            <a:ext cx="2622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solidFill>
                  <a:srgbClr val="FF0000"/>
                </a:solidFill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</a:rPr>
              <a:t>カスミの</a:t>
            </a:r>
            <a:r>
              <a:rPr lang="en-US" altLang="ja-JP" sz="1100" b="1" dirty="0">
                <a:solidFill>
                  <a:srgbClr val="FF0000"/>
                </a:solidFill>
              </a:rPr>
              <a:t>SG/OD</a:t>
            </a:r>
            <a:r>
              <a:rPr lang="ja-JP" altLang="en-US" sz="1100" b="1" dirty="0">
                <a:solidFill>
                  <a:srgbClr val="FF0000"/>
                </a:solidFill>
              </a:rPr>
              <a:t>データは、</a:t>
            </a:r>
            <a:endParaRPr lang="en-US" altLang="ja-JP" sz="1100" b="1" dirty="0">
              <a:solidFill>
                <a:srgbClr val="FF0000"/>
              </a:solidFill>
            </a:endParaRPr>
          </a:p>
          <a:p>
            <a:r>
              <a:rPr lang="ja-JP" altLang="en-US" sz="1100" b="1" dirty="0">
                <a:solidFill>
                  <a:srgbClr val="FF0000"/>
                </a:solidFill>
              </a:rPr>
              <a:t>　</a:t>
            </a:r>
            <a:r>
              <a:rPr lang="en-US" altLang="ja-JP" sz="1100" b="1" dirty="0" err="1">
                <a:solidFill>
                  <a:srgbClr val="FF0000"/>
                </a:solidFill>
              </a:rPr>
              <a:t>OzSearch</a:t>
            </a:r>
            <a:r>
              <a:rPr lang="ja-JP" altLang="en-US" sz="1100" b="1" dirty="0">
                <a:solidFill>
                  <a:srgbClr val="FF0000"/>
                </a:solidFill>
              </a:rPr>
              <a:t>から抽出したものを使用する。</a:t>
            </a:r>
            <a:endParaRPr lang="en-US" altLang="ja-JP" sz="1100" b="1" dirty="0">
              <a:solidFill>
                <a:srgbClr val="FF0000"/>
              </a:solidFill>
            </a:endParaRPr>
          </a:p>
        </p:txBody>
      </p:sp>
      <p:sp>
        <p:nvSpPr>
          <p:cNvPr id="16" name="吹き出し: 折線 15">
            <a:extLst>
              <a:ext uri="{FF2B5EF4-FFF2-40B4-BE49-F238E27FC236}">
                <a16:creationId xmlns:a16="http://schemas.microsoft.com/office/drawing/2014/main" id="{5AB4EC10-1346-68E4-284C-1990E8B2F15A}"/>
              </a:ext>
            </a:extLst>
          </p:cNvPr>
          <p:cNvSpPr/>
          <p:nvPr/>
        </p:nvSpPr>
        <p:spPr>
          <a:xfrm>
            <a:off x="6269267" y="942803"/>
            <a:ext cx="882356" cy="2692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798"/>
              <a:gd name="adj6" fmla="val -34051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月一手作業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E88852E-64F9-412E-3A8F-500DB1C1F42B}"/>
              </a:ext>
            </a:extLst>
          </p:cNvPr>
          <p:cNvSpPr/>
          <p:nvPr/>
        </p:nvSpPr>
        <p:spPr>
          <a:xfrm>
            <a:off x="268366" y="457319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WAON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ポイント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集計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3BF65917-7B09-A7F9-5A7E-095D901D52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3456" y="458708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8EDC7A2-D9CE-9FEF-97D9-F28D402DF067}"/>
              </a:ext>
            </a:extLst>
          </p:cNvPr>
          <p:cNvSpPr/>
          <p:nvPr/>
        </p:nvSpPr>
        <p:spPr>
          <a:xfrm>
            <a:off x="2105593" y="458708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データ連携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A2C54450-0F26-9174-C934-7291F9FC5E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9197" y="4614865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553C61C-C632-8392-DDA5-AD8B16F7F79F}"/>
              </a:ext>
            </a:extLst>
          </p:cNvPr>
          <p:cNvGrpSpPr/>
          <p:nvPr/>
        </p:nvGrpSpPr>
        <p:grpSpPr>
          <a:xfrm>
            <a:off x="2292836" y="2837237"/>
            <a:ext cx="963333" cy="574946"/>
            <a:chOff x="1633927" y="2205683"/>
            <a:chExt cx="1090362" cy="670409"/>
          </a:xfrm>
        </p:grpSpPr>
        <p:sp>
          <p:nvSpPr>
            <p:cNvPr id="26" name="フローチャート: 直接アクセス記憶 1">
              <a:extLst>
                <a:ext uri="{FF2B5EF4-FFF2-40B4-BE49-F238E27FC236}">
                  <a16:creationId xmlns:a16="http://schemas.microsoft.com/office/drawing/2014/main" id="{2E95C093-72F5-E1FC-3019-BF4CF8095168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DEE42B08-CF6F-CF1C-EE87-753422ECCC49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A6D4C246-9A69-EE79-1C8A-C3FBA461EE4C}"/>
              </a:ext>
            </a:extLst>
          </p:cNvPr>
          <p:cNvCxnSpPr>
            <a:cxnSpLocks/>
            <a:stCxn id="26" idx="1"/>
            <a:endCxn id="39" idx="0"/>
          </p:cNvCxnSpPr>
          <p:nvPr/>
        </p:nvCxnSpPr>
        <p:spPr>
          <a:xfrm>
            <a:off x="2788384" y="3412183"/>
            <a:ext cx="113466" cy="11749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D4401723-F87D-F8E4-4A08-012EFAE85829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064623" y="3416367"/>
            <a:ext cx="9442" cy="1156827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3805CEBB-5399-CF4B-91AC-4869C6EA383C}"/>
              </a:ext>
            </a:extLst>
          </p:cNvPr>
          <p:cNvGrpSpPr/>
          <p:nvPr/>
        </p:nvGrpSpPr>
        <p:grpSpPr>
          <a:xfrm>
            <a:off x="581981" y="3687791"/>
            <a:ext cx="963333" cy="574946"/>
            <a:chOff x="1633927" y="2205683"/>
            <a:chExt cx="1090362" cy="670409"/>
          </a:xfrm>
        </p:grpSpPr>
        <p:sp>
          <p:nvSpPr>
            <p:cNvPr id="61" name="フローチャート: 直接アクセス記憶 1">
              <a:extLst>
                <a:ext uri="{FF2B5EF4-FFF2-40B4-BE49-F238E27FC236}">
                  <a16:creationId xmlns:a16="http://schemas.microsoft.com/office/drawing/2014/main" id="{A8F7B6F0-491E-3706-3A23-7B4A1B46707D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C8BDF05A-8C80-5A54-8290-23E3A643181A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  <p:pic>
        <p:nvPicPr>
          <p:cNvPr id="117" name="Picture 11">
            <a:extLst>
              <a:ext uri="{FF2B5EF4-FFF2-40B4-BE49-F238E27FC236}">
                <a16:creationId xmlns:a16="http://schemas.microsoft.com/office/drawing/2014/main" id="{3A917315-7DA2-4897-A3BE-FC84006EAA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3657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" name="Picture 27" descr="ICON_Cloud_Q308">
            <a:extLst>
              <a:ext uri="{FF2B5EF4-FFF2-40B4-BE49-F238E27FC236}">
                <a16:creationId xmlns:a16="http://schemas.microsoft.com/office/drawing/2014/main" id="{17F434EE-2C70-C90D-BD75-16563CF44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64580" y="5621224"/>
            <a:ext cx="1275763" cy="82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" name="テキスト ボックス 7">
            <a:extLst>
              <a:ext uri="{FF2B5EF4-FFF2-40B4-BE49-F238E27FC236}">
                <a16:creationId xmlns:a16="http://schemas.microsoft.com/office/drawing/2014/main" id="{FB420D1D-898C-E39B-D369-F4DA56825DA6}"/>
              </a:ext>
            </a:extLst>
          </p:cNvPr>
          <p:cNvSpPr txBox="1"/>
          <p:nvPr/>
        </p:nvSpPr>
        <p:spPr>
          <a:xfrm>
            <a:off x="2555259" y="5841240"/>
            <a:ext cx="992029" cy="3820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/>
              <a:t>Azure</a:t>
            </a:r>
          </a:p>
          <a:p>
            <a:r>
              <a:rPr kumimoji="1" lang="ja-JP" altLang="en-US" sz="1100" dirty="0"/>
              <a:t>イオン</a:t>
            </a:r>
            <a:r>
              <a:rPr kumimoji="1" lang="en-US" altLang="ja-JP" sz="1100" dirty="0"/>
              <a:t>DIC</a:t>
            </a:r>
            <a:endParaRPr kumimoji="1" lang="ja-JP" altLang="en-US" sz="1100" dirty="0"/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6D577493-A18C-9B22-275F-B01C444713DE}"/>
              </a:ext>
            </a:extLst>
          </p:cNvPr>
          <p:cNvCxnSpPr>
            <a:cxnSpLocks/>
            <a:stCxn id="39" idx="2"/>
            <a:endCxn id="137" idx="0"/>
          </p:cNvCxnSpPr>
          <p:nvPr/>
        </p:nvCxnSpPr>
        <p:spPr>
          <a:xfrm>
            <a:off x="2901850" y="5119073"/>
            <a:ext cx="612" cy="502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202E7157-BB3F-2268-93E1-8E16E75CF1D3}"/>
              </a:ext>
            </a:extLst>
          </p:cNvPr>
          <p:cNvCxnSpPr>
            <a:cxnSpLocks/>
            <a:stCxn id="26" idx="4"/>
            <a:endCxn id="98" idx="1"/>
          </p:cNvCxnSpPr>
          <p:nvPr/>
        </p:nvCxnSpPr>
        <p:spPr>
          <a:xfrm flipV="1">
            <a:off x="2788384" y="1514571"/>
            <a:ext cx="1324497" cy="1322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9FD184AE-91B9-B7B2-C1CF-C210947209F6}"/>
              </a:ext>
            </a:extLst>
          </p:cNvPr>
          <p:cNvSpPr txBox="1"/>
          <p:nvPr/>
        </p:nvSpPr>
        <p:spPr>
          <a:xfrm>
            <a:off x="2256056" y="5233935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3D4E6D7B-04A8-35E7-7CFE-7974ACA23FA3}"/>
              </a:ext>
            </a:extLst>
          </p:cNvPr>
          <p:cNvSpPr txBox="1"/>
          <p:nvPr/>
        </p:nvSpPr>
        <p:spPr>
          <a:xfrm>
            <a:off x="2443117" y="416895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78C888D7-7892-401D-955D-6966A0974CA9}"/>
              </a:ext>
            </a:extLst>
          </p:cNvPr>
          <p:cNvSpPr txBox="1"/>
          <p:nvPr/>
        </p:nvSpPr>
        <p:spPr>
          <a:xfrm>
            <a:off x="3671571" y="3731378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36449BD3-BBEE-04A8-32A3-F1B53195E45E}"/>
              </a:ext>
            </a:extLst>
          </p:cNvPr>
          <p:cNvSpPr txBox="1"/>
          <p:nvPr/>
        </p:nvSpPr>
        <p:spPr>
          <a:xfrm>
            <a:off x="3728232" y="1353770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3293FE94-5E5A-5B88-F919-295EC9639995}"/>
              </a:ext>
            </a:extLst>
          </p:cNvPr>
          <p:cNvSpPr txBox="1"/>
          <p:nvPr/>
        </p:nvSpPr>
        <p:spPr>
          <a:xfrm>
            <a:off x="5844449" y="211817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8DCB564E-BB07-7598-F625-61E024AD51AA}"/>
              </a:ext>
            </a:extLst>
          </p:cNvPr>
          <p:cNvSpPr txBox="1"/>
          <p:nvPr/>
        </p:nvSpPr>
        <p:spPr>
          <a:xfrm>
            <a:off x="264645" y="4267216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5DE2A8EE-4D74-17BB-F75F-147F7704DA4E}"/>
              </a:ext>
            </a:extLst>
          </p:cNvPr>
          <p:cNvSpPr txBox="1"/>
          <p:nvPr/>
        </p:nvSpPr>
        <p:spPr>
          <a:xfrm>
            <a:off x="713902" y="1734474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F437C1D4-2A70-BC90-4F23-21E13316C69C}"/>
              </a:ext>
            </a:extLst>
          </p:cNvPr>
          <p:cNvSpPr txBox="1"/>
          <p:nvPr/>
        </p:nvSpPr>
        <p:spPr>
          <a:xfrm>
            <a:off x="373817" y="348060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grpSp>
        <p:nvGrpSpPr>
          <p:cNvPr id="5" name="グループ化 146">
            <a:extLst>
              <a:ext uri="{FF2B5EF4-FFF2-40B4-BE49-F238E27FC236}">
                <a16:creationId xmlns:a16="http://schemas.microsoft.com/office/drawing/2014/main" id="{4EDA95B4-65FF-6AF7-8EA8-AE3AD705B0B0}"/>
              </a:ext>
            </a:extLst>
          </p:cNvPr>
          <p:cNvGrpSpPr/>
          <p:nvPr/>
        </p:nvGrpSpPr>
        <p:grpSpPr>
          <a:xfrm>
            <a:off x="3964082" y="3080492"/>
            <a:ext cx="963333" cy="574946"/>
            <a:chOff x="1633927" y="2205683"/>
            <a:chExt cx="1090362" cy="670409"/>
          </a:xfrm>
        </p:grpSpPr>
        <p:sp>
          <p:nvSpPr>
            <p:cNvPr id="6" name="フローチャート: 直接アクセス記憶 1">
              <a:extLst>
                <a:ext uri="{FF2B5EF4-FFF2-40B4-BE49-F238E27FC236}">
                  <a16:creationId xmlns:a16="http://schemas.microsoft.com/office/drawing/2014/main" id="{4972C921-BC0E-4AB6-5279-EE2A32843D71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1" name="正方形/長方形 149">
              <a:extLst>
                <a:ext uri="{FF2B5EF4-FFF2-40B4-BE49-F238E27FC236}">
                  <a16:creationId xmlns:a16="http://schemas.microsoft.com/office/drawing/2014/main" id="{60AFACFC-F1D5-0C8C-F460-037A5B378213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grpSp>
        <p:nvGrpSpPr>
          <p:cNvPr id="12" name="グループ化 24">
            <a:extLst>
              <a:ext uri="{FF2B5EF4-FFF2-40B4-BE49-F238E27FC236}">
                <a16:creationId xmlns:a16="http://schemas.microsoft.com/office/drawing/2014/main" id="{9FBAC994-3098-4735-2FA6-9BEF7C45A59D}"/>
              </a:ext>
            </a:extLst>
          </p:cNvPr>
          <p:cNvGrpSpPr/>
          <p:nvPr/>
        </p:nvGrpSpPr>
        <p:grpSpPr>
          <a:xfrm>
            <a:off x="4912415" y="3082516"/>
            <a:ext cx="963333" cy="574946"/>
            <a:chOff x="1633927" y="2205683"/>
            <a:chExt cx="1090362" cy="670409"/>
          </a:xfrm>
        </p:grpSpPr>
        <p:sp>
          <p:nvSpPr>
            <p:cNvPr id="13" name="フローチャート: 直接アクセス記憶 1">
              <a:extLst>
                <a:ext uri="{FF2B5EF4-FFF2-40B4-BE49-F238E27FC236}">
                  <a16:creationId xmlns:a16="http://schemas.microsoft.com/office/drawing/2014/main" id="{D6456586-7502-E1EE-C8FA-7FE6D43C1913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4" name="正方形/長方形 26">
              <a:extLst>
                <a:ext uri="{FF2B5EF4-FFF2-40B4-BE49-F238E27FC236}">
                  <a16:creationId xmlns:a16="http://schemas.microsoft.com/office/drawing/2014/main" id="{5A74652F-870C-BC3A-C3DC-13B1C929868F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grpSp>
        <p:nvGrpSpPr>
          <p:cNvPr id="15" name="グループ化 59">
            <a:extLst>
              <a:ext uri="{FF2B5EF4-FFF2-40B4-BE49-F238E27FC236}">
                <a16:creationId xmlns:a16="http://schemas.microsoft.com/office/drawing/2014/main" id="{D5E6DA42-6D45-5F42-2760-442B5CB8ACA0}"/>
              </a:ext>
            </a:extLst>
          </p:cNvPr>
          <p:cNvGrpSpPr/>
          <p:nvPr/>
        </p:nvGrpSpPr>
        <p:grpSpPr>
          <a:xfrm>
            <a:off x="4437766" y="3530812"/>
            <a:ext cx="963333" cy="574946"/>
            <a:chOff x="1633927" y="2205683"/>
            <a:chExt cx="1090362" cy="670409"/>
          </a:xfrm>
        </p:grpSpPr>
        <p:sp>
          <p:nvSpPr>
            <p:cNvPr id="17" name="フローチャート: 直接アクセス記憶 1">
              <a:extLst>
                <a:ext uri="{FF2B5EF4-FFF2-40B4-BE49-F238E27FC236}">
                  <a16:creationId xmlns:a16="http://schemas.microsoft.com/office/drawing/2014/main" id="{F015548E-2DC3-B005-598D-D6BB163D2CF8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8" name="正方形/長方形 61">
              <a:extLst>
                <a:ext uri="{FF2B5EF4-FFF2-40B4-BE49-F238E27FC236}">
                  <a16:creationId xmlns:a16="http://schemas.microsoft.com/office/drawing/2014/main" id="{F9A037E0-5A45-C723-A411-0AADCA803C59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5774473"/>
      </p:ext>
    </p:extLst>
  </p:cSld>
  <p:clrMapOvr>
    <a:masterClrMapping/>
  </p:clrMapOvr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MH FONT STYLE">
      <a:majorFont>
        <a:latin typeface="Microsoft JhengHei"/>
        <a:ea typeface="Meiryo UI"/>
        <a:cs typeface=""/>
      </a:majorFont>
      <a:minorFont>
        <a:latin typeface="Microsoft JhengHe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USMH2019N.potx" id="{8B640AAC-7025-4808-AAD7-EA206A7FBAA8}" vid="{C7760CB1-FDC6-4E41-A3DC-A50FF0DF523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9C9A0A944670C40B3577B9A3C159E6D" ma:contentTypeVersion="11" ma:contentTypeDescription="新しいドキュメントを作成します。" ma:contentTypeScope="" ma:versionID="cbf9107b787b8c80f1caf56481095063">
  <xsd:schema xmlns:xsd="http://www.w3.org/2001/XMLSchema" xmlns:xs="http://www.w3.org/2001/XMLSchema" xmlns:p="http://schemas.microsoft.com/office/2006/metadata/properties" xmlns:ns2="1a061277-4544-44b5-aa35-148cda3b8e6b" xmlns:ns3="5de495b9-8774-4338-a5e9-d0d1545702c3" targetNamespace="http://schemas.microsoft.com/office/2006/metadata/properties" ma:root="true" ma:fieldsID="29d734f20265dff99a1fba5ac5bc5233" ns2:_="" ns3:_="">
    <xsd:import namespace="1a061277-4544-44b5-aa35-148cda3b8e6b"/>
    <xsd:import namespace="5de495b9-8774-4338-a5e9-d0d1545702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1277-4544-44b5-aa35-148cda3b8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495b9-8774-4338-a5e9-d0d1545702c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eedddc5-5dad-4556-bd52-45f7169729cc}" ma:internalName="TaxCatchAll" ma:showField="CatchAllData" ma:web="5de495b9-8774-4338-a5e9-d0d1545702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061277-4544-44b5-aa35-148cda3b8e6b">
      <Terms xmlns="http://schemas.microsoft.com/office/infopath/2007/PartnerControls"/>
    </lcf76f155ced4ddcb4097134ff3c332f>
    <TaxCatchAll xmlns="5de495b9-8774-4338-a5e9-d0d1545702c3" xsi:nil="true"/>
  </documentManagement>
</p:properties>
</file>

<file path=customXml/itemProps1.xml><?xml version="1.0" encoding="utf-8"?>
<ds:datastoreItem xmlns:ds="http://schemas.openxmlformats.org/officeDocument/2006/customXml" ds:itemID="{3FADF2AF-4FE8-45DE-9BF2-4B14D5AE63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10FC87-B4F9-4AB7-8F3D-BF5413080A56}"/>
</file>

<file path=customXml/itemProps3.xml><?xml version="1.0" encoding="utf-8"?>
<ds:datastoreItem xmlns:ds="http://schemas.openxmlformats.org/officeDocument/2006/customXml" ds:itemID="{BDE717C8-42EE-4445-B0A4-28E704A2BC78}">
  <ds:schemaRefs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3eb72391-dd13-4798-b147-b3124b0c6f21"/>
    <ds:schemaRef ds:uri="http://schemas.openxmlformats.org/package/2006/metadata/core-properties"/>
    <ds:schemaRef ds:uri="http://purl.org/dc/dcmitype/"/>
    <ds:schemaRef ds:uri="c25985f6-738a-4fbb-ade1-fdbe81c9268b"/>
    <ds:schemaRef ds:uri="2dd5972e-fc8f-47aa-916d-ced3529f73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USMH2019N</Template>
  <TotalTime>1156</TotalTime>
  <Words>158</Words>
  <Application>Microsoft Office PowerPoint</Application>
  <PresentationFormat>On-screen Show (4:3)</PresentationFormat>
  <Paragraphs>140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agetech201505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開発ロードマップと機能イメージについて</dc:title>
  <dc:creator>山本  慎一郎</dc:creator>
  <cp:lastModifiedBy>山口 明彦</cp:lastModifiedBy>
  <cp:revision>130</cp:revision>
  <dcterms:created xsi:type="dcterms:W3CDTF">2019-04-14T12:53:25Z</dcterms:created>
  <dcterms:modified xsi:type="dcterms:W3CDTF">2025-03-04T05:26:30Z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0x010100E9C9A0A944670C40B3577B9A3C159E6D</vt:lpwstr>
  </property>
  <property fmtid="{D5CDD505-2E9C-101B-9397-08002B2CF9AE}" pid="3" name="MediaServiceImageTags">
    <vt:lpwstr/>
  </property>
</Properties>
</file>