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8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10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  <p:sldMasterId id="2147483724" r:id="rId5"/>
    <p:sldMasterId id="2147483773" r:id="rId6"/>
    <p:sldMasterId id="2147483790" r:id="rId7"/>
    <p:sldMasterId id="2147483819" r:id="rId8"/>
    <p:sldMasterId id="2147483804" r:id="rId9"/>
    <p:sldMasterId id="2147483814" r:id="rId10"/>
    <p:sldMasterId id="2147483831" r:id="rId11"/>
    <p:sldMasterId id="2147483843" r:id="rId12"/>
    <p:sldMasterId id="2147483852" r:id="rId13"/>
    <p:sldMasterId id="2147483856" r:id="rId14"/>
  </p:sldMasterIdLst>
  <p:notesMasterIdLst>
    <p:notesMasterId r:id="rId21"/>
  </p:notesMasterIdLst>
  <p:handoutMasterIdLst>
    <p:handoutMasterId r:id="rId22"/>
  </p:handoutMasterIdLst>
  <p:sldIdLst>
    <p:sldId id="2147380506" r:id="rId15"/>
    <p:sldId id="2147380507" r:id="rId16"/>
    <p:sldId id="2147380516" r:id="rId17"/>
    <p:sldId id="2147380517" r:id="rId18"/>
    <p:sldId id="2147380518" r:id="rId19"/>
    <p:sldId id="2147380519" r:id="rId20"/>
  </p:sldIdLst>
  <p:sldSz cx="12192000" cy="6858000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1pPr>
    <a:lvl2pPr marL="457182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2pPr>
    <a:lvl3pPr marL="914363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3pPr>
    <a:lvl4pPr marL="1371545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4pPr>
    <a:lvl5pPr marL="1828727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5pPr>
    <a:lvl6pPr marL="2285909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6pPr>
    <a:lvl7pPr marL="2743090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7pPr>
    <a:lvl8pPr marL="3200272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8pPr>
    <a:lvl9pPr marL="3657454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 userDrawn="1">
          <p15:clr>
            <a:srgbClr val="A4A3A4"/>
          </p15:clr>
        </p15:guide>
        <p15:guide id="2" pos="212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鈴木　素" initials="鈴木　素" lastIdx="1" clrIdx="0">
    <p:extLst>
      <p:ext uri="{19B8F6BF-5375-455C-9EA6-DF929625EA0E}">
        <p15:presenceInfo xmlns:p15="http://schemas.microsoft.com/office/powerpoint/2012/main" userId="鈴木　素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70C0"/>
    <a:srgbClr val="CCFFFF"/>
    <a:srgbClr val="FFFF99"/>
    <a:srgbClr val="99D6FF"/>
    <a:srgbClr val="0073BF"/>
    <a:srgbClr val="FFFFCC"/>
    <a:srgbClr val="FFC2C2"/>
    <a:srgbClr val="66C2FF"/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9D6F6-264F-4046-9914-95B0A860C248}" v="57" dt="2023-02-13T05:00:05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5" autoAdjust="0"/>
    <p:restoredTop sz="94660"/>
  </p:normalViewPr>
  <p:slideViewPr>
    <p:cSldViewPr snapToGrid="0">
      <p:cViewPr>
        <p:scale>
          <a:sx n="100" d="100"/>
          <a:sy n="100" d="100"/>
        </p:scale>
        <p:origin x="120" y="21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7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安藤　元一" userId="aaacf712-7740-4f7a-86dc-21596742342f" providerId="ADAL" clId="{6799D6F6-264F-4046-9914-95B0A860C248}"/>
    <pc:docChg chg="custSel delSld modSld">
      <pc:chgData name="安藤　元一" userId="aaacf712-7740-4f7a-86dc-21596742342f" providerId="ADAL" clId="{6799D6F6-264F-4046-9914-95B0A860C248}" dt="2023-02-15T05:22:02.424" v="91" actId="6549"/>
      <pc:docMkLst>
        <pc:docMk/>
      </pc:docMkLst>
      <pc:sldChg chg="modSp mod">
        <pc:chgData name="安藤　元一" userId="aaacf712-7740-4f7a-86dc-21596742342f" providerId="ADAL" clId="{6799D6F6-264F-4046-9914-95B0A860C248}" dt="2023-02-13T04:06:27.160" v="8" actId="20577"/>
        <pc:sldMkLst>
          <pc:docMk/>
          <pc:sldMk cId="3083448361" sldId="2147380506"/>
        </pc:sldMkLst>
        <pc:spChg chg="mod">
          <ac:chgData name="安藤　元一" userId="aaacf712-7740-4f7a-86dc-21596742342f" providerId="ADAL" clId="{6799D6F6-264F-4046-9914-95B0A860C248}" dt="2023-02-13T04:06:27.160" v="8" actId="20577"/>
          <ac:spMkLst>
            <pc:docMk/>
            <pc:sldMk cId="3083448361" sldId="2147380506"/>
            <ac:spMk id="3" creationId="{7C423728-1A0D-48BC-AAD9-CC5D687D8B8A}"/>
          </ac:spMkLst>
        </pc:spChg>
      </pc:sldChg>
      <pc:sldChg chg="addSp modSp mod">
        <pc:chgData name="安藤　元一" userId="aaacf712-7740-4f7a-86dc-21596742342f" providerId="ADAL" clId="{6799D6F6-264F-4046-9914-95B0A860C248}" dt="2023-02-13T04:06:43.456" v="10" actId="20577"/>
        <pc:sldMkLst>
          <pc:docMk/>
          <pc:sldMk cId="1380850783" sldId="2147380507"/>
        </pc:sldMkLst>
        <pc:spChg chg="add mod">
          <ac:chgData name="安藤　元一" userId="aaacf712-7740-4f7a-86dc-21596742342f" providerId="ADAL" clId="{6799D6F6-264F-4046-9914-95B0A860C248}" dt="2023-02-13T04:06:03.852" v="4"/>
          <ac:spMkLst>
            <pc:docMk/>
            <pc:sldMk cId="1380850783" sldId="2147380507"/>
            <ac:spMk id="2" creationId="{CD540619-1EE4-A79F-ADB1-D3001A7A9823}"/>
          </ac:spMkLst>
        </pc:spChg>
        <pc:spChg chg="mod">
          <ac:chgData name="安藤　元一" userId="aaacf712-7740-4f7a-86dc-21596742342f" providerId="ADAL" clId="{6799D6F6-264F-4046-9914-95B0A860C248}" dt="2023-02-13T04:06:43.456" v="10" actId="20577"/>
          <ac:spMkLst>
            <pc:docMk/>
            <pc:sldMk cId="1380850783" sldId="2147380507"/>
            <ac:spMk id="9" creationId="{00000000-0000-0000-0000-000000000000}"/>
          </ac:spMkLst>
        </pc:spChg>
      </pc:sldChg>
      <pc:sldChg chg="del">
        <pc:chgData name="安藤　元一" userId="aaacf712-7740-4f7a-86dc-21596742342f" providerId="ADAL" clId="{6799D6F6-264F-4046-9914-95B0A860C248}" dt="2023-02-13T04:04:30.383" v="0" actId="2696"/>
        <pc:sldMkLst>
          <pc:docMk/>
          <pc:sldMk cId="1376359880" sldId="2147380515"/>
        </pc:sldMkLst>
      </pc:sldChg>
      <pc:sldChg chg="addSp delSp modSp mod">
        <pc:chgData name="安藤　元一" userId="aaacf712-7740-4f7a-86dc-21596742342f" providerId="ADAL" clId="{6799D6F6-264F-4046-9914-95B0A860C248}" dt="2023-02-13T04:59:50.519" v="82" actId="688"/>
        <pc:sldMkLst>
          <pc:docMk/>
          <pc:sldMk cId="1877151076" sldId="2147380516"/>
        </pc:sldMkLst>
        <pc:spChg chg="add mod">
          <ac:chgData name="安藤　元一" userId="aaacf712-7740-4f7a-86dc-21596742342f" providerId="ADAL" clId="{6799D6F6-264F-4046-9914-95B0A860C248}" dt="2023-02-13T04:06:12.311" v="5"/>
          <ac:spMkLst>
            <pc:docMk/>
            <pc:sldMk cId="1877151076" sldId="2147380516"/>
            <ac:spMk id="5" creationId="{85E0BE81-B37C-E0DB-E35E-42E0611C2740}"/>
          </ac:spMkLst>
        </pc:spChg>
        <pc:grpChg chg="del">
          <ac:chgData name="安藤　元一" userId="aaacf712-7740-4f7a-86dc-21596742342f" providerId="ADAL" clId="{6799D6F6-264F-4046-9914-95B0A860C248}" dt="2023-02-13T04:56:53.960" v="11" actId="478"/>
          <ac:grpSpMkLst>
            <pc:docMk/>
            <pc:sldMk cId="1877151076" sldId="2147380516"/>
            <ac:grpSpMk id="2" creationId="{00000000-0000-0000-0000-000000000000}"/>
          </ac:grpSpMkLst>
        </pc:grpChg>
        <pc:grpChg chg="add mod">
          <ac:chgData name="安藤　元一" userId="aaacf712-7740-4f7a-86dc-21596742342f" providerId="ADAL" clId="{6799D6F6-264F-4046-9914-95B0A860C248}" dt="2023-02-13T04:59:09.957" v="77" actId="1076"/>
          <ac:grpSpMkLst>
            <pc:docMk/>
            <pc:sldMk cId="1877151076" sldId="2147380516"/>
            <ac:grpSpMk id="14" creationId="{020B3F64-B245-4CE1-CA11-D386F3EE9934}"/>
          </ac:grpSpMkLst>
        </pc:grpChg>
        <pc:picChg chg="add mod">
          <ac:chgData name="安藤　元一" userId="aaacf712-7740-4f7a-86dc-21596742342f" providerId="ADAL" clId="{6799D6F6-264F-4046-9914-95B0A860C248}" dt="2023-02-13T04:59:09.957" v="77" actId="1076"/>
          <ac:picMkLst>
            <pc:docMk/>
            <pc:sldMk cId="1877151076" sldId="2147380516"/>
            <ac:picMk id="12" creationId="{E1FB6C68-1912-60C9-5E69-B93451A00630}"/>
          </ac:picMkLst>
        </pc:picChg>
        <pc:picChg chg="add mod">
          <ac:chgData name="安藤　元一" userId="aaacf712-7740-4f7a-86dc-21596742342f" providerId="ADAL" clId="{6799D6F6-264F-4046-9914-95B0A860C248}" dt="2023-02-13T04:58:27.817" v="24" actId="1076"/>
          <ac:picMkLst>
            <pc:docMk/>
            <pc:sldMk cId="1877151076" sldId="2147380516"/>
            <ac:picMk id="16" creationId="{86508025-6DDF-0D8B-F223-A502C1E3EF73}"/>
          </ac:picMkLst>
        </pc:picChg>
        <pc:picChg chg="add mod">
          <ac:chgData name="安藤　元一" userId="aaacf712-7740-4f7a-86dc-21596742342f" providerId="ADAL" clId="{6799D6F6-264F-4046-9914-95B0A860C248}" dt="2023-02-13T04:59:06.787" v="76" actId="1076"/>
          <ac:picMkLst>
            <pc:docMk/>
            <pc:sldMk cId="1877151076" sldId="2147380516"/>
            <ac:picMk id="18" creationId="{E026CAF1-B17F-4EF9-9409-78083672DE82}"/>
          </ac:picMkLst>
        </pc:picChg>
        <pc:picChg chg="add mod">
          <ac:chgData name="安藤　元一" userId="aaacf712-7740-4f7a-86dc-21596742342f" providerId="ADAL" clId="{6799D6F6-264F-4046-9914-95B0A860C248}" dt="2023-02-13T04:59:50.519" v="82" actId="688"/>
          <ac:picMkLst>
            <pc:docMk/>
            <pc:sldMk cId="1877151076" sldId="2147380516"/>
            <ac:picMk id="19" creationId="{24A126E2-A2AE-A806-EF3D-145952FF51C5}"/>
          </ac:picMkLst>
        </pc:picChg>
        <pc:picChg chg="mod">
          <ac:chgData name="安藤　元一" userId="aaacf712-7740-4f7a-86dc-21596742342f" providerId="ADAL" clId="{6799D6F6-264F-4046-9914-95B0A860C248}" dt="2023-02-13T04:59:09.957" v="77" actId="1076"/>
          <ac:picMkLst>
            <pc:docMk/>
            <pc:sldMk cId="1877151076" sldId="2147380516"/>
            <ac:picMk id="1026" creationId="{00000000-0000-0000-0000-000000000000}"/>
          </ac:picMkLst>
        </pc:picChg>
      </pc:sldChg>
      <pc:sldChg chg="addSp modSp">
        <pc:chgData name="安藤　元一" userId="aaacf712-7740-4f7a-86dc-21596742342f" providerId="ADAL" clId="{6799D6F6-264F-4046-9914-95B0A860C248}" dt="2023-02-13T04:06:17.266" v="6"/>
        <pc:sldMkLst>
          <pc:docMk/>
          <pc:sldMk cId="1169017939" sldId="2147380517"/>
        </pc:sldMkLst>
        <pc:spChg chg="add mod">
          <ac:chgData name="安藤　元一" userId="aaacf712-7740-4f7a-86dc-21596742342f" providerId="ADAL" clId="{6799D6F6-264F-4046-9914-95B0A860C248}" dt="2023-02-13T04:06:17.266" v="6"/>
          <ac:spMkLst>
            <pc:docMk/>
            <pc:sldMk cId="1169017939" sldId="2147380517"/>
            <ac:spMk id="2" creationId="{B82108E1-882D-B0F7-1B3C-981BF6B96140}"/>
          </ac:spMkLst>
        </pc:spChg>
      </pc:sldChg>
      <pc:sldChg chg="addSp delSp modSp mod">
        <pc:chgData name="安藤　元一" userId="aaacf712-7740-4f7a-86dc-21596742342f" providerId="ADAL" clId="{6799D6F6-264F-4046-9914-95B0A860C248}" dt="2023-02-15T05:22:02.424" v="91" actId="6549"/>
        <pc:sldMkLst>
          <pc:docMk/>
          <pc:sldMk cId="1815024050" sldId="2147380518"/>
        </pc:sldMkLst>
        <pc:spChg chg="mod">
          <ac:chgData name="安藤　元一" userId="aaacf712-7740-4f7a-86dc-21596742342f" providerId="ADAL" clId="{6799D6F6-264F-4046-9914-95B0A860C248}" dt="2023-02-13T04:04:45.073" v="1"/>
          <ac:spMkLst>
            <pc:docMk/>
            <pc:sldMk cId="1815024050" sldId="2147380518"/>
            <ac:spMk id="2" creationId="{5C1088A6-A888-ACA9-2A99-3065C8BD5006}"/>
          </ac:spMkLst>
        </pc:spChg>
        <pc:spChg chg="mod">
          <ac:chgData name="安藤　元一" userId="aaacf712-7740-4f7a-86dc-21596742342f" providerId="ADAL" clId="{6799D6F6-264F-4046-9914-95B0A860C248}" dt="2023-02-13T04:05:00.510" v="3" actId="113"/>
          <ac:spMkLst>
            <pc:docMk/>
            <pc:sldMk cId="1815024050" sldId="2147380518"/>
            <ac:spMk id="3" creationId="{E87E40C0-3F62-D149-4E6E-CE069CAD634C}"/>
          </ac:spMkLst>
        </pc:spChg>
        <pc:spChg chg="del">
          <ac:chgData name="安藤　元一" userId="aaacf712-7740-4f7a-86dc-21596742342f" providerId="ADAL" clId="{6799D6F6-264F-4046-9914-95B0A860C248}" dt="2023-02-13T05:11:05.694" v="88" actId="478"/>
          <ac:spMkLst>
            <pc:docMk/>
            <pc:sldMk cId="1815024050" sldId="2147380518"/>
            <ac:spMk id="10" creationId="{CF1BDF99-F0F2-517B-C356-2023CBB22BB0}"/>
          </ac:spMkLst>
        </pc:spChg>
        <pc:spChg chg="add mod">
          <ac:chgData name="安藤　元一" userId="aaacf712-7740-4f7a-86dc-21596742342f" providerId="ADAL" clId="{6799D6F6-264F-4046-9914-95B0A860C248}" dt="2023-02-13T04:06:22.259" v="7"/>
          <ac:spMkLst>
            <pc:docMk/>
            <pc:sldMk cId="1815024050" sldId="2147380518"/>
            <ac:spMk id="12" creationId="{9B9D99AC-7CA6-CE3E-EBF5-2235DB76ABE3}"/>
          </ac:spMkLst>
        </pc:spChg>
        <pc:spChg chg="mod">
          <ac:chgData name="安藤　元一" userId="aaacf712-7740-4f7a-86dc-21596742342f" providerId="ADAL" clId="{6799D6F6-264F-4046-9914-95B0A860C248}" dt="2023-02-15T05:22:02.424" v="91" actId="6549"/>
          <ac:spMkLst>
            <pc:docMk/>
            <pc:sldMk cId="1815024050" sldId="2147380518"/>
            <ac:spMk id="30" creationId="{60CD7E2E-458B-B6F3-9F2F-DDA5066101BD}"/>
          </ac:spMkLst>
        </pc:spChg>
        <pc:grpChg chg="del">
          <ac:chgData name="安藤　元一" userId="aaacf712-7740-4f7a-86dc-21596742342f" providerId="ADAL" clId="{6799D6F6-264F-4046-9914-95B0A860C248}" dt="2023-02-13T05:00:04.693" v="83" actId="478"/>
          <ac:grpSpMkLst>
            <pc:docMk/>
            <pc:sldMk cId="1815024050" sldId="2147380518"/>
            <ac:grpSpMk id="4" creationId="{7623847A-BE69-28BF-9DFC-B991090C88C0}"/>
          </ac:grpSpMkLst>
        </pc:grpChg>
        <pc:picChg chg="add mod">
          <ac:chgData name="安藤　元一" userId="aaacf712-7740-4f7a-86dc-21596742342f" providerId="ADAL" clId="{6799D6F6-264F-4046-9914-95B0A860C248}" dt="2023-02-13T05:11:10.250" v="89" actId="1076"/>
          <ac:picMkLst>
            <pc:docMk/>
            <pc:sldMk cId="1815024050" sldId="2147380518"/>
            <ac:picMk id="14" creationId="{2FFAF779-6747-6A41-7F88-52BDC020359D}"/>
          </ac:picMkLst>
        </pc:picChg>
        <pc:picChg chg="add mod">
          <ac:chgData name="安藤　元一" userId="aaacf712-7740-4f7a-86dc-21596742342f" providerId="ADAL" clId="{6799D6F6-264F-4046-9914-95B0A860C248}" dt="2023-02-13T05:00:09.764" v="85" actId="1076"/>
          <ac:picMkLst>
            <pc:docMk/>
            <pc:sldMk cId="1815024050" sldId="2147380518"/>
            <ac:picMk id="15" creationId="{A0B34DA3-1A78-2A21-6090-894DE9F8F276}"/>
          </ac:picMkLst>
        </pc:picChg>
        <pc:cxnChg chg="mod ord">
          <ac:chgData name="安藤　元一" userId="aaacf712-7740-4f7a-86dc-21596742342f" providerId="ADAL" clId="{6799D6F6-264F-4046-9914-95B0A860C248}" dt="2023-02-13T05:11:05.694" v="88" actId="478"/>
          <ac:cxnSpMkLst>
            <pc:docMk/>
            <pc:sldMk cId="1815024050" sldId="2147380518"/>
            <ac:cxnSpMk id="13" creationId="{B953745C-3B5D-0A0E-C50D-29808AE14041}"/>
          </ac:cxnSpMkLst>
        </pc:cxnChg>
      </pc:sldChg>
      <pc:sldChg chg="del">
        <pc:chgData name="安藤　元一" userId="aaacf712-7740-4f7a-86dc-21596742342f" providerId="ADAL" clId="{6799D6F6-264F-4046-9914-95B0A860C248}" dt="2023-02-15T05:21:56.351" v="90" actId="47"/>
        <pc:sldMkLst>
          <pc:docMk/>
          <pc:sldMk cId="809381936" sldId="2147380519"/>
        </pc:sldMkLst>
      </pc:sldChg>
      <pc:sldChg chg="del">
        <pc:chgData name="安藤　元一" userId="aaacf712-7740-4f7a-86dc-21596742342f" providerId="ADAL" clId="{6799D6F6-264F-4046-9914-95B0A860C248}" dt="2023-02-15T05:21:56.351" v="90" actId="47"/>
        <pc:sldMkLst>
          <pc:docMk/>
          <pc:sldMk cId="3981115205" sldId="2147380520"/>
        </pc:sldMkLst>
      </pc:sldChg>
      <pc:sldChg chg="del">
        <pc:chgData name="安藤　元一" userId="aaacf712-7740-4f7a-86dc-21596742342f" providerId="ADAL" clId="{6799D6F6-264F-4046-9914-95B0A860C248}" dt="2023-02-15T05:21:56.351" v="90" actId="47"/>
        <pc:sldMkLst>
          <pc:docMk/>
          <pc:sldMk cId="2430249092" sldId="214738052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19413" cy="493713"/>
          </a:xfrm>
          <a:prstGeom prst="rect">
            <a:avLst/>
          </a:prstGeom>
        </p:spPr>
        <p:txBody>
          <a:bodyPr vert="horz" lIns="91406" tIns="45704" rIns="91406" bIns="45704" rtlCol="0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4"/>
            <a:ext cx="2919412" cy="493713"/>
          </a:xfrm>
          <a:prstGeom prst="rect">
            <a:avLst/>
          </a:prstGeom>
        </p:spPr>
        <p:txBody>
          <a:bodyPr vert="horz" lIns="91406" tIns="45704" rIns="91406" bIns="45704" rtlCol="0"/>
          <a:lstStyle>
            <a:lvl1pPr algn="r">
              <a:defRPr sz="1200" smtClean="0"/>
            </a:lvl1pPr>
          </a:lstStyle>
          <a:p>
            <a:pPr>
              <a:defRPr/>
            </a:pPr>
            <a:fld id="{D502BE3A-0353-4F18-AE69-F50CD9BE86DB}" type="datetimeFigureOut">
              <a:rPr lang="ja-JP" altLang="en-US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3" y="9371013"/>
            <a:ext cx="2919413" cy="493712"/>
          </a:xfrm>
          <a:prstGeom prst="rect">
            <a:avLst/>
          </a:prstGeom>
        </p:spPr>
        <p:txBody>
          <a:bodyPr vert="horz" lIns="91406" tIns="45704" rIns="91406" bIns="45704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06" tIns="45704" rIns="91406" bIns="45704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2BAA5A3-7783-4D5C-9E12-6E3BDD157CE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60187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4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4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158750" y="606425"/>
            <a:ext cx="7056438" cy="3970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4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3C30D30-6E87-4095-9B34-CED26FF332F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3171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18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36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545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727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5909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スライド イメージ プレースホルダ 1">
            <a:extLst>
              <a:ext uri="{FF2B5EF4-FFF2-40B4-BE49-F238E27FC236}">
                <a16:creationId xmlns:a16="http://schemas.microsoft.com/office/drawing/2014/main" id="{2EBD8055-234B-4DBF-8CDF-77A797BE4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58750" y="606425"/>
            <a:ext cx="7056438" cy="3970338"/>
          </a:xfrm>
          <a:ln/>
        </p:spPr>
      </p:sp>
      <p:sp>
        <p:nvSpPr>
          <p:cNvPr id="6147" name="ノート プレースホルダ 2">
            <a:extLst>
              <a:ext uri="{FF2B5EF4-FFF2-40B4-BE49-F238E27FC236}">
                <a16:creationId xmlns:a16="http://schemas.microsoft.com/office/drawing/2014/main" id="{013B7DFC-E267-4BE0-9761-FFF08B332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>
              <a:latin typeface="Arial" panose="020B0604020202020204" pitchFamily="34" charset="0"/>
              <a:ea typeface="ＭＳ Ｐ明朝" panose="02020600040205080304" pitchFamily="18" charset="-128"/>
            </a:endParaRPr>
          </a:p>
        </p:txBody>
      </p:sp>
      <p:sp>
        <p:nvSpPr>
          <p:cNvPr id="6148" name="スライド番号プレースホルダ 3">
            <a:extLst>
              <a:ext uri="{FF2B5EF4-FFF2-40B4-BE49-F238E27FC236}">
                <a16:creationId xmlns:a16="http://schemas.microsoft.com/office/drawing/2014/main" id="{BF9895BB-35E2-46E2-985F-EBCAC3E2B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889" indent="-28572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2906" indent="-22858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068" indent="-22858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230" indent="-22858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392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554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8717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5879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4A87FC-2C9F-4E85-8CB6-B92BEAF24402}" type="slidenum"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189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74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7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32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954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59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9.png"/><Relationship Id="rId5" Type="http://schemas.openxmlformats.org/officeDocument/2006/relationships/image" Target="../media/image19.svg"/><Relationship Id="rId4" Type="http://schemas.openxmlformats.org/officeDocument/2006/relationships/image" Target="../media/image7.png"/><Relationship Id="rId9" Type="http://schemas.openxmlformats.org/officeDocument/2006/relationships/image" Target="../media/image21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327855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0286168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8988535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6960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6AB895B-DBF5-49B7-B103-C06F9C55C1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C61C9F8-CF2C-45E8-8541-52EC99C23D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37EA1-3FC9-4A0A-8578-FB012C5D174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0482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CDE9F-B11C-40C9-B637-553A9ABF3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816523-061C-44DC-8A85-E9657CF3B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616C78-4216-4D83-B700-D0CB7A4C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6D8932-EABA-46E6-8882-A858710C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DA397-62A7-4296-B6E6-8D632B13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85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9D1E03-1941-464D-8E86-71C835F8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3D2B46-AC5E-426F-97DF-1606E1DDE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C5E383-5EDD-42EE-8E80-4AC6F772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179CA-4D88-41D8-8130-EC7AE35D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B42B11-6ED8-493B-BF66-4036A321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32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8025D-5CBD-4639-A192-60CA9E69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45D33F-6423-4D34-8F31-6BBDBA04A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38D6ED-3DFB-48CA-B312-25617A85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90384-C45D-4439-89B1-B474859E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6A8F7B-CF06-4A89-B678-450E8576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04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48F08-343F-4196-8C1D-F84B913B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1BC7E4-BE7F-4BAC-8EB3-FBE6BFB9B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C15BC7-DBD9-4326-8432-FCC838294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C87587-C022-4971-A689-3259BFED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73ED5F-37D4-41C9-BD9F-FFB23787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D14CB7-EB94-4D7F-B3E9-D8509E98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579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7EBD4D-9B1A-4497-9CCA-7BF0ADD0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9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63ECCA-D598-4109-932D-991616DB7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DF87A2-7872-4442-8BCB-09EA70112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9" y="2505076"/>
            <a:ext cx="515831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502544A-4F54-4FC4-AB9C-D1939D970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8DEBF0-B5EE-44E6-98D6-D2F25ACE6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71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6DA555-BF6C-46A7-9390-E582B6B0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963676-67AE-4DA7-9B87-247437B1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C1291C-0052-4316-B9FD-A7441104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272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B8F52-82DB-498F-A48E-013B1A83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934EA-7E26-41CC-B529-F79F1D26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7F53A3A-70E8-4149-9F4F-EAFAF880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EDB896-75F7-4145-9FC8-B49FAC98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45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ECD3D5-2DA3-4E62-AB5E-41BEB0E3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7BA63B-69B0-41D4-A4CF-96FD36C8F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444AAC-5045-4642-9DC2-E39B6145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896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BA2643-1732-4ECE-8324-882DBB7E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30DD3D-9D60-48D5-8CC8-16501FA2F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03307-CCB0-414A-9175-788E31B5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0B4CAC-F55F-4251-A2EB-E600F5CC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89D341-3823-4AAF-9D9B-37AA2986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22CA85-85AA-4939-A159-6C9491B6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01733E-770C-41B0-97B5-4A2EEE8F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EE0354-23AF-448A-8AB6-645914EB7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F2EBB0-EF0D-4018-8AF3-916460393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85714C-47FA-460D-A75D-DE1D6F02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92647E-2963-4912-8D8A-CA6BBA7B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901632-1A01-4D0C-BB19-7C55AD97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552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96B814-21A8-483D-AE90-2F8C289D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A44092-4C06-457A-8D19-7F5A07B28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F3D95C-65F8-4418-8FCB-0952518F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F5D918-E34D-48B7-BBF9-92DB8110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7CCA8C-480D-4F17-B12D-7AB4AF95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018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8DB736-8F18-40A2-B906-97E9C27D7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0E69A4-EDBA-4447-AE78-B84C4FB44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6835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47326C-52E5-41C8-82E7-AFA848E8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44CF0-70B4-41F9-9D39-3EF0DE1E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23720-7E2A-4ED7-ACCB-52097495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2994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時計, フィールド, 大きい, 立つ が含まれている画像&#10;&#10;自動的に生成された説明">
            <a:extLst>
              <a:ext uri="{FF2B5EF4-FFF2-40B4-BE49-F238E27FC236}">
                <a16:creationId xmlns:a16="http://schemas.microsoft.com/office/drawing/2014/main" id="{EED84D75-62B9-49BE-9B20-DAF1F27057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3838"/>
            <a:ext cx="12192000" cy="3450325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18DA035-B744-4189-9547-C6E67E841E7E}"/>
              </a:ext>
            </a:extLst>
          </p:cNvPr>
          <p:cNvSpPr/>
          <p:nvPr userDrawn="1"/>
        </p:nvSpPr>
        <p:spPr>
          <a:xfrm>
            <a:off x="469980" y="1916833"/>
            <a:ext cx="6938105" cy="197257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  <a:softEdge rad="1270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E7C4AC3-2594-4F22-B9E9-AF046F2486C0}"/>
              </a:ext>
            </a:extLst>
          </p:cNvPr>
          <p:cNvSpPr/>
          <p:nvPr userDrawn="1"/>
        </p:nvSpPr>
        <p:spPr>
          <a:xfrm>
            <a:off x="469980" y="4140077"/>
            <a:ext cx="6938105" cy="88651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  <a:softEdge rad="1270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27381" y="2003880"/>
            <a:ext cx="6757144" cy="1785160"/>
          </a:xfrm>
          <a:prstGeom prst="rect">
            <a:avLst/>
          </a:prstGeom>
        </p:spPr>
        <p:txBody>
          <a:bodyPr/>
          <a:lstStyle>
            <a:lvl1pPr algn="ctr">
              <a:defRPr sz="3300"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27381" y="4200515"/>
            <a:ext cx="6757144" cy="723733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28901-FB45-4877-931D-759FD243F812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94B68-832D-4AEC-AF84-44A0A77BC684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5917"/>
      </p:ext>
    </p:extLst>
  </p:cSld>
  <p:clrMapOvr>
    <a:masterClrMapping/>
  </p:clrMapOvr>
  <p:transition>
    <p:zoom/>
  </p:transition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745B3-C44D-4952-AB12-9BBC385CCB4A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90353701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CEE3B-53FB-4215-8F97-34DFAA02986F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055" y="766824"/>
            <a:ext cx="10972800" cy="624346"/>
          </a:xfrm>
        </p:spPr>
        <p:txBody>
          <a:bodyPr/>
          <a:lstStyle/>
          <a:p>
            <a:pPr marL="0" indent="0">
              <a:buNone/>
            </a:pPr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997582968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500" b="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43841" y="630314"/>
            <a:ext cx="11715120" cy="579711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スライド番号プレースホルダー 2">
            <a:extLst>
              <a:ext uri="{FF2B5EF4-FFF2-40B4-BE49-F238E27FC236}">
                <a16:creationId xmlns:a16="http://schemas.microsoft.com/office/drawing/2014/main" id="{1ED57AD8-A584-4132-B88F-2BAB06241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71083" y="6632156"/>
            <a:ext cx="765264" cy="210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4845D396-92EC-469D-9208-3BF91BA2B9A0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7227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538490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2277121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745612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50531231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1100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8257564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7" y="5805489"/>
            <a:ext cx="4224867" cy="8286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24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12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4"/>
            <a:ext cx="2540000" cy="1809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119038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16559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0635330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884958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104603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1100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55674726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44094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0721410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6146611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7552125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29930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11585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56634861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996000141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5BEB9-E0EF-41AE-9133-446EC6F3D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74CC16-456B-4AF5-B605-6F6AFE8E0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BE5A8F-CAD7-4311-9B31-F803897B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1EF79-7B8F-4988-A120-302A9E44F3C9}" type="datetime1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43E8BE-7C0C-4E6B-916A-5B5AF213F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© 2022 USMH. All Rights Reserved. 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19AD4C-D826-4BF4-99DD-D52A446B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F242-D5E2-4409-97DF-20BD301D2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1587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239361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24712685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95712700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9902989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828230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60337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938C48C-C452-42BB-AE38-78013566E3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37619A-ED08-4B3A-B641-1D775373DCC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2142811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248A3827-2C6B-490C-B291-C0D3F2A6D7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09B00-7371-47F7-8D89-BD8E8A5E39F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04000980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EA575707-C750-43F5-802A-39DE4CF4B3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AD6D0-F9E1-45B8-B70D-CB275385AA2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3064700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13FEE7E5-9344-49B2-8CE6-D8EA083951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E007D-28F9-423A-8788-73A025DF951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98982785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91DA8FA4-9D4A-4F42-82A8-78DB73F2B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955A04C6-E8A3-4C71-94CC-4A39CA978A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038" y="5805488"/>
            <a:ext cx="4225925" cy="8286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ＭＳ Ｐゴシック" charset="-128"/>
              </a:rPr>
              <a:t>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7F8E5F3-ACD7-4698-B2A5-84981555D6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99988F-2643-4D6B-B115-08FB097C48D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6738" y="6488113"/>
            <a:ext cx="2540000" cy="1809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A6671-11F6-470D-98FB-E5BF16A8D57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928306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C38CE8B-B2FB-4FD0-A5FE-B37C2FA873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7D360-881A-4228-B49D-3CDC49A068D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60783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77212" y="4406903"/>
            <a:ext cx="8649071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677212" y="2906713"/>
            <a:ext cx="8649071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7FEA90F-998A-0F08-7321-9145F81548DC}"/>
              </a:ext>
            </a:extLst>
          </p:cNvPr>
          <p:cNvSpPr/>
          <p:nvPr userDrawn="1"/>
        </p:nvSpPr>
        <p:spPr>
          <a:xfrm>
            <a:off x="59675" y="5542961"/>
            <a:ext cx="1915566" cy="5401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USMH 2023</a:t>
            </a:r>
          </a:p>
          <a:p>
            <a:pPr algn="r"/>
            <a:r>
              <a:rPr kumimoji="1" lang="en-US" altLang="ja-JP" sz="200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POLYGON</a:t>
            </a:r>
          </a:p>
        </p:txBody>
      </p:sp>
      <p:pic>
        <p:nvPicPr>
          <p:cNvPr id="27" name="グラフィックス 26">
            <a:extLst>
              <a:ext uri="{FF2B5EF4-FFF2-40B4-BE49-F238E27FC236}">
                <a16:creationId xmlns:a16="http://schemas.microsoft.com/office/drawing/2014/main" id="{B072A31F-098A-46C0-4631-D85C75B71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625" y="3176835"/>
            <a:ext cx="2035117" cy="2328421"/>
          </a:xfrm>
          <a:prstGeom prst="rect">
            <a:avLst/>
          </a:prstGeom>
        </p:spPr>
      </p:pic>
      <p:pic>
        <p:nvPicPr>
          <p:cNvPr id="31" name="グラフィックス 30">
            <a:extLst>
              <a:ext uri="{FF2B5EF4-FFF2-40B4-BE49-F238E27FC236}">
                <a16:creationId xmlns:a16="http://schemas.microsoft.com/office/drawing/2014/main" id="{B0737C59-F66F-77A9-C173-6ABA717B22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1105" y="5524112"/>
            <a:ext cx="426460" cy="540182"/>
          </a:xfrm>
          <a:prstGeom prst="rect">
            <a:avLst/>
          </a:prstGeom>
        </p:spPr>
      </p:pic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677A0C48-9B36-FB40-0FD0-8965C6BC0C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2067" y="5524111"/>
            <a:ext cx="426460" cy="540183"/>
          </a:xfrm>
          <a:prstGeom prst="rect">
            <a:avLst/>
          </a:prstGeom>
        </p:spPr>
      </p:pic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F4AE13D3-E1FA-F5DD-FBB9-B0978BB2EF8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625" y="3044858"/>
            <a:ext cx="482589" cy="4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23914"/>
      </p:ext>
    </p:extLst>
  </p:cSld>
  <p:clrMapOvr>
    <a:masterClrMapping/>
  </p:clrMapOvr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4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12AF2E-F9E2-73C1-4779-6F880CA7DA7E}"/>
              </a:ext>
            </a:extLst>
          </p:cNvPr>
          <p:cNvSpPr/>
          <p:nvPr userDrawn="1"/>
        </p:nvSpPr>
        <p:spPr>
          <a:xfrm>
            <a:off x="6829679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C9D32F5-3311-13EE-1E26-CC98CD202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970" y="6650865"/>
            <a:ext cx="157384" cy="180000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87863D1E-A9D5-348F-5070-FEE86BAD79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1400" y="6650865"/>
            <a:ext cx="1764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68620"/>
      </p:ext>
    </p:extLst>
  </p:cSld>
  <p:clrMapOvr>
    <a:masterClrMapping/>
  </p:clrMapOvr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9FCD72-6D1A-21CD-588A-D1D3B99AA279}"/>
              </a:ext>
            </a:extLst>
          </p:cNvPr>
          <p:cNvSpPr/>
          <p:nvPr userDrawn="1"/>
        </p:nvSpPr>
        <p:spPr>
          <a:xfrm>
            <a:off x="6835343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F1208D1D-4492-7B3D-5BE0-B5768BF20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679" y="6649985"/>
            <a:ext cx="158924" cy="181761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5007C3-39D3-F4D1-9F05-3865F6E423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3549" y="6649985"/>
            <a:ext cx="158924" cy="1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49565"/>
      </p:ext>
    </p:extLst>
  </p:cSld>
  <p:clrMapOvr>
    <a:masterClrMapping/>
  </p:clrMapOvr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77212" y="4406903"/>
            <a:ext cx="8649071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677212" y="2906713"/>
            <a:ext cx="8649071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7FEA90F-998A-0F08-7321-9145F81548DC}"/>
              </a:ext>
            </a:extLst>
          </p:cNvPr>
          <p:cNvSpPr/>
          <p:nvPr userDrawn="1"/>
        </p:nvSpPr>
        <p:spPr>
          <a:xfrm>
            <a:off x="59675" y="5542961"/>
            <a:ext cx="1915566" cy="5401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USMH 2023</a:t>
            </a:r>
          </a:p>
          <a:p>
            <a:pPr algn="r"/>
            <a:r>
              <a:rPr kumimoji="1" lang="en-US" altLang="ja-JP" sz="200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POLYGON</a:t>
            </a:r>
          </a:p>
        </p:txBody>
      </p:sp>
      <p:pic>
        <p:nvPicPr>
          <p:cNvPr id="27" name="グラフィックス 26">
            <a:extLst>
              <a:ext uri="{FF2B5EF4-FFF2-40B4-BE49-F238E27FC236}">
                <a16:creationId xmlns:a16="http://schemas.microsoft.com/office/drawing/2014/main" id="{B072A31F-098A-46C0-4631-D85C75B71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625" y="3176835"/>
            <a:ext cx="2035117" cy="2328421"/>
          </a:xfrm>
          <a:prstGeom prst="rect">
            <a:avLst/>
          </a:prstGeom>
        </p:spPr>
      </p:pic>
      <p:pic>
        <p:nvPicPr>
          <p:cNvPr id="31" name="グラフィックス 30">
            <a:extLst>
              <a:ext uri="{FF2B5EF4-FFF2-40B4-BE49-F238E27FC236}">
                <a16:creationId xmlns:a16="http://schemas.microsoft.com/office/drawing/2014/main" id="{B0737C59-F66F-77A9-C173-6ABA717B22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1105" y="5524112"/>
            <a:ext cx="426460" cy="540182"/>
          </a:xfrm>
          <a:prstGeom prst="rect">
            <a:avLst/>
          </a:prstGeom>
        </p:spPr>
      </p:pic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677A0C48-9B36-FB40-0FD0-8965C6BC0C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2067" y="5524111"/>
            <a:ext cx="426460" cy="540183"/>
          </a:xfrm>
          <a:prstGeom prst="rect">
            <a:avLst/>
          </a:prstGeom>
        </p:spPr>
      </p:pic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F4AE13D3-E1FA-F5DD-FBB9-B0978BB2EF8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625" y="3044858"/>
            <a:ext cx="482589" cy="4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87598"/>
      </p:ext>
    </p:extLst>
  </p:cSld>
  <p:clrMapOvr>
    <a:masterClrMapping/>
  </p:clrMapOvr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4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12AF2E-F9E2-73C1-4779-6F880CA7DA7E}"/>
              </a:ext>
            </a:extLst>
          </p:cNvPr>
          <p:cNvSpPr/>
          <p:nvPr userDrawn="1"/>
        </p:nvSpPr>
        <p:spPr>
          <a:xfrm>
            <a:off x="6829679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C9D32F5-3311-13EE-1E26-CC98CD202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970" y="6650865"/>
            <a:ext cx="157384" cy="180000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87863D1E-A9D5-348F-5070-FEE86BAD79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1400" y="6650865"/>
            <a:ext cx="1764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95169"/>
      </p:ext>
    </p:extLst>
  </p:cSld>
  <p:clrMapOvr>
    <a:masterClrMapping/>
  </p:clrMapOvr>
  <p:hf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9FCD72-6D1A-21CD-588A-D1D3B99AA279}"/>
              </a:ext>
            </a:extLst>
          </p:cNvPr>
          <p:cNvSpPr/>
          <p:nvPr userDrawn="1"/>
        </p:nvSpPr>
        <p:spPr>
          <a:xfrm>
            <a:off x="6835343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F1208D1D-4492-7B3D-5BE0-B5768BF20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679" y="6649985"/>
            <a:ext cx="158924" cy="181761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5007C3-39D3-F4D1-9F05-3865F6E423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3549" y="6649985"/>
            <a:ext cx="158924" cy="1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887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4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9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4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4.png"/><Relationship Id="rId4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 dirty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2" r:id="rId2"/>
    <p:sldLayoutId id="2147483723" r:id="rId3"/>
    <p:sldLayoutId id="2147483719" r:id="rId4"/>
    <p:sldLayoutId id="2147483720" r:id="rId5"/>
    <p:sldLayoutId id="2147483721" r:id="rId6"/>
    <p:sldLayoutId id="2147483736" r:id="rId7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F98715-C65E-4F99-AFB7-9785C77AF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3BBDD3-37E0-47D5-B490-328D4B09B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C70637-F916-4497-ACDF-694BA03A0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3232DA-597D-4929-8A10-8A6970A71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4F2C46-39EC-4AA4-9260-6620C4056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0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0" y="6634114"/>
            <a:ext cx="12192000" cy="209194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143933" y="6628996"/>
            <a:ext cx="1390651" cy="214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 baseline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956003-F882-413D-A31F-7B314714E226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3800426" y="6615996"/>
            <a:ext cx="3435556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 eaLnBrk="1" hangingPunct="1"/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CONFIDENTIAL.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　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Copyright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2014-2020,  KASUMI Co.,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Ltd. 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　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All Rights Reserved.</a:t>
            </a:r>
            <a:endParaRPr lang="ja-JP" altLang="en-US" sz="675">
              <a:solidFill>
                <a:schemeClr val="bg1"/>
              </a:solidFill>
              <a:effectLst/>
              <a:latin typeface="Arial" panose="020B0604020202020204" pitchFamily="34" charset="0"/>
              <a:ea typeface="Adobe Fan Heiti Std B" panose="020B07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32E7FBB-2488-44E5-B269-B61BA2C496ED}"/>
              </a:ext>
            </a:extLst>
          </p:cNvPr>
          <p:cNvSpPr/>
          <p:nvPr userDrawn="1"/>
        </p:nvSpPr>
        <p:spPr>
          <a:xfrm>
            <a:off x="10634322" y="404664"/>
            <a:ext cx="1510350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C2143E"/>
                </a:solidFill>
                <a:effectLst/>
                <a:latin typeface="Gisha" panose="020B0604020202020204" pitchFamily="34" charset="-79"/>
                <a:ea typeface="Microsoft JhengHei" panose="020B0604030504040204" pitchFamily="34" charset="-120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C2143E"/>
              </a:solidFill>
              <a:effectLst/>
              <a:latin typeface="Gisha" panose="020B0604020202020204" pitchFamily="34" charset="-79"/>
              <a:ea typeface="Microsoft JhengHei" panose="020B0604030504040204" pitchFamily="34" charset="-120"/>
              <a:cs typeface="Gisha" panose="020B0604020202020204" pitchFamily="34" charset="-79"/>
            </a:endParaRPr>
          </a:p>
        </p:txBody>
      </p:sp>
      <p:pic>
        <p:nvPicPr>
          <p:cNvPr id="7" name="図 6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C8E6A61D-6E1D-4FAF-9F8A-824E4BF1BAA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2015" y="130182"/>
            <a:ext cx="1711515" cy="29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2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6" r:id="rId2"/>
    <p:sldLayoutId id="2147483775" r:id="rId3"/>
    <p:sldLayoutId id="2147483782" r:id="rId4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5" y="642919"/>
            <a:ext cx="11713633" cy="142875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24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48"/>
            <a:ext cx="11664949" cy="1587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0"/>
            <a:ext cx="26416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1"/>
            <a:ext cx="1143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1100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1100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99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5" y="642919"/>
            <a:ext cx="11713633" cy="142875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24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48"/>
            <a:ext cx="11664949" cy="1587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0"/>
            <a:ext cx="26416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1"/>
            <a:ext cx="1143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1100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1100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59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3" r:id="rId2"/>
    <p:sldLayoutId id="2147483824" r:id="rId3"/>
    <p:sldLayoutId id="2147483825" r:id="rId4"/>
    <p:sldLayoutId id="2147483826" r:id="rId5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5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4">
            <a:extLst>
              <a:ext uri="{FF2B5EF4-FFF2-40B4-BE49-F238E27FC236}">
                <a16:creationId xmlns:a16="http://schemas.microsoft.com/office/drawing/2014/main" id="{2687C417-6448-4609-AA94-C6849339C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3" y="642938"/>
            <a:ext cx="11712575" cy="142875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7" name="Line 5">
            <a:extLst>
              <a:ext uri="{FF2B5EF4-FFF2-40B4-BE49-F238E27FC236}">
                <a16:creationId xmlns:a16="http://schemas.microsoft.com/office/drawing/2014/main" id="{F6069A4D-F179-4E01-A100-E16106C2CB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13" y="6499225"/>
            <a:ext cx="11664950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08" name="Rectangle 8">
            <a:extLst>
              <a:ext uri="{FF2B5EF4-FFF2-40B4-BE49-F238E27FC236}">
                <a16:creationId xmlns:a16="http://schemas.microsoft.com/office/drawing/2014/main" id="{B5376E14-ECED-48A9-9C92-13874699D1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275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FD2ACA9E-018C-4C16-A9E3-BECADB73911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29" name="図 8" descr="カスミロゴ.gif">
            <a:extLst>
              <a:ext uri="{FF2B5EF4-FFF2-40B4-BE49-F238E27FC236}">
                <a16:creationId xmlns:a16="http://schemas.microsoft.com/office/drawing/2014/main" id="{FB05AFE3-D12F-4EA4-AD55-ECE108BA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6537325"/>
            <a:ext cx="1143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8A88437A-26D4-42C2-96F0-E92555CB353A}"/>
              </a:ext>
            </a:extLst>
          </p:cNvPr>
          <p:cNvSpPr txBox="1">
            <a:spLocks/>
          </p:cNvSpPr>
          <p:nvPr userDrawn="1"/>
        </p:nvSpPr>
        <p:spPr>
          <a:xfrm>
            <a:off x="1392238" y="6569075"/>
            <a:ext cx="9983787" cy="21748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sz="825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616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1" r:id="rId7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0838" indent="-350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679450" indent="-32702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1900">
          <a:solidFill>
            <a:schemeClr val="tx1"/>
          </a:solidFill>
          <a:latin typeface="+mn-lt"/>
          <a:ea typeface="+mn-ea"/>
        </a:defRPr>
      </a:lvl2pPr>
      <a:lvl3pPr marL="977900" indent="-2952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1700">
          <a:solidFill>
            <a:schemeClr val="tx1"/>
          </a:solidFill>
          <a:latin typeface="+mn-lt"/>
          <a:ea typeface="+mn-ea"/>
        </a:defRPr>
      </a:lvl3pPr>
      <a:lvl4pPr marL="1270000" indent="-28892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038" indent="-29845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3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9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テキスト ボックス 5">
            <a:extLst>
              <a:ext uri="{FF2B5EF4-FFF2-40B4-BE49-F238E27FC236}">
                <a16:creationId xmlns:a16="http://schemas.microsoft.com/office/drawing/2014/main" id="{4273E5F1-FF76-4FD0-AF13-83F2C4172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356" y="5199904"/>
            <a:ext cx="37466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2023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年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2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月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17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日（</a:t>
            </a:r>
            <a:r>
              <a:rPr lang="ja-JP" altLang="en-US" sz="2000" dirty="0">
                <a:solidFill>
                  <a:srgbClr val="000000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金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）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50A807B-915E-44DD-8C14-73BA21B6AB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20E60D-3D3B-43FD-AFC3-5F5EBF51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47" y="3429000"/>
            <a:ext cx="3606496" cy="2634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D0AF11-C727-238C-17AC-7D7A198FCEEF}"/>
              </a:ext>
            </a:extLst>
          </p:cNvPr>
          <p:cNvSpPr txBox="1"/>
          <p:nvPr/>
        </p:nvSpPr>
        <p:spPr>
          <a:xfrm>
            <a:off x="250489" y="1592785"/>
            <a:ext cx="1169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4000" b="1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lt"/>
              </a:rPr>
              <a:t>カスミ＆</a:t>
            </a:r>
            <a:r>
              <a:rPr kumimoji="1" lang="ja-JP" altLang="ja-JP" sz="4000" b="1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lt"/>
              </a:rPr>
              <a:t>ダイソー</a:t>
            </a:r>
            <a:r>
              <a:rPr lang="ja-JP" altLang="ja-JP" sz="4000" b="1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lt"/>
              </a:rPr>
              <a:t>商品におけるＰＯＳの共通化について</a:t>
            </a:r>
            <a:endParaRPr lang="ja-JP" altLang="ja-JP" sz="4000" dirty="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135622-A2DC-CCBE-1090-D2346C4D53CE}"/>
              </a:ext>
            </a:extLst>
          </p:cNvPr>
          <p:cNvSpPr txBox="1"/>
          <p:nvPr/>
        </p:nvSpPr>
        <p:spPr>
          <a:xfrm>
            <a:off x="7860403" y="5709231"/>
            <a:ext cx="4093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ＵＳＭＨ　デジタル本部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カスミ   システム管理部</a:t>
            </a:r>
            <a:r>
              <a:rPr kumimoji="1" lang="ja-JP" alt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 </a:t>
            </a:r>
            <a:r>
              <a:rPr kumimoji="1" lang="en-US" altLang="ja-JP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IT</a:t>
            </a:r>
            <a:r>
              <a:rPr kumimoji="1" lang="ja-JP" alt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サービス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　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423728-1A0D-48BC-AAD9-CC5D687D8B8A}"/>
              </a:ext>
            </a:extLst>
          </p:cNvPr>
          <p:cNvSpPr txBox="1"/>
          <p:nvPr/>
        </p:nvSpPr>
        <p:spPr>
          <a:xfrm>
            <a:off x="8847011" y="6451190"/>
            <a:ext cx="878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全６頁</a:t>
            </a:r>
          </a:p>
        </p:txBody>
      </p:sp>
    </p:spTree>
    <p:extLst>
      <p:ext uri="{BB962C8B-B14F-4D97-AF65-F5344CB8AC3E}">
        <p14:creationId xmlns:p14="http://schemas.microsoft.com/office/powerpoint/2010/main" val="3083448361"/>
      </p:ext>
    </p:extLst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１．システム全体図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AutoShape 8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6762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D540619-1EE4-A79F-ADB1-D3001A7A9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47" name="正方形/長方形 1046">
            <a:extLst>
              <a:ext uri="{FF2B5EF4-FFF2-40B4-BE49-F238E27FC236}">
                <a16:creationId xmlns:a16="http://schemas.microsoft.com/office/drawing/2014/main" id="{8DE3A4EF-81C1-DBFD-870C-7445273F22B0}"/>
              </a:ext>
            </a:extLst>
          </p:cNvPr>
          <p:cNvSpPr/>
          <p:nvPr/>
        </p:nvSpPr>
        <p:spPr>
          <a:xfrm flipH="1">
            <a:off x="7903787" y="5101378"/>
            <a:ext cx="1926164" cy="1065375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8" name="正方形/長方形 1047">
            <a:extLst>
              <a:ext uri="{FF2B5EF4-FFF2-40B4-BE49-F238E27FC236}">
                <a16:creationId xmlns:a16="http://schemas.microsoft.com/office/drawing/2014/main" id="{C5D53C0E-D19A-194B-2B65-D9E52C74DD0A}"/>
              </a:ext>
            </a:extLst>
          </p:cNvPr>
          <p:cNvSpPr/>
          <p:nvPr/>
        </p:nvSpPr>
        <p:spPr>
          <a:xfrm>
            <a:off x="5696653" y="1118385"/>
            <a:ext cx="4133298" cy="3539608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9" name="正方形/長方形 1048">
            <a:extLst>
              <a:ext uri="{FF2B5EF4-FFF2-40B4-BE49-F238E27FC236}">
                <a16:creationId xmlns:a16="http://schemas.microsoft.com/office/drawing/2014/main" id="{BFDAC45D-B282-B85D-76BE-5F4D6155DCF9}"/>
              </a:ext>
            </a:extLst>
          </p:cNvPr>
          <p:cNvSpPr/>
          <p:nvPr/>
        </p:nvSpPr>
        <p:spPr>
          <a:xfrm>
            <a:off x="8075726" y="5404821"/>
            <a:ext cx="1575274" cy="64293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ignica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レジ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スキャンＧＯ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0" name="図 30">
            <a:extLst>
              <a:ext uri="{FF2B5EF4-FFF2-40B4-BE49-F238E27FC236}">
                <a16:creationId xmlns:a16="http://schemas.microsoft.com/office/drawing/2014/main" id="{F28E7E8D-589A-321D-DC86-FCBD9755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37143" y="5520859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1" name="正方形/長方形 1050">
            <a:extLst>
              <a:ext uri="{FF2B5EF4-FFF2-40B4-BE49-F238E27FC236}">
                <a16:creationId xmlns:a16="http://schemas.microsoft.com/office/drawing/2014/main" id="{F32D8594-6500-690A-F61D-108E03972E88}"/>
              </a:ext>
            </a:extLst>
          </p:cNvPr>
          <p:cNvSpPr/>
          <p:nvPr/>
        </p:nvSpPr>
        <p:spPr>
          <a:xfrm>
            <a:off x="7973070" y="5046514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店舗環境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52" name="正方形/長方形 1051">
            <a:extLst>
              <a:ext uri="{FF2B5EF4-FFF2-40B4-BE49-F238E27FC236}">
                <a16:creationId xmlns:a16="http://schemas.microsoft.com/office/drawing/2014/main" id="{866ABB37-21E3-2FB7-1BF2-06AC8269F78B}"/>
              </a:ext>
            </a:extLst>
          </p:cNvPr>
          <p:cNvSpPr/>
          <p:nvPr/>
        </p:nvSpPr>
        <p:spPr>
          <a:xfrm>
            <a:off x="8013654" y="259934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Azure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ＰＯＳサーバ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3" name="Picture 11">
            <a:extLst>
              <a:ext uri="{FF2B5EF4-FFF2-40B4-BE49-F238E27FC236}">
                <a16:creationId xmlns:a16="http://schemas.microsoft.com/office/drawing/2014/main" id="{4601ADB9-647A-6BA0-7ECF-1DF8E061E6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92360" y="261630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" name="正方形/長方形 1053">
            <a:extLst>
              <a:ext uri="{FF2B5EF4-FFF2-40B4-BE49-F238E27FC236}">
                <a16:creationId xmlns:a16="http://schemas.microsoft.com/office/drawing/2014/main" id="{10DCFA04-192B-A139-70B3-E83DB7F271C1}"/>
              </a:ext>
            </a:extLst>
          </p:cNvPr>
          <p:cNvSpPr/>
          <p:nvPr/>
        </p:nvSpPr>
        <p:spPr>
          <a:xfrm>
            <a:off x="5733803" y="1152207"/>
            <a:ext cx="1343904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Azure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　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1055" name="直線矢印コネクタ 1054">
            <a:extLst>
              <a:ext uri="{FF2B5EF4-FFF2-40B4-BE49-F238E27FC236}">
                <a16:creationId xmlns:a16="http://schemas.microsoft.com/office/drawing/2014/main" id="{F25D5DE5-34B0-4732-E3E9-F69E0EBE26AF}"/>
              </a:ext>
            </a:extLst>
          </p:cNvPr>
          <p:cNvCxnSpPr>
            <a:cxnSpLocks/>
          </p:cNvCxnSpPr>
          <p:nvPr/>
        </p:nvCxnSpPr>
        <p:spPr>
          <a:xfrm>
            <a:off x="8858009" y="3192935"/>
            <a:ext cx="0" cy="19321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056" name="正方形/長方形 1055">
            <a:extLst>
              <a:ext uri="{FF2B5EF4-FFF2-40B4-BE49-F238E27FC236}">
                <a16:creationId xmlns:a16="http://schemas.microsoft.com/office/drawing/2014/main" id="{6FEF0906-1FDE-36F6-5A21-AC178BDF96CA}"/>
              </a:ext>
            </a:extLst>
          </p:cNvPr>
          <p:cNvSpPr/>
          <p:nvPr/>
        </p:nvSpPr>
        <p:spPr>
          <a:xfrm>
            <a:off x="6016241" y="200710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共有IFサーバ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7" name="Picture 11">
            <a:extLst>
              <a:ext uri="{FF2B5EF4-FFF2-40B4-BE49-F238E27FC236}">
                <a16:creationId xmlns:a16="http://schemas.microsoft.com/office/drawing/2014/main" id="{69130C8E-8E62-3546-62D4-525DC250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94947" y="202406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FA2C6215-5ED2-FB44-1712-E51E391F28F3}"/>
              </a:ext>
            </a:extLst>
          </p:cNvPr>
          <p:cNvSpPr/>
          <p:nvPr/>
        </p:nvSpPr>
        <p:spPr>
          <a:xfrm>
            <a:off x="5999001" y="3308830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IF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サーバ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9" name="Picture 11">
            <a:extLst>
              <a:ext uri="{FF2B5EF4-FFF2-40B4-BE49-F238E27FC236}">
                <a16:creationId xmlns:a16="http://schemas.microsoft.com/office/drawing/2014/main" id="{8774A56A-5E9F-2A86-C7CE-75C04F7A46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77707" y="332579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0" name="直線矢印コネクタ 1059">
            <a:extLst>
              <a:ext uri="{FF2B5EF4-FFF2-40B4-BE49-F238E27FC236}">
                <a16:creationId xmlns:a16="http://schemas.microsoft.com/office/drawing/2014/main" id="{B57C7B39-5CBF-40EA-CB64-E8FD2854415C}"/>
              </a:ext>
            </a:extLst>
          </p:cNvPr>
          <p:cNvCxnSpPr>
            <a:cxnSpLocks/>
            <a:endCxn id="1058" idx="0"/>
          </p:cNvCxnSpPr>
          <p:nvPr/>
        </p:nvCxnSpPr>
        <p:spPr>
          <a:xfrm flipH="1">
            <a:off x="6795258" y="2534945"/>
            <a:ext cx="15833" cy="773885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61" name="直線矢印コネクタ 1060">
            <a:extLst>
              <a:ext uri="{FF2B5EF4-FFF2-40B4-BE49-F238E27FC236}">
                <a16:creationId xmlns:a16="http://schemas.microsoft.com/office/drawing/2014/main" id="{002C8B4C-9C50-11AC-1FB4-5F96B293C60D}"/>
              </a:ext>
            </a:extLst>
          </p:cNvPr>
          <p:cNvCxnSpPr>
            <a:cxnSpLocks/>
          </p:cNvCxnSpPr>
          <p:nvPr/>
        </p:nvCxnSpPr>
        <p:spPr>
          <a:xfrm flipH="1">
            <a:off x="6811091" y="2888189"/>
            <a:ext cx="1161979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2" name="正方形/長方形 1061">
            <a:extLst>
              <a:ext uri="{FF2B5EF4-FFF2-40B4-BE49-F238E27FC236}">
                <a16:creationId xmlns:a16="http://schemas.microsoft.com/office/drawing/2014/main" id="{4AF6385D-8323-3565-6297-37B46DDBAEF5}"/>
              </a:ext>
            </a:extLst>
          </p:cNvPr>
          <p:cNvSpPr/>
          <p:nvPr/>
        </p:nvSpPr>
        <p:spPr>
          <a:xfrm>
            <a:off x="1527911" y="3676623"/>
            <a:ext cx="1946385" cy="249357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9086CA15-4C4B-34DA-A28E-46B100572411}"/>
              </a:ext>
            </a:extLst>
          </p:cNvPr>
          <p:cNvSpPr/>
          <p:nvPr/>
        </p:nvSpPr>
        <p:spPr>
          <a:xfrm>
            <a:off x="1529844" y="3704055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アイネス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51CB6ECB-C2A4-2B3A-35CB-1CBE8F95846C}"/>
              </a:ext>
            </a:extLst>
          </p:cNvPr>
          <p:cNvSpPr/>
          <p:nvPr/>
        </p:nvSpPr>
        <p:spPr>
          <a:xfrm>
            <a:off x="1660751" y="4313970"/>
            <a:ext cx="1592514" cy="531989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065" name="Picture 11">
            <a:extLst>
              <a:ext uri="{FF2B5EF4-FFF2-40B4-BE49-F238E27FC236}">
                <a16:creationId xmlns:a16="http://schemas.microsoft.com/office/drawing/2014/main" id="{3A7DE200-EE96-73C1-742C-1AAEC0E86B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04600" y="434175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6" name="直線矢印コネクタ 1065">
            <a:extLst>
              <a:ext uri="{FF2B5EF4-FFF2-40B4-BE49-F238E27FC236}">
                <a16:creationId xmlns:a16="http://schemas.microsoft.com/office/drawing/2014/main" id="{BEEB1DAC-2092-E9C0-5B25-086E0F58DB00}"/>
              </a:ext>
            </a:extLst>
          </p:cNvPr>
          <p:cNvCxnSpPr>
            <a:cxnSpLocks/>
          </p:cNvCxnSpPr>
          <p:nvPr/>
        </p:nvCxnSpPr>
        <p:spPr>
          <a:xfrm flipH="1">
            <a:off x="4641822" y="359073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7" name="正方形/長方形 1066">
            <a:extLst>
              <a:ext uri="{FF2B5EF4-FFF2-40B4-BE49-F238E27FC236}">
                <a16:creationId xmlns:a16="http://schemas.microsoft.com/office/drawing/2014/main" id="{E901C25D-D28E-4823-CC10-36EB7D442697}"/>
              </a:ext>
            </a:extLst>
          </p:cNvPr>
          <p:cNvSpPr/>
          <p:nvPr/>
        </p:nvSpPr>
        <p:spPr>
          <a:xfrm>
            <a:off x="1543744" y="1079258"/>
            <a:ext cx="1928665" cy="222775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8" name="正方形/長方形 1067">
            <a:extLst>
              <a:ext uri="{FF2B5EF4-FFF2-40B4-BE49-F238E27FC236}">
                <a16:creationId xmlns:a16="http://schemas.microsoft.com/office/drawing/2014/main" id="{E74F425E-DA7C-B92D-3B5C-BD5C78F82AE2}"/>
              </a:ext>
            </a:extLst>
          </p:cNvPr>
          <p:cNvSpPr/>
          <p:nvPr/>
        </p:nvSpPr>
        <p:spPr>
          <a:xfrm>
            <a:off x="1545676" y="1115550"/>
            <a:ext cx="1078489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大創産業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9" name="正方形/長方形 1068">
            <a:extLst>
              <a:ext uri="{FF2B5EF4-FFF2-40B4-BE49-F238E27FC236}">
                <a16:creationId xmlns:a16="http://schemas.microsoft.com/office/drawing/2014/main" id="{C165AE95-3E32-8B1E-D3D1-13C9CBF01982}"/>
              </a:ext>
            </a:extLst>
          </p:cNvPr>
          <p:cNvSpPr/>
          <p:nvPr/>
        </p:nvSpPr>
        <p:spPr>
          <a:xfrm>
            <a:off x="1676584" y="1557116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70" name="Picture 11">
            <a:extLst>
              <a:ext uri="{FF2B5EF4-FFF2-40B4-BE49-F238E27FC236}">
                <a16:creationId xmlns:a16="http://schemas.microsoft.com/office/drawing/2014/main" id="{94456DD4-76FC-899A-FDC7-74C30CF0A7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20433" y="158489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71" name="直線矢印コネクタ 1070">
            <a:extLst>
              <a:ext uri="{FF2B5EF4-FFF2-40B4-BE49-F238E27FC236}">
                <a16:creationId xmlns:a16="http://schemas.microsoft.com/office/drawing/2014/main" id="{90413E39-25B5-03BD-3EDF-E5B48FEF3596}"/>
              </a:ext>
            </a:extLst>
          </p:cNvPr>
          <p:cNvCxnSpPr>
            <a:cxnSpLocks/>
          </p:cNvCxnSpPr>
          <p:nvPr/>
        </p:nvCxnSpPr>
        <p:spPr>
          <a:xfrm>
            <a:off x="4661278" y="3581002"/>
            <a:ext cx="0" cy="996389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72" name="直線矢印コネクタ 1071">
            <a:extLst>
              <a:ext uri="{FF2B5EF4-FFF2-40B4-BE49-F238E27FC236}">
                <a16:creationId xmlns:a16="http://schemas.microsoft.com/office/drawing/2014/main" id="{3530A246-5ACD-F31B-F53D-D9BE1E53FABA}"/>
              </a:ext>
            </a:extLst>
          </p:cNvPr>
          <p:cNvCxnSpPr>
            <a:cxnSpLocks/>
          </p:cNvCxnSpPr>
          <p:nvPr/>
        </p:nvCxnSpPr>
        <p:spPr>
          <a:xfrm flipH="1">
            <a:off x="3331121" y="4577391"/>
            <a:ext cx="1330157" cy="9728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74" name="フローチャート : 磁気ディスク 6">
            <a:extLst>
              <a:ext uri="{FF2B5EF4-FFF2-40B4-BE49-F238E27FC236}">
                <a16:creationId xmlns:a16="http://schemas.microsoft.com/office/drawing/2014/main" id="{DD7140A2-460F-05F4-1AFB-F0659882D219}"/>
              </a:ext>
            </a:extLst>
          </p:cNvPr>
          <p:cNvSpPr/>
          <p:nvPr/>
        </p:nvSpPr>
        <p:spPr>
          <a:xfrm>
            <a:off x="8960103" y="3174508"/>
            <a:ext cx="777794" cy="74098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 dirty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商品</a:t>
            </a: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マスタ</a:t>
            </a:r>
          </a:p>
        </p:txBody>
      </p:sp>
      <p:sp>
        <p:nvSpPr>
          <p:cNvPr id="1075" name="フローチャート : 磁気ディスク 6">
            <a:extLst>
              <a:ext uri="{FF2B5EF4-FFF2-40B4-BE49-F238E27FC236}">
                <a16:creationId xmlns:a16="http://schemas.microsoft.com/office/drawing/2014/main" id="{455ED1CF-153D-C052-FEAF-B6B748B446A2}"/>
              </a:ext>
            </a:extLst>
          </p:cNvPr>
          <p:cNvSpPr/>
          <p:nvPr/>
        </p:nvSpPr>
        <p:spPr>
          <a:xfrm>
            <a:off x="3627592" y="209724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店舗向け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マスタ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76" name="フローチャート : 磁気ディスク 6">
            <a:extLst>
              <a:ext uri="{FF2B5EF4-FFF2-40B4-BE49-F238E27FC236}">
                <a16:creationId xmlns:a16="http://schemas.microsoft.com/office/drawing/2014/main" id="{E352E40D-9A41-C343-0721-48A60DA568A5}"/>
              </a:ext>
            </a:extLst>
          </p:cNvPr>
          <p:cNvSpPr/>
          <p:nvPr/>
        </p:nvSpPr>
        <p:spPr>
          <a:xfrm>
            <a:off x="3630762" y="377408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店舗向け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マスタ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77" name="フローチャート : 磁気ディスク 6">
            <a:extLst>
              <a:ext uri="{FF2B5EF4-FFF2-40B4-BE49-F238E27FC236}">
                <a16:creationId xmlns:a16="http://schemas.microsoft.com/office/drawing/2014/main" id="{5BE6C9C9-B7D7-71C6-EB96-4967B0A78615}"/>
              </a:ext>
            </a:extLst>
          </p:cNvPr>
          <p:cNvSpPr/>
          <p:nvPr/>
        </p:nvSpPr>
        <p:spPr>
          <a:xfrm>
            <a:off x="4790191" y="2307349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精算・実績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データ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78" name="フローチャート : 磁気ディスク 6">
            <a:extLst>
              <a:ext uri="{FF2B5EF4-FFF2-40B4-BE49-F238E27FC236}">
                <a16:creationId xmlns:a16="http://schemas.microsoft.com/office/drawing/2014/main" id="{3A55A35C-6037-F230-74CB-3C5F61D28A11}"/>
              </a:ext>
            </a:extLst>
          </p:cNvPr>
          <p:cNvSpPr/>
          <p:nvPr/>
        </p:nvSpPr>
        <p:spPr>
          <a:xfrm>
            <a:off x="7982436" y="3178185"/>
            <a:ext cx="733492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</a:p>
        </p:txBody>
      </p: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E0A53EB6-50D8-8EAE-E599-C7DE9F16017D}"/>
              </a:ext>
            </a:extLst>
          </p:cNvPr>
          <p:cNvSpPr/>
          <p:nvPr/>
        </p:nvSpPr>
        <p:spPr>
          <a:xfrm>
            <a:off x="1676584" y="2576068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集配信サーバ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80" name="Picture 11">
            <a:extLst>
              <a:ext uri="{FF2B5EF4-FFF2-40B4-BE49-F238E27FC236}">
                <a16:creationId xmlns:a16="http://schemas.microsoft.com/office/drawing/2014/main" id="{0B2CBE69-792C-7B6E-1DFD-28BCE9F3F1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38154" y="258612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81" name="直線矢印コネクタ 1080">
            <a:extLst>
              <a:ext uri="{FF2B5EF4-FFF2-40B4-BE49-F238E27FC236}">
                <a16:creationId xmlns:a16="http://schemas.microsoft.com/office/drawing/2014/main" id="{4A21EF8D-6E20-9EC5-BB67-9F59E8F3E951}"/>
              </a:ext>
            </a:extLst>
          </p:cNvPr>
          <p:cNvCxnSpPr>
            <a:cxnSpLocks/>
          </p:cNvCxnSpPr>
          <p:nvPr/>
        </p:nvCxnSpPr>
        <p:spPr>
          <a:xfrm>
            <a:off x="2443031" y="2094238"/>
            <a:ext cx="8861" cy="49676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082" name="直線矢印コネクタ 1081">
            <a:extLst>
              <a:ext uri="{FF2B5EF4-FFF2-40B4-BE49-F238E27FC236}">
                <a16:creationId xmlns:a16="http://schemas.microsoft.com/office/drawing/2014/main" id="{4B1C80DC-F330-55C9-6C20-949C48E44138}"/>
              </a:ext>
            </a:extLst>
          </p:cNvPr>
          <p:cNvCxnSpPr>
            <a:cxnSpLocks/>
          </p:cNvCxnSpPr>
          <p:nvPr/>
        </p:nvCxnSpPr>
        <p:spPr>
          <a:xfrm flipH="1">
            <a:off x="4641822" y="226166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cxnSp>
        <p:nvCxnSpPr>
          <p:cNvPr id="1083" name="直線矢印コネクタ 1082">
            <a:extLst>
              <a:ext uri="{FF2B5EF4-FFF2-40B4-BE49-F238E27FC236}">
                <a16:creationId xmlns:a16="http://schemas.microsoft.com/office/drawing/2014/main" id="{7313E1F3-5287-1C4F-58F7-258A3ADE4328}"/>
              </a:ext>
            </a:extLst>
          </p:cNvPr>
          <p:cNvCxnSpPr>
            <a:cxnSpLocks/>
          </p:cNvCxnSpPr>
          <p:nvPr/>
        </p:nvCxnSpPr>
        <p:spPr>
          <a:xfrm>
            <a:off x="4661278" y="2260792"/>
            <a:ext cx="0" cy="650832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84" name="直線矢印コネクタ 1083">
            <a:extLst>
              <a:ext uri="{FF2B5EF4-FFF2-40B4-BE49-F238E27FC236}">
                <a16:creationId xmlns:a16="http://schemas.microsoft.com/office/drawing/2014/main" id="{034AE2C8-E517-0198-B1E1-F930C1990044}"/>
              </a:ext>
            </a:extLst>
          </p:cNvPr>
          <p:cNvCxnSpPr>
            <a:cxnSpLocks/>
          </p:cNvCxnSpPr>
          <p:nvPr/>
        </p:nvCxnSpPr>
        <p:spPr>
          <a:xfrm flipH="1" flipV="1">
            <a:off x="3313399" y="2868188"/>
            <a:ext cx="1330158" cy="168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86" name="フローチャート : 磁気ディスク 6">
            <a:extLst>
              <a:ext uri="{FF2B5EF4-FFF2-40B4-BE49-F238E27FC236}">
                <a16:creationId xmlns:a16="http://schemas.microsoft.com/office/drawing/2014/main" id="{4BFFBC3C-15CC-F3C5-1D28-313DABA692F0}"/>
              </a:ext>
            </a:extLst>
          </p:cNvPr>
          <p:cNvSpPr/>
          <p:nvPr/>
        </p:nvSpPr>
        <p:spPr>
          <a:xfrm>
            <a:off x="3576686" y="4657993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 dirty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精算・実績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データ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085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２．開発内容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AutoShape 10" descr="data:image/jpg;base64,%20/9j/4AAQSkZJRgABAQEAYABgAAD/2wBDAAUDBAQEAwUEBAQFBQUGBwwIBwcHBw8LCwkMEQ8SEhEPERETFhwXExQaFRERGCEYGh0dHx8fExciJCIeJBweHx7/2wBDAQUFBQcGBw4ICA4eFBEUHh4eHh4eHh4eHh4eHh4eHh4eHh4eHh4eHh4eHh4eHh4eHh4eHh4eHh4eHh4eHh4eHh7/wAARCADUASo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ySHwp4As9C0251PSz51xbRuSJZTuYqCTw2BV2Twd8O0tYboaO7xTBihWWYkgDJP3q0oNIs9W0LRnnvEiMVhGuAVPVV9fpUsvh+3eC3hGpQqkAYAcEHOcnr7/pUXLsY2p+Evhxp3kfatKKiddyYmmPy+p+bgUy58K/Da3wX0snMImG2aY/Ieh+9W1qPh+G8t7eP+1IFaFWXecEkE9OvQcUt94ds7p1f+0IYttsIAqEY65zRcCtbfDvwNcQRzxaMGSRQyn7RL0P/Aqk/wCFa+Cv+gKP/AmX/wCKrodO+y2dlDardQsIlCg7gM1Y+02//PxD/wB9ildj0OW/4Vr4K/6Ao/8AAmX/AOKo/wCFa+Cv+gKP/AmX/wCKrqftFv8A8/EP/fYo+02//PxD/wB9ii7DQ5b/AIVr4K/6Ao/8CZf/AIqj/hWvgr/oCj/wJl/+KrqPtNt/z8Q/99igXNv/AM/EP/fYo1DQ5f8A4Vr4K/6Ao/8AAmX/AOKo/wCFa+Cv+gKP/AmX/wCKrqftNv8A8/EP/fYo+02//PxD/wB9ijUNDlT8NPBX/QFx9LmX/wCKoPw08Ff9Ab/yYl/+KrqvtNv/AM/EP/fYoNzb/wDPxD/32KLsNDlP+FaeC/8AoD/+TEv/AMVR/wAK08F/9Af/AMmJf/iq6r7Vbf8APeL/AL7FH2m3/wCfiH/vsUXYaHK/8K08F/8AQG/8mJf/AIqj/hWvgr/oD/8AkxL/APFV1X2q3/57xf8AfYpPtVv/AM94v++xRqLQ5b/hWvgv/oDf+TEv/wAVR/wrTwX/ANAb/wAmJf8A4quq+1W3/PeH/vsUfabc/wDLeL/vsUXYaHK/8K08F/8AQG/8mJf/AIqj/hWngv8A6A3/AJMS/wDxVdV9pt/+e8X/AH2KPtNv/wA94v8AvsUXYaHK/wDCtPBf/QG/8mJf/iqP+Fa+C/8AoDf+TEv/AMVXVfarf/nvF/32KPtVv/z3i/77FGoaHK/8K18F/wDQG/8AJiX/AOKo/wCFaeC/+gP/AOTEv/xVdULm3/57xf8AfYo+02//AD3i/wC+xRdhocr/AMK08F/9Af8A8mJf/iqP+FaeC/8AoD/+TEv/AMVXVfabf/ntF/32KDc2/aeL/vsUXYaHGXXgP4f2six3Gl7GYZH7+Xn2+919qh/4Qz4c4ONNJ+XdxNN04/2vcZ+tdXf2treTrLJfKoVcKoZSAwOQw98gflUEelQMHji1ItvUAj5ScZyfwJyT9aLsNDEPw/8AAStGDpY/eFQn+kS8luR/FSHwD4B+zmf+ywYwzKSLiXqM5/i7YNdT5dtsRXuI2ZJRKSGAyR0H0pght1SRUvAu7eVYMMozkkkU9QsctF4G+HsrqiaaC5jaTabiUEKp2tn5uMHimt4J+HK3Mds1jGs0g3KhuZQSP++veuig0zT4pVm+1AyCAwk7wAw+lLJp1lJfRXsl6TPEu1XEgBA44Htx+tFwMaL4c+BpIvMTR8rz/wAvEvGOv8VQL4D8Au8KrpLHzlLI3nS7SB153e1dfbNbwxbPtEbEsWY7hySST/OoYIbSFomW5UmJGRcuONxyT9e1Go9Dlf8AhBfh/wCZIh0sgxsqufPlwCxwBnd7ivBL+NIr6eNBhUlZVHoAa+oTZWb3UszXQ3S7MjcoxtYN+PI718w6n/yErr/rs/8A6EaaIZ9O+C445PDGnM8asfskPJH+wK0nt9QmnEej+HLnVQv+ua3jyIvQE4xn2zWd4KEn/CMabs2FfskP3iR/AM17j8HlA8C277VDPPKzkdzu61jjMT7GHNHUwcmkeVWmi+IZXkE/g7UoFU/Kfs+7d+Q4puqeG9fktwLfw1qYfcDxakcV9D0V5qzWp/KiHUZ8sHwn41865P8AwjWrbGVhFi2HynPFXofCfigRJv8ADOplto3f6N3r6ZorRZ1VX2UQfNH/AAifib/oWdT/APAY0v8Awifib/oWdT/8BjX0tRT/ALbq/wAqFY+aU8K+KFdWXw1qg5Gf9GPSkuPDHiz7ZGYvDmpiMJ82bQnnB/PnFfS9Z/iG/XTNJkvGfYEeJc7N335FTpkf3vw61Es2q1H8KNKdTk2R886Z4b8UR2pF54W1SWTJxi05xxSXHhfxU8twsXhvU0U7DGWtcAddwBHPPFe66p4u0+w14aK0F1LcYBYxqCq5Rn5/4CpOfw61Wg8Z2V5ot3fwQ3dp5FtBdL9og5aKX7jBc85waPr1a1+U2+sS7I8NTwf4vXUYp/7F1F4cASxm1bBIHUelaj+Gtd2Ns8MamGxwfshr3CbxDax64NJW2u5pFZEmljizHCzruUMe2R+WRUXhjxVp3iG6vLazSaOW0VHdZVxlX3bT/wCOnjqKl4+ta/KL6xK2x4Vd+GPFEkSeX4b1MP5g3E2x+737VJD4Z8RC6mL+GdUMRxsBtPu4HP517FrvjzSdH1qXS7q1vmaIoJJkizGu7Hf2yM0n/CfaTiPFnqJadovsqCH5rhZGZVdfbKke1X9ery15QjWklax47P4W8SNOGh8O6iieWylTZn73GD0+tZtx4N8aPHG0ej6gkqggg2rFWHHXgc9ea91Tx9orTW0PlXnmzHEi+VzAfNaLD/8AA0YcehPSoNf8bxR+HtVvNHjZrzT7OS6kSWFmCbGZdjBeQSV/AHNJY2vtyj9vLsjyseGtcAGfC+pZ/wCvQ1nal4X8WNAwh8NaqTzt/wBHIxzXoNn8QNefU47ab7L82oWlsUFqVJSURFjy2QR5jdu1S+MfiZeaf4iisbGxMUcUzRstyuGumHVQc/u1xkhz1raOMxEZWUURUm56WPLrbwh4z8yF5PDupbdmJFNsevrV5PC3idJFYeGtUHzDP+jHpXtN94wdNAsdStdPZZLskiK43YVR1OUDZHp6034c+Lz4m0RNSvIobVpIFuAkSyEJGQDyzKATz2zQ81xCjdxRjY8buPDPiczR+X4Z1UDy2D5tMjcRwfXg1RufBvjOSFPK0bUElQtwbZirA44PH157V7npnxA0O/vVs4o7wzPemzTbAzKzYyGz2UjnNaN54u8P2d1Ja3F/sliYq6+S5wR7gVi8fWv8J0e3kuh4TeeF/E7QyJD4a1QZXjFuRzj/APVWCPA/j3A3aPqhyy5/0dugPP5j+VfSGqeIkk8P/wBoaLuuGeUQxubd2RHPdwBuC+pxxTrXUroeLhpV1fWbM1mJTaQxszxMOrM/QAngAjJqXj6z1sYyu22eBad4P8V28Ekcnh7VpDu/ds1ud2MDr75zUXiHwX4vvYrdrPQ9TikR8yAxOm4fhX1DRWTzCo1awoS5Hc+bNN8J+I4bmeS48O6mynaEU2zEAY5/XNTXvhnxEWT7P4b1RQAc4tiPp/Wvo2is44ycZcxq67tax4Qui60FA/4R3VOn/PoaX+xda/6F3VP/AAEavdqK6P7UqfyoXtmeE/2LrX/Qu6p/4CNR/Yutf9C7qn/gI1e7Vw/j2/8AEE902naEpSOEDz5FkCsWIyFHtitaOOrVZcsYo7suw1THV1Si1Hu3skcD/Y2tf9C7qn/gI1QXlne2KLJf6Xe2kbMFEk1uypk9BnGBVmw1nxPY6kVhuLlp4wzPG8hcYXqCDXpesX0es/DO8vzGAs9izFCM4I6/kRW1XFVaTXMlZnp51kdbK1GbmpRl1R5PsX+6v5V8fah/x/3H/XVv5mvr+2JMMZPJKjP5V8gah/x/3H/XVv5mvQPFPpjQLL+0PBGn2nnNEGtIfmXqPlFe7/BeMQ/Dyxh3btjyLk9/mNeI+ClV/DOms6hj9khGSP8AYFfSvwI8L+G774Z2F1e+H9Lubh5Jd0stojM3znqSM1x4jDe2go3sTOnpuXNw9RRuHqKzdQ8TfCrTtG/tbUfCdta2hurm1jdtIRjIYCRIwCgnb8p59qSPxZ8H5NI07U4/Dto9vqCq8JGh/wAJOOfk7HsMn0zXJ/ZX94z9j5mnuHqKNw9RV7Q7fwFq/iCfRrfwfZRyxWUN8sk2lxokkUpYKVyM5BUgggEUyH/hWsviu78NJ4d0w39pGskw/spdi7s4G7bjPH8qP7K/vB7HzKm4eoo3D1FY/hrxl8HPEHiA6FYaBYfbgszGOTSEXAizv/h9q7JNK+H58Pxa6fDekfYZYhKrjTUJ2nvgLmj+yv7wex8zF3D1FU9XsLXVNPexutxid0Y7Wwco4cfqorVml+F8Hh4eIJ/D+nQ6cwDJLJo23epGQygpkjHfGKti3+GI0qz1SbSvD1ta3v8AqHnso49x2lsYI44BPNH9ltbSD2Pmef33hD7T4rm11dTki8/assajkoE2lM9MHr61e/4RbSfsU1p+9MctnBZt+858uH7n488mvQl8O+AWRHXRPDpV1DKfssXIIyD0rMubPwFDqElknhTTJnimjhlePTozHGz9MtjHpkdeRVPLpv7Yezfc5O88NabdawNUeS5SQsjSxxzlY5mRdqM6jqQD/KovCnhPSvDUssmnyXLGSGODE028KkZbYB9N5+tdRp8vwxvtR1ext/D2mGTSSRdFtKUKCF3EA7eSB6U3w1P8MdfZxY6DooCQC4LSWMSjYe/T3o/s6drc4eyfc5bVvB2ianfz3t0sxlnKl8S4Bxjt/wABFNs/BeiWtxDOrXTtbyRtbiScsIVQsVRfRQWY4rub62+GVppMuqyaPoMllEcSSw2CShT77VNNubP4fQaPDqcnhbT1S4cR20LaSqzTueiojKGJPJ6dAT0FP+z5/wA4eyfc4hfBeiJdxXMbXUbpI7uEnIEu6ZpsP6gO7EfXFNtvB+nmHXkvWEra3cGW78r92Cu3aF4PTHX1rs9bj+HOj6rHpd14a0s3klq90scemo3yKQD/AA9SWAAp1xF8ObfxBp+hT+G9KivdQjL26nTEwSACVJ28HBzR/Z0/5w9k+55rF8OLOG4tLyDWLqK+t5FIuRHHny1VlEYGMKMOeRznmn+I/h7DrmsTalca7dRNIf8AVpBFgKAQByuTwx5616fZWPw3uvsflaJof+mzSwW26wRfNeMtvUZXqNrH3AOK2B4M8I/9Cvov/gDH/hVfUal78/4D9m+552dIZvDX9iNqdygMQha4h2xybOhA2jC8cZFX7G3t7OwgsbZFjt4I1jijHRVUYA/Ku1/4Qvwj/wBCvov/AIAx/wCFH/CF+Ef+hX0X/wAAY/8ACsnljf2/wF7LzOAt9LtYdbudUQ/vbiNEZTjaCuQGHocHFaIfA4b9a67/AIQvwj/0K+i/+AMf+FH/AAhfhH/oV9F/8AY/8KHljf2g9j5nDatatf2Mlqt7c2hkGPOt5Nsi/Q9qr6Boml6HA8Wnw7WlbdNK7l5ZW9WY8k16D/whfhH/AKFfRf8AwBj/AMKP+EL8I/8AQr6L/wCAMf8AhR/ZjtbnF7HzOR3D1FG4eorrv+EL8I/9Cvov/gDH/hR/whfhH/oV9F/8AY/8KP7K/vD9j5nI7h6ijcPUV13/AAhfhH/oV9F/8AY/8KP+EL8I/wDQr6L/AOAMf+FH9lf3g9j5nI7h6ijcPUV13/CF+Ef+hX0X/wAAY/8ACj/hC/CP/Qr6L/4Ax/4Uf2V/eD2PmcjuHqK84+Kmh+JXuDq3hmaRw6Bbm2jYBiR0YZ69Bx7V7r/whfhH/oV9F/8AAGP/AAo/4Qvwj/0K+i/+AMf+FaUsvlSlzRkehleMqZdiFXppPumrpo+R9E0P4gX2qIIbS/tJCNjTzjy1VT1yT1/DNexaxp6aR8M73TkkMn2ewdSx6s2Mk/ic16sPBfhH/oV9F/8AAGP/AArA+I3hHwtb+Atdng8NaRHKljKyOllGGUhTgg44NaVcJOo1eWx6eeZ/XzjljKEYRXRLf1Plq21C4FvFut1UbV5LdOK+VdSXGo3I9JX/AJmvpmxkmfSYvP4k2LnjFfM+p/8AISuv+uz/AMzXbFnjVIKNj6e8F7x4Z03YoI+yQ8k/7Ar6Z+Auv6PZ/DHT7e71GCGZJJdyMeQd5r5n8D/8ivpv/XpD/wCgCvqH4DfZI/hVp0twsKr5sgLOB1MhA5PuQKKslTVzKLctzG174e/DHXtITS9W1y4ureK5u7mDdcANC1wdzqDt+6DyB2qyngv4dpo2i6SniK8W10VQLFftXCHduyw2/Mc+teoi3tyP+PeIf8AFMRLNpnhWO3MiAFlCjIB6ZH4H8q5/rPkXY5XSW8L2Hie68QHxI9zdXFlDZFJZBsSOMsRtAHUliSapppvgZfGU/ikatA15MpVlfDKoKqDtyPlzsUnHOc8813X2a3/594v++BR9mt/+feL/AL4FH1nyDlPOfDPhf4X+HtQGoafLZi68iSBpGblhIxZ24H3jnGfQCtfRV8IaXpk2mjX5Ly0kg+z+VdXG9UiwRsUADjBPv711/wBmt/8An3i/74FV9Qk0vT7SS7vmtLW2jGZJZtqIo9STwKPrPkFjl7mLwZd+Gf8AhHr7WvtdlgKPPlDOEGPkDbemBj1x3qXWl8A6tpkOn3UumiGB1eIIoGzB6DjoRkEdwSK1otZ8NSrK0eoaW6wgNKwlTCAgEEnPA5HPuKNH1nw1rEjR6VqGl3rqWDLBKjkY4PAp/WPILFaW/wDA0zB5jo8jgBQzQqSAOg5FU5n8GXGtx6tdapFcSw7TBFJL+5hI6MqAAbvc5x2xXVfZrf8A594v++BR9mt/+feL/vgUvrPkFjgtO0fwDZaxqmpLqdtK+po6XCShWAV85VcjheTx796t6Bb+CdFk3W2rRSj+z7fTwsrBgIYd2zjHX5zk12X2a3/594v++BR9mt/+feL/AL4FH1nyCxyITwSbDUbObVY7gakQ11JLL87kfd5AAG3Axgdqlv5fCV/o8GnXuuGdrdg8N002LiNx0dXAGG7dORwQRmup+zW//PvF/wB8Co7hLO3heaaO3jjRSzuygKoHJJPYUfWfILHLaofCWoagdQk14x3JhWAPHKvyorbsAMpAycEn/ZHpUbw+C5PEaa9Lq8U10mwqsrK6qyLtDLlcqcHnaRmumubjSbbTv7SnksorPYJPtDsqxhSMhtx4x71WbWPDaiUtf6WoiiWaQmWP5I2+6554U9j0NP6x5BYxNOg8C2NtPBDqUREt093GXmL/AGeVgctFn7mNzYx6mtXRtb8O6bpsNkNeW4EQI82eUs7ZOeT+NWLvVvDlnFDLd6hpVvHOm+F5Zo1Ei8cqSeRyOR61a0+TS9Qthc2LWd1ASQJISrqSOvI4pfWPIViD/hKfD3/QWtv++qP+Ep8Pf9Ba2/76q/8AZrf/AJ94v++BUUwsYWjWVLdGkbagZQNxxnA98A/lR9Z8h8pV/wCEp8Pf9Ba2/wC+qP8AhKfD3/QWtv8AvqoodV0WSa5jHkD7KMzFlAC/nz/SrCXejuqMslkRIMocr8w9qPrPkN05IZ/wlPh7/oLW3/fVL/wlHh7/AKC1t/31UN7qOm2kDzTW21FBP+qBJwcdOv51mXnizQbW5hhktZcTBSr+QABuOBnODR9Z8io0Zy2Rs/8ACUeHv+gtbf8AfVH/AAlHh7/oLW3/AH1UMWpabLcCBbVg5Kg7oMAbs45PX7p6ZqO81fS7S5eCa2O5M5KxKRwAT/MfnR9Z8hezl2LX/CUeHv8AoLW3/fVJ/wAJT4e/6C1t/wB9VmnxJoquVa0ZQMbmKR/L07Zz37CmWfirw/eQvJbxGXY+wqsGTnn0/wB00fWfIr2FTexq/wDCU+Hv+gtbf99Uf8JT4e/6C1t/31UP9o2JmjjTT5HDpvDiFdoGO+elTaRdWWpwGeGzCIGZRvjUZIOD0o+s+RLpySuH/CU+Hv8AoLW3/fVH/CU+Hv8AoLW3/fVX/s1v/wA+8X/fAo+zW/8Az7xf98Cj6z5EWKH/AAlPh7/oLW3/AH1WB8RvEmhT+A9chi1S3eR7GVVUHqSprrvs1v8A8+8X/fArn/iTBAvgDXisEQIsJeQg/ummsRd2sFj48trfbbwtIzFAq5HHtXzBqf8AyErr/rs//oRr6eV82cY/2F/pXzDqf/ISuv8Ars//AKEa65wUHoZwqyqK8j6U8ExxzaBZNLGkhFrAAWUHA8sV9PfBa1n1D4I6dBYS/ZpDcFlYErhVuAWHHqqkfjXzX4LtZIvDenMpVhJZwMO2P3Yr6j+A1xb2XwisLi8nht4o3lLySOFVf3h6k8VlipJxVjSJFb+GfEl94n1KbULi9ispLxpYimoyophHmhUCqeD80Z4wMKB1HOpqPhzxDPp/kpqpd/KtFdTdSx+YY1YSfOvzLuJByOTjmup0vV9M1S2a606/tru3QlWlhkDICOT8w4q6GUgMCCDyCO9cHMyjjfCGg+ItP8U3+oanqYuLSeBY44VuJHVSDwdr9DjgkHn0rH1LwV4lk1u51C31ycwzTu7Wx1CdFdDMWCDBwny7RlfTHQ16PczR28DzSHCIpZjgnAAyeBzVCz13TLtpBBdoyRwJcNJghBGwyG3HjGBnrQpMDhbnwP4obTWjj8SXP2t2HnP9umUSIEQBB12cqx3AZ556mm3vhHxNdWer2EupXc0MlhFb24kueHmbb5zEnqmEXqueXx1rsrfxd4dm0ifVk1a2+x27bZZCcbD2yDzz245GMU7RfFWg61fyWOl6lFdXEcYkdUVuFPQ5xjvT5pdgPMfDnw58R6DqXiC4siGTU7HyY2mnV38wBVLPx1YKDkE98nPFbXwe8F+IPCOp3P28WP2a4jGTb7QMrwo6A568969PopObasAUUUVABRRRQAVhePtEn8R+FL3Rre8W0a5QozNHvVl7owyPlPQ+2a3aKadgOQOka0PAkehLHYve2sEFvHNJyj7EQGUAg7SDuwD6A1iW/gXUbPVvtlgbVLeKArFaSzFg0j7AzFtmVYbMhuRnnAr0qiqU2gPO28CXdy+g2t5fSRWtjok1hcvZsql3ZoSAAyn5cRtzgHpW/wDDrSb/AEfSLyDUSzSzajcTqzurMyM/ylioAyRzgAVo634g0fRZY49Svkt3kjaRVKsxKqQGbgHgbl59xVnSdSstVtTdWFws8QdoywBGGBwQQeQRQ27AW6guJoYnjWRsGR9qcdTgn+lT0hXNSgMTUNU0zT7S5uVBmPWRE5ZvzqvpniSxnsraSO2njjkXIUqPkX1PtW9dWsN1F5c6B064NRRabZxqqxwIoT7vHTnNBonDl1WpiPcaLfR36TRyiOFv37MzAk8Hgg5xyPakj0vwxI8Ext43cooiMhZjtzkYz710SW8aK6qvDklvcmnpGqoEXgAYAFIftGvhb+85y4uNI0mKa8ayMbcM5AyxxkAn0/H1rNn1zQ11S2sTpkrtPsCyMBgZHfJz2/GupuNJsLiBoJrdXjY5YHPJ9/WohoGk+Ysv2KIyKoUMRyB6ZofkXCdNfEmY+p6hpdnYiNtNmkjecoY0GAzL9TyOlVbS68NzWULLpbW0UzM3yjyyDtLkkqc9Ca6Q6JphTYbVCuc4JJ56+tSLpVgro/2WLcmdp2jjIxx+FAKpBK2v3mRpup6ZNaGe3hlUWsaqoZvmKtjA5P8AOq0Ov6VBsMVpMohVioBAHOc9+eVPX610f9n2f/PvGB6BQBQdPs/+faL/AL4FMjmhfYyovEiyxSMlhclkcJsBXJJJA7+1WrbWEn1OSxFvMjxxCR3YAKM9BV1rK3ZpGaMMZMbye+OlD2Ns4cPGGDgBvcDpQS3HsWB0rnviXz8Pte/68Jf/AEE10IGABXPfEz/kn2v/APYPm/8AQTTj8SIPjy0tYhbwszO2FU4J9hXy5qn/ACErr/rs/wD6Ea+pLR/3EA/2F/kK+W9T/wCQldf9dn/9CNendt6kWS2Pqvwj/wAiro//AF4wf+ixX0V8I9Li1j4L2dnIHbLzMgW4khy4c4yyENjPXFfL3hU/8UxpJLN/x5Qk/Mf7gr6l+Auo2en/AAVsNQvrhLe2iE0jySHAADse9Z4mDjBMmnNSbRu+D/AOm6B4UOhxz3zCaIJcMLyXDHknZljsByemOOtL4b8C2mm6DJp811fiWUqJJoL6WNykZIjG4EMPlxn1JPtWpfeLNBtNNl1B74PBCqNIY1LFVf7pwOcH1qLTfGXh/UJNQS3vDnTsi73oV8sg4P8AOuG8jUjfwjZQ6bfW8M1/em5hKeXqGozzx5HKn5mJXnHK81l6l4NvtQ0O/j1O6h1G/uYVijj+aC1t1UggIo3HqASxyTjGQOB19lqFreXFxBbyh5LfZ5ox93coZfzBBq1S5mB4zpvwn1O38LazpTmwjuL1FWGaK4dtuJCxU7ozgEEcjJG0VrfC/wCH+t+F/E8mqahdWc8Uls0O2JmLg5TBJ2gEfKewx75r1Cim6jYBRRRUAFFFFABRXNePNfu9BtrWW1iikMzsrB88YArk/wDhYurf8+lp+taxpSkroVz1GivLv+Fi6t/z6Wn60f8ACxdX/wCfS0/Wq9jILnqNFeXf8LF1b/n0tP1oPxG1b/nztP1o9hILnT+KfCMXiDxPZX97JL9ih0+4tZIoriSJnMjxMOUIyuIzwT3FWfAOh3OgaTdWl1IHaW/nuFIlaQ7HfK5ZuScdf69agt/GWl22k2NxrNylvPdW7zhFRm+RSAzcDoCy/nW5o+qWOr2jXWnziaJZGiY4IKupwVIPQis3e1hlyiiioAKKKKACiiigAooooAKKKKACiiigAooooAK574lf8k/17/rwl/8AQTXQ1zvxM/5J7r//AGD5v/QTVR+JAfIVosYghOB9xf5V8r6p/wAhO6/67P8A+hGvp3SFMNnDGW3HC/yr5i1P/kJXX/XZ/wD0I16SJZ9K+EYp38M6XsVCFs4Rkvj+Ae1fSPw00S9174AW2jWtzFayXJljkd13DaXYED0PvXzv4LBbwnp6qdrGziAPp8gr6U+BOoW3h34FWN9rN6BDaCZpp3PXDse/epxUnyozpRSbZqSfD6eTSdR0yS6tGtbnyEhiRHURpG5LHJYncVOOMDIziq3gr4Yrodzq5urtZrbVYZEkiiLKYt0pfCseTgEDPXIzXR6l478N2Oiz6tLfboIY4pCEQlnEhwm0d8njj0PpTtK8c+G9StLu5tL8OtqhklQoQ4QYy20jOMtt6dQR2rh5pGxP4P0GXRUu3uLkTzXMikkZwqIoRFySSTtAyT1Nb1UtP1O1vrq6trdmMlqU80FcY3oHX9CKu1DAKKKKQBRRRQAUUUUAcR8Wba4ubGwW3glmIkfIjQtjgelee/2Vqf8A0Drv/vy3+Fe84HpRXRTrcsbWFY8G/srU/wDoHXf/AH5b/Cj+ytT/AOgdd/8Aflv8K95oq/rL7Byng39lan/0Drv/AL8t/hR/ZWp/9A67/wC/Lf4V7zRR9ZfYLHn+m+DbfWo9EvdWjLW9rps9rJauGVmMkkbAnB6ARnj3rofAmgy+HdKurOWWOTzb6e4TZnCq75UHJyTjGT60vibxVpPh64jt783JkkgkuAsFu8mI0KhmO0HGC6/nV7w/rFlrdk91YmXZHM8LiWMoyupwwIPNc7bYzQoooqACiiigAooooAKKKKACiiigAooooAKKKKACue+JX/JP9e/68Jf/AEE10Nc98S/+Sfa//wBeE3/oJqo/EgPkCwaFraF49hG1Rkc9q+WNU/5Cd1/12f8A9CNfTukxLb2kMceSCA3518xan/yErr/rs/8A6Ea9JEs+m9FlsbDwbpd3eXHlJ9hg/jxuPljgDua9/wDhybG//Z4sLa/1qLQYbwyqzyzBSyF2BTORng9q+d7dFu/AmkwwS2/nra25w82wgBV3DPJHGe1epfAbwPpOveG5Nd8UJLqVpZzmz0+xedjEn8RJ9eT+NcOOxHs0rb/5Hs5TltLEwqV8RNxpwteyu25OySTaWuureiR3ms2/g2+0LU9Jj+IWmQxXvlKqq4CwqhPIG45Yg4J4yAK1NHuPh/ZPJFceMNMurV7EWjRtc4L5273JzwTsXpjnJ6moz4H8A/8AQlaT/wB9NSHwR4BAyfBWkgf7zV4/9qL+aP4no/U8n/6e/dD/ADNjwp4g8D6HFc/8Vfpc0lxIGY+eAFVVCogySeFAGTya2/8AhPvBX/Q0aV/4ELXGf8IT4B/6EvSf++jSr4I8AcE+CtKK+zGl/aKf2o/iP6nk/wD09+6H+Z2X/CfeCv8AoaNK/wDAhaP+E+8Ff9DRpX/gQtcnd+A/h5G4WLwZpzfKrEtkdRmoR4I8Anp4K0k/8CNOeO5JOMpRv8xRwmTSV17X7of5nZf8J94K/wCho0r/AMCFo/4T7wV/0NGlf+BC1xn/AAhPgHOP+EL0nP8AvGj/AIQnwBx/xRek8/7Rqf7RX80fxH9Tyf8A6e/dD/M7P/hPvBX/AENGlf8AgQtH/CfeCv8AoaNK/wDAha5O18C/DuQuJvBmnJtRnyuT0GahbwR4AH/MlaUB7sap4+yUrxs/UlYTJm2v3unlD/M7L/hPvBX/AENGlf8AgQtH/CfeCv8AoaNK/wDAha43/hB/AP8A0JWlfm1J/wAIT4A4/wCKL0nnp8xqf7Rj/NH8SvqeT/8AT37of5nZ/wDCfeCv+ho0r/wIWj/hPvBX/Q0aV/4ELXGjwR4BP/Ml6T/301TS+BPh0sETx+DNOLvnIOcDBxVRx3Mm1KOnqS8Lkyt/F18of5nWf8J94K/6GjSv/AhaP+E+8Ff9DRpX/gQtcb/whHgH/oStK/NqT/hCPAP/AEJWk/8AfTVP9ox/mj+JX1PJ/wDp790P8zT13VPhzrXiKz1XUfEuj3EdtZzWwt3nBVvMaNtx57eXjHvUngvX/A/hzTLiyTxdpEiy3k1yNswAUO2QvXsO9ZH/AAhPgDn/AIovSeP9o1La+Bfh7JOkcngvTFViBlckirjmPM1FSjr6ieEyZK79r90P8zrv+E+8Ff8AQ0aV/wCBC0f8J94K/wCho0r/AMCFrj5fA/w+V22+C9L2AkZYkGmDwR4BIyvgvSSPUMal5gk7OUfxBYPJn/z9+6H+Z2f/AAn3gr/oaNK/8CFo/wCE+8Ff9DRpX/gQtcZ/whPgD/oS9J/76NH/AAhHgHP/ACJWlf8AfRpf2jH+aP4j+p5N/wBPfuh/memaTq2mavb/AGjS9Qtb2IHBaCUOAffHSrlfPPizTLP4c67pPjLwhHJp0L3sdpqNgkpaGZHzyAen3Tx9CK+hvpXbh6/tUefmuW08LGnWoTcqdS9rq0k47pq7Wl1qnqmFFFFbnjBRRRQAUUUUAFFFFABXPfEr/kn+vf8AXhL/AOgmuhrnviX/AMk+17/rwl/9BNVHdAfIVoym3h24+4v8q+VtU/5Cd1/12f8A9CNfUNiP3cJwSSq9e3Ar5e1T/kJXX/XZ/wD0I16SJZ9PeF7aFvC2lsyZJsYSTk/88xXt/wCz+2z4RSn/AKjD/wAq8W8Kf8inpX/XhD/6LFe4/s5x20vwku0ui4U6nJtKdd3GP615GcRckox3cZfkj6PKJWyvEt/z0v8A28k8axXVxr3hO5tkuGW31YtOY2basZt5RlgDgjdt5Pc1Q+Itw2r6Bp1zbWt5e6dHqB+228UbeZIiFkPy9SA4/rXf/wBn2f8Az0uf/HaP7Ps/+etz+a18PTpYmHK7xvH+8XKpTd9Hr5HzvNovjhrF7cWuqHWzC7G5Dtg2ZtiogD5xv3YAHXcCa9S+GSz22m6mxtrizsJtQkk0+3nUo0cOxAflPKguHIHvXbf2fZ/89Lkf980f2fY5y0t1jPP3a3ryxVeHJ7q+ZEHSg7q/3C6hNtnXn/ljGf8Ax0V5j8N7i1stU1S+MGpWK3tylvDbTxSEnBfErsRy78knsAoNetaxaadLcoYnnGIlB24xjHHXviqf2Cz/AOet1+a08VQrxq1UmrS/vWFRqwdOOj08jxDxzpvii58Taw2l2uo/bZJ2kjukLCNrL7Iq+UG6Z80P8vXJzWd/ZevNeSyWularHYTSr/YMRVwbJ/PjLMw/gBQN17ZHevf/AOz7PtJc/mtH2Cz/AOetzz/u1pGvioxStDT+9/X/AA111E1Sbvr9wljLu84MckWsuf8AvmuO+KZW48MPC1hd3rMSI/IjaTy5Np2syKQWGfrg4Pau/wBJtNNiknMrznMDg7sY2456d8VT/s+z6rLdAds7c1l9XxFOlSleLab6gq1OU5qz6dDz/VJtSvfhXeaVZR3i6tb6fFFLFuPm52qXQPxlimRkdzXn1xpXiJ57l7LTdUjtp5Jv+EeTay/YZDPGdzD/AJZggORn+HI74r6A+wWf/PW5/wDHaP7Ps/8Anrc8/wC7TozxNJOyjq7/ABf1/WhU/ZS3v9x5h8JLXVbPV72S8tby2QWgju2uAQJ7vznJkXP3vkI+YcYIHavSdQuhb6XBcMruFSViqDJOGPAHc1MdPs8f6y5/8dqzqen6Xc6Pb2wkuVyrruQgNgn5uexzV06Vas6k5uKuls/NETqQjyKKe/byZ5FLda5H8Xk8QX1rcf2HFYXEMckT7kiQeWfmQciQvuGMZwB70vxLttXvfFFrPY217MZLe3GnTRBtltMLlWlZ8cLmLIyeo4r0nTdC06wtzDHPevudpHeRwzMxOSSe/wD9arX9n2f/AD1ufzWlL20KqlT5bLRa7rpfz7lKUHC0r6+R8+WWla9G1nJfaRq0unQLCmt2+12a7ugtwGlA6uN7REkcHj0r2n4dDUbfw14etdXdm1CO0gS5LtlvMCjOT3Oepra/s+z/AOetz/47VjTLKwj1CB3kuDhxt3Yxntmqvia9WCfKkmtn/X9WJk6UISsnt2OS+JUD6h4N1iwT7TmVNp+zx+ZJgOCdq5GeAeM1m+AL6ePw+NMls/sFwTcyWiLamANCJCscjL0RiCpI980viH4i+C7DWruz3atIYZWVjHEu3cDzjPvVD/haHgv+7rX/AH6T/Gu98NZ3KLjGjdN3Tue1SyfG1IxqRoTs12OAh0rXVSN7nR9XfTo0VNUt9rlrm72yDzVXqwyQdw45X0re+H2n+JrTxXpzatb332+J5XvrtyTFJbGBBHHu6EhwOOxVj3rov+Fo+C+u3Wc/9c0/xo/4Wh4L6bdZ/wC/Sf411VMkz6cXH6utfP8Ar+rdhR4fxqd/Yz+4l+Nr+Z4Jtz6axa/+z174n3B9K+cfiRr2h+IPhjaXeivcnbrlukyzqAynBx07da+jk+4PpW+BwtXC3o1laUUr/icme05U8vw8JxaanV0e/wBgWiiiu8+TCiiigAooooAKKKKACue+JX/JP9e/68Jf/QTXQ1zvxNG74eeIF9dPmH/jpqo7oD5DtIbc28JCg/KvRj6fWvlTUP8Aj/uP+urfzNfUOiQLaWMECEkYU5PU18vah/x/3H/XVv516jM0fU3hT/kU9K/68If/AEWK9p/Z/bb8JJW/6jD/AMq8X8Jc+FdJH/TjB/6AK7H4Y+Nrfwbok2j+I45F0m/uDdWd3bkSGJwSrKyA5/rXjZ1GXs012kvm1ofU8PU3isJiMLT1qNwkl1ai3e3dq97b2N7xff6vBrHilY77UBYq+lNIUdgYLdpD9oMeOnyZyRzitrwZq9/N4EuIVu5JtUSK7ksllbMzQebILdznk5ULgnrxVP8A4Wp4B/6Dtx/4AyUn/C0vh/vMn9tzbyMFvsD5I+tfFS+tSpqDgtLfaXRWPXWQZhzX9hP/AMAl/kcBLrOt/ZpGXVNc/sn7JJsmEsvmHU/sylYweuPN34X7u7jFdd8P9S8QS+NRFqdzfNef6b/akMjN5USBo/sxVT8q5XOMdctWn/wtXwF/0Hrj/wAAZKB8VPABwH1652+1i9dFWtiakXH2SX/byM1w7mCd/Y1P/AJf5HT/ABU1C20/wxdXF3c3cESww/8AHrJ5cjk4wgb+EE8E8YGa8w0nUNct9d0eGTXby/mEln9meGd3gltiJPtJJ6Pt6Fjz8qetdlqXxa+HM8ySW+tXiAIqEPYuegxmqp+KvgHBH9u3HP8A04yVVWdeE5qEE03vzImnw9mLhHmoTTX9yRF8VNYmkttHu7PULtNLnhnkSaxkYeZMYs2/KdQTyB0JxXE/2v4t34vb7VUut/8AxUKh3C28Pmx7SgHCfLu5X+HNdynxT+H8ahI9cnVVGAFsHAA9Kd/wtTwDx/xPrj/wBkrKjVxNKCh7JO395f1/wfuLnw9mEpX9jP8A8AkdD8KLq8uPCIkvJJ5f3d39neckyPBufymYnkkpt5PNcl8StUv4vFVtHod3qf8Aaoj/AOPeNn2MhSTDIv3WG4DeTyMLitbT/i18OYXla41q9ffE0eEsX/iGM81VPxU8A8hdeuce9jJVt10ozUU3711zLqQuH8xu08PO2mvI/wDIT4S6yzJeQ3Go3M1tNJELI3cjM7yCFTcBd3JAcnI7Vx+r6t4hXWbxft+rKi3twNcCySBbe0F5GISmPufuNxyuCRuNde3xS+H7MrNrcxZfuk2D5FO/4Wr4B4/4n1x/4AyVnGeJjUc/ZrX+8v6/4Jo+HswcVH2E9P7kv8jkfDureJn1zTkub3VTK13D/ZiM77ZrHzZvMZx0b5fL5bnG31r23Vbqa30Zbm3t2uZkimaOFWAMrBjhQTwCTxzXAf8AC1fAP/QeuP8AwBkqzc/Fn4bvZW8MWtXoki3ZZrF8Nk5rWTr1VNuCjporrXVGf+r+Yxcf3E3r/JLsebQ6z4s+w3i6xc65bSi/vDGwZlzdmGExRLsJ+QMZNq9OnU16d401e4k8FwSw3jqI7u2i1aS2chokDDzhleVwcZx0BNUR8VfAP/QeuB/24yU1Pil8P0zs1uZcnJxYOMn1rOrPE1JRfskrdpI0hw9mEU17Cf8A4BL/ACOGtdY8Z/u/JvNWbVS0X9kROzlZrPE253B4Y4C5Lc5CeteifA++vLprnddX11Yb7TyZLt2Z/OMQ88Zbnh8ZHY7hVb/hangH/oPXH/gDJU9h8Wfh5DeRTza5dusbBsLYvk47c1sq2InKKlTSV1rzLujOXDuYKLtQqN/4JHgPxamvY9f1AWkcxX+0GaR4sZx5o4/HmsbSp7hNYuVnlJhUNvZmONxk+QYPQ444r07xBL8NdQ1q7v7bxlfQx3ErSiN9MclSTnGc1QNv8PD18bXJ+ulP/jX61DPMuvGXt+2h+i0qdTnhWaqJpR09nOysrdF3POtdmv11KZLVpvtGF8hFztKbW3HHTrj9KovPd7H8ue7NtsfyW3Nlpti4Gep+bdx9a9U8j4e/9Dvdf+Cp/wDGjyfh7/0O91/4Kn/xolnOWybft/zIr4OVWpKd6iu7/wAOf9f8Muxc0zd/wqWUsMN/wkFpn67Wr7HT7g+lfJPg+107xJeWXhXRdQ/4kkOoJf6lqN2ywBtgwqopOe5/E+1fUv8Ab2h/9BnTf/AqP/Gvl8VWhicZVrU3eLtZ97I+D42qw5qVK/vXnJrqlLlSv2b5W7b2saVFZv8Ab+h/9BrTf/ApP8aP7f0P/oNab/4FJ/jWdmfBmlRWb/b2h/8AQa03/wACk/xo/t/Q/wDoNab/AOBcf+NFmBpUVm/2/of/AEGtN/8AAuP/ABo/t/Q/+g1pv/gUn+NFmBpUVm/2/of/AEGtN/8AApP8aP7e0P8A6DWm/wDgUn+NFmBpVz/xK/5EDXv+vCX/ANBNXv7f0P8A6DWm/wDgUn+NYHxG1vRpPAeuxx6vp7u1jKFVbpCSdv1pxTugPla02+RCQq/dXt7V8oah/wAf9x/11b+dfVNm/wC5hH+yv8hXytqH/H/cf9dW/nXqMzR9SeFjjwvpH/XjB/6LFey/B+1s7jwHaSyWlvIzSy5Z4lYn5z1JFeL+GT/xS+kf9eMH/oAr234LDb8PbJf+mkv/AKGa8/NL+xXqZT01R1X9naf/ANA+z/78L/hR/Z2n/wDQPs/+/C/4VZorwLke2qfzMrf2dp//AED7P/vwv+FH9naf/wBA+z/78L/hVmigPa1P5mVv7O0//oH2f/fhf8KP7O0//oH2f/fhf8Ks0UXD21T+Zlb+ztP/AOgfZ/8Afhf8KP7O0/8A6B9n/wB+F/wqzRQHtan8zK39naf/ANA+z/78L/hR/Z2n/wDQPs/+/C/4VZoouHtqn8zK39naf/0D7P8A78L/AIUf2dp//QPs/wDvwv8AhVmigPbVP5mVv7O0/wD6B9n/AN+F/wAKP7O0/wD6B9n/AN+F/wAKs0UB7ap/Myt/Z2n/APQPs/8Avwv+FH9naf8A9A+z/wC/C/4VZooD2tT+Zlb+ztP/AOgfZ/8Afhf8KP7O0/8A6B9n/wB+F/wqzRRdh7ap/M/vK39naf8A9A+z/wC/C/4Uf2dp/wD0D7P/AL8L/hVmigPa1P5mVv7O0/8A6B9n/wB+F/wo/s7T/wDoH2f/AH4X/CrNFAe1qfzMjtdI0+4cqbG0UAZ/491/wq1/wjul/wDPpaf+Ayf4UtrL5Ilk+UbUJ+Y4H41DpGvrf6KdQFvh0LB4lcZGD1y2O3POK9LDUoSppyRcVdXZL/wjul/8+lp/4DJ/hR/wj2l/8+lp/wCAyf4VjT+MhFoZvpLFoZ1WFmidxgiTptIPPANQXnjloNOluk05WMcqIAZuGDM65HHqh/OtvYU+xXIjoP8AhHtM/wCfS0/8B0/wqtd6NpsG3FjZtn/p3T/Cse08dtNpUt22mgSLMI1RZSVPyFyS23jpit1b46hZQ3HkSQ7hna4weg5x1x9cVlXpQjTbiTONkQ2mj6fO5X7BZqAOv2df8Ktf8I7pv/PrZ/8AgMn+FP09tsj/AEp+rXwstMubxnRBDEz7nBIGBnnFLD0YSp3YoK6If+Ed03/n1s//AAGT/Cj/AIR3Tf8An1s//AZP8K5HTPHl/c6va2LWlsxlUBwrOuJD/DyOMbWHfPHSrWpeLtXtdW+xtp1qjBnURtM5MgHKncEwvHPfrW3sKfYvkR0n/CO6b/z6Wf8A4DL/AIVzvxA0mwtvCeq7bK0z9jkIIgUEHH0rrbO4mktYnuIxFMyAyRhtwVscjPeuf+I7bvCOrH/pyk/lWdSjGKTXdEyirHz7abRBCQq52L29q+T9Q/4/7j/rq386+qbOTMUP+6v8q+VtQ/4/7j/rq3869tmqPp7wx5w8N6UFmGBZw4Hlg4GwV7n8G93/AAgFnuOT5kvOMfxmvCfDTY8OaZ/15xf+gCu58EfENPDdidEutNmvEVmlhaB1DKCclSGwDz0Oa4MfTnVppRVyakW1oe20V5ofi9pyx75NA1OMZ/iki/o1KPi9pu/b/YWp7vTfH/8AFV5H1Ov/ACnPyS7HpVFecD4s2BIA0DUuf9uL/wCKo/4W1YZ/5AGpf99xf/FUfU6/8o/Zy7Ho9FebP8XLBULf8I/qhwOgeIk/+PVC3xj09SN3hvWuT28s9/ZqPqdf+UOSXY9PorzcfFqwxn+wNT/77i/+Kpf+Fs2JP/IA1P8A77i/+Ko+p1/5Q9nLsej0V58nxQtWQMNA1HBGf9ZF/wDFUv8Aws62/wCgBqP/AH8i/wDiqPqVf+UPZy7HoFFef/8ACzrb/oAaj/38i/8AiqP+FnW3/QA1H/v5F/8AFUfUq/8AKHs5dj0CivP/APhZ1t/0ANR/7+Rf/FUf8LOtv+gBqP8A38i/+Ko+pV/5Q9nLsegUV5//AMLOtv8AoAaj/wB/Iv8A4qj/AIWdbf8AQA1H/v5F/wDFUfUq/wDKHs5dj0CivP8A/hZ1t/0ANR/7+Rf/ABVH/Czrb/oAaj/38i/+Ko+pV/5Q9nLsegUV5/8A8LOtv+gBqP8A38i/+Ko/4Wdbf9ADUf8Av5F/8VR9Sr/yh7OXY9Aorz//AIWdbf8AQA1H/v5F/wDFUf8ACzrb/oAaj/38i/8AiqPqVf8AlD2cux37ww3ETQ3Cb426rkgHmiaxsZjJ5lsh80KsgHAcDoCB1rgP+FnW4/5gGo/9/Iv/AIqlHxPt/wDoAaj/AN/Iv/iq7qEKlOHK4M0jdI72TT7CSOZGtxiZlaTk8len0xUP9j6V5ZjNmhQ44JJHAIH5ZP51xP8AwtC3/wCgBqH/AH8i/wDiqT/haFv/ANADUP8Av5F/8VWt5/yP8P8AMq7O4i0jS4rc28dmghJBKZOMgbR+lSRW1taoY7aIRhjk8k5OAO/sBXCf8LQt/wDoAah/38i/+KqOb4pWkYBbQNR5OB+8i/8AiqzqxqTg0oMUrtHo0DbWJp10q3NtLbyZKSoUbHoRivLLz4xabaRh5NB1T5jtVVeIsx9AN1Nn+Mmnw26zN4e1YqegV4Sfy38/hSoRqQhyuDFFSS2O6t/DGl295DdQtcpJCPkxLwDliSfX77Utx4a0+a+N8ZbgXRZmMhYNndgdCMcAACuLi+LunywrLHoeosjDcrCSLkf99URfF7TpFDR6HqLA9CJIuf8Ax6tff/kZV32PT4SY4lQuzlVA3N1PvWJ4/bd4P1f/AK85P5VxT/F/TEmWFtF1ASP91TJFk/8Aj1Zfiz4mxanpE2kWmmy2kt4hjMlxIpwp67QpOT+VRONSaUVETu9LHCWkcogiIlUfKv8AyzHpXyvqQxqNyPSZ/wCZr6rt5I3TETAqp2ceo4xXyrqf/ISuv+uz/wAzXqGzPpnw3EW8OaYVJP8AocPQf7Aq99kY5/djnr8vWk8JEf8ACL6UFxxZQ5HvsFXr2KSa2eOKQxOwwHA6UkMomwUrtMKlfTy+KeLaT+63/fNU49N1MSRSSXYcqV3AEgnGM/1p8+n6mxRY7x9o3Ekv1yelAFpIHVwSG49qRoWLn5sexFaEalY1B5IAyfWorhgdq/xZ49vWk0NFT7O394UfZ2/vCrAFFK7HZFf7O394flSpCQ3Lce1T496MUXCyFjmmjjVdkZwMZ3H/AAp32ib/AJ5x/wDfR/wplBouwsh/2ib/AJ5x/wDfR/wpnmzeb5m1Pu7cbjj69KX8aPxouwsh32ib/nnH/wB9H/CmSSzOF+VFwwbhzzjt0oNFF2FkP+0Tf884/wDvo/4UfaJiD+7j/wC+j/hTaTv1ouwshYpJo4lj2o20AZLHJ/SnefN/zzj/AO+j/hSUUXYWQiSTK7ttQ7iDgseOPpTvPm/55x/99H/CkoouwshGkmaRH2oNueNx5z+FO8+b/nnH/wB9H/CkoouwshJpJpImTai5GMhjx+lO8+bH+rj/AO+j/hSU2RtkbPjO0E4Hei7CyH+fN/zzj/77P+FNilmRcbUbknJc9z9KwZJIZzJMt1IMhjswRwQe/Tv+gqW0uI0u5JlLnfwU3dDn0/EflTuwsjb+0Tf884/++j/hUc8kkijcqKFOeCTmsq/mWWNW3SKFVgeeTlf/AK/6UthH/pTsJHKsHYKTnHP/ANfNK7CyItTdYdStLmXAhCum49FYjgn+VZWm2k9pqT3V2yrbQ5KbmG0bhk7R9fSugdRIhSRQykcgjINVI9NsUcOtuuR0BJIH4UybkVr5kWguwgZg5d0j5BCsxI6c9DVbSreaEWiG3JIcsxMWAuc8hvy4NbWTRk0WA565t5muJtsc8ycFm2MSxB9c9qnvYHe7stsLuFRd77Tnk+pzjHvW1k+tGT60WC5V0OJoYpdzSnMzYDntnrXzLqX/ACEbn/rs/wDM19SgnIr5a1L/AJCNz/12f+ZqkJn1rH8EdFjiSKPxf4zSNFCoq6hGAoHQAeXTv+FK6T/0OXjT/wAGKf8AxuiimIP+FK6T/wBDl40/8GKf/G6P+FK6T/0OXjT/AMGKf/G6KKAD/hSmk/8AQ5eNP/Bin/xulHwW0penjLxqP+4in/xuiigBf+FL6X/0Onjb/wAGSf8Axuj/AIUvpf8A0Onjb/wZJ/8AG6KKAD/hS+l/9Dp42/8ABkn/AMbo/wCFL6X/ANDp42/8GSf/ABuiigA/4Uvpf/Q6eNv/AAZJ/wDG6P8AhS+l/wDQ6eNv/Bkn/wAboooAP+FL6X/0Onjb/wAGSf8Axuj/AIUvpf8A0Onjb/wZJ/8AG6KKAD/hS+l/9Dp42/8ABkn/AMbo/wCFL6X/ANDp42/8GSf/ABuiigA/4Uvpf/Q6eNv/AAZJ/wDG6P8AhS+l/wDQ6eNf/Bkn/wAboooAP+FL6X/0OfjX/wAGSf8Axuj/AIUvpf8A0OfjX/wZJ/8AG6KKAD/hS+l/9Dn41/8ABkn/AMbo/wCFL6X/ANDn41/8GSf/ABuiigA/4Uvpf/Q5+Nf/AAZJ/wDG6P8AhS+l/wDQ5+Nf/Bkn/wAboooAP+FL6X/0OfjX/wAGSf8Axuj/AIUvpf8A0OfjX/wZJ/8AG6KKAG/8KT0jGP8AhMfGmP8AsIx//G6T/hSej5z/AMJh4zz/ANhGP/43RRQAv/CldJ/6HLxp/wCDFP8A43Sj4LaUP+Zy8a/+DFP/AI3RRQAn/ClNI/6HHxp/4MY//jdH/ClNI/6HHxp/4MY//jdFFAB/wpTSP+hx8af+DGP/AON0f8KU0j/ocfGn/gxj/wDjdFFAB/wpTSP+hx8af+DGP/43R/wpTSP+hx8af+DGP/43RRQAf8KU0j/ocfGn/gxj/wDjdVF/Zp8CuA7av4lLNyT9pg6/9+qKKAP/2Q==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AutoShape 12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8286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" name="スライド番号プレースホルダー 1">
            <a:extLst>
              <a:ext uri="{FF2B5EF4-FFF2-40B4-BE49-F238E27FC236}">
                <a16:creationId xmlns:a16="http://schemas.microsoft.com/office/drawing/2014/main" id="{85E0BE81-B37C-E0DB-E35E-42E0611C27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2" name="表 5">
            <a:extLst>
              <a:ext uri="{FF2B5EF4-FFF2-40B4-BE49-F238E27FC236}">
                <a16:creationId xmlns:a16="http://schemas.microsoft.com/office/drawing/2014/main" id="{A4416A08-89AA-8795-0A2F-ABF68EF45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62216"/>
              </p:ext>
            </p:extLst>
          </p:nvPr>
        </p:nvGraphicFramePr>
        <p:xfrm>
          <a:off x="233518" y="1124744"/>
          <a:ext cx="11055987" cy="4860739"/>
        </p:xfrm>
        <a:graphic>
          <a:graphicData uri="http://schemas.openxmlformats.org/drawingml/2006/table">
            <a:tbl>
              <a:tblPr firstRow="1" bandRow="1"/>
              <a:tblGrid>
                <a:gridCol w="996916">
                  <a:extLst>
                    <a:ext uri="{9D8B030D-6E8A-4147-A177-3AD203B41FA5}">
                      <a16:colId xmlns:a16="http://schemas.microsoft.com/office/drawing/2014/main" val="3715264445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1774524363"/>
                    </a:ext>
                  </a:extLst>
                </a:gridCol>
                <a:gridCol w="2431502">
                  <a:extLst>
                    <a:ext uri="{9D8B030D-6E8A-4147-A177-3AD203B41FA5}">
                      <a16:colId xmlns:a16="http://schemas.microsoft.com/office/drawing/2014/main" val="823553304"/>
                    </a:ext>
                  </a:extLst>
                </a:gridCol>
                <a:gridCol w="6419164">
                  <a:extLst>
                    <a:ext uri="{9D8B030D-6E8A-4147-A177-3AD203B41FA5}">
                      <a16:colId xmlns:a16="http://schemas.microsoft.com/office/drawing/2014/main" val="1563990074"/>
                    </a:ext>
                  </a:extLst>
                </a:gridCol>
              </a:tblGrid>
              <a:tr h="461454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No</a:t>
                      </a:r>
                      <a:endParaRPr kumimoji="1" lang="ja-JP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区分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機能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対応内容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417242"/>
                  </a:ext>
                </a:extLst>
              </a:tr>
              <a:tr h="661417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１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)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ダイソーデータ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連携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商品マスタ連携対応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①ダイソーから商品マスタデータを受領しダイソー商品マスタを作成する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②①の商品マスタとカスミ商品マスタをマージする。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同一商品があった場合はカスミ商品マスタを優先する。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③上記処理に必要な各システム関連のマスタの設定を行う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30194"/>
                  </a:ext>
                </a:extLst>
              </a:tr>
              <a:tr h="661417"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実績データ連携対応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①取引データよりダイソー商品の実績データを抽出する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②実績データよりダイソーへ実績データ（ダイソー標準トラン）の作成。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　ダイソーシステムへ連携を行う。</a:t>
                      </a:r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金額は税込みで実施する予定。</a:t>
                      </a:r>
                      <a:endParaRPr kumimoji="1" lang="en-US" altLang="ja-JP" sz="1100" b="1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③</a:t>
                      </a:r>
                      <a:r>
                        <a:rPr kumimoji="1" lang="en-US" altLang="ja-JP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21:00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と店舗締めの</a:t>
                      </a:r>
                      <a:r>
                        <a:rPr kumimoji="1" lang="en-US" altLang="ja-JP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2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回連携を行う。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④各種実績のクリア処理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402968"/>
                  </a:ext>
                </a:extLst>
              </a:tr>
              <a:tr h="661417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２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)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カスミデータ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連携対応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取引データ集計処理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（テナント集計）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①ダイソー商品の実績データを各テナント実績に更新する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15938"/>
                  </a:ext>
                </a:extLst>
              </a:tr>
              <a:tr h="781308"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dirty="0" err="1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OpenCentaral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連携対応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（ダイソーデータ除外）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</a:t>
                      </a:r>
                      <a:r>
                        <a:rPr kumimoji="1" lang="en-US" altLang="ja-JP" sz="1100" dirty="0" err="1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OpenCentaral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向けの各実績データよりダイソーデータの除外を行う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（対象データ）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</a:t>
                      </a:r>
                      <a:r>
                        <a:rPr lang="ja-JP" altLang="en-US" sz="1100" dirty="0">
                          <a:solidFill>
                            <a:prstClr val="black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・レジ精算データ　・単品売上実績</a:t>
                      </a:r>
                    </a:p>
                    <a:p>
                      <a:r>
                        <a:rPr lang="ja-JP" altLang="en-US" sz="1100" dirty="0">
                          <a:solidFill>
                            <a:prstClr val="black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　・単品値引実績　・単品時間帯別実績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009104"/>
                  </a:ext>
                </a:extLst>
              </a:tr>
              <a:tr h="661417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３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)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BO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画面対応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やる？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やらない？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ダイソーデータの表示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コントロール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①ダイソー商品の登録、メンテナンスを不可とする。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特売設定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MM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設定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緊急売価変更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178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定番売価設定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・経費登録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②ダイソー商品は参照のみでメンテ画面への切替・遷移は不可とする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商品管理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商品採用店舗確認画面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各種　商品関連画面</a:t>
                      </a:r>
                      <a:r>
                        <a:rPr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(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商品コード検索）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30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15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３．開発スケジュール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AutoShape 10" descr="data:image/jpg;base64,%20/9j/4AAQSkZJRgABAQEAYABgAAD/2wBDAAUDBAQEAwUEBAQFBQUGBwwIBwcHBw8LCwkMEQ8SEhEPERETFhwXExQaFRERGCEYGh0dHx8fExciJCIeJBweHx7/2wBDAQUFBQcGBw4ICA4eFBEUHh4eHh4eHh4eHh4eHh4eHh4eHh4eHh4eHh4eHh4eHh4eHh4eHh4eHh4eHh4eHh4eHh7/wAARCADUASo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ySHwp4As9C0251PSz51xbRuSJZTuYqCTw2BV2Twd8O0tYboaO7xTBihWWYkgDJP3q0oNIs9W0LRnnvEiMVhGuAVPVV9fpUsvh+3eC3hGpQqkAYAcEHOcnr7/pUXLsY2p+Evhxp3kfatKKiddyYmmPy+p+bgUy58K/Da3wX0snMImG2aY/Ieh+9W1qPh+G8t7eP+1IFaFWXecEkE9OvQcUt94ds7p1f+0IYttsIAqEY65zRcCtbfDvwNcQRzxaMGSRQyn7RL0P/Aqk/wCFa+Cv+gKP/AmX/wCKrodO+y2dlDardQsIlCg7gM1Y+02//PxD/wB9ildj0OW/4Vr4K/6Ao/8AAmX/AOKo/wCFa+Cv+gKP/AmX/wCKrqftFv8A8/EP/fYo+02//PxD/wB9ii7DQ5b/AIVr4K/6Ao/8CZf/AIqj/hWvgr/oCj/wJl/+KrqPtNt/z8Q/99igXNv/AM/EP/fYo1DQ5f8A4Vr4K/6Ao/8AAmX/AOKo/wCFa+Cv+gKP/AmX/wCKrqftNv8A8/EP/fYo+02//PxD/wB9ijUNDlT8NPBX/QFx9LmX/wCKoPw08Ff9Ab/yYl/+KrqvtNv/AM/EP/fYoNzb/wDPxD/32KLsNDlP+FaeC/8AoD/+TEv/AMVR/wAK08F/9Af/AMmJf/iq6r7Vbf8APeL/AL7FH2m3/wCfiH/vsUXYaHK/8K08F/8AQG/8mJf/AIqj/hWvgr/oD/8AkxL/APFV1X2q3/57xf8AfYpPtVv/AM94v++xRqLQ5b/hWvgv/oDf+TEv/wAVR/wrTwX/ANAb/wAmJf8A4quq+1W3/PeH/vsUfabc/wDLeL/vsUXYaHK/8K08F/8AQG/8mJf/AIqj/hWngv8A6A3/AJMS/wDxVdV9pt/+e8X/AH2KPtNv/wA94v8AvsUXYaHK/wDCtPBf/QG/8mJf/iqP+Fa+C/8AoDf+TEv/AMVXVfarf/nvF/32KPtVv/z3i/77FGoaHK/8K18F/wDQG/8AJiX/AOKo/wCFaeC/+gP/AOTEv/xVdULm3/57xf8AfYo+02//AD3i/wC+xRdhocr/AMK08F/9Af8A8mJf/iqP+FaeC/8AoD/+TEv/AMVXVfabf/ntF/32KDc2/aeL/vsUXYaHGXXgP4f2six3Gl7GYZH7+Xn2+919qh/4Qz4c4ONNJ+XdxNN04/2vcZ+tdXf2treTrLJfKoVcKoZSAwOQw98gflUEelQMHji1ItvUAj5ScZyfwJyT9aLsNDEPw/8AAStGDpY/eFQn+kS8luR/FSHwD4B+zmf+ywYwzKSLiXqM5/i7YNdT5dtsRXuI2ZJRKSGAyR0H0pght1SRUvAu7eVYMMozkkkU9QsctF4G+HsrqiaaC5jaTabiUEKp2tn5uMHimt4J+HK3Mds1jGs0g3KhuZQSP++veuig0zT4pVm+1AyCAwk7wAw+lLJp1lJfRXsl6TPEu1XEgBA44Htx+tFwMaL4c+BpIvMTR8rz/wAvEvGOv8VQL4D8Au8KrpLHzlLI3nS7SB153e1dfbNbwxbPtEbEsWY7hySST/OoYIbSFomW5UmJGRcuONxyT9e1Go9Dlf8AhBfh/wCZIh0sgxsqufPlwCxwBnd7ivBL+NIr6eNBhUlZVHoAa+oTZWb3UszXQ3S7MjcoxtYN+PI718w6n/yErr/rs/8A6EaaIZ9O+C445PDGnM8asfskPJH+wK0nt9QmnEej+HLnVQv+ua3jyIvQE4xn2zWd4KEn/CMabs2FfskP3iR/AM17j8HlA8C277VDPPKzkdzu61jjMT7GHNHUwcmkeVWmi+IZXkE/g7UoFU/Kfs+7d+Q4puqeG9fktwLfw1qYfcDxakcV9D0V5qzWp/KiHUZ8sHwn41865P8AwjWrbGVhFi2HynPFXofCfigRJv8ADOplto3f6N3r6ZorRZ1VX2UQfNH/AAifib/oWdT/APAY0v8Awifib/oWdT/8BjX0tRT/ALbq/wAqFY+aU8K+KFdWXw1qg5Gf9GPSkuPDHiz7ZGYvDmpiMJ82bQnnB/PnFfS9Z/iG/XTNJkvGfYEeJc7N335FTpkf3vw61Es2q1H8KNKdTk2R886Z4b8UR2pF54W1SWTJxi05xxSXHhfxU8twsXhvU0U7DGWtcAddwBHPPFe66p4u0+w14aK0F1LcYBYxqCq5Rn5/4CpOfw61Wg8Z2V5ot3fwQ3dp5FtBdL9og5aKX7jBc85waPr1a1+U2+sS7I8NTwf4vXUYp/7F1F4cASxm1bBIHUelaj+Gtd2Ns8MamGxwfshr3CbxDax64NJW2u5pFZEmljizHCzruUMe2R+WRUXhjxVp3iG6vLazSaOW0VHdZVxlX3bT/wCOnjqKl4+ta/KL6xK2x4Vd+GPFEkSeX4b1MP5g3E2x+737VJD4Z8RC6mL+GdUMRxsBtPu4HP517FrvjzSdH1qXS7q1vmaIoJJkizGu7Hf2yM0n/CfaTiPFnqJadovsqCH5rhZGZVdfbKke1X9ery15QjWklax47P4W8SNOGh8O6iieWylTZn73GD0+tZtx4N8aPHG0ej6gkqggg2rFWHHXgc9ea91Tx9orTW0PlXnmzHEi+VzAfNaLD/8AA0YcehPSoNf8bxR+HtVvNHjZrzT7OS6kSWFmCbGZdjBeQSV/AHNJY2vtyj9vLsjyseGtcAGfC+pZ/wCvQ1nal4X8WNAwh8NaqTzt/wBHIxzXoNn8QNefU47ab7L82oWlsUFqVJSURFjy2QR5jdu1S+MfiZeaf4iisbGxMUcUzRstyuGumHVQc/u1xkhz1raOMxEZWUURUm56WPLrbwh4z8yF5PDupbdmJFNsevrV5PC3idJFYeGtUHzDP+jHpXtN94wdNAsdStdPZZLskiK43YVR1OUDZHp6034c+Lz4m0RNSvIobVpIFuAkSyEJGQDyzKATz2zQ81xCjdxRjY8buPDPiczR+X4Z1UDy2D5tMjcRwfXg1RufBvjOSFPK0bUElQtwbZirA44PH157V7npnxA0O/vVs4o7wzPemzTbAzKzYyGz2UjnNaN54u8P2d1Ja3F/sliYq6+S5wR7gVi8fWv8J0e3kuh4TeeF/E7QyJD4a1QZXjFuRzj/APVWCPA/j3A3aPqhyy5/0dugPP5j+VfSGqeIkk8P/wBoaLuuGeUQxubd2RHPdwBuC+pxxTrXUroeLhpV1fWbM1mJTaQxszxMOrM/QAngAjJqXj6z1sYyu22eBad4P8V28Ekcnh7VpDu/ds1ud2MDr75zUXiHwX4vvYrdrPQ9TikR8yAxOm4fhX1DRWTzCo1awoS5Hc+bNN8J+I4bmeS48O6mynaEU2zEAY5/XNTXvhnxEWT7P4b1RQAc4tiPp/Wvo2is44ycZcxq67tax4Qui60FA/4R3VOn/PoaX+xda/6F3VP/AAEavdqK6P7UqfyoXtmeE/2LrX/Qu6p/4CNR/Yutf9C7qn/gI1e7Vw/j2/8AEE902naEpSOEDz5FkCsWIyFHtitaOOrVZcsYo7suw1THV1Si1Hu3skcD/Y2tf9C7qn/gI1QXlne2KLJf6Xe2kbMFEk1uypk9BnGBVmw1nxPY6kVhuLlp4wzPG8hcYXqCDXpesX0es/DO8vzGAs9izFCM4I6/kRW1XFVaTXMlZnp51kdbK1GbmpRl1R5PsX+6v5V8fah/x/3H/XVv5mvr+2JMMZPJKjP5V8gah/x/3H/XVv5mvQPFPpjQLL+0PBGn2nnNEGtIfmXqPlFe7/BeMQ/Dyxh3btjyLk9/mNeI+ClV/DOms6hj9khGSP8AYFfSvwI8L+G774Z2F1e+H9Lubh5Jd0stojM3znqSM1x4jDe2go3sTOnpuXNw9RRuHqKzdQ8TfCrTtG/tbUfCdta2hurm1jdtIRjIYCRIwCgnb8p59qSPxZ8H5NI07U4/Dto9vqCq8JGh/wAJOOfk7HsMn0zXJ/ZX94z9j5mnuHqKNw9RV7Q7fwFq/iCfRrfwfZRyxWUN8sk2lxokkUpYKVyM5BUgggEUyH/hWsviu78NJ4d0w39pGskw/spdi7s4G7bjPH8qP7K/vB7HzKm4eoo3D1FY/hrxl8HPEHiA6FYaBYfbgszGOTSEXAizv/h9q7JNK+H58Pxa6fDekfYZYhKrjTUJ2nvgLmj+yv7wex8zF3D1FU9XsLXVNPexutxid0Y7Wwco4cfqorVml+F8Hh4eIJ/D+nQ6cwDJLJo23epGQygpkjHfGKti3+GI0qz1SbSvD1ta3v8AqHnso49x2lsYI44BPNH9ltbSD2Pmef33hD7T4rm11dTki8/assajkoE2lM9MHr61e/4RbSfsU1p+9MctnBZt+858uH7n488mvQl8O+AWRHXRPDpV1DKfssXIIyD0rMubPwFDqElknhTTJnimjhlePTozHGz9MtjHpkdeRVPLpv7Yezfc5O88NabdawNUeS5SQsjSxxzlY5mRdqM6jqQD/KovCnhPSvDUssmnyXLGSGODE028KkZbYB9N5+tdRp8vwxvtR1ext/D2mGTSSRdFtKUKCF3EA7eSB6U3w1P8MdfZxY6DooCQC4LSWMSjYe/T3o/s6drc4eyfc5bVvB2ianfz3t0sxlnKl8S4Bxjt/wABFNs/BeiWtxDOrXTtbyRtbiScsIVQsVRfRQWY4rub62+GVppMuqyaPoMllEcSSw2CShT77VNNubP4fQaPDqcnhbT1S4cR20LaSqzTueiojKGJPJ6dAT0FP+z5/wA4eyfc4hfBeiJdxXMbXUbpI7uEnIEu6ZpsP6gO7EfXFNtvB+nmHXkvWEra3cGW78r92Cu3aF4PTHX1rs9bj+HOj6rHpd14a0s3klq90scemo3yKQD/AA9SWAAp1xF8ObfxBp+hT+G9KivdQjL26nTEwSACVJ28HBzR/Z0/5w9k+55rF8OLOG4tLyDWLqK+t5FIuRHHny1VlEYGMKMOeRznmn+I/h7DrmsTalca7dRNIf8AVpBFgKAQByuTwx5616fZWPw3uvsflaJof+mzSwW26wRfNeMtvUZXqNrH3AOK2B4M8I/9Cvov/gDH/hVfUal78/4D9m+552dIZvDX9iNqdygMQha4h2xybOhA2jC8cZFX7G3t7OwgsbZFjt4I1jijHRVUYA/Ku1/4Qvwj/wBCvov/AIAx/wCFH/CF+Ef+hX0X/wAAY/8ACsnljf2/wF7LzOAt9LtYdbudUQ/vbiNEZTjaCuQGHocHFaIfA4b9a67/AIQvwj/0K+i/+AMf+FH/AAhfhH/oV9F/8AY/8KHljf2g9j5nDatatf2Mlqt7c2hkGPOt5Nsi/Q9qr6Boml6HA8Wnw7WlbdNK7l5ZW9WY8k16D/whfhH/AKFfRf8AwBj/AMKP+EL8I/8AQr6L/wCAMf8AhR/ZjtbnF7HzOR3D1FG4eorrv+EL8I/9Cvov/gDH/hR/whfhH/oV9F/8AY/8KP7K/vD9j5nI7h6ijcPUV13/AAhfhH/oV9F/8AY/8KP+EL8I/wDQr6L/AOAMf+FH9lf3g9j5nI7h6ijcPUV13/CF+Ef+hX0X/wAAY/8ACj/hC/CP/Qr6L/4Ax/4Uf2V/eD2PmcjuHqK84+Kmh+JXuDq3hmaRw6Bbm2jYBiR0YZ69Bx7V7r/whfhH/oV9F/8AAGP/AAo/4Qvwj/0K+i/+AMf+FaUsvlSlzRkehleMqZdiFXppPumrpo+R9E0P4gX2qIIbS/tJCNjTzjy1VT1yT1/DNexaxp6aR8M73TkkMn2ewdSx6s2Mk/ic16sPBfhH/oV9F/8AAGP/AArA+I3hHwtb+Atdng8NaRHKljKyOllGGUhTgg44NaVcJOo1eWx6eeZ/XzjljKEYRXRLf1Plq21C4FvFut1UbV5LdOK+VdSXGo3I9JX/AJmvpmxkmfSYvP4k2LnjFfM+p/8AISuv+uz/AMzXbFnjVIKNj6e8F7x4Z03YoI+yQ8k/7Ar6Z+Auv6PZ/DHT7e71GCGZJJdyMeQd5r5n8D/8ivpv/XpD/wCgCvqH4DfZI/hVp0twsKr5sgLOB1MhA5PuQKKslTVzKLctzG174e/DHXtITS9W1y4ureK5u7mDdcANC1wdzqDt+6DyB2qyngv4dpo2i6SniK8W10VQLFftXCHduyw2/Mc+teoi3tyP+PeIf8AFMRLNpnhWO3MiAFlCjIB6ZH4H8q5/rPkXY5XSW8L2Hie68QHxI9zdXFlDZFJZBsSOMsRtAHUliSapppvgZfGU/ikatA15MpVlfDKoKqDtyPlzsUnHOc8813X2a3/594v++BR9mt/+feL/AL4FH1nyDlPOfDPhf4X+HtQGoafLZi68iSBpGblhIxZ24H3jnGfQCtfRV8IaXpk2mjX5Ly0kg+z+VdXG9UiwRsUADjBPv711/wBmt/8An3i/74FV9Qk0vT7SS7vmtLW2jGZJZtqIo9STwKPrPkFjl7mLwZd+Gf8AhHr7WvtdlgKPPlDOEGPkDbemBj1x3qXWl8A6tpkOn3UumiGB1eIIoGzB6DjoRkEdwSK1otZ8NSrK0eoaW6wgNKwlTCAgEEnPA5HPuKNH1nw1rEjR6VqGl3rqWDLBKjkY4PAp/WPILFaW/wDA0zB5jo8jgBQzQqSAOg5FU5n8GXGtx6tdapFcSw7TBFJL+5hI6MqAAbvc5x2xXVfZrf8A594v++BR9mt/+feL/vgUvrPkFjgtO0fwDZaxqmpLqdtK+po6XCShWAV85VcjheTx796t6Bb+CdFk3W2rRSj+z7fTwsrBgIYd2zjHX5zk12X2a3/594v++BR9mt/+feL/AL4FH1nyCxyITwSbDUbObVY7gakQ11JLL87kfd5AAG3Axgdqlv5fCV/o8GnXuuGdrdg8N002LiNx0dXAGG7dORwQRmup+zW//PvF/wB8Co7hLO3heaaO3jjRSzuygKoHJJPYUfWfILHLaofCWoagdQk14x3JhWAPHKvyorbsAMpAycEn/ZHpUbw+C5PEaa9Lq8U10mwqsrK6qyLtDLlcqcHnaRmumubjSbbTv7SnksorPYJPtDsqxhSMhtx4x71WbWPDaiUtf6WoiiWaQmWP5I2+6554U9j0NP6x5BYxNOg8C2NtPBDqUREt093GXmL/AGeVgctFn7mNzYx6mtXRtb8O6bpsNkNeW4EQI82eUs7ZOeT+NWLvVvDlnFDLd6hpVvHOm+F5Zo1Ei8cqSeRyOR61a0+TS9Qthc2LWd1ASQJISrqSOvI4pfWPIViD/hKfD3/QWtv++qP+Ep8Pf9Ba2/76q/8AZrf/AJ94v++BUUwsYWjWVLdGkbagZQNxxnA98A/lR9Z8h8pV/wCEp8Pf9Ba2/wC+qP8AhKfD3/QWtv8AvqoodV0WSa5jHkD7KMzFlAC/nz/SrCXejuqMslkRIMocr8w9qPrPkN05IZ/wlPh7/oLW3/fVL/wlHh7/AKC1t/31UN7qOm2kDzTW21FBP+qBJwcdOv51mXnizQbW5hhktZcTBSr+QABuOBnODR9Z8io0Zy2Rs/8ACUeHv+gtbf8AfVH/AAlHh7/oLW3/AH1UMWpabLcCBbVg5Kg7oMAbs45PX7p6ZqO81fS7S5eCa2O5M5KxKRwAT/MfnR9Z8hezl2LX/CUeHv8AoLW3/fVJ/wAJT4e/6C1t/wB9VmnxJoquVa0ZQMbmKR/L07Zz37CmWfirw/eQvJbxGXY+wqsGTnn0/wB00fWfIr2FTexq/wDCU+Hv+gtbf99Uf8JT4e/6C1t/31UP9o2JmjjTT5HDpvDiFdoGO+elTaRdWWpwGeGzCIGZRvjUZIOD0o+s+RLpySuH/CU+Hv8AoLW3/fVH/CU+Hv8AoLW3/fVX/s1v/wA+8X/fAo+zW/8Az7xf98Cj6z5EWKH/AAlPh7/oLW3/AH1WB8RvEmhT+A9chi1S3eR7GVVUHqSprrvs1v8A8+8X/fArn/iTBAvgDXisEQIsJeQg/ummsRd2sFj48trfbbwtIzFAq5HHtXzBqf8AyErr/rs//oRr6eV82cY/2F/pXzDqf/ISuv8Ars//AKEa65wUHoZwqyqK8j6U8ExxzaBZNLGkhFrAAWUHA8sV9PfBa1n1D4I6dBYS/ZpDcFlYErhVuAWHHqqkfjXzX4LtZIvDenMpVhJZwMO2P3Yr6j+A1xb2XwisLi8nht4o3lLySOFVf3h6k8VlipJxVjSJFb+GfEl94n1KbULi9ispLxpYimoyophHmhUCqeD80Z4wMKB1HOpqPhzxDPp/kpqpd/KtFdTdSx+YY1YSfOvzLuJByOTjmup0vV9M1S2a606/tru3QlWlhkDICOT8w4q6GUgMCCDyCO9cHMyjjfCGg+ItP8U3+oanqYuLSeBY44VuJHVSDwdr9DjgkHn0rH1LwV4lk1u51C31ycwzTu7Wx1CdFdDMWCDBwny7RlfTHQ16PczR28DzSHCIpZjgnAAyeBzVCz13TLtpBBdoyRwJcNJghBGwyG3HjGBnrQpMDhbnwP4obTWjj8SXP2t2HnP9umUSIEQBB12cqx3AZ556mm3vhHxNdWer2EupXc0MlhFb24kueHmbb5zEnqmEXqueXx1rsrfxd4dm0ifVk1a2+x27bZZCcbD2yDzz245GMU7RfFWg61fyWOl6lFdXEcYkdUVuFPQ5xjvT5pdgPMfDnw58R6DqXiC4siGTU7HyY2mnV38wBVLPx1YKDkE98nPFbXwe8F+IPCOp3P28WP2a4jGTb7QMrwo6A568969PopObasAUUUVABRRRQAVhePtEn8R+FL3Rre8W0a5QozNHvVl7owyPlPQ+2a3aKadgOQOka0PAkehLHYve2sEFvHNJyj7EQGUAg7SDuwD6A1iW/gXUbPVvtlgbVLeKArFaSzFg0j7AzFtmVYbMhuRnnAr0qiqU2gPO28CXdy+g2t5fSRWtjok1hcvZsql3ZoSAAyn5cRtzgHpW/wDDrSb/AEfSLyDUSzSzajcTqzurMyM/ylioAyRzgAVo634g0fRZY49Svkt3kjaRVKsxKqQGbgHgbl59xVnSdSstVtTdWFws8QdoywBGGBwQQeQRQ27AW6guJoYnjWRsGR9qcdTgn+lT0hXNSgMTUNU0zT7S5uVBmPWRE5ZvzqvpniSxnsraSO2njjkXIUqPkX1PtW9dWsN1F5c6B064NRRabZxqqxwIoT7vHTnNBonDl1WpiPcaLfR36TRyiOFv37MzAk8Hgg5xyPakj0vwxI8Ext43cooiMhZjtzkYz710SW8aK6qvDklvcmnpGqoEXgAYAFIftGvhb+85y4uNI0mKa8ayMbcM5AyxxkAn0/H1rNn1zQ11S2sTpkrtPsCyMBgZHfJz2/GupuNJsLiBoJrdXjY5YHPJ9/WohoGk+Ysv2KIyKoUMRyB6ZofkXCdNfEmY+p6hpdnYiNtNmkjecoY0GAzL9TyOlVbS68NzWULLpbW0UzM3yjyyDtLkkqc9Ca6Q6JphTYbVCuc4JJ56+tSLpVgro/2WLcmdp2jjIxx+FAKpBK2v3mRpup6ZNaGe3hlUWsaqoZvmKtjA5P8AOq0Ov6VBsMVpMohVioBAHOc9+eVPX610f9n2f/PvGB6BQBQdPs/+faL/AL4FMjmhfYyovEiyxSMlhclkcJsBXJJJA7+1WrbWEn1OSxFvMjxxCR3YAKM9BV1rK3ZpGaMMZMbye+OlD2Ns4cPGGDgBvcDpQS3HsWB0rnviXz8Pte/68Jf/AEE10IGABXPfEz/kn2v/APYPm/8AQTTj8SIPjy0tYhbwszO2FU4J9hXy5qn/ACErr/rs/wD6Ea+pLR/3EA/2F/kK+W9T/wCQldf9dn/9CNendt6kWS2Pqvwj/wAiro//AF4wf+ixX0V8I9Li1j4L2dnIHbLzMgW4khy4c4yyENjPXFfL3hU/8UxpJLN/x5Qk/Mf7gr6l+Auo2en/AAVsNQvrhLe2iE0jySHAADse9Z4mDjBMmnNSbRu+D/AOm6B4UOhxz3zCaIJcMLyXDHknZljsByemOOtL4b8C2mm6DJp811fiWUqJJoL6WNykZIjG4EMPlxn1JPtWpfeLNBtNNl1B74PBCqNIY1LFVf7pwOcH1qLTfGXh/UJNQS3vDnTsi73oV8sg4P8AOuG8jUjfwjZQ6bfW8M1/em5hKeXqGozzx5HKn5mJXnHK81l6l4NvtQ0O/j1O6h1G/uYVijj+aC1t1UggIo3HqASxyTjGQOB19lqFreXFxBbyh5LfZ5ox93coZfzBBq1S5mB4zpvwn1O38LazpTmwjuL1FWGaK4dtuJCxU7ozgEEcjJG0VrfC/wCH+t+F/E8mqahdWc8Uls0O2JmLg5TBJ2gEfKewx75r1Cim6jYBRRRUAFFFFABRXNePNfu9BtrWW1iikMzsrB88YArk/wDhYurf8+lp+taxpSkroVz1GivLv+Fi6t/z6Wn60f8ACxdX/wCfS0/Wq9jILnqNFeXf8LF1b/n0tP1oPxG1b/nztP1o9hILnT+KfCMXiDxPZX97JL9ih0+4tZIoriSJnMjxMOUIyuIzwT3FWfAOh3OgaTdWl1IHaW/nuFIlaQ7HfK5ZuScdf69agt/GWl22k2NxrNylvPdW7zhFRm+RSAzcDoCy/nW5o+qWOr2jXWnziaJZGiY4IKupwVIPQis3e1hlyiiioAKKKKACiiigAooooAKKKKACiiigAooooAK574lf8k/17/rwl/8AQTXQ1zvxM/5J7r//AGD5v/QTVR+JAfIVosYghOB9xf5V8r6p/wAhO6/67P8A+hGvp3SFMNnDGW3HC/yr5i1P/kJXX/XZ/wD0I16SJZ9K+EYp38M6XsVCFs4Rkvj+Ae1fSPw00S9174AW2jWtzFayXJljkd13DaXYED0PvXzv4LBbwnp6qdrGziAPp8gr6U+BOoW3h34FWN9rN6BDaCZpp3PXDse/epxUnyozpRSbZqSfD6eTSdR0yS6tGtbnyEhiRHURpG5LHJYncVOOMDIziq3gr4Yrodzq5urtZrbVYZEkiiLKYt0pfCseTgEDPXIzXR6l478N2Oiz6tLfboIY4pCEQlnEhwm0d8njj0PpTtK8c+G9StLu5tL8OtqhklQoQ4QYy20jOMtt6dQR2rh5pGxP4P0GXRUu3uLkTzXMikkZwqIoRFySSTtAyT1Nb1UtP1O1vrq6trdmMlqU80FcY3oHX9CKu1DAKKKKQBRRRQAUUUUAcR8Wba4ubGwW3glmIkfIjQtjgelee/2Vqf8A0Drv/vy3+Fe84HpRXRTrcsbWFY8G/srU/wDoHXf/AH5b/Cj+ytT/AOgdd/8Aflv8K95oq/rL7Byng39lan/0Drv/AL8t/hR/ZWp/9A67/wC/Lf4V7zRR9ZfYLHn+m+DbfWo9EvdWjLW9rps9rJauGVmMkkbAnB6ARnj3rofAmgy+HdKurOWWOTzb6e4TZnCq75UHJyTjGT60vibxVpPh64jt783JkkgkuAsFu8mI0KhmO0HGC6/nV7w/rFlrdk91YmXZHM8LiWMoyupwwIPNc7bYzQoooqACiiigAooooAKKKKACiiigAooooAKKKKACue+JX/JP9e/68Jf/AEE10Nc98S/+Sfa//wBeE3/oJqo/EgPkCwaFraF49hG1Rkc9q+WNU/5Cd1/12f8A9CNfTukxLb2kMceSCA3518xan/yErr/rs/8A6Ea9JEs+m9FlsbDwbpd3eXHlJ9hg/jxuPljgDua9/wDhybG//Z4sLa/1qLQYbwyqzyzBSyF2BTORng9q+d7dFu/AmkwwS2/nra25w82wgBV3DPJHGe1epfAbwPpOveG5Nd8UJLqVpZzmz0+xedjEn8RJ9eT+NcOOxHs0rb/5Hs5TltLEwqV8RNxpwteyu25OySTaWuureiR3ms2/g2+0LU9Jj+IWmQxXvlKqq4CwqhPIG45Yg4J4yAK1NHuPh/ZPJFceMNMurV7EWjRtc4L5273JzwTsXpjnJ6moz4H8A/8AQlaT/wB9NSHwR4BAyfBWkgf7zV4/9qL+aP4no/U8n/6e/dD/ADNjwp4g8D6HFc/8Vfpc0lxIGY+eAFVVCogySeFAGTya2/8AhPvBX/Q0aV/4ELXGf8IT4B/6EvSf++jSr4I8AcE+CtKK+zGl/aKf2o/iP6nk/wD09+6H+Z2X/CfeCv8AoaNK/wDAhaP+E+8Ff9DRpX/gQtcnd+A/h5G4WLwZpzfKrEtkdRmoR4I8Anp4K0k/8CNOeO5JOMpRv8xRwmTSV17X7of5nZf8J94K/wCho0r/AMCFo/4T7wV/0NGlf+BC1xn/AAhPgHOP+EL0nP8AvGj/AIQnwBx/xRek8/7Rqf7RX80fxH9Tyf8A6e/dD/M7P/hPvBX/AENGlf8AgQtH/CfeCv8AoaNK/wDAha5O18C/DuQuJvBmnJtRnyuT0GahbwR4AH/MlaUB7sap4+yUrxs/UlYTJm2v3unlD/M7L/hPvBX/AENGlf8AgQtH/CfeCv8AoaNK/wDAha43/hB/AP8A0JWlfm1J/wAIT4A4/wCKL0nnp8xqf7Rj/NH8SvqeT/8AT37of5nZ/wDCfeCv+ho0r/wIWj/hPvBX/Q0aV/4ELXGjwR4BP/Ml6T/301TS+BPh0sETx+DNOLvnIOcDBxVRx3Mm1KOnqS8Lkyt/F18of5nWf8J94K/6GjSv/AhaP+E+8Ff9DRpX/gQtcb/whHgH/oStK/NqT/hCPAP/AEJWk/8AfTVP9ox/mj+JX1PJ/wDp790P8zT13VPhzrXiKz1XUfEuj3EdtZzWwt3nBVvMaNtx57eXjHvUngvX/A/hzTLiyTxdpEiy3k1yNswAUO2QvXsO9ZH/AAhPgDn/AIovSeP9o1La+Bfh7JOkcngvTFViBlckirjmPM1FSjr6ieEyZK79r90P8zrv+E+8Ff8AQ0aV/wCBC0f8J94K/wCho0r/AMCFrj5fA/w+V22+C9L2AkZYkGmDwR4BIyvgvSSPUMal5gk7OUfxBYPJn/z9+6H+Z2f/AAn3gr/oaNK/8CFo/wCE+8Ff9DRpX/gQtcZ/whPgD/oS9J/76NH/AAhHgHP/ACJWlf8AfRpf2jH+aP4j+p5N/wBPfuh/memaTq2mavb/AGjS9Qtb2IHBaCUOAffHSrlfPPizTLP4c67pPjLwhHJp0L3sdpqNgkpaGZHzyAen3Tx9CK+hvpXbh6/tUefmuW08LGnWoTcqdS9rq0k47pq7Wl1qnqmFFFFbnjBRRRQAUUUUAFFFFABXPfEr/kn+vf8AXhL/AOgmuhrnviX/AMk+17/rwl/9BNVHdAfIVoym3h24+4v8q+VtU/5Cd1/12f8A9CNfUNiP3cJwSSq9e3Ar5e1T/kJXX/XZ/wD0I16SJZ9PeF7aFvC2lsyZJsYSTk/88xXt/wCz+2z4RSn/AKjD/wAq8W8Kf8inpX/XhD/6LFe4/s5x20vwku0ui4U6nJtKdd3GP615GcRckox3cZfkj6PKJWyvEt/z0v8A28k8axXVxr3hO5tkuGW31YtOY2basZt5RlgDgjdt5Pc1Q+Itw2r6Bp1zbWt5e6dHqB+228UbeZIiFkPy9SA4/rXf/wBn2f8Az0uf/HaP7Ps/+etz+a18PTpYmHK7xvH+8XKpTd9Hr5HzvNovjhrF7cWuqHWzC7G5Dtg2ZtiogD5xv3YAHXcCa9S+GSz22m6mxtrizsJtQkk0+3nUo0cOxAflPKguHIHvXbf2fZ/89Lkf980f2fY5y0t1jPP3a3ryxVeHJ7q+ZEHSg7q/3C6hNtnXn/ljGf8Ax0V5j8N7i1stU1S+MGpWK3tylvDbTxSEnBfErsRy78knsAoNetaxaadLcoYnnGIlB24xjHHXviqf2Cz/AOet1+a08VQrxq1UmrS/vWFRqwdOOj08jxDxzpvii58Taw2l2uo/bZJ2kjukLCNrL7Iq+UG6Z80P8vXJzWd/ZevNeSyWularHYTSr/YMRVwbJ/PjLMw/gBQN17ZHevf/AOz7PtJc/mtH2Cz/AOetzz/u1pGvioxStDT+9/X/AA111E1Sbvr9wljLu84MckWsuf8AvmuO+KZW48MPC1hd3rMSI/IjaTy5Np2syKQWGfrg4Pau/wBJtNNiknMrznMDg7sY2456d8VT/s+z6rLdAds7c1l9XxFOlSleLab6gq1OU5qz6dDz/VJtSvfhXeaVZR3i6tb6fFFLFuPm52qXQPxlimRkdzXn1xpXiJ57l7LTdUjtp5Jv+EeTay/YZDPGdzD/AJZggORn+HI74r6A+wWf/PW5/wDHaP7Ps/8Anrc8/wC7TozxNJOyjq7/ABf1/WhU/ZS3v9x5h8JLXVbPV72S8tby2QWgju2uAQJ7vznJkXP3vkI+YcYIHavSdQuhb6XBcMruFSViqDJOGPAHc1MdPs8f6y5/8dqzqen6Xc6Pb2wkuVyrruQgNgn5uexzV06Vas6k5uKuls/NETqQjyKKe/byZ5FLda5H8Xk8QX1rcf2HFYXEMckT7kiQeWfmQciQvuGMZwB70vxLttXvfFFrPY217MZLe3GnTRBtltMLlWlZ8cLmLIyeo4r0nTdC06wtzDHPevudpHeRwzMxOSSe/wD9arX9n2f/AD1ufzWlL20KqlT5bLRa7rpfz7lKUHC0r6+R8+WWla9G1nJfaRq0unQLCmt2+12a7ugtwGlA6uN7REkcHj0r2n4dDUbfw14etdXdm1CO0gS5LtlvMCjOT3Oepra/s+z/AOetz/47VjTLKwj1CB3kuDhxt3Yxntmqvia9WCfKkmtn/X9WJk6UISsnt2OS+JUD6h4N1iwT7TmVNp+zx+ZJgOCdq5GeAeM1m+AL6ePw+NMls/sFwTcyWiLamANCJCscjL0RiCpI980viH4i+C7DWruz3atIYZWVjHEu3cDzjPvVD/haHgv+7rX/AH6T/Gu98NZ3KLjGjdN3Tue1SyfG1IxqRoTs12OAh0rXVSN7nR9XfTo0VNUt9rlrm72yDzVXqwyQdw45X0re+H2n+JrTxXpzatb332+J5XvrtyTFJbGBBHHu6EhwOOxVj3rov+Fo+C+u3Wc/9c0/xo/4Wh4L6bdZ/wC/Sf411VMkz6cXH6utfP8Ar+rdhR4fxqd/Yz+4l+Nr+Z4Jtz6axa/+z174n3B9K+cfiRr2h+IPhjaXeivcnbrlukyzqAynBx07da+jk+4PpW+BwtXC3o1laUUr/icme05U8vw8JxaanV0e/wBgWiiiu8+TCiiigAooooAKKKKACue+JX/JP9e/68Jf/QTXQ1zvxNG74eeIF9dPmH/jpqo7oD5DtIbc28JCg/KvRj6fWvlTUP8Aj/uP+urfzNfUOiQLaWMECEkYU5PU18vah/x/3H/XVv516jM0fU3hT/kU9K/68If/AEWK9p/Z/bb8JJW/6jD/AMq8X8Jc+FdJH/TjB/6AK7H4Y+Nrfwbok2j+I45F0m/uDdWd3bkSGJwSrKyA5/rXjZ1GXs012kvm1ofU8PU3isJiMLT1qNwkl1ai3e3dq97b2N7xff6vBrHilY77UBYq+lNIUdgYLdpD9oMeOnyZyRzitrwZq9/N4EuIVu5JtUSK7ksllbMzQebILdznk5ULgnrxVP8A4Wp4B/6Dtx/4AyUn/C0vh/vMn9tzbyMFvsD5I+tfFS+tSpqDgtLfaXRWPXWQZhzX9hP/AMAl/kcBLrOt/ZpGXVNc/sn7JJsmEsvmHU/sylYweuPN34X7u7jFdd8P9S8QS+NRFqdzfNef6b/akMjN5USBo/sxVT8q5XOMdctWn/wtXwF/0Hrj/wAAZKB8VPABwH1652+1i9dFWtiakXH2SX/byM1w7mCd/Y1P/AJf5HT/ABU1C20/wxdXF3c3cESww/8AHrJ5cjk4wgb+EE8E8YGa8w0nUNct9d0eGTXby/mEln9meGd3gltiJPtJJ6Pt6Fjz8qetdlqXxa+HM8ySW+tXiAIqEPYuegxmqp+KvgHBH9u3HP8A04yVVWdeE5qEE03vzImnw9mLhHmoTTX9yRF8VNYmkttHu7PULtNLnhnkSaxkYeZMYs2/KdQTyB0JxXE/2v4t34vb7VUut/8AxUKh3C28Pmx7SgHCfLu5X+HNdynxT+H8ahI9cnVVGAFsHAA9Kd/wtTwDx/xPrj/wBkrKjVxNKCh7JO395f1/wfuLnw9mEpX9jP8A8AkdD8KLq8uPCIkvJJ5f3d39neckyPBufymYnkkpt5PNcl8StUv4vFVtHod3qf8Aaoj/AOPeNn2MhSTDIv3WG4DeTyMLitbT/i18OYXla41q9ffE0eEsX/iGM81VPxU8A8hdeuce9jJVt10ozUU3711zLqQuH8xu08PO2mvI/wDIT4S6yzJeQ3Go3M1tNJELI3cjM7yCFTcBd3JAcnI7Vx+r6t4hXWbxft+rKi3twNcCySBbe0F5GISmPufuNxyuCRuNde3xS+H7MrNrcxZfuk2D5FO/4Wr4B4/4n1x/4AyVnGeJjUc/ZrX+8v6/4Jo+HswcVH2E9P7kv8jkfDureJn1zTkub3VTK13D/ZiM77ZrHzZvMZx0b5fL5bnG31r23Vbqa30Zbm3t2uZkimaOFWAMrBjhQTwCTxzXAf8AC1fAP/QeuP8AwBkqzc/Fn4bvZW8MWtXoki3ZZrF8Nk5rWTr1VNuCjporrXVGf+r+Yxcf3E3r/JLsebQ6z4s+w3i6xc65bSi/vDGwZlzdmGExRLsJ+QMZNq9OnU16d401e4k8FwSw3jqI7u2i1aS2chokDDzhleVwcZx0BNUR8VfAP/QeuB/24yU1Pil8P0zs1uZcnJxYOMn1rOrPE1JRfskrdpI0hw9mEU17Cf8A4BL/ACOGtdY8Z/u/JvNWbVS0X9kROzlZrPE253B4Y4C5Lc5CeteifA++vLprnddX11Yb7TyZLt2Z/OMQ88Zbnh8ZHY7hVb/hangH/oPXH/gDJU9h8Wfh5DeRTza5dusbBsLYvk47c1sq2InKKlTSV1rzLujOXDuYKLtQqN/4JHgPxamvY9f1AWkcxX+0GaR4sZx5o4/HmsbSp7hNYuVnlJhUNvZmONxk+QYPQ444r07xBL8NdQ1q7v7bxlfQx3ErSiN9MclSTnGc1QNv8PD18bXJ+ulP/jX61DPMuvGXt+2h+i0qdTnhWaqJpR09nOysrdF3POtdmv11KZLVpvtGF8hFztKbW3HHTrj9KovPd7H8ue7NtsfyW3Nlpti4Gep+bdx9a9U8j4e/9Dvdf+Cp/wDGjyfh7/0O91/4Kn/xolnOWybft/zIr4OVWpKd6iu7/wAOf9f8Muxc0zd/wqWUsMN/wkFpn67Wr7HT7g+lfJPg+107xJeWXhXRdQ/4kkOoJf6lqN2ywBtgwqopOe5/E+1fUv8Ab2h/9BnTf/AqP/Gvl8VWhicZVrU3eLtZ97I+D42qw5qVK/vXnJrqlLlSv2b5W7b2saVFZv8Ab+h/9BrTf/ApP8aP7f0P/oNab/4FJ/jWdmfBmlRWb/b2h/8AQa03/wACk/xo/t/Q/wDoNab/AOBcf+NFmBpUVm/2/of/AEGtN/8AAuP/ABo/t/Q/+g1pv/gUn+NFmBpUVm/2/of/AEGtN/8AApP8aP7e0P8A6DWm/wDgUn+NFmBpVz/xK/5EDXv+vCX/ANBNXv7f0P8A6DWm/wDgUn+NYHxG1vRpPAeuxx6vp7u1jKFVbpCSdv1pxTugPla02+RCQq/dXt7V8oah/wAf9x/11b+dfVNm/wC5hH+yv8hXytqH/H/cf9dW/nXqMzR9SeFjjwvpH/XjB/6LFey/B+1s7jwHaSyWlvIzSy5Z4lYn5z1JFeL+GT/xS+kf9eMH/oAr234LDb8PbJf+mkv/AKGa8/NL+xXqZT01R1X9naf/ANA+z/78L/hR/Z2n/wDQPs/+/C/4VZorwLke2qfzMrf2dp//AED7P/vwv+FH9naf/wBA+z/78L/hVmigPa1P5mVv7O0//oH2f/fhf8KP7O0//oH2f/fhf8Ks0UXD21T+Zlb+ztP/AOgfZ/8Afhf8KP7O0/8A6B9n/wB+F/wqzRQHtan8zK39naf/ANA+z/78L/hR/Z2n/wDQPs/+/C/4VZoouHtqn8zK39naf/0D7P8A78L/AIUf2dp//QPs/wDvwv8AhVmigPbVP5mVv7O0/wD6B9n/AN+F/wAKP7O0/wD6B9n/AN+F/wAKs0UB7ap/Myt/Z2n/APQPs/8Avwv+FH9naf8A9A+z/wC/C/4VZooD2tT+Zlb+ztP/AOgfZ/8Afhf8KP7O0/8A6B9n/wB+F/wqzRRdh7ap/M/vK39naf8A9A+z/wC/C/4Uf2dp/wD0D7P/AL8L/hVmigPa1P5mVv7O0/8A6B9n/wB+F/wo/s7T/wDoH2f/AH4X/CrNFAe1qfzMjtdI0+4cqbG0UAZ/491/wq1/wjul/wDPpaf+Ayf4UtrL5Ilk+UbUJ+Y4H41DpGvrf6KdQFvh0LB4lcZGD1y2O3POK9LDUoSppyRcVdXZL/wjul/8+lp/4DJ/hR/wj2l/8+lp/wCAyf4VjT+MhFoZvpLFoZ1WFmidxgiTptIPPANQXnjloNOluk05WMcqIAZuGDM65HHqh/OtvYU+xXIjoP8AhHtM/wCfS0/8B0/wqtd6NpsG3FjZtn/p3T/Cse08dtNpUt22mgSLMI1RZSVPyFyS23jpit1b46hZQ3HkSQ7hna4weg5x1x9cVlXpQjTbiTONkQ2mj6fO5X7BZqAOv2df8Ktf8I7pv/PrZ/8AgMn+FP09tsj/AEp+rXwstMubxnRBDEz7nBIGBnnFLD0YSp3YoK6If+Ed03/n1s//AAGT/Cj/AIR3Tf8An1s//AZP8K5HTPHl/c6va2LWlsxlUBwrOuJD/DyOMbWHfPHSrWpeLtXtdW+xtp1qjBnURtM5MgHKncEwvHPfrW3sKfYvkR0n/CO6b/z6Wf8A4DL/AIVzvxA0mwtvCeq7bK0z9jkIIgUEHH0rrbO4mktYnuIxFMyAyRhtwVscjPeuf+I7bvCOrH/pyk/lWdSjGKTXdEyirHz7abRBCQq52L29q+T9Q/4/7j/rq386+qbOTMUP+6v8q+VtQ/4/7j/rq3869tmqPp7wx5w8N6UFmGBZw4Hlg4GwV7n8G93/AAgFnuOT5kvOMfxmvCfDTY8OaZ/15xf+gCu58EfENPDdidEutNmvEVmlhaB1DKCclSGwDz0Oa4MfTnVppRVyakW1oe20V5ofi9pyx75NA1OMZ/iki/o1KPi9pu/b/YWp7vTfH/8AFV5H1Ov/ACnPyS7HpVFecD4s2BIA0DUuf9uL/wCKo/4W1YZ/5AGpf99xf/FUfU6/8o/Zy7Ho9FebP8XLBULf8I/qhwOgeIk/+PVC3xj09SN3hvWuT28s9/ZqPqdf+UOSXY9PorzcfFqwxn+wNT/77i/+Kpf+Fs2JP/IA1P8A77i/+Ko+p1/5Q9nLsej0V58nxQtWQMNA1HBGf9ZF/wDFUv8Aws62/wCgBqP/AH8i/wDiqPqVf+UPZy7HoFFef/8ACzrb/oAaj/38i/8AiqP+FnW3/QA1H/v5F/8AFUfUq/8AKHs5dj0CivP/APhZ1t/0ANR/7+Rf/FUf8LOtv+gBqP8A38i/+Ko+pV/5Q9nLsegUV5//AMLOtv8AoAaj/wB/Iv8A4qj/AIWdbf8AQA1H/v5F/wDFUfUq/wDKHs5dj0CivP8A/hZ1t/0ANR/7+Rf/ABVH/Czrb/oAaj/38i/+Ko+pV/5Q9nLsegUV5/8A8LOtv+gBqP8A38i/+Ko/4Wdbf9ADUf8Av5F/8VR9Sr/yh7OXY9Aorz//AIWdbf8AQA1H/v5F/wDFUf8ACzrb/oAaj/38i/8AiqPqVf8AlD2cux37ww3ETQ3Cb426rkgHmiaxsZjJ5lsh80KsgHAcDoCB1rgP+FnW4/5gGo/9/Iv/AIqlHxPt/wDoAaj/AN/Iv/iq7qEKlOHK4M0jdI72TT7CSOZGtxiZlaTk8len0xUP9j6V5ZjNmhQ44JJHAIH5ZP51xP8AwtC3/wCgBqH/AH8i/wDiqT/haFv/ANADUP8Av5F/8VWt5/yP8P8AMq7O4i0jS4rc28dmghJBKZOMgbR+lSRW1taoY7aIRhjk8k5OAO/sBXCf8LQt/wDoAah/38i/+KqOb4pWkYBbQNR5OB+8i/8AiqzqxqTg0oMUrtHo0DbWJp10q3NtLbyZKSoUbHoRivLLz4xabaRh5NB1T5jtVVeIsx9AN1Nn+Mmnw26zN4e1YqegV4Sfy38/hSoRqQhyuDFFSS2O6t/DGl295DdQtcpJCPkxLwDliSfX77Utx4a0+a+N8ZbgXRZmMhYNndgdCMcAACuLi+LunywrLHoeosjDcrCSLkf99URfF7TpFDR6HqLA9CJIuf8Ax6tff/kZV32PT4SY4lQuzlVA3N1PvWJ4/bd4P1f/AK85P5VxT/F/TEmWFtF1ASP91TJFk/8Aj1Zfiz4mxanpE2kWmmy2kt4hjMlxIpwp67QpOT+VRONSaUVETu9LHCWkcogiIlUfKv8AyzHpXyvqQxqNyPSZ/wCZr6rt5I3TETAqp2ceo4xXyrqf/ISuv+uz/wAzXqGzPpnw3EW8OaYVJP8AocPQf7Aq99kY5/djnr8vWk8JEf8ACL6UFxxZQ5HvsFXr2KSa2eOKQxOwwHA6UkMomwUrtMKlfTy+KeLaT+63/fNU49N1MSRSSXYcqV3AEgnGM/1p8+n6mxRY7x9o3Ekv1yelAFpIHVwSG49qRoWLn5sexFaEalY1B5IAyfWorhgdq/xZ49vWk0NFT7O394UfZ2/vCrAFFK7HZFf7O394flSpCQ3Lce1T496MUXCyFjmmjjVdkZwMZ3H/AAp32ib/AJ5x/wDfR/wplBouwsh/2ib/AJ5x/wDfR/wpnmzeb5m1Pu7cbjj69KX8aPxouwsh32ib/nnH/wB9H/CmSSzOF+VFwwbhzzjt0oNFF2FkP+0Tf884/wDvo/4UfaJiD+7j/wC+j/hTaTv1ouwshYpJo4lj2o20AZLHJ/SnefN/zzj/AO+j/hSUUXYWQiSTK7ttQ7iDgseOPpTvPm/55x/99H/CkoouwshGkmaRH2oNueNx5z+FO8+b/nnH/wB9H/CkoouwshJpJpImTai5GMhjx+lO8+bH+rj/AO+j/hSU2RtkbPjO0E4Hei7CyH+fN/zzj/77P+FNilmRcbUbknJc9z9KwZJIZzJMt1IMhjswRwQe/Tv+gqW0uI0u5JlLnfwU3dDn0/EflTuwsjb+0Tf884/++j/hUc8kkijcqKFOeCTmsq/mWWNW3SKFVgeeTlf/AK/6UthH/pTsJHKsHYKTnHP/ANfNK7CyItTdYdStLmXAhCum49FYjgn+VZWm2k9pqT3V2yrbQ5KbmG0bhk7R9fSugdRIhSRQykcgjINVI9NsUcOtuuR0BJIH4UybkVr5kWguwgZg5d0j5BCsxI6c9DVbSreaEWiG3JIcsxMWAuc8hvy4NbWTRk0WA565t5muJtsc8ycFm2MSxB9c9qnvYHe7stsLuFRd77Tnk+pzjHvW1k+tGT60WC5V0OJoYpdzSnMzYDntnrXzLqX/ACEbn/rs/wDM19SgnIr5a1L/AJCNz/12f+ZqkJn1rH8EdFjiSKPxf4zSNFCoq6hGAoHQAeXTv+FK6T/0OXjT/wAGKf8AxuiimIP+FK6T/wBDl40/8GKf/G6P+FK6T/0OXjT/AMGKf/G6KKAD/hSmk/8AQ5eNP/Bin/xulHwW0penjLxqP+4in/xuiigBf+FL6X/0Onjb/wAGSf8Axuj/AIUvpf8A0Onjb/wZJ/8AG6KKAD/hS+l/9Dp42/8ABkn/AMbo/wCFL6X/ANDp42/8GSf/ABuiigA/4Uvpf/Q6eNv/AAZJ/wDG6P8AhS+l/wDQ6eNv/Bkn/wAboooAP+FL6X/0Onjb/wAGSf8Axuj/AIUvpf8A0Onjb/wZJ/8AG6KKAD/hS+l/9Dp42/8ABkn/AMbo/wCFL6X/ANDp42/8GSf/ABuiigA/4Uvpf/Q6eNv/AAZJ/wDG6P8AhS+l/wDQ6eNf/Bkn/wAboooAP+FL6X/0OfjX/wAGSf8Axuj/AIUvpf8A0OfjX/wZJ/8AG6KKAD/hS+l/9Dn41/8ABkn/AMbo/wCFL6X/ANDn41/8GSf/ABuiigA/4Uvpf/Q5+Nf/AAZJ/wDG6P8AhS+l/wDQ5+Nf/Bkn/wAboooAP+FL6X/0OfjX/wAGSf8Axuj/AIUvpf8A0OfjX/wZJ/8AG6KKAG/8KT0jGP8AhMfGmP8AsIx//G6T/hSej5z/AMJh4zz/ANhGP/43RRQAv/CldJ/6HLxp/wCDFP8A43Sj4LaUP+Zy8a/+DFP/AI3RRQAn/ClNI/6HHxp/4MY//jdH/ClNI/6HHxp/4MY//jdFFAB/wpTSP+hx8af+DGP/AON0f8KU0j/ocfGn/gxj/wDjdFFAB/wpTSP+hx8af+DGP/43R/wpTSP+hx8af+DGP/43RRQAf8KU0j/ocfGn/gxj/wDjdVF/Zp8CuA7av4lLNyT9pg6/9+qKKAP/2Q==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AutoShape 12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8286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82108E1-882D-B0F7-1B3C-981BF6B96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8" name="表 3">
            <a:extLst>
              <a:ext uri="{FF2B5EF4-FFF2-40B4-BE49-F238E27FC236}">
                <a16:creationId xmlns:a16="http://schemas.microsoft.com/office/drawing/2014/main" id="{A04133A4-C7A1-C781-A51A-FEE4B21A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967872"/>
              </p:ext>
            </p:extLst>
          </p:nvPr>
        </p:nvGraphicFramePr>
        <p:xfrm>
          <a:off x="827586" y="1106659"/>
          <a:ext cx="8208910" cy="5183272"/>
        </p:xfrm>
        <a:graphic>
          <a:graphicData uri="http://schemas.openxmlformats.org/drawingml/2006/table">
            <a:tbl>
              <a:tblPr firstRow="1" bandRow="1"/>
              <a:tblGrid>
                <a:gridCol w="820891">
                  <a:extLst>
                    <a:ext uri="{9D8B030D-6E8A-4147-A177-3AD203B41FA5}">
                      <a16:colId xmlns:a16="http://schemas.microsoft.com/office/drawing/2014/main" val="399596146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3176075890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2942317153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3364223370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2381735612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3953378977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1586873835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2561362701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1891104148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4255794058"/>
                    </a:ext>
                  </a:extLst>
                </a:gridCol>
              </a:tblGrid>
              <a:tr h="519832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1/23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1/30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2/6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2/13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3/6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3/13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06641"/>
                  </a:ext>
                </a:extLst>
              </a:tr>
              <a:tr h="2175085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723870"/>
                  </a:ext>
                </a:extLst>
              </a:tr>
              <a:tr h="1541429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976632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804B131-6987-E4EA-2C44-06236D4FFE42}"/>
              </a:ext>
            </a:extLst>
          </p:cNvPr>
          <p:cNvSpPr/>
          <p:nvPr/>
        </p:nvSpPr>
        <p:spPr>
          <a:xfrm>
            <a:off x="179514" y="1684083"/>
            <a:ext cx="576064" cy="2088232"/>
          </a:xfrm>
          <a:prstGeom prst="rect">
            <a:avLst/>
          </a:prstGeom>
          <a:noFill/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ス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タ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連携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A5F742-AC10-6419-53C8-8554D9F86739}"/>
              </a:ext>
            </a:extLst>
          </p:cNvPr>
          <p:cNvSpPr/>
          <p:nvPr/>
        </p:nvSpPr>
        <p:spPr>
          <a:xfrm>
            <a:off x="179512" y="4204363"/>
            <a:ext cx="576064" cy="2088232"/>
          </a:xfrm>
          <a:prstGeom prst="rect">
            <a:avLst/>
          </a:prstGeom>
          <a:noFill/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連携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50DBD59F-5F05-A0C1-D751-B541E613B607}"/>
              </a:ext>
            </a:extLst>
          </p:cNvPr>
          <p:cNvSpPr/>
          <p:nvPr/>
        </p:nvSpPr>
        <p:spPr>
          <a:xfrm>
            <a:off x="827584" y="4221088"/>
            <a:ext cx="2880322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設計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D596FC2C-9A94-16EB-5A4A-B5A2E799D22F}"/>
              </a:ext>
            </a:extLst>
          </p:cNvPr>
          <p:cNvSpPr/>
          <p:nvPr/>
        </p:nvSpPr>
        <p:spPr>
          <a:xfrm>
            <a:off x="2483768" y="4632664"/>
            <a:ext cx="2448272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製造・単体テスト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18793B38-C462-AD7B-E7F5-61549C365C0D}"/>
              </a:ext>
            </a:extLst>
          </p:cNvPr>
          <p:cNvSpPr/>
          <p:nvPr/>
        </p:nvSpPr>
        <p:spPr>
          <a:xfrm>
            <a:off x="5220077" y="2221589"/>
            <a:ext cx="1656179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結合テスト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CDBDE210-3987-477B-AF5C-7EF966C14B29}"/>
              </a:ext>
            </a:extLst>
          </p:cNvPr>
          <p:cNvSpPr/>
          <p:nvPr/>
        </p:nvSpPr>
        <p:spPr>
          <a:xfrm>
            <a:off x="4067944" y="5073980"/>
            <a:ext cx="1656186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結合テスト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C074CF5C-716C-FED2-038F-82332488BF58}"/>
              </a:ext>
            </a:extLst>
          </p:cNvPr>
          <p:cNvSpPr/>
          <p:nvPr/>
        </p:nvSpPr>
        <p:spPr>
          <a:xfrm>
            <a:off x="5724128" y="5373215"/>
            <a:ext cx="576064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外結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ST</a:t>
            </a: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D70AF5FC-6213-EEE0-3144-F137620A4FC2}"/>
              </a:ext>
            </a:extLst>
          </p:cNvPr>
          <p:cNvSpPr/>
          <p:nvPr/>
        </p:nvSpPr>
        <p:spPr>
          <a:xfrm>
            <a:off x="6300192" y="5733255"/>
            <a:ext cx="576064" cy="360040"/>
          </a:xfrm>
          <a:prstGeom prst="homePlate">
            <a:avLst/>
          </a:prstGeom>
          <a:solidFill>
            <a:srgbClr val="FF8633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受入</a:t>
            </a:r>
          </a:p>
        </p:txBody>
      </p:sp>
      <p:sp>
        <p:nvSpPr>
          <p:cNvPr id="21" name="タイトル 2">
            <a:extLst>
              <a:ext uri="{FF2B5EF4-FFF2-40B4-BE49-F238E27FC236}">
                <a16:creationId xmlns:a16="http://schemas.microsoft.com/office/drawing/2014/main" id="{87F7CC88-9F8C-B2E4-3123-6E5F959AEAEB}"/>
              </a:ext>
            </a:extLst>
          </p:cNvPr>
          <p:cNvSpPr txBox="1">
            <a:spLocks/>
          </p:cNvSpPr>
          <p:nvPr/>
        </p:nvSpPr>
        <p:spPr bwMode="auto">
          <a:xfrm>
            <a:off x="7172675" y="1301731"/>
            <a:ext cx="1647790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altLang="ja-JP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3/17</a:t>
            </a:r>
            <a:r>
              <a:rPr lang="ja-JP" altLang="en-US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</a:p>
        </p:txBody>
      </p:sp>
      <p:sp>
        <p:nvSpPr>
          <p:cNvPr id="22" name="タイトル 2">
            <a:extLst>
              <a:ext uri="{FF2B5EF4-FFF2-40B4-BE49-F238E27FC236}">
                <a16:creationId xmlns:a16="http://schemas.microsoft.com/office/drawing/2014/main" id="{1265E3E9-5C49-BE1B-0C8B-EA656027F2FD}"/>
              </a:ext>
            </a:extLst>
          </p:cNvPr>
          <p:cNvSpPr txBox="1">
            <a:spLocks/>
          </p:cNvSpPr>
          <p:nvPr/>
        </p:nvSpPr>
        <p:spPr bwMode="auto">
          <a:xfrm>
            <a:off x="6812635" y="5544615"/>
            <a:ext cx="1503778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★システムリリース</a:t>
            </a: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AED803FE-A713-81E2-45D7-4CF5F3DE2DDE}"/>
              </a:ext>
            </a:extLst>
          </p:cNvPr>
          <p:cNvSpPr/>
          <p:nvPr/>
        </p:nvSpPr>
        <p:spPr>
          <a:xfrm>
            <a:off x="2483768" y="1700808"/>
            <a:ext cx="1584156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設計</a:t>
            </a: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34B24A9A-37F9-BCA8-DB01-3DADAED439F0}"/>
              </a:ext>
            </a:extLst>
          </p:cNvPr>
          <p:cNvSpPr/>
          <p:nvPr/>
        </p:nvSpPr>
        <p:spPr>
          <a:xfrm>
            <a:off x="4067944" y="1988840"/>
            <a:ext cx="1224136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製造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単体テスト</a:t>
            </a:r>
          </a:p>
        </p:txBody>
      </p:sp>
      <p:sp>
        <p:nvSpPr>
          <p:cNvPr id="25" name="矢印: 五方向 24">
            <a:extLst>
              <a:ext uri="{FF2B5EF4-FFF2-40B4-BE49-F238E27FC236}">
                <a16:creationId xmlns:a16="http://schemas.microsoft.com/office/drawing/2014/main" id="{D0A7FFCA-EE28-37F8-F9DA-98087552078C}"/>
              </a:ext>
            </a:extLst>
          </p:cNvPr>
          <p:cNvSpPr/>
          <p:nvPr/>
        </p:nvSpPr>
        <p:spPr>
          <a:xfrm>
            <a:off x="6812634" y="2564904"/>
            <a:ext cx="567677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外結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ST</a:t>
            </a: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7435B8F0-D23A-6F2F-AD46-8D4873AE1FAE}"/>
              </a:ext>
            </a:extLst>
          </p:cNvPr>
          <p:cNvSpPr/>
          <p:nvPr/>
        </p:nvSpPr>
        <p:spPr>
          <a:xfrm>
            <a:off x="7380312" y="2924944"/>
            <a:ext cx="576064" cy="360040"/>
          </a:xfrm>
          <a:prstGeom prst="homePlate">
            <a:avLst/>
          </a:prstGeom>
          <a:solidFill>
            <a:srgbClr val="FF8633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受入</a:t>
            </a:r>
          </a:p>
        </p:txBody>
      </p:sp>
      <p:sp>
        <p:nvSpPr>
          <p:cNvPr id="27" name="タイトル 2">
            <a:extLst>
              <a:ext uri="{FF2B5EF4-FFF2-40B4-BE49-F238E27FC236}">
                <a16:creationId xmlns:a16="http://schemas.microsoft.com/office/drawing/2014/main" id="{A6E05B62-5F87-C5D7-EE2C-0072821F7C50}"/>
              </a:ext>
            </a:extLst>
          </p:cNvPr>
          <p:cNvSpPr txBox="1">
            <a:spLocks/>
          </p:cNvSpPr>
          <p:nvPr/>
        </p:nvSpPr>
        <p:spPr bwMode="auto">
          <a:xfrm>
            <a:off x="7812360" y="2376264"/>
            <a:ext cx="1503778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★</a:t>
            </a:r>
            <a:endParaRPr lang="en-US" altLang="ja-JP" sz="1400" b="1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システムリリース</a:t>
            </a: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849C76F1-DC93-D27E-2D43-6EAC73B492DA}"/>
              </a:ext>
            </a:extLst>
          </p:cNvPr>
          <p:cNvSpPr/>
          <p:nvPr/>
        </p:nvSpPr>
        <p:spPr>
          <a:xfrm>
            <a:off x="4103950" y="3501008"/>
            <a:ext cx="1656179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ツール開発</a:t>
            </a: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D802DC39-8A93-9791-5B79-D560B4ACF3C6}"/>
              </a:ext>
            </a:extLst>
          </p:cNvPr>
          <p:cNvSpPr/>
          <p:nvPr/>
        </p:nvSpPr>
        <p:spPr>
          <a:xfrm>
            <a:off x="5724129" y="3501008"/>
            <a:ext cx="792083" cy="360040"/>
          </a:xfrm>
          <a:prstGeom prst="homePlate">
            <a:avLst>
              <a:gd name="adj" fmla="val 23499"/>
            </a:avLst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ツール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テスト</a:t>
            </a: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4E2E79BA-668D-F346-89E4-8FF97E2F2585}"/>
              </a:ext>
            </a:extLst>
          </p:cNvPr>
          <p:cNvSpPr/>
          <p:nvPr/>
        </p:nvSpPr>
        <p:spPr>
          <a:xfrm>
            <a:off x="6732245" y="3501008"/>
            <a:ext cx="1224131" cy="360040"/>
          </a:xfrm>
          <a:prstGeom prst="homePlate">
            <a:avLst>
              <a:gd name="adj" fmla="val 23499"/>
            </a:avLst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マスタ更新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SE</a:t>
            </a: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作業）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0E710081-BBD1-7DC2-2FA3-76CFA67CBC83}"/>
              </a:ext>
            </a:extLst>
          </p:cNvPr>
          <p:cNvCxnSpPr/>
          <p:nvPr/>
        </p:nvCxnSpPr>
        <p:spPr>
          <a:xfrm>
            <a:off x="7164288" y="1297733"/>
            <a:ext cx="0" cy="4982613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32" name="タイトル 2">
            <a:extLst>
              <a:ext uri="{FF2B5EF4-FFF2-40B4-BE49-F238E27FC236}">
                <a16:creationId xmlns:a16="http://schemas.microsoft.com/office/drawing/2014/main" id="{0189FA9C-FF87-990A-05E3-E12CF17DF27F}"/>
              </a:ext>
            </a:extLst>
          </p:cNvPr>
          <p:cNvSpPr txBox="1">
            <a:spLocks/>
          </p:cNvSpPr>
          <p:nvPr/>
        </p:nvSpPr>
        <p:spPr bwMode="auto">
          <a:xfrm>
            <a:off x="9716624" y="1137390"/>
            <a:ext cx="1647790" cy="142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稼働日の変更</a:t>
            </a:r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r>
              <a:rPr lang="en-US" altLang="ja-JP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3/17</a:t>
            </a:r>
            <a:r>
              <a:rPr lang="ja-JP" altLang="en-US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r>
              <a:rPr lang="ja-JP" altLang="en-US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↓</a:t>
            </a:r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r>
              <a:rPr lang="en-US" altLang="ja-JP" sz="1400" b="1" dirty="0">
                <a:solidFill>
                  <a:srgbClr val="FF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3/24</a:t>
            </a:r>
            <a:r>
              <a:rPr lang="ja-JP" altLang="en-US" sz="1400" b="1" dirty="0">
                <a:solidFill>
                  <a:srgbClr val="FF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  <a:endParaRPr lang="en-US" altLang="ja-JP" sz="1400" b="1" dirty="0">
              <a:solidFill>
                <a:srgbClr val="FF0000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endParaRPr lang="ja-JP" altLang="en-US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901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1088A6-A888-ACA9-2A99-3065C8BD5006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３．開発スケジュール</a:t>
            </a:r>
          </a:p>
        </p:txBody>
      </p:sp>
      <p:sp>
        <p:nvSpPr>
          <p:cNvPr id="12" name="スライド番号プレースホルダー 1">
            <a:extLst>
              <a:ext uri="{FF2B5EF4-FFF2-40B4-BE49-F238E27FC236}">
                <a16:creationId xmlns:a16="http://schemas.microsoft.com/office/drawing/2014/main" id="{9B9D99AC-7CA6-CE3E-EBF5-2235DB76A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C713EB0-FB6E-3C81-C834-EB86EDE68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23748"/>
              </p:ext>
            </p:extLst>
          </p:nvPr>
        </p:nvGraphicFramePr>
        <p:xfrm>
          <a:off x="827586" y="1106659"/>
          <a:ext cx="7410340" cy="3735318"/>
        </p:xfrm>
        <a:graphic>
          <a:graphicData uri="http://schemas.openxmlformats.org/drawingml/2006/table">
            <a:tbl>
              <a:tblPr firstRow="1" bandRow="1"/>
              <a:tblGrid>
                <a:gridCol w="712470">
                  <a:extLst>
                    <a:ext uri="{9D8B030D-6E8A-4147-A177-3AD203B41FA5}">
                      <a16:colId xmlns:a16="http://schemas.microsoft.com/office/drawing/2014/main" val="2381735612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3953378977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1586873835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561362701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1891104148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4255794058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1848765550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1978295502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662342819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3674085960"/>
                    </a:ext>
                  </a:extLst>
                </a:gridCol>
                <a:gridCol w="547260">
                  <a:extLst>
                    <a:ext uri="{9D8B030D-6E8A-4147-A177-3AD203B41FA5}">
                      <a16:colId xmlns:a16="http://schemas.microsoft.com/office/drawing/2014/main" val="3189327858"/>
                    </a:ext>
                  </a:extLst>
                </a:gridCol>
              </a:tblGrid>
              <a:tr h="565123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3/6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3/13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4/10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4/17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4/24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5/1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06641"/>
                  </a:ext>
                </a:extLst>
              </a:tr>
              <a:tr h="3170195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635911"/>
                  </a:ext>
                </a:extLst>
              </a:tr>
            </a:tbl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1386200-874E-C011-8CC5-EE1A10325F6A}"/>
              </a:ext>
            </a:extLst>
          </p:cNvPr>
          <p:cNvSpPr/>
          <p:nvPr/>
        </p:nvSpPr>
        <p:spPr>
          <a:xfrm>
            <a:off x="179514" y="1844824"/>
            <a:ext cx="576064" cy="2592287"/>
          </a:xfrm>
          <a:prstGeom prst="rect">
            <a:avLst/>
          </a:prstGeom>
          <a:noFill/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ＢＯ画面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0A83764B-7E97-2965-33A3-23FEBF2FF826}"/>
              </a:ext>
            </a:extLst>
          </p:cNvPr>
          <p:cNvSpPr/>
          <p:nvPr/>
        </p:nvSpPr>
        <p:spPr>
          <a:xfrm>
            <a:off x="4980509" y="3058957"/>
            <a:ext cx="1440154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結合テスト</a:t>
            </a:r>
          </a:p>
        </p:txBody>
      </p:sp>
      <p:sp>
        <p:nvSpPr>
          <p:cNvPr id="10" name="タイトル 2">
            <a:extLst>
              <a:ext uri="{FF2B5EF4-FFF2-40B4-BE49-F238E27FC236}">
                <a16:creationId xmlns:a16="http://schemas.microsoft.com/office/drawing/2014/main" id="{66E749EE-85A8-12B7-1C43-62400377500C}"/>
              </a:ext>
            </a:extLst>
          </p:cNvPr>
          <p:cNvSpPr txBox="1">
            <a:spLocks/>
          </p:cNvSpPr>
          <p:nvPr/>
        </p:nvSpPr>
        <p:spPr bwMode="auto">
          <a:xfrm>
            <a:off x="3607837" y="1300618"/>
            <a:ext cx="1838928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altLang="ja-JP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3/17</a:t>
            </a:r>
            <a:r>
              <a:rPr lang="ja-JP" altLang="en-US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5D9ABD7-348D-B149-2A64-BDB484409F80}"/>
              </a:ext>
            </a:extLst>
          </p:cNvPr>
          <p:cNvSpPr/>
          <p:nvPr/>
        </p:nvSpPr>
        <p:spPr>
          <a:xfrm>
            <a:off x="895209" y="2157520"/>
            <a:ext cx="2160242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設計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E84BC035-48B5-DCB4-272F-7FF62874338E}"/>
              </a:ext>
            </a:extLst>
          </p:cNvPr>
          <p:cNvSpPr/>
          <p:nvPr/>
        </p:nvSpPr>
        <p:spPr>
          <a:xfrm>
            <a:off x="2847887" y="2698917"/>
            <a:ext cx="2096618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製造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単体</a:t>
            </a: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97D670B6-FCB9-54EA-E8E2-C748D03A7538}"/>
              </a:ext>
            </a:extLst>
          </p:cNvPr>
          <p:cNvSpPr/>
          <p:nvPr/>
        </p:nvSpPr>
        <p:spPr>
          <a:xfrm>
            <a:off x="6624688" y="3483637"/>
            <a:ext cx="360036" cy="360040"/>
          </a:xfrm>
          <a:prstGeom prst="homePlate">
            <a:avLst>
              <a:gd name="adj" fmla="val 30124"/>
            </a:avLst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D8F9FF16-5789-6348-28C0-5C7805B47AB8}"/>
              </a:ext>
            </a:extLst>
          </p:cNvPr>
          <p:cNvSpPr/>
          <p:nvPr/>
        </p:nvSpPr>
        <p:spPr>
          <a:xfrm>
            <a:off x="7003806" y="3911770"/>
            <a:ext cx="360037" cy="360040"/>
          </a:xfrm>
          <a:prstGeom prst="homePlate">
            <a:avLst/>
          </a:prstGeom>
          <a:solidFill>
            <a:srgbClr val="FF8633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受入</a:t>
            </a:r>
          </a:p>
        </p:txBody>
      </p:sp>
      <p:sp>
        <p:nvSpPr>
          <p:cNvPr id="22" name="タイトル 2">
            <a:extLst>
              <a:ext uri="{FF2B5EF4-FFF2-40B4-BE49-F238E27FC236}">
                <a16:creationId xmlns:a16="http://schemas.microsoft.com/office/drawing/2014/main" id="{F28B8277-72B9-3736-827E-CE02E2B69AF4}"/>
              </a:ext>
            </a:extLst>
          </p:cNvPr>
          <p:cNvSpPr txBox="1">
            <a:spLocks/>
          </p:cNvSpPr>
          <p:nvPr/>
        </p:nvSpPr>
        <p:spPr bwMode="auto">
          <a:xfrm>
            <a:off x="5986910" y="4327392"/>
            <a:ext cx="1725449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/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★</a:t>
            </a:r>
            <a:endParaRPr lang="en-US" altLang="ja-JP" sz="1400" b="1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r"/>
            <a:r>
              <a:rPr lang="ja-JP" altLang="en-US" sz="1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システムリリース</a:t>
            </a:r>
          </a:p>
        </p:txBody>
      </p:sp>
      <p:sp>
        <p:nvSpPr>
          <p:cNvPr id="23" name="タイトル 2">
            <a:extLst>
              <a:ext uri="{FF2B5EF4-FFF2-40B4-BE49-F238E27FC236}">
                <a16:creationId xmlns:a16="http://schemas.microsoft.com/office/drawing/2014/main" id="{19E45F8D-0460-008A-47A5-8B947BAEE9E7}"/>
              </a:ext>
            </a:extLst>
          </p:cNvPr>
          <p:cNvSpPr txBox="1">
            <a:spLocks/>
          </p:cNvSpPr>
          <p:nvPr/>
        </p:nvSpPr>
        <p:spPr bwMode="auto">
          <a:xfrm>
            <a:off x="6397056" y="3418997"/>
            <a:ext cx="576061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/>
            <a:r>
              <a:rPr lang="ja-JP" altLang="en-US" sz="1000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外結</a:t>
            </a:r>
            <a:endParaRPr lang="en-US" altLang="ja-JP" sz="1000" dirty="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r"/>
            <a:r>
              <a:rPr lang="en-US" altLang="ja-JP" sz="1000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8D90111-1E71-2A4C-E2FC-16C9FD1479A7}"/>
              </a:ext>
            </a:extLst>
          </p:cNvPr>
          <p:cNvCxnSpPr>
            <a:cxnSpLocks/>
          </p:cNvCxnSpPr>
          <p:nvPr/>
        </p:nvCxnSpPr>
        <p:spPr>
          <a:xfrm>
            <a:off x="3684359" y="1684430"/>
            <a:ext cx="0" cy="3157547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81502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1088A6-A888-ACA9-2A99-3065C8BD5006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４．役割分担</a:t>
            </a:r>
          </a:p>
        </p:txBody>
      </p:sp>
      <p:sp>
        <p:nvSpPr>
          <p:cNvPr id="12" name="スライド番号プレースホルダー 1">
            <a:extLst>
              <a:ext uri="{FF2B5EF4-FFF2-40B4-BE49-F238E27FC236}">
                <a16:creationId xmlns:a16="http://schemas.microsoft.com/office/drawing/2014/main" id="{9B9D99AC-7CA6-CE3E-EBF5-2235DB76A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5AD4A790-0FBB-9459-9A41-1AE7BD623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741398"/>
              </p:ext>
            </p:extLst>
          </p:nvPr>
        </p:nvGraphicFramePr>
        <p:xfrm>
          <a:off x="301308" y="947584"/>
          <a:ext cx="11488357" cy="5400594"/>
        </p:xfrm>
        <a:graphic>
          <a:graphicData uri="http://schemas.openxmlformats.org/drawingml/2006/table">
            <a:tbl>
              <a:tblPr firstRow="1" bandRow="1"/>
              <a:tblGrid>
                <a:gridCol w="150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1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6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8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8142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作業工程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作業工程の定義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作業内容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担当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納品物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32">
                <a:tc vMerge="1"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9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カスミ</a:t>
                      </a:r>
                      <a:endParaRPr kumimoji="1" lang="en-US" altLang="ja-JP" sz="9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9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ダイソー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ｳﾞｨﾝｸｽ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68"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設計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・機能要件のシステム設計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画面、外部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I/F</a:t>
                      </a: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概要設計、データ設計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外部設計書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外部設計書の承認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68"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・実現内容の詳細化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画面、外部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I/F</a:t>
                      </a: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詳細設計、ﾃﾞｰﾀ項目定義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 err="1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8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製造・</a:t>
                      </a:r>
                      <a:b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</a:b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単体テスト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93663" indent="-93663">
                        <a:buFont typeface="Arial" pitchFamily="34" charset="0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・ソフトウェアの製造。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93663" indent="-93663">
                        <a:spcBef>
                          <a:spcPts val="600"/>
                        </a:spcBef>
                        <a:buFont typeface="Arial" pitchFamily="34" charset="0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・単体での機能ﾃｽﾄの実施。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プログラミング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 err="1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1" indent="0" algn="l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プログラムモジュール 一式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単体テストの実施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 err="1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88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結合テスト計画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・結合テスト計画の作成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テスト計画の作成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48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・結合テスト計画を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元にテスト仕様の作成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・結合テストの実施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結合テスト仕様書作成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36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8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外結・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・システムテスト計画の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システムテスト計画の作成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システムテスト計画書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システムテスト計画書の承認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488"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外結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・システムテスト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・結合テスト計画を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元にテスト仕様の作成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・結合テストの実施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システムテスト仕様書作成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結果報告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システムテスト結果報告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488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受入テスト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・受入テストの実施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受入テストの実施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087573"/>
                  </a:ext>
                </a:extLst>
              </a:tr>
              <a:tr h="42166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パイロット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導入支援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・パイロット店舗への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リリース作業を実施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リリース作業・システムフォロー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（ヴィンクス事務所にて実施）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店舗立ち合い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ja-JP" altLang="en-US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53975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4.xml><?xml version="1.0" encoding="utf-8"?>
<a:theme xmlns:a="http://schemas.openxmlformats.org/drawingml/2006/main" name="1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38100">
          <a:solidFill>
            <a:schemeClr val="bg1">
              <a:lumMod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8.xml><?xml version="1.0" encoding="utf-8"?>
<a:theme xmlns:a="http://schemas.openxmlformats.org/drawingml/2006/main" name="4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11.xml><?xml version="1.0" encoding="utf-8"?>
<a:theme xmlns:a="http://schemas.openxmlformats.org/drawingml/2006/main" name="4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1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DF7892E0-C18B-43A3-9FF1-7B635C9C2CC5}"/>
</file>

<file path=customXml/itemProps2.xml><?xml version="1.0" encoding="utf-8"?>
<ds:datastoreItem xmlns:ds="http://schemas.openxmlformats.org/officeDocument/2006/customXml" ds:itemID="{9AF339C6-F9A4-4486-BC6D-92B0B65C6F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19E088-6CBC-44AA-BBED-A9D6AFC8DFBE}">
  <ds:schemaRefs>
    <ds:schemaRef ds:uri="2add1b97-fac6-48c1-b746-6b6f29527823"/>
    <ds:schemaRef ds:uri="8b9e93a1-5a58-490d-962c-bcc2b41eec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746</Words>
  <Application>Microsoft Office PowerPoint</Application>
  <PresentationFormat>ワイド画面</PresentationFormat>
  <Paragraphs>348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18</vt:i4>
      </vt:variant>
      <vt:variant>
        <vt:lpstr>テーマ</vt:lpstr>
      </vt:variant>
      <vt:variant>
        <vt:i4>11</vt:i4>
      </vt:variant>
      <vt:variant>
        <vt:lpstr>スライド タイトル</vt:lpstr>
      </vt:variant>
      <vt:variant>
        <vt:i4>6</vt:i4>
      </vt:variant>
    </vt:vector>
  </HeadingPairs>
  <TitlesOfParts>
    <vt:vector size="35" baseType="lpstr">
      <vt:lpstr>BIZ UDゴシック</vt:lpstr>
      <vt:lpstr>Brooklyn Heavy</vt:lpstr>
      <vt:lpstr>Brooklyn Normal</vt:lpstr>
      <vt:lpstr>HGPｺﾞｼｯｸE</vt:lpstr>
      <vt:lpstr>Meiryo UI</vt:lpstr>
      <vt:lpstr>Microsoft JhengHei</vt:lpstr>
      <vt:lpstr>ＭＳ Ｐゴシック</vt:lpstr>
      <vt:lpstr>UD デジタル 教科書体 NK-B</vt:lpstr>
      <vt:lpstr>UD デジタル 教科書体 NP-B</vt:lpstr>
      <vt:lpstr>メイリオ</vt:lpstr>
      <vt:lpstr>源ノ角ゴシック JP</vt:lpstr>
      <vt:lpstr>游ゴシック</vt:lpstr>
      <vt:lpstr>游ゴシック Light</vt:lpstr>
      <vt:lpstr>Arial</vt:lpstr>
      <vt:lpstr>Gisha</vt:lpstr>
      <vt:lpstr>Times New Roman</vt:lpstr>
      <vt:lpstr>Verdana</vt:lpstr>
      <vt:lpstr>Wingdings</vt:lpstr>
      <vt:lpstr>Profile</vt:lpstr>
      <vt:lpstr>デザインの設定</vt:lpstr>
      <vt:lpstr>1_agetech201505</vt:lpstr>
      <vt:lpstr>1_Profile</vt:lpstr>
      <vt:lpstr>2_Profile</vt:lpstr>
      <vt:lpstr>3_Profile</vt:lpstr>
      <vt:lpstr>3_agetech201505</vt:lpstr>
      <vt:lpstr>4_Profile</vt:lpstr>
      <vt:lpstr>5_Profile</vt:lpstr>
      <vt:lpstr>2_agetech201505</vt:lpstr>
      <vt:lpstr>4_agetech201505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KTC</dc:creator>
  <cp:lastModifiedBy>安藤　元一</cp:lastModifiedBy>
  <cp:revision>22</cp:revision>
  <cp:lastPrinted>2023-01-30T13:08:53Z</cp:lastPrinted>
  <dcterms:created xsi:type="dcterms:W3CDTF">2007-12-20T05:04:33Z</dcterms:created>
  <dcterms:modified xsi:type="dcterms:W3CDTF">2023-02-16T03:36:30Z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