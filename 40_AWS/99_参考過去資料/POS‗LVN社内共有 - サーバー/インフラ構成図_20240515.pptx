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54C6E-2FA8-473B-AB61-534E37B94C4A}" v="31" dt="2024-05-15T05:40:43.301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26" Type="http://schemas.openxmlformats.org/officeDocument/2006/relationships/image" Target="../media/image34.png"/><Relationship Id="rId3" Type="http://schemas.openxmlformats.org/officeDocument/2006/relationships/image" Target="../media/image7.svg"/><Relationship Id="rId21" Type="http://schemas.openxmlformats.org/officeDocument/2006/relationships/image" Target="../media/image27.svg"/><Relationship Id="rId34" Type="http://schemas.openxmlformats.org/officeDocument/2006/relationships/image" Target="../media/image42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9.svg"/><Relationship Id="rId28" Type="http://schemas.openxmlformats.org/officeDocument/2006/relationships/image" Target="../media/image36.png"/><Relationship Id="rId10" Type="http://schemas.openxmlformats.org/officeDocument/2006/relationships/image" Target="../media/image14.png"/><Relationship Id="rId19" Type="http://schemas.openxmlformats.org/officeDocument/2006/relationships/image" Target="../media/image25.svg"/><Relationship Id="rId31" Type="http://schemas.openxmlformats.org/officeDocument/2006/relationships/image" Target="../media/image3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8343034" y="227086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391" y="2548584"/>
            <a:ext cx="8579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ja-JP" sz="900" dirty="0" err="1">
                <a:latin typeface="Arial" panose="020B0604020202020204" pitchFamily="34" charset="0"/>
                <a:cs typeface="Arial" panose="020B0604020202020204" pitchFamily="34" charset="0"/>
              </a:rPr>
              <a:t>Luvina</a:t>
            </a:r>
            <a:r>
              <a:rPr lang="en-US" altLang="ja-JP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6D708D0-D8D8-20B3-AEE5-CDEB3EC53AD2}"/>
              </a:ext>
            </a:extLst>
          </p:cNvPr>
          <p:cNvGrpSpPr/>
          <p:nvPr/>
        </p:nvGrpSpPr>
        <p:grpSpPr>
          <a:xfrm>
            <a:off x="3428320" y="944713"/>
            <a:ext cx="1440000" cy="792000"/>
            <a:chOff x="7890000" y="1720961"/>
            <a:chExt cx="1440000" cy="792000"/>
          </a:xfrm>
        </p:grpSpPr>
        <p:pic>
          <p:nvPicPr>
            <p:cNvPr id="45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99FB1E8-E3A0-EACC-110E-A0048A398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48" name="Rectangle 77">
              <a:extLst>
                <a:ext uri="{FF2B5EF4-FFF2-40B4-BE49-F238E27FC236}">
                  <a16:creationId xmlns:a16="http://schemas.microsoft.com/office/drawing/2014/main" id="{C8061041-2633-1197-C765-2B8DFEFF151D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カスミ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51" name="Graphic 78" descr="Corporate data center group icon. ">
              <a:extLst>
                <a:ext uri="{FF2B5EF4-FFF2-40B4-BE49-F238E27FC236}">
                  <a16:creationId xmlns:a16="http://schemas.microsoft.com/office/drawing/2014/main" id="{B394DCF5-59DF-3FCC-869C-8BF21984C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5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0352FE-0D34-902C-8D6F-5B2A08EA8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5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6EB681F-D151-E129-96DD-7F5A281C4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cxnSpLocks/>
            <a:stCxn id="44" idx="2"/>
            <a:endCxn id="46" idx="3"/>
          </p:cNvCxnSpPr>
          <p:nvPr/>
        </p:nvCxnSpPr>
        <p:spPr>
          <a:xfrm rot="5400000">
            <a:off x="7517930" y="2881521"/>
            <a:ext cx="1099530" cy="895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29370C4-FD3D-954F-8F0F-C755F04EEDBE}"/>
              </a:ext>
            </a:extLst>
          </p:cNvPr>
          <p:cNvGrpSpPr/>
          <p:nvPr/>
        </p:nvGrpSpPr>
        <p:grpSpPr>
          <a:xfrm>
            <a:off x="4955913" y="940357"/>
            <a:ext cx="1440000" cy="792000"/>
            <a:chOff x="7890000" y="1720961"/>
            <a:chExt cx="1440000" cy="792000"/>
          </a:xfrm>
        </p:grpSpPr>
        <p:pic>
          <p:nvPicPr>
            <p:cNvPr id="2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D04D12C-A054-4FE3-3E2B-FDA81D5F1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23" name="Rectangle 77">
              <a:extLst>
                <a:ext uri="{FF2B5EF4-FFF2-40B4-BE49-F238E27FC236}">
                  <a16:creationId xmlns:a16="http://schemas.microsoft.com/office/drawing/2014/main" id="{C91CED3D-7688-F720-1423-66504EA9655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ja-JP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MV</a:t>
              </a: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関東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24" name="Graphic 78" descr="Corporate data center group icon. ">
              <a:extLst>
                <a:ext uri="{FF2B5EF4-FFF2-40B4-BE49-F238E27FC236}">
                  <a16:creationId xmlns:a16="http://schemas.microsoft.com/office/drawing/2014/main" id="{5433AD2D-B88B-F5A7-33F8-4B78A143A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27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05C25B0B-9318-F2DF-9E72-6E4DF13DF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2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734B88-F555-1559-4EA5-64B5FB825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DD50762-4E81-C8B1-9178-009D38AC7E43}"/>
              </a:ext>
            </a:extLst>
          </p:cNvPr>
          <p:cNvGrpSpPr/>
          <p:nvPr/>
        </p:nvGrpSpPr>
        <p:grpSpPr>
          <a:xfrm>
            <a:off x="6445233" y="944713"/>
            <a:ext cx="1440000" cy="792000"/>
            <a:chOff x="7890000" y="1720961"/>
            <a:chExt cx="1440000" cy="792000"/>
          </a:xfrm>
        </p:grpSpPr>
        <p:pic>
          <p:nvPicPr>
            <p:cNvPr id="30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6519EEB-FA1F-BBC9-720B-F3260E1BE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1" name="Rectangle 77">
              <a:extLst>
                <a:ext uri="{FF2B5EF4-FFF2-40B4-BE49-F238E27FC236}">
                  <a16:creationId xmlns:a16="http://schemas.microsoft.com/office/drawing/2014/main" id="{B2576347-2C3C-FFAA-61D5-E93F95704D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マルエツ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32" name="Graphic 78" descr="Corporate data center group icon. ">
              <a:extLst>
                <a:ext uri="{FF2B5EF4-FFF2-40B4-BE49-F238E27FC236}">
                  <a16:creationId xmlns:a16="http://schemas.microsoft.com/office/drawing/2014/main" id="{7DE3F5EE-C742-C34F-C798-F87611F8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3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6FBD6E14-4D63-E44C-7836-387E38F1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34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F2A937A2-A410-FE28-0BE4-5FBA97CF4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A8C35DD-CC3E-28F6-5D9E-13AE139C7C50}"/>
              </a:ext>
            </a:extLst>
          </p:cNvPr>
          <p:cNvGrpSpPr/>
          <p:nvPr/>
        </p:nvGrpSpPr>
        <p:grpSpPr>
          <a:xfrm>
            <a:off x="7934553" y="944713"/>
            <a:ext cx="1440000" cy="792000"/>
            <a:chOff x="7890000" y="1720961"/>
            <a:chExt cx="1440000" cy="792000"/>
          </a:xfrm>
        </p:grpSpPr>
        <p:pic>
          <p:nvPicPr>
            <p:cNvPr id="3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EFC28D95-EB2F-F04B-FC4A-B6C21156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9" name="Rectangle 77">
              <a:extLst>
                <a:ext uri="{FF2B5EF4-FFF2-40B4-BE49-F238E27FC236}">
                  <a16:creationId xmlns:a16="http://schemas.microsoft.com/office/drawing/2014/main" id="{8151C71B-2F0D-E617-B4B9-EAB7248F6C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いなげや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40" name="Graphic 78" descr="Corporate data center group icon. ">
              <a:extLst>
                <a:ext uri="{FF2B5EF4-FFF2-40B4-BE49-F238E27FC236}">
                  <a16:creationId xmlns:a16="http://schemas.microsoft.com/office/drawing/2014/main" id="{87C42DC6-6C20-4DD4-5AA2-6C075C1C6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4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731B4E2-DEDB-3DC9-73EA-08338A4FC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4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964A760-8465-D5E1-60D2-4F529CA4A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46" name="Graphic 20">
            <a:extLst>
              <a:ext uri="{FF2B5EF4-FFF2-40B4-BE49-F238E27FC236}">
                <a16:creationId xmlns:a16="http://schemas.microsoft.com/office/drawing/2014/main" id="{4C0973B9-95EE-484E-1C72-BE3D346E0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7332034" y="3734946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1">
            <a:extLst>
              <a:ext uri="{FF2B5EF4-FFF2-40B4-BE49-F238E27FC236}">
                <a16:creationId xmlns:a16="http://schemas.microsoft.com/office/drawing/2014/main" id="{A4FAD65D-3B7B-FD20-0AAF-22209692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824" y="4008972"/>
            <a:ext cx="2292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Site-to-Site VPN</a:t>
            </a:r>
          </a:p>
        </p:txBody>
      </p:sp>
      <p:pic>
        <p:nvPicPr>
          <p:cNvPr id="68" name="Graphic 18">
            <a:extLst>
              <a:ext uri="{FF2B5EF4-FFF2-40B4-BE49-F238E27FC236}">
                <a16:creationId xmlns:a16="http://schemas.microsoft.com/office/drawing/2014/main" id="{82DBE83F-650E-6E2F-AC97-CC6CD72D2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1746758" y="121171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C77CF182-9E76-A2B1-9057-66EC62E5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633" y="197212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Direct Connect</a:t>
            </a:r>
          </a:p>
        </p:txBody>
      </p:sp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F4E982-0C85-4277-B7C6-E88A572C5651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</Words>
  <Application>Microsoft Office PowerPoint</Application>
  <PresentationFormat>A4 210 x 297 mm</PresentationFormat>
  <Paragraphs>80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2024-05-15T05:40:47Z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