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86" r:id="rId5"/>
    <p:sldId id="388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98" r:id="rId16"/>
    <p:sldId id="402" r:id="rId17"/>
    <p:sldId id="400" r:id="rId18"/>
    <p:sldId id="401" r:id="rId19"/>
    <p:sldId id="385" r:id="rId20"/>
    <p:sldId id="387" r:id="rId21"/>
    <p:sldId id="382" r:id="rId22"/>
    <p:sldId id="384" r:id="rId23"/>
    <p:sldId id="383" r:id="rId24"/>
    <p:sldId id="381" r:id="rId25"/>
  </p:sldIdLst>
  <p:sldSz cx="9906000" cy="6858000" type="A4"/>
  <p:notesSz cx="10234613" cy="71040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作成者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3120"/>
    <a:srgbClr val="FFE1E1"/>
    <a:srgbClr val="D8F8D8"/>
    <a:srgbClr val="00744D"/>
    <a:srgbClr val="86D0ED"/>
    <a:srgbClr val="E60012"/>
    <a:srgbClr val="40B172"/>
    <a:srgbClr val="F2DCDB"/>
    <a:srgbClr val="C00000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間スタイル 4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3120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yohara" userId="97cc6578-a8e5-494a-bf9e-9f550a3dbfc5" providerId="ADAL" clId="{14C854FC-A896-4311-A63F-359F51EC09EE}"/>
    <pc:docChg chg="undo custSel mod addSld delSld modSld sldOrd">
      <pc:chgData name="kiyohara" userId="97cc6578-a8e5-494a-bf9e-9f550a3dbfc5" providerId="ADAL" clId="{14C854FC-A896-4311-A63F-359F51EC09EE}" dt="2025-03-30T17:14:46.204" v="3917" actId="1076"/>
      <pc:docMkLst>
        <pc:docMk/>
      </pc:docMkLst>
      <pc:sldChg chg="ord">
        <pc:chgData name="kiyohara" userId="97cc6578-a8e5-494a-bf9e-9f550a3dbfc5" providerId="ADAL" clId="{14C854FC-A896-4311-A63F-359F51EC09EE}" dt="2025-03-26T19:41:08.804" v="962"/>
        <pc:sldMkLst>
          <pc:docMk/>
          <pc:sldMk cId="2032911053" sldId="382"/>
        </pc:sldMkLst>
      </pc:sldChg>
      <pc:sldChg chg="addSp delSp modSp new mod">
        <pc:chgData name="kiyohara" userId="97cc6578-a8e5-494a-bf9e-9f550a3dbfc5" providerId="ADAL" clId="{14C854FC-A896-4311-A63F-359F51EC09EE}" dt="2025-03-28T04:06:23.130" v="1432" actId="6549"/>
        <pc:sldMkLst>
          <pc:docMk/>
          <pc:sldMk cId="114373728" sldId="386"/>
        </pc:sldMkLst>
        <pc:spChg chg="mod">
          <ac:chgData name="kiyohara" userId="97cc6578-a8e5-494a-bf9e-9f550a3dbfc5" providerId="ADAL" clId="{14C854FC-A896-4311-A63F-359F51EC09EE}" dt="2025-03-26T19:27:39.911" v="715" actId="20577"/>
          <ac:spMkLst>
            <pc:docMk/>
            <pc:sldMk cId="114373728" sldId="386"/>
            <ac:spMk id="2" creationId="{F05F16EB-D5B3-3320-2AEF-9222751919C9}"/>
          </ac:spMkLst>
        </pc:spChg>
        <pc:spChg chg="add mod">
          <ac:chgData name="kiyohara" userId="97cc6578-a8e5-494a-bf9e-9f550a3dbfc5" providerId="ADAL" clId="{14C854FC-A896-4311-A63F-359F51EC09EE}" dt="2025-03-26T19:33:22.693" v="829" actId="552"/>
          <ac:spMkLst>
            <pc:docMk/>
            <pc:sldMk cId="114373728" sldId="386"/>
            <ac:spMk id="3" creationId="{1788F705-60BF-413E-4268-F846367680A4}"/>
          </ac:spMkLst>
        </pc:spChg>
        <pc:spChg chg="add mod">
          <ac:chgData name="kiyohara" userId="97cc6578-a8e5-494a-bf9e-9f550a3dbfc5" providerId="ADAL" clId="{14C854FC-A896-4311-A63F-359F51EC09EE}" dt="2025-03-26T19:33:22.693" v="829" actId="552"/>
          <ac:spMkLst>
            <pc:docMk/>
            <pc:sldMk cId="114373728" sldId="386"/>
            <ac:spMk id="4" creationId="{C8DF061D-C54C-AD05-4BAA-4EBF8452038B}"/>
          </ac:spMkLst>
        </pc:spChg>
        <pc:spChg chg="add mod">
          <ac:chgData name="kiyohara" userId="97cc6578-a8e5-494a-bf9e-9f550a3dbfc5" providerId="ADAL" clId="{14C854FC-A896-4311-A63F-359F51EC09EE}" dt="2025-03-26T19:33:22.693" v="829" actId="552"/>
          <ac:spMkLst>
            <pc:docMk/>
            <pc:sldMk cId="114373728" sldId="386"/>
            <ac:spMk id="5" creationId="{356CB83E-FAB6-9A04-624F-084C6CF84955}"/>
          </ac:spMkLst>
        </pc:spChg>
        <pc:spChg chg="add mod">
          <ac:chgData name="kiyohara" userId="97cc6578-a8e5-494a-bf9e-9f550a3dbfc5" providerId="ADAL" clId="{14C854FC-A896-4311-A63F-359F51EC09EE}" dt="2025-03-26T19:36:38.067" v="937" actId="1076"/>
          <ac:spMkLst>
            <pc:docMk/>
            <pc:sldMk cId="114373728" sldId="386"/>
            <ac:spMk id="7" creationId="{EBC10062-A1E9-9F9C-8C4D-2108E41771D4}"/>
          </ac:spMkLst>
        </pc:spChg>
        <pc:spChg chg="add mod">
          <ac:chgData name="kiyohara" userId="97cc6578-a8e5-494a-bf9e-9f550a3dbfc5" providerId="ADAL" clId="{14C854FC-A896-4311-A63F-359F51EC09EE}" dt="2025-03-26T19:36:25.268" v="936" actId="14100"/>
          <ac:spMkLst>
            <pc:docMk/>
            <pc:sldMk cId="114373728" sldId="386"/>
            <ac:spMk id="8" creationId="{027930B0-EBD9-33CC-5154-F0A2B75F9900}"/>
          </ac:spMkLst>
        </pc:spChg>
        <pc:spChg chg="add mod">
          <ac:chgData name="kiyohara" userId="97cc6578-a8e5-494a-bf9e-9f550a3dbfc5" providerId="ADAL" clId="{14C854FC-A896-4311-A63F-359F51EC09EE}" dt="2025-03-26T19:36:44.787" v="938" actId="1076"/>
          <ac:spMkLst>
            <pc:docMk/>
            <pc:sldMk cId="114373728" sldId="386"/>
            <ac:spMk id="9" creationId="{359024E8-B7B5-A3E1-E824-4EC3C709A587}"/>
          </ac:spMkLst>
        </pc:spChg>
        <pc:spChg chg="add mod">
          <ac:chgData name="kiyohara" userId="97cc6578-a8e5-494a-bf9e-9f550a3dbfc5" providerId="ADAL" clId="{14C854FC-A896-4311-A63F-359F51EC09EE}" dt="2025-03-26T19:33:51.929" v="894" actId="1076"/>
          <ac:spMkLst>
            <pc:docMk/>
            <pc:sldMk cId="114373728" sldId="386"/>
            <ac:spMk id="10" creationId="{40CA8C3A-2CDC-C8BB-307B-1E68B16644C2}"/>
          </ac:spMkLst>
        </pc:spChg>
        <pc:spChg chg="add mod">
          <ac:chgData name="kiyohara" userId="97cc6578-a8e5-494a-bf9e-9f550a3dbfc5" providerId="ADAL" clId="{14C854FC-A896-4311-A63F-359F51EC09EE}" dt="2025-03-26T19:36:25.268" v="936" actId="14100"/>
          <ac:spMkLst>
            <pc:docMk/>
            <pc:sldMk cId="114373728" sldId="386"/>
            <ac:spMk id="11" creationId="{BC8A3F04-138F-093F-40E1-44C145D38421}"/>
          </ac:spMkLst>
        </pc:spChg>
        <pc:spChg chg="add mod">
          <ac:chgData name="kiyohara" userId="97cc6578-a8e5-494a-bf9e-9f550a3dbfc5" providerId="ADAL" clId="{14C854FC-A896-4311-A63F-359F51EC09EE}" dt="2025-03-26T19:33:51.929" v="894" actId="1076"/>
          <ac:spMkLst>
            <pc:docMk/>
            <pc:sldMk cId="114373728" sldId="386"/>
            <ac:spMk id="12" creationId="{DD6C2131-C955-232B-1354-D21689D221C7}"/>
          </ac:spMkLst>
        </pc:spChg>
        <pc:spChg chg="add mod">
          <ac:chgData name="kiyohara" userId="97cc6578-a8e5-494a-bf9e-9f550a3dbfc5" providerId="ADAL" clId="{14C854FC-A896-4311-A63F-359F51EC09EE}" dt="2025-03-26T19:36:44.787" v="938" actId="1076"/>
          <ac:spMkLst>
            <pc:docMk/>
            <pc:sldMk cId="114373728" sldId="386"/>
            <ac:spMk id="13" creationId="{4D8D0CBE-2EA1-C91F-610A-42F05B4F5558}"/>
          </ac:spMkLst>
        </pc:spChg>
        <pc:spChg chg="add mod">
          <ac:chgData name="kiyohara" userId="97cc6578-a8e5-494a-bf9e-9f550a3dbfc5" providerId="ADAL" clId="{14C854FC-A896-4311-A63F-359F51EC09EE}" dt="2025-03-26T19:33:51.929" v="894" actId="1076"/>
          <ac:spMkLst>
            <pc:docMk/>
            <pc:sldMk cId="114373728" sldId="386"/>
            <ac:spMk id="14" creationId="{74964C13-613E-3BBA-7C6D-57723DF3CDA4}"/>
          </ac:spMkLst>
        </pc:spChg>
        <pc:spChg chg="add mod">
          <ac:chgData name="kiyohara" userId="97cc6578-a8e5-494a-bf9e-9f550a3dbfc5" providerId="ADAL" clId="{14C854FC-A896-4311-A63F-359F51EC09EE}" dt="2025-03-26T19:36:38.067" v="937" actId="1076"/>
          <ac:spMkLst>
            <pc:docMk/>
            <pc:sldMk cId="114373728" sldId="386"/>
            <ac:spMk id="15" creationId="{A6AD6DCC-FD8D-4425-874B-276CDB886023}"/>
          </ac:spMkLst>
        </pc:spChg>
        <pc:spChg chg="add mod">
          <ac:chgData name="kiyohara" userId="97cc6578-a8e5-494a-bf9e-9f550a3dbfc5" providerId="ADAL" clId="{14C854FC-A896-4311-A63F-359F51EC09EE}" dt="2025-03-28T04:06:23.130" v="1432" actId="6549"/>
          <ac:spMkLst>
            <pc:docMk/>
            <pc:sldMk cId="114373728" sldId="386"/>
            <ac:spMk id="16" creationId="{4B02ADAA-81BD-D058-42B3-ABA044FA7DB1}"/>
          </ac:spMkLst>
        </pc:spChg>
        <pc:spChg chg="add mod">
          <ac:chgData name="kiyohara" userId="97cc6578-a8e5-494a-bf9e-9f550a3dbfc5" providerId="ADAL" clId="{14C854FC-A896-4311-A63F-359F51EC09EE}" dt="2025-03-26T19:36:56.823" v="940" actId="1076"/>
          <ac:spMkLst>
            <pc:docMk/>
            <pc:sldMk cId="114373728" sldId="386"/>
            <ac:spMk id="17" creationId="{5344D3BF-545D-B431-729B-DFFD7D577D80}"/>
          </ac:spMkLst>
        </pc:spChg>
        <pc:spChg chg="add mod">
          <ac:chgData name="kiyohara" userId="97cc6578-a8e5-494a-bf9e-9f550a3dbfc5" providerId="ADAL" clId="{14C854FC-A896-4311-A63F-359F51EC09EE}" dt="2025-03-26T19:33:22.693" v="829" actId="552"/>
          <ac:spMkLst>
            <pc:docMk/>
            <pc:sldMk cId="114373728" sldId="386"/>
            <ac:spMk id="18" creationId="{61570ED1-69A3-4DA9-263A-5ED983F8FEF6}"/>
          </ac:spMkLst>
        </pc:spChg>
        <pc:spChg chg="add mod">
          <ac:chgData name="kiyohara" userId="97cc6578-a8e5-494a-bf9e-9f550a3dbfc5" providerId="ADAL" clId="{14C854FC-A896-4311-A63F-359F51EC09EE}" dt="2025-03-26T19:36:50.272" v="939" actId="1076"/>
          <ac:spMkLst>
            <pc:docMk/>
            <pc:sldMk cId="114373728" sldId="386"/>
            <ac:spMk id="19" creationId="{D25E834A-EFE7-C2DA-89F0-8F6D2BE42C76}"/>
          </ac:spMkLst>
        </pc:spChg>
        <pc:spChg chg="add mod">
          <ac:chgData name="kiyohara" userId="97cc6578-a8e5-494a-bf9e-9f550a3dbfc5" providerId="ADAL" clId="{14C854FC-A896-4311-A63F-359F51EC09EE}" dt="2025-03-26T19:34:06.619" v="897" actId="1076"/>
          <ac:spMkLst>
            <pc:docMk/>
            <pc:sldMk cId="114373728" sldId="386"/>
            <ac:spMk id="20" creationId="{F136FA31-6695-A959-42B2-AA2BD48BBB37}"/>
          </ac:spMkLst>
        </pc:spChg>
        <pc:spChg chg="add mod">
          <ac:chgData name="kiyohara" userId="97cc6578-a8e5-494a-bf9e-9f550a3dbfc5" providerId="ADAL" clId="{14C854FC-A896-4311-A63F-359F51EC09EE}" dt="2025-03-26T19:34:06.619" v="897" actId="1076"/>
          <ac:spMkLst>
            <pc:docMk/>
            <pc:sldMk cId="114373728" sldId="386"/>
            <ac:spMk id="43" creationId="{613F6571-EB0B-E65F-556C-2DF2D2783863}"/>
          </ac:spMkLst>
        </pc:spChg>
        <pc:spChg chg="add mod">
          <ac:chgData name="kiyohara" userId="97cc6578-a8e5-494a-bf9e-9f550a3dbfc5" providerId="ADAL" clId="{14C854FC-A896-4311-A63F-359F51EC09EE}" dt="2025-03-26T19:36:44.787" v="938" actId="1076"/>
          <ac:spMkLst>
            <pc:docMk/>
            <pc:sldMk cId="114373728" sldId="386"/>
            <ac:spMk id="44" creationId="{12EB9330-D891-6E53-38D2-D1F98E96C733}"/>
          </ac:spMkLst>
        </pc:spChg>
        <pc:spChg chg="add mod">
          <ac:chgData name="kiyohara" userId="97cc6578-a8e5-494a-bf9e-9f550a3dbfc5" providerId="ADAL" clId="{14C854FC-A896-4311-A63F-359F51EC09EE}" dt="2025-03-26T19:33:51.929" v="894" actId="1076"/>
          <ac:spMkLst>
            <pc:docMk/>
            <pc:sldMk cId="114373728" sldId="386"/>
            <ac:spMk id="45" creationId="{160E0436-B3EC-4B75-16B8-46DAE7DE9D92}"/>
          </ac:spMkLst>
        </pc:spChg>
        <pc:spChg chg="add mod">
          <ac:chgData name="kiyohara" userId="97cc6578-a8e5-494a-bf9e-9f550a3dbfc5" providerId="ADAL" clId="{14C854FC-A896-4311-A63F-359F51EC09EE}" dt="2025-03-26T19:36:50.272" v="939" actId="1076"/>
          <ac:spMkLst>
            <pc:docMk/>
            <pc:sldMk cId="114373728" sldId="386"/>
            <ac:spMk id="46" creationId="{4D9539E3-FF7D-A117-20A2-EA67F9D539BA}"/>
          </ac:spMkLst>
        </pc:spChg>
        <pc:cxnChg chg="add mod">
          <ac:chgData name="kiyohara" userId="97cc6578-a8e5-494a-bf9e-9f550a3dbfc5" providerId="ADAL" clId="{14C854FC-A896-4311-A63F-359F51EC09EE}" dt="2025-03-26T19:34:28.671" v="900" actId="14100"/>
          <ac:cxnSpMkLst>
            <pc:docMk/>
            <pc:sldMk cId="114373728" sldId="386"/>
            <ac:cxnSpMk id="48" creationId="{D8C84E69-4765-D89B-072B-5FF2AE26069C}"/>
          </ac:cxnSpMkLst>
        </pc:cxnChg>
        <pc:cxnChg chg="add mod">
          <ac:chgData name="kiyohara" userId="97cc6578-a8e5-494a-bf9e-9f550a3dbfc5" providerId="ADAL" clId="{14C854FC-A896-4311-A63F-359F51EC09EE}" dt="2025-03-26T19:34:33.503" v="903" actId="14100"/>
          <ac:cxnSpMkLst>
            <pc:docMk/>
            <pc:sldMk cId="114373728" sldId="386"/>
            <ac:cxnSpMk id="50" creationId="{82C051AA-53B1-1772-9CEB-7A961FA9F5A6}"/>
          </ac:cxnSpMkLst>
        </pc:cxnChg>
        <pc:cxnChg chg="add mod">
          <ac:chgData name="kiyohara" userId="97cc6578-a8e5-494a-bf9e-9f550a3dbfc5" providerId="ADAL" clId="{14C854FC-A896-4311-A63F-359F51EC09EE}" dt="2025-03-26T19:34:42.950" v="907" actId="14100"/>
          <ac:cxnSpMkLst>
            <pc:docMk/>
            <pc:sldMk cId="114373728" sldId="386"/>
            <ac:cxnSpMk id="53" creationId="{3310722F-B7BD-C27D-A209-3F5FCB85E086}"/>
          </ac:cxnSpMkLst>
        </pc:cxnChg>
        <pc:cxnChg chg="add mod">
          <ac:chgData name="kiyohara" userId="97cc6578-a8e5-494a-bf9e-9f550a3dbfc5" providerId="ADAL" clId="{14C854FC-A896-4311-A63F-359F51EC09EE}" dt="2025-03-26T19:34:48.839" v="910" actId="14100"/>
          <ac:cxnSpMkLst>
            <pc:docMk/>
            <pc:sldMk cId="114373728" sldId="386"/>
            <ac:cxnSpMk id="56" creationId="{31DBE35B-F3F0-9183-1E8D-AEFBE2F21CE3}"/>
          </ac:cxnSpMkLst>
        </pc:cxnChg>
        <pc:cxnChg chg="add mod">
          <ac:chgData name="kiyohara" userId="97cc6578-a8e5-494a-bf9e-9f550a3dbfc5" providerId="ADAL" clId="{14C854FC-A896-4311-A63F-359F51EC09EE}" dt="2025-03-26T19:35:03.615" v="916" actId="14100"/>
          <ac:cxnSpMkLst>
            <pc:docMk/>
            <pc:sldMk cId="114373728" sldId="386"/>
            <ac:cxnSpMk id="59" creationId="{CFF7C2C7-1C16-82D4-FCC9-EC42ADDC88DB}"/>
          </ac:cxnSpMkLst>
        </pc:cxnChg>
        <pc:cxnChg chg="add mod">
          <ac:chgData name="kiyohara" userId="97cc6578-a8e5-494a-bf9e-9f550a3dbfc5" providerId="ADAL" clId="{14C854FC-A896-4311-A63F-359F51EC09EE}" dt="2025-03-26T19:34:59.911" v="915" actId="14100"/>
          <ac:cxnSpMkLst>
            <pc:docMk/>
            <pc:sldMk cId="114373728" sldId="386"/>
            <ac:cxnSpMk id="61" creationId="{FE5D48FA-F1CB-CE63-F543-F8D90E45392F}"/>
          </ac:cxnSpMkLst>
        </pc:cxnChg>
        <pc:cxnChg chg="add mod">
          <ac:chgData name="kiyohara" userId="97cc6578-a8e5-494a-bf9e-9f550a3dbfc5" providerId="ADAL" clId="{14C854FC-A896-4311-A63F-359F51EC09EE}" dt="2025-03-26T19:35:17.211" v="919" actId="14100"/>
          <ac:cxnSpMkLst>
            <pc:docMk/>
            <pc:sldMk cId="114373728" sldId="386"/>
            <ac:cxnSpMk id="65" creationId="{B02B8104-5031-366A-B2BF-A88A02D258DB}"/>
          </ac:cxnSpMkLst>
        </pc:cxnChg>
        <pc:cxnChg chg="add mod">
          <ac:chgData name="kiyohara" userId="97cc6578-a8e5-494a-bf9e-9f550a3dbfc5" providerId="ADAL" clId="{14C854FC-A896-4311-A63F-359F51EC09EE}" dt="2025-03-26T19:35:46.530" v="923" actId="14100"/>
          <ac:cxnSpMkLst>
            <pc:docMk/>
            <pc:sldMk cId="114373728" sldId="386"/>
            <ac:cxnSpMk id="68" creationId="{076BB190-A714-F411-47E3-EE68125F3C32}"/>
          </ac:cxnSpMkLst>
        </pc:cxnChg>
        <pc:cxnChg chg="add mod">
          <ac:chgData name="kiyohara" userId="97cc6578-a8e5-494a-bf9e-9f550a3dbfc5" providerId="ADAL" clId="{14C854FC-A896-4311-A63F-359F51EC09EE}" dt="2025-03-26T19:35:51.618" v="926" actId="14100"/>
          <ac:cxnSpMkLst>
            <pc:docMk/>
            <pc:sldMk cId="114373728" sldId="386"/>
            <ac:cxnSpMk id="72" creationId="{26FE2875-53C9-BCCB-DCF5-9011652F8846}"/>
          </ac:cxnSpMkLst>
        </pc:cxnChg>
        <pc:cxnChg chg="add mod">
          <ac:chgData name="kiyohara" userId="97cc6578-a8e5-494a-bf9e-9f550a3dbfc5" providerId="ADAL" clId="{14C854FC-A896-4311-A63F-359F51EC09EE}" dt="2025-03-26T19:36:01.074" v="930" actId="33986"/>
          <ac:cxnSpMkLst>
            <pc:docMk/>
            <pc:sldMk cId="114373728" sldId="386"/>
            <ac:cxnSpMk id="75" creationId="{9595F7CC-1306-7882-768A-74573AE6D066}"/>
          </ac:cxnSpMkLst>
        </pc:cxnChg>
      </pc:sldChg>
      <pc:sldChg chg="addSp modSp new mod">
        <pc:chgData name="kiyohara" userId="97cc6578-a8e5-494a-bf9e-9f550a3dbfc5" providerId="ADAL" clId="{14C854FC-A896-4311-A63F-359F51EC09EE}" dt="2025-03-26T19:47:22.356" v="1033" actId="1076"/>
        <pc:sldMkLst>
          <pc:docMk/>
          <pc:sldMk cId="1096415307" sldId="387"/>
        </pc:sldMkLst>
        <pc:spChg chg="mod">
          <ac:chgData name="kiyohara" userId="97cc6578-a8e5-494a-bf9e-9f550a3dbfc5" providerId="ADAL" clId="{14C854FC-A896-4311-A63F-359F51EC09EE}" dt="2025-03-26T19:39:48.059" v="953" actId="20577"/>
          <ac:spMkLst>
            <pc:docMk/>
            <pc:sldMk cId="1096415307" sldId="387"/>
            <ac:spMk id="2" creationId="{EFF83541-23B7-00E1-69E6-5BA8D0848ADE}"/>
          </ac:spMkLst>
        </pc:spChg>
        <pc:spChg chg="add mod">
          <ac:chgData name="kiyohara" userId="97cc6578-a8e5-494a-bf9e-9f550a3dbfc5" providerId="ADAL" clId="{14C854FC-A896-4311-A63F-359F51EC09EE}" dt="2025-03-26T19:45:37.212" v="1007" actId="1076"/>
          <ac:spMkLst>
            <pc:docMk/>
            <pc:sldMk cId="1096415307" sldId="387"/>
            <ac:spMk id="3" creationId="{B5C683B6-C8FD-2F52-D663-04747D9D22E9}"/>
          </ac:spMkLst>
        </pc:spChg>
        <pc:spChg chg="add mod">
          <ac:chgData name="kiyohara" userId="97cc6578-a8e5-494a-bf9e-9f550a3dbfc5" providerId="ADAL" clId="{14C854FC-A896-4311-A63F-359F51EC09EE}" dt="2025-03-26T19:40:28.766" v="954"/>
          <ac:spMkLst>
            <pc:docMk/>
            <pc:sldMk cId="1096415307" sldId="387"/>
            <ac:spMk id="4" creationId="{AB366AB9-C85D-48D9-4D44-E951F0D9D642}"/>
          </ac:spMkLst>
        </pc:spChg>
        <pc:spChg chg="add mod">
          <ac:chgData name="kiyohara" userId="97cc6578-a8e5-494a-bf9e-9f550a3dbfc5" providerId="ADAL" clId="{14C854FC-A896-4311-A63F-359F51EC09EE}" dt="2025-03-26T19:45:28.630" v="1004" actId="1076"/>
          <ac:spMkLst>
            <pc:docMk/>
            <pc:sldMk cId="1096415307" sldId="387"/>
            <ac:spMk id="5" creationId="{14873DA5-5926-ADA7-038E-D12EE7A2FAD2}"/>
          </ac:spMkLst>
        </pc:spChg>
        <pc:spChg chg="add mod">
          <ac:chgData name="kiyohara" userId="97cc6578-a8e5-494a-bf9e-9f550a3dbfc5" providerId="ADAL" clId="{14C854FC-A896-4311-A63F-359F51EC09EE}" dt="2025-03-26T19:41:34.668" v="966" actId="1076"/>
          <ac:spMkLst>
            <pc:docMk/>
            <pc:sldMk cId="1096415307" sldId="387"/>
            <ac:spMk id="10" creationId="{FBBE06B8-2DB0-398E-1117-853D83654D68}"/>
          </ac:spMkLst>
        </pc:spChg>
        <pc:spChg chg="add mod">
          <ac:chgData name="kiyohara" userId="97cc6578-a8e5-494a-bf9e-9f550a3dbfc5" providerId="ADAL" clId="{14C854FC-A896-4311-A63F-359F51EC09EE}" dt="2025-03-26T19:44:05.189" v="994"/>
          <ac:spMkLst>
            <pc:docMk/>
            <pc:sldMk cId="1096415307" sldId="387"/>
            <ac:spMk id="12" creationId="{BC523C2E-FDCC-5003-C961-1CD9993FDB30}"/>
          </ac:spMkLst>
        </pc:spChg>
        <pc:spChg chg="add mod">
          <ac:chgData name="kiyohara" userId="97cc6578-a8e5-494a-bf9e-9f550a3dbfc5" providerId="ADAL" clId="{14C854FC-A896-4311-A63F-359F51EC09EE}" dt="2025-03-26T19:44:30.697" v="1001" actId="14100"/>
          <ac:spMkLst>
            <pc:docMk/>
            <pc:sldMk cId="1096415307" sldId="387"/>
            <ac:spMk id="14" creationId="{1B4B8527-F4BC-4CDE-0153-FBB5B97616E4}"/>
          </ac:spMkLst>
        </pc:spChg>
        <pc:spChg chg="add mod">
          <ac:chgData name="kiyohara" userId="97cc6578-a8e5-494a-bf9e-9f550a3dbfc5" providerId="ADAL" clId="{14C854FC-A896-4311-A63F-359F51EC09EE}" dt="2025-03-26T19:45:42.433" v="1008" actId="1076"/>
          <ac:spMkLst>
            <pc:docMk/>
            <pc:sldMk cId="1096415307" sldId="387"/>
            <ac:spMk id="15" creationId="{715216AF-9C74-5665-2D94-93A6AD778F0B}"/>
          </ac:spMkLst>
        </pc:spChg>
        <pc:spChg chg="add mod">
          <ac:chgData name="kiyohara" userId="97cc6578-a8e5-494a-bf9e-9f550a3dbfc5" providerId="ADAL" clId="{14C854FC-A896-4311-A63F-359F51EC09EE}" dt="2025-03-26T19:45:42.433" v="1008" actId="1076"/>
          <ac:spMkLst>
            <pc:docMk/>
            <pc:sldMk cId="1096415307" sldId="387"/>
            <ac:spMk id="16" creationId="{0BE6F34A-993B-0EF4-98B7-4AD3FCB4833E}"/>
          </ac:spMkLst>
        </pc:spChg>
        <pc:spChg chg="add mod">
          <ac:chgData name="kiyohara" userId="97cc6578-a8e5-494a-bf9e-9f550a3dbfc5" providerId="ADAL" clId="{14C854FC-A896-4311-A63F-359F51EC09EE}" dt="2025-03-26T19:46:09.457" v="1015"/>
          <ac:spMkLst>
            <pc:docMk/>
            <pc:sldMk cId="1096415307" sldId="387"/>
            <ac:spMk id="25" creationId="{B8DAF349-A951-0704-3D72-DE56082A51F5}"/>
          </ac:spMkLst>
        </pc:spChg>
        <pc:spChg chg="add mod">
          <ac:chgData name="kiyohara" userId="97cc6578-a8e5-494a-bf9e-9f550a3dbfc5" providerId="ADAL" clId="{14C854FC-A896-4311-A63F-359F51EC09EE}" dt="2025-03-26T19:46:54.615" v="1025" actId="14100"/>
          <ac:spMkLst>
            <pc:docMk/>
            <pc:sldMk cId="1096415307" sldId="387"/>
            <ac:spMk id="27" creationId="{FBF712F7-4FA8-71F4-92E5-EABCF64F719F}"/>
          </ac:spMkLst>
        </pc:spChg>
        <pc:spChg chg="add mod">
          <ac:chgData name="kiyohara" userId="97cc6578-a8e5-494a-bf9e-9f550a3dbfc5" providerId="ADAL" clId="{14C854FC-A896-4311-A63F-359F51EC09EE}" dt="2025-03-26T19:47:22.356" v="1033" actId="1076"/>
          <ac:spMkLst>
            <pc:docMk/>
            <pc:sldMk cId="1096415307" sldId="387"/>
            <ac:spMk id="29" creationId="{4FE0D881-445B-A261-2994-1B8F037BB1D9}"/>
          </ac:spMkLst>
        </pc:spChg>
        <pc:graphicFrameChg chg="add mod modGraphic">
          <ac:chgData name="kiyohara" userId="97cc6578-a8e5-494a-bf9e-9f550a3dbfc5" providerId="ADAL" clId="{14C854FC-A896-4311-A63F-359F51EC09EE}" dt="2025-03-26T19:46:25.824" v="1018"/>
          <ac:graphicFrameMkLst>
            <pc:docMk/>
            <pc:sldMk cId="1096415307" sldId="387"/>
            <ac:graphicFrameMk id="11" creationId="{14A954B9-8524-269F-48DF-B3F2A3BB166F}"/>
          </ac:graphicFrameMkLst>
        </pc:graphicFrameChg>
        <pc:graphicFrameChg chg="add mod modGraphic">
          <ac:chgData name="kiyohara" userId="97cc6578-a8e5-494a-bf9e-9f550a3dbfc5" providerId="ADAL" clId="{14C854FC-A896-4311-A63F-359F51EC09EE}" dt="2025-03-26T19:46:33.095" v="1021" actId="14100"/>
          <ac:graphicFrameMkLst>
            <pc:docMk/>
            <pc:sldMk cId="1096415307" sldId="387"/>
            <ac:graphicFrameMk id="26" creationId="{D69C6433-44B5-8B9F-4501-50A80B9EFE93}"/>
          </ac:graphicFrameMkLst>
        </pc:graphicFrameChg>
        <pc:cxnChg chg="add mod">
          <ac:chgData name="kiyohara" userId="97cc6578-a8e5-494a-bf9e-9f550a3dbfc5" providerId="ADAL" clId="{14C854FC-A896-4311-A63F-359F51EC09EE}" dt="2025-03-26T19:45:51.040" v="1012" actId="14100"/>
          <ac:cxnSpMkLst>
            <pc:docMk/>
            <pc:sldMk cId="1096415307" sldId="387"/>
            <ac:cxnSpMk id="6" creationId="{75676B3D-0AE6-2ACB-DF14-96868B1C53F8}"/>
          </ac:cxnSpMkLst>
        </pc:cxnChg>
        <pc:cxnChg chg="add mod">
          <ac:chgData name="kiyohara" userId="97cc6578-a8e5-494a-bf9e-9f550a3dbfc5" providerId="ADAL" clId="{14C854FC-A896-4311-A63F-359F51EC09EE}" dt="2025-03-26T19:45:42.433" v="1008" actId="1076"/>
          <ac:cxnSpMkLst>
            <pc:docMk/>
            <pc:sldMk cId="1096415307" sldId="387"/>
            <ac:cxnSpMk id="17" creationId="{847A9C07-3EA0-B243-8FE0-6D9AFB9F7A62}"/>
          </ac:cxnSpMkLst>
        </pc:cxnChg>
      </pc:sldChg>
      <pc:sldChg chg="modSp mod">
        <pc:chgData name="kiyohara" userId="97cc6578-a8e5-494a-bf9e-9f550a3dbfc5" providerId="ADAL" clId="{14C854FC-A896-4311-A63F-359F51EC09EE}" dt="2025-03-30T08:15:32.545" v="1468" actId="20577"/>
        <pc:sldMkLst>
          <pc:docMk/>
          <pc:sldMk cId="936815737" sldId="388"/>
        </pc:sldMkLst>
        <pc:spChg chg="mod">
          <ac:chgData name="kiyohara" userId="97cc6578-a8e5-494a-bf9e-9f550a3dbfc5" providerId="ADAL" clId="{14C854FC-A896-4311-A63F-359F51EC09EE}" dt="2025-03-29T10:58:36.455" v="1434" actId="20577"/>
          <ac:spMkLst>
            <pc:docMk/>
            <pc:sldMk cId="936815737" sldId="388"/>
            <ac:spMk id="40" creationId="{49EE9D92-5818-6756-0F83-2AF893CDE4F2}"/>
          </ac:spMkLst>
        </pc:spChg>
        <pc:spChg chg="mod">
          <ac:chgData name="kiyohara" userId="97cc6578-a8e5-494a-bf9e-9f550a3dbfc5" providerId="ADAL" clId="{14C854FC-A896-4311-A63F-359F51EC09EE}" dt="2025-03-30T08:15:32.545" v="1468" actId="20577"/>
          <ac:spMkLst>
            <pc:docMk/>
            <pc:sldMk cId="936815737" sldId="388"/>
            <ac:spMk id="59" creationId="{675F4E29-8138-A9B9-7999-3A9DC9806F78}"/>
          </ac:spMkLst>
        </pc:spChg>
      </pc:sldChg>
      <pc:sldChg chg="addSp delSp modSp mod">
        <pc:chgData name="kiyohara" userId="97cc6578-a8e5-494a-bf9e-9f550a3dbfc5" providerId="ADAL" clId="{14C854FC-A896-4311-A63F-359F51EC09EE}" dt="2025-03-30T08:47:30.044" v="1506" actId="255"/>
        <pc:sldMkLst>
          <pc:docMk/>
          <pc:sldMk cId="1381079538" sldId="390"/>
        </pc:sldMkLst>
        <pc:spChg chg="mod">
          <ac:chgData name="kiyohara" userId="97cc6578-a8e5-494a-bf9e-9f550a3dbfc5" providerId="ADAL" clId="{14C854FC-A896-4311-A63F-359F51EC09EE}" dt="2025-03-30T08:47:30.044" v="1506" actId="255"/>
          <ac:spMkLst>
            <pc:docMk/>
            <pc:sldMk cId="1381079538" sldId="390"/>
            <ac:spMk id="2" creationId="{EBA9BFE8-853F-249A-2D0D-186EB83FFE83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4" creationId="{B5D79298-4D7A-BF64-E6EB-962692287930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9" creationId="{B12E7BBA-A32D-A4CB-E33C-88D04301752B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0" creationId="{CB565312-7AED-65C6-31B8-496192AA693F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1" creationId="{76539262-A863-667C-D92D-B09C5635C2D3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12" creationId="{38B4BBAD-71BC-ABBA-68C9-C509B9ACBE49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13" creationId="{ACF96DFC-9BF4-9106-55E8-079ABDAB4336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4" creationId="{9E07EA1D-5A90-D373-3B7E-C4C0ABEEAA70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5" creationId="{F726E3D8-76E4-165D-3458-C9951998975C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16" creationId="{E1FDE2FB-6626-98E3-4F1F-482095E673ED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7" creationId="{C2781B1E-9963-7579-0541-3ACA0B584284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8" creationId="{EFDC4DFE-EB5C-8CE6-32FD-4BA636358B54}"/>
          </ac:spMkLst>
        </pc:spChg>
        <pc:spChg chg="mod ord">
          <ac:chgData name="kiyohara" userId="97cc6578-a8e5-494a-bf9e-9f550a3dbfc5" providerId="ADAL" clId="{14C854FC-A896-4311-A63F-359F51EC09EE}" dt="2025-03-27T19:55:02.052" v="1429" actId="166"/>
          <ac:spMkLst>
            <pc:docMk/>
            <pc:sldMk cId="1381079538" sldId="390"/>
            <ac:spMk id="19" creationId="{11EBD2FC-3216-9ACA-F57A-0A2CF3C705A8}"/>
          </ac:spMkLst>
        </pc:spChg>
        <pc:spChg chg="add 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21" creationId="{368EFE68-2D5B-B84E-C014-4D6E9D390BF1}"/>
          </ac:spMkLst>
        </pc:spChg>
        <pc:spChg chg="add mod">
          <ac:chgData name="kiyohara" userId="97cc6578-a8e5-494a-bf9e-9f550a3dbfc5" providerId="ADAL" clId="{14C854FC-A896-4311-A63F-359F51EC09EE}" dt="2025-03-27T19:45:03.954" v="1128" actId="207"/>
          <ac:spMkLst>
            <pc:docMk/>
            <pc:sldMk cId="1381079538" sldId="390"/>
            <ac:spMk id="22" creationId="{35153C68-823E-64D7-7B0E-8A6FDCF97173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23" creationId="{BE21E810-290E-07C8-E073-BD76B8F15240}"/>
          </ac:spMkLst>
        </pc:spChg>
        <pc:spChg chg="add mo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4" creationId="{8C3BF05B-5DE9-51AE-9267-225548AF8B3F}"/>
          </ac:spMkLst>
        </pc:spChg>
        <pc:spChg chg="add mo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5" creationId="{82C53228-E280-CC77-A3A5-F83F55B8F92A}"/>
          </ac:spMkLst>
        </pc:spChg>
        <pc:spChg chg="mod or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6" creationId="{4A295CF8-7E18-99B2-9873-ABEC6FF22431}"/>
          </ac:spMkLst>
        </pc:spChg>
        <pc:spChg chg="add mo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7" creationId="{CA3E5F1E-D4B0-EF81-3995-08FD0739AB7E}"/>
          </ac:spMkLst>
        </pc:spChg>
        <pc:spChg chg="add mo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8" creationId="{BFF8584E-5317-F6C2-6F13-0DC77AA47F2A}"/>
          </ac:spMkLst>
        </pc:spChg>
        <pc:spChg chg="add 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29" creationId="{48375BCA-4194-166F-4A80-7005B96FCE7B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2" creationId="{D99C2D52-7076-30C0-B8FD-66BBFD38FF4B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4" creationId="{833C5B0E-7029-C193-A36E-4BD1F46B8BC3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5" creationId="{028427ED-78EF-2330-6744-E971967F6339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6" creationId="{CD12BF5F-2F44-84E3-574E-78C1BE139B71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7" creationId="{6B6E04B0-AB95-903C-B25C-AEE1FEA103D0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8" creationId="{62B27072-D4AB-0591-D822-3021846E6582}"/>
          </ac:spMkLst>
        </pc:spChg>
        <pc:spChg chg="mod">
          <ac:chgData name="kiyohara" userId="97cc6578-a8e5-494a-bf9e-9f550a3dbfc5" providerId="ADAL" clId="{14C854FC-A896-4311-A63F-359F51EC09EE}" dt="2025-03-27T19:51:04.274" v="1340"/>
          <ac:spMkLst>
            <pc:docMk/>
            <pc:sldMk cId="1381079538" sldId="390"/>
            <ac:spMk id="42" creationId="{659856F9-8554-F135-4F01-E0834830619D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43" creationId="{66C3CB10-953A-9874-7268-6B7EA1F819F8}"/>
          </ac:spMkLst>
        </pc:spChg>
        <pc:spChg chg="mod">
          <ac:chgData name="kiyohara" userId="97cc6578-a8e5-494a-bf9e-9f550a3dbfc5" providerId="ADAL" clId="{14C854FC-A896-4311-A63F-359F51EC09EE}" dt="2025-03-27T19:50:58.675" v="1338"/>
          <ac:spMkLst>
            <pc:docMk/>
            <pc:sldMk cId="1381079538" sldId="390"/>
            <ac:spMk id="44" creationId="{2530F638-4A78-3A7D-BA41-7F6296A1CE08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45" creationId="{C67D8FF4-E85B-07B1-1D91-EB68EDFCAF85}"/>
          </ac:spMkLst>
        </pc:spChg>
        <pc:spChg chg="mod">
          <ac:chgData name="kiyohara" userId="97cc6578-a8e5-494a-bf9e-9f550a3dbfc5" providerId="ADAL" clId="{14C854FC-A896-4311-A63F-359F51EC09EE}" dt="2025-03-27T19:50:52.602" v="1336"/>
          <ac:spMkLst>
            <pc:docMk/>
            <pc:sldMk cId="1381079538" sldId="390"/>
            <ac:spMk id="46" creationId="{08597AA0-5895-CC0E-349F-68F7DB994920}"/>
          </ac:spMkLst>
        </pc:spChg>
        <pc:spChg chg="mod">
          <ac:chgData name="kiyohara" userId="97cc6578-a8e5-494a-bf9e-9f550a3dbfc5" providerId="ADAL" clId="{14C854FC-A896-4311-A63F-359F51EC09EE}" dt="2025-03-27T19:50:43.964" v="1335" actId="20577"/>
          <ac:spMkLst>
            <pc:docMk/>
            <pc:sldMk cId="1381079538" sldId="390"/>
            <ac:spMk id="47" creationId="{357EFEB0-4F0A-A392-8C4A-693A7FBE9EF8}"/>
          </ac:spMkLst>
        </pc:spChg>
        <pc:spChg chg="mod">
          <ac:chgData name="kiyohara" userId="97cc6578-a8e5-494a-bf9e-9f550a3dbfc5" providerId="ADAL" clId="{14C854FC-A896-4311-A63F-359F51EC09EE}" dt="2025-03-27T19:52:02.428" v="1358"/>
          <ac:spMkLst>
            <pc:docMk/>
            <pc:sldMk cId="1381079538" sldId="390"/>
            <ac:spMk id="49" creationId="{66BB5E29-4AD3-8EAB-5491-3D72159379D7}"/>
          </ac:spMkLst>
        </pc:spChg>
        <pc:spChg chg="mod">
          <ac:chgData name="kiyohara" userId="97cc6578-a8e5-494a-bf9e-9f550a3dbfc5" providerId="ADAL" clId="{14C854FC-A896-4311-A63F-359F51EC09EE}" dt="2025-03-27T19:51:54.128" v="1355"/>
          <ac:spMkLst>
            <pc:docMk/>
            <pc:sldMk cId="1381079538" sldId="390"/>
            <ac:spMk id="50" creationId="{DF64142E-FAA8-9A34-6543-FC820FD892E9}"/>
          </ac:spMkLst>
        </pc:spChg>
        <pc:spChg chg="mod">
          <ac:chgData name="kiyohara" userId="97cc6578-a8e5-494a-bf9e-9f550a3dbfc5" providerId="ADAL" clId="{14C854FC-A896-4311-A63F-359F51EC09EE}" dt="2025-03-27T19:51:48.543" v="1354"/>
          <ac:spMkLst>
            <pc:docMk/>
            <pc:sldMk cId="1381079538" sldId="390"/>
            <ac:spMk id="51" creationId="{7DD86F62-2869-DAA0-E3D7-9A652002CC35}"/>
          </ac:spMkLst>
        </pc:spChg>
        <pc:spChg chg="mod">
          <ac:chgData name="kiyohara" userId="97cc6578-a8e5-494a-bf9e-9f550a3dbfc5" providerId="ADAL" clId="{14C854FC-A896-4311-A63F-359F51EC09EE}" dt="2025-03-27T19:51:42.746" v="1353"/>
          <ac:spMkLst>
            <pc:docMk/>
            <pc:sldMk cId="1381079538" sldId="390"/>
            <ac:spMk id="52" creationId="{6AD83D09-D541-A48A-4DAB-C3096BC3C536}"/>
          </ac:spMkLst>
        </pc:spChg>
        <pc:spChg chg="mod">
          <ac:chgData name="kiyohara" userId="97cc6578-a8e5-494a-bf9e-9f550a3dbfc5" providerId="ADAL" clId="{14C854FC-A896-4311-A63F-359F51EC09EE}" dt="2025-03-27T19:51:34.580" v="1352"/>
          <ac:spMkLst>
            <pc:docMk/>
            <pc:sldMk cId="1381079538" sldId="390"/>
            <ac:spMk id="53" creationId="{C7CE1C07-98DE-2775-A325-78CF41C5B0F8}"/>
          </ac:spMkLst>
        </pc:spChg>
        <pc:spChg chg="mod">
          <ac:chgData name="kiyohara" userId="97cc6578-a8e5-494a-bf9e-9f550a3dbfc5" providerId="ADAL" clId="{14C854FC-A896-4311-A63F-359F51EC09EE}" dt="2025-03-27T19:51:26.167" v="1351" actId="20577"/>
          <ac:spMkLst>
            <pc:docMk/>
            <pc:sldMk cId="1381079538" sldId="390"/>
            <ac:spMk id="54" creationId="{6BB3AA87-4386-08B2-7749-1C351FA5C167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56" creationId="{88E8C489-5AED-960C-D276-F854828D98EB}"/>
          </ac:spMkLst>
        </pc:spChg>
        <pc:grpChg chg="mod">
          <ac:chgData name="kiyohara" userId="97cc6578-a8e5-494a-bf9e-9f550a3dbfc5" providerId="ADAL" clId="{14C854FC-A896-4311-A63F-359F51EC09EE}" dt="2025-03-27T19:43:34.617" v="1113" actId="1076"/>
          <ac:grpSpMkLst>
            <pc:docMk/>
            <pc:sldMk cId="1381079538" sldId="390"/>
            <ac:grpSpMk id="3" creationId="{8C790397-38F1-D7D0-27A8-FE1F6591FDCE}"/>
          </ac:grpSpMkLst>
        </pc:grpChg>
        <pc:grpChg chg="add mod">
          <ac:chgData name="kiyohara" userId="97cc6578-a8e5-494a-bf9e-9f550a3dbfc5" providerId="ADAL" clId="{14C854FC-A896-4311-A63F-359F51EC09EE}" dt="2025-03-27T19:49:52.763" v="1297" actId="164"/>
          <ac:grpSpMkLst>
            <pc:docMk/>
            <pc:sldMk cId="1381079538" sldId="390"/>
            <ac:grpSpMk id="39" creationId="{BC279F74-00E9-C9B6-CEBC-449342DE37A9}"/>
          </ac:grpSpMkLst>
        </pc:grpChg>
        <pc:grpChg chg="add mod">
          <ac:chgData name="kiyohara" userId="97cc6578-a8e5-494a-bf9e-9f550a3dbfc5" providerId="ADAL" clId="{14C854FC-A896-4311-A63F-359F51EC09EE}" dt="2025-03-27T19:50:02.227" v="1298" actId="164"/>
          <ac:grpSpMkLst>
            <pc:docMk/>
            <pc:sldMk cId="1381079538" sldId="390"/>
            <ac:grpSpMk id="40" creationId="{D3866D3B-E065-E593-6065-1D97812B0F97}"/>
          </ac:grpSpMkLst>
        </pc:grpChg>
        <pc:grpChg chg="add mod">
          <ac:chgData name="kiyohara" userId="97cc6578-a8e5-494a-bf9e-9f550a3dbfc5" providerId="ADAL" clId="{14C854FC-A896-4311-A63F-359F51EC09EE}" dt="2025-03-27T19:50:25.483" v="1304" actId="1076"/>
          <ac:grpSpMkLst>
            <pc:docMk/>
            <pc:sldMk cId="1381079538" sldId="390"/>
            <ac:grpSpMk id="41" creationId="{D8847D35-A2D5-3A22-A362-B10C75DDB920}"/>
          </ac:grpSpMkLst>
        </pc:grpChg>
        <pc:grpChg chg="add mod">
          <ac:chgData name="kiyohara" userId="97cc6578-a8e5-494a-bf9e-9f550a3dbfc5" providerId="ADAL" clId="{14C854FC-A896-4311-A63F-359F51EC09EE}" dt="2025-03-27T19:51:14.741" v="1342" actId="1076"/>
          <ac:grpSpMkLst>
            <pc:docMk/>
            <pc:sldMk cId="1381079538" sldId="390"/>
            <ac:grpSpMk id="48" creationId="{63F4DB24-F551-7ED9-1F52-EEB0BC4ADC48}"/>
          </ac:grpSpMkLst>
        </pc:grpChg>
        <pc:cxnChg chg="mod ord">
          <ac:chgData name="kiyohara" userId="97cc6578-a8e5-494a-bf9e-9f550a3dbfc5" providerId="ADAL" clId="{14C854FC-A896-4311-A63F-359F51EC09EE}" dt="2025-03-27T19:53:53.996" v="1400" actId="1076"/>
          <ac:cxnSpMkLst>
            <pc:docMk/>
            <pc:sldMk cId="1381079538" sldId="390"/>
            <ac:cxnSpMk id="20" creationId="{FC32B31A-22C6-7D3C-4805-8A0B457A00B3}"/>
          </ac:cxnSpMkLst>
        </pc:cxnChg>
        <pc:cxnChg chg="add mod ord">
          <ac:chgData name="kiyohara" userId="97cc6578-a8e5-494a-bf9e-9f550a3dbfc5" providerId="ADAL" clId="{14C854FC-A896-4311-A63F-359F51EC09EE}" dt="2025-03-27T19:54:06.564" v="1405" actId="1076"/>
          <ac:cxnSpMkLst>
            <pc:docMk/>
            <pc:sldMk cId="1381079538" sldId="390"/>
            <ac:cxnSpMk id="57" creationId="{91D44F44-6164-82E5-D95A-DF826EA421C2}"/>
          </ac:cxnSpMkLst>
        </pc:cxnChg>
        <pc:cxnChg chg="add mod ord">
          <ac:chgData name="kiyohara" userId="97cc6578-a8e5-494a-bf9e-9f550a3dbfc5" providerId="ADAL" clId="{14C854FC-A896-4311-A63F-359F51EC09EE}" dt="2025-03-27T19:54:11.539" v="1406" actId="1076"/>
          <ac:cxnSpMkLst>
            <pc:docMk/>
            <pc:sldMk cId="1381079538" sldId="390"/>
            <ac:cxnSpMk id="59" creationId="{7D89B4E3-64D7-2771-4C07-C5EE34CA4321}"/>
          </ac:cxnSpMkLst>
        </pc:cxnChg>
        <pc:cxnChg chg="add mod ord">
          <ac:chgData name="kiyohara" userId="97cc6578-a8e5-494a-bf9e-9f550a3dbfc5" providerId="ADAL" clId="{14C854FC-A896-4311-A63F-359F51EC09EE}" dt="2025-03-27T19:54:14.999" v="1408" actId="1076"/>
          <ac:cxnSpMkLst>
            <pc:docMk/>
            <pc:sldMk cId="1381079538" sldId="390"/>
            <ac:cxnSpMk id="60" creationId="{5CEE9F18-426E-C2BB-2DB5-E66656312FB1}"/>
          </ac:cxnSpMkLst>
        </pc:cxnChg>
        <pc:cxnChg chg="add mod ord">
          <ac:chgData name="kiyohara" userId="97cc6578-a8e5-494a-bf9e-9f550a3dbfc5" providerId="ADAL" clId="{14C854FC-A896-4311-A63F-359F51EC09EE}" dt="2025-03-27T19:54:19.337" v="1411" actId="1076"/>
          <ac:cxnSpMkLst>
            <pc:docMk/>
            <pc:sldMk cId="1381079538" sldId="390"/>
            <ac:cxnSpMk id="61" creationId="{08F0DA1E-2844-722B-CBBA-40B19DDDCC70}"/>
          </ac:cxnSpMkLst>
        </pc:cxnChg>
        <pc:cxnChg chg="add mod ord">
          <ac:chgData name="kiyohara" userId="97cc6578-a8e5-494a-bf9e-9f550a3dbfc5" providerId="ADAL" clId="{14C854FC-A896-4311-A63F-359F51EC09EE}" dt="2025-03-27T19:54:25.655" v="1414" actId="1076"/>
          <ac:cxnSpMkLst>
            <pc:docMk/>
            <pc:sldMk cId="1381079538" sldId="390"/>
            <ac:cxnSpMk id="62" creationId="{3E2BEED5-7616-A9AB-6A50-9C505828F7D8}"/>
          </ac:cxnSpMkLst>
        </pc:cxnChg>
        <pc:cxnChg chg="add mod ord">
          <ac:chgData name="kiyohara" userId="97cc6578-a8e5-494a-bf9e-9f550a3dbfc5" providerId="ADAL" clId="{14C854FC-A896-4311-A63F-359F51EC09EE}" dt="2025-03-27T19:54:30.981" v="1417" actId="1076"/>
          <ac:cxnSpMkLst>
            <pc:docMk/>
            <pc:sldMk cId="1381079538" sldId="390"/>
            <ac:cxnSpMk id="63" creationId="{8D2C8234-D23F-D35F-AF1C-6A9956C5F15D}"/>
          </ac:cxnSpMkLst>
        </pc:cxnChg>
        <pc:cxnChg chg="add mod ord">
          <ac:chgData name="kiyohara" userId="97cc6578-a8e5-494a-bf9e-9f550a3dbfc5" providerId="ADAL" clId="{14C854FC-A896-4311-A63F-359F51EC09EE}" dt="2025-03-27T19:54:36.319" v="1420" actId="1076"/>
          <ac:cxnSpMkLst>
            <pc:docMk/>
            <pc:sldMk cId="1381079538" sldId="390"/>
            <ac:cxnSpMk id="64" creationId="{6E104A70-58AB-8C82-376B-DA1ABE6BBC2A}"/>
          </ac:cxnSpMkLst>
        </pc:cxnChg>
        <pc:cxnChg chg="add mod ord">
          <ac:chgData name="kiyohara" userId="97cc6578-a8e5-494a-bf9e-9f550a3dbfc5" providerId="ADAL" clId="{14C854FC-A896-4311-A63F-359F51EC09EE}" dt="2025-03-27T19:54:49.276" v="1426" actId="1076"/>
          <ac:cxnSpMkLst>
            <pc:docMk/>
            <pc:sldMk cId="1381079538" sldId="390"/>
            <ac:cxnSpMk id="65" creationId="{CA1D64B5-2790-F2AC-6C68-6D4B31E3C9A0}"/>
          </ac:cxnSpMkLst>
        </pc:cxnChg>
        <pc:cxnChg chg="add mod ord">
          <ac:chgData name="kiyohara" userId="97cc6578-a8e5-494a-bf9e-9f550a3dbfc5" providerId="ADAL" clId="{14C854FC-A896-4311-A63F-359F51EC09EE}" dt="2025-03-27T19:54:53.467" v="1428" actId="1076"/>
          <ac:cxnSpMkLst>
            <pc:docMk/>
            <pc:sldMk cId="1381079538" sldId="390"/>
            <ac:cxnSpMk id="66" creationId="{D2F77888-A1BE-CAA8-1815-17E6E703440D}"/>
          </ac:cxnSpMkLst>
        </pc:cxnChg>
      </pc:sldChg>
      <pc:sldChg chg="addSp modSp new mod">
        <pc:chgData name="kiyohara" userId="97cc6578-a8e5-494a-bf9e-9f550a3dbfc5" providerId="ADAL" clId="{14C854FC-A896-4311-A63F-359F51EC09EE}" dt="2025-03-30T16:34:35.025" v="3905" actId="21"/>
        <pc:sldMkLst>
          <pc:docMk/>
          <pc:sldMk cId="2790997612" sldId="391"/>
        </pc:sldMkLst>
        <pc:spChg chg="mod">
          <ac:chgData name="kiyohara" userId="97cc6578-a8e5-494a-bf9e-9f550a3dbfc5" providerId="ADAL" clId="{14C854FC-A896-4311-A63F-359F51EC09EE}" dt="2025-03-30T09:00:17.848" v="2034" actId="2711"/>
          <ac:spMkLst>
            <pc:docMk/>
            <pc:sldMk cId="2790997612" sldId="391"/>
            <ac:spMk id="2" creationId="{48CB49E8-DC8B-854C-6E69-55A6CFC2F5B9}"/>
          </ac:spMkLst>
        </pc:spChg>
        <pc:spChg chg="add mod">
          <ac:chgData name="kiyohara" userId="97cc6578-a8e5-494a-bf9e-9f550a3dbfc5" providerId="ADAL" clId="{14C854FC-A896-4311-A63F-359F51EC09EE}" dt="2025-03-30T09:00:25.683" v="2035" actId="255"/>
          <ac:spMkLst>
            <pc:docMk/>
            <pc:sldMk cId="2790997612" sldId="391"/>
            <ac:spMk id="4" creationId="{FA102107-2237-EB6D-5E70-31A817389B08}"/>
          </ac:spMkLst>
        </pc:spChg>
        <pc:spChg chg="add mod">
          <ac:chgData name="kiyohara" userId="97cc6578-a8e5-494a-bf9e-9f550a3dbfc5" providerId="ADAL" clId="{14C854FC-A896-4311-A63F-359F51EC09EE}" dt="2025-03-30T16:34:35.025" v="3905" actId="21"/>
          <ac:spMkLst>
            <pc:docMk/>
            <pc:sldMk cId="2790997612" sldId="391"/>
            <ac:spMk id="5" creationId="{AF25DD32-0AA1-237F-6188-877577C35540}"/>
          </ac:spMkLst>
        </pc:spChg>
      </pc:sldChg>
      <pc:sldChg chg="addSp modSp new mod">
        <pc:chgData name="kiyohara" userId="97cc6578-a8e5-494a-bf9e-9f550a3dbfc5" providerId="ADAL" clId="{14C854FC-A896-4311-A63F-359F51EC09EE}" dt="2025-03-30T16:34:38.883" v="3907"/>
        <pc:sldMkLst>
          <pc:docMk/>
          <pc:sldMk cId="2995618046" sldId="392"/>
        </pc:sldMkLst>
        <pc:spChg chg="mod">
          <ac:chgData name="kiyohara" userId="97cc6578-a8e5-494a-bf9e-9f550a3dbfc5" providerId="ADAL" clId="{14C854FC-A896-4311-A63F-359F51EC09EE}" dt="2025-03-30T08:14:06.280" v="1444" actId="20577"/>
          <ac:spMkLst>
            <pc:docMk/>
            <pc:sldMk cId="2995618046" sldId="392"/>
            <ac:spMk id="2" creationId="{77FE3311-80AC-2642-C973-E37B44D0C0ED}"/>
          </ac:spMkLst>
        </pc:spChg>
        <pc:spChg chg="add mod">
          <ac:chgData name="kiyohara" userId="97cc6578-a8e5-494a-bf9e-9f550a3dbfc5" providerId="ADAL" clId="{14C854FC-A896-4311-A63F-359F51EC09EE}" dt="2025-03-30T16:34:38.883" v="3907"/>
          <ac:spMkLst>
            <pc:docMk/>
            <pc:sldMk cId="2995618046" sldId="392"/>
            <ac:spMk id="3" creationId="{E32D4253-5A7E-BEBE-937E-34B875B4B382}"/>
          </ac:spMkLst>
        </pc:spChg>
      </pc:sldChg>
      <pc:sldChg chg="addSp modSp new mod">
        <pc:chgData name="kiyohara" userId="97cc6578-a8e5-494a-bf9e-9f550a3dbfc5" providerId="ADAL" clId="{14C854FC-A896-4311-A63F-359F51EC09EE}" dt="2025-03-30T10:23:19.272" v="3881" actId="1076"/>
        <pc:sldMkLst>
          <pc:docMk/>
          <pc:sldMk cId="2713445109" sldId="393"/>
        </pc:sldMkLst>
        <pc:spChg chg="mod">
          <ac:chgData name="kiyohara" userId="97cc6578-a8e5-494a-bf9e-9f550a3dbfc5" providerId="ADAL" clId="{14C854FC-A896-4311-A63F-359F51EC09EE}" dt="2025-03-30T08:59:36.759" v="2032" actId="2711"/>
          <ac:spMkLst>
            <pc:docMk/>
            <pc:sldMk cId="2713445109" sldId="393"/>
            <ac:spMk id="2" creationId="{2DCE0A14-A8D8-AE85-581E-C27AA6A5486F}"/>
          </ac:spMkLst>
        </pc:spChg>
      </pc:sldChg>
      <pc:sldChg chg="modSp new mod">
        <pc:chgData name="kiyohara" userId="97cc6578-a8e5-494a-bf9e-9f550a3dbfc5" providerId="ADAL" clId="{14C854FC-A896-4311-A63F-359F51EC09EE}" dt="2025-03-30T08:14:44.243" v="1449" actId="20577"/>
        <pc:sldMkLst>
          <pc:docMk/>
          <pc:sldMk cId="1044344967" sldId="394"/>
        </pc:sldMkLst>
        <pc:spChg chg="mod">
          <ac:chgData name="kiyohara" userId="97cc6578-a8e5-494a-bf9e-9f550a3dbfc5" providerId="ADAL" clId="{14C854FC-A896-4311-A63F-359F51EC09EE}" dt="2025-03-30T08:14:44.243" v="1449" actId="20577"/>
          <ac:spMkLst>
            <pc:docMk/>
            <pc:sldMk cId="1044344967" sldId="394"/>
            <ac:spMk id="2" creationId="{A6095B39-8210-1719-CA98-10AC46EBBB38}"/>
          </ac:spMkLst>
        </pc:spChg>
      </pc:sldChg>
      <pc:sldChg chg="modSp new mod">
        <pc:chgData name="kiyohara" userId="97cc6578-a8e5-494a-bf9e-9f550a3dbfc5" providerId="ADAL" clId="{14C854FC-A896-4311-A63F-359F51EC09EE}" dt="2025-03-30T08:14:56.311" v="1451" actId="20577"/>
        <pc:sldMkLst>
          <pc:docMk/>
          <pc:sldMk cId="535385176" sldId="395"/>
        </pc:sldMkLst>
        <pc:spChg chg="mod">
          <ac:chgData name="kiyohara" userId="97cc6578-a8e5-494a-bf9e-9f550a3dbfc5" providerId="ADAL" clId="{14C854FC-A896-4311-A63F-359F51EC09EE}" dt="2025-03-30T08:14:56.311" v="1451" actId="20577"/>
          <ac:spMkLst>
            <pc:docMk/>
            <pc:sldMk cId="535385176" sldId="395"/>
            <ac:spMk id="2" creationId="{F6BD0370-2C99-D2E6-E06A-4C228BC5A2B2}"/>
          </ac:spMkLst>
        </pc:spChg>
      </pc:sldChg>
      <pc:sldChg chg="addSp modSp new mod">
        <pc:chgData name="kiyohara" userId="97cc6578-a8e5-494a-bf9e-9f550a3dbfc5" providerId="ADAL" clId="{14C854FC-A896-4311-A63F-359F51EC09EE}" dt="2025-03-30T17:14:46.204" v="3917" actId="1076"/>
        <pc:sldMkLst>
          <pc:docMk/>
          <pc:sldMk cId="2939498316" sldId="396"/>
        </pc:sldMkLst>
        <pc:spChg chg="mod">
          <ac:chgData name="kiyohara" userId="97cc6578-a8e5-494a-bf9e-9f550a3dbfc5" providerId="ADAL" clId="{14C854FC-A896-4311-A63F-359F51EC09EE}" dt="2025-03-30T08:15:07.663" v="1452"/>
          <ac:spMkLst>
            <pc:docMk/>
            <pc:sldMk cId="2939498316" sldId="396"/>
            <ac:spMk id="2" creationId="{A668967B-1D58-BE68-B187-7D02329DD4BE}"/>
          </ac:spMkLst>
        </pc:spChg>
        <pc:picChg chg="add mod">
          <ac:chgData name="kiyohara" userId="97cc6578-a8e5-494a-bf9e-9f550a3dbfc5" providerId="ADAL" clId="{14C854FC-A896-4311-A63F-359F51EC09EE}" dt="2025-03-30T17:13:59.481" v="3911" actId="14100"/>
          <ac:picMkLst>
            <pc:docMk/>
            <pc:sldMk cId="2939498316" sldId="396"/>
            <ac:picMk id="3" creationId="{FCC6441C-2AC0-B998-5354-86802251D2FB}"/>
          </ac:picMkLst>
        </pc:picChg>
        <pc:picChg chg="add mod">
          <ac:chgData name="kiyohara" userId="97cc6578-a8e5-494a-bf9e-9f550a3dbfc5" providerId="ADAL" clId="{14C854FC-A896-4311-A63F-359F51EC09EE}" dt="2025-03-30T17:14:28.720" v="3914" actId="1076"/>
          <ac:picMkLst>
            <pc:docMk/>
            <pc:sldMk cId="2939498316" sldId="396"/>
            <ac:picMk id="5" creationId="{4CA9A684-960C-9E93-5FE9-D1827822CD9A}"/>
          </ac:picMkLst>
        </pc:picChg>
        <pc:picChg chg="add mod">
          <ac:chgData name="kiyohara" userId="97cc6578-a8e5-494a-bf9e-9f550a3dbfc5" providerId="ADAL" clId="{14C854FC-A896-4311-A63F-359F51EC09EE}" dt="2025-03-30T17:14:46.204" v="3917" actId="1076"/>
          <ac:picMkLst>
            <pc:docMk/>
            <pc:sldMk cId="2939498316" sldId="396"/>
            <ac:picMk id="7" creationId="{6E4FFCB4-5B86-41D3-1D84-00DACF92FA6C}"/>
          </ac:picMkLst>
        </pc:picChg>
      </pc:sldChg>
      <pc:sldChg chg="new del">
        <pc:chgData name="kiyohara" userId="97cc6578-a8e5-494a-bf9e-9f550a3dbfc5" providerId="ADAL" clId="{14C854FC-A896-4311-A63F-359F51EC09EE}" dt="2025-03-30T08:15:14.420" v="1454" actId="680"/>
        <pc:sldMkLst>
          <pc:docMk/>
          <pc:sldMk cId="1519126993" sldId="397"/>
        </pc:sldMkLst>
      </pc:sldChg>
      <pc:sldChg chg="modSp new mod">
        <pc:chgData name="kiyohara" userId="97cc6578-a8e5-494a-bf9e-9f550a3dbfc5" providerId="ADAL" clId="{14C854FC-A896-4311-A63F-359F51EC09EE}" dt="2025-03-30T08:15:39.656" v="1469"/>
        <pc:sldMkLst>
          <pc:docMk/>
          <pc:sldMk cId="3533670170" sldId="397"/>
        </pc:sldMkLst>
        <pc:spChg chg="mod">
          <ac:chgData name="kiyohara" userId="97cc6578-a8e5-494a-bf9e-9f550a3dbfc5" providerId="ADAL" clId="{14C854FC-A896-4311-A63F-359F51EC09EE}" dt="2025-03-30T08:15:39.656" v="1469"/>
          <ac:spMkLst>
            <pc:docMk/>
            <pc:sldMk cId="3533670170" sldId="397"/>
            <ac:spMk id="2" creationId="{4FCFC5F6-C53B-64C0-B34E-71C8E8D3F873}"/>
          </ac:spMkLst>
        </pc:spChg>
      </pc:sldChg>
      <pc:sldChg chg="modSp new mod">
        <pc:chgData name="kiyohara" userId="97cc6578-a8e5-494a-bf9e-9f550a3dbfc5" providerId="ADAL" clId="{14C854FC-A896-4311-A63F-359F51EC09EE}" dt="2025-03-30T08:15:52.120" v="1471" actId="20577"/>
        <pc:sldMkLst>
          <pc:docMk/>
          <pc:sldMk cId="2429036733" sldId="398"/>
        </pc:sldMkLst>
        <pc:spChg chg="mod">
          <ac:chgData name="kiyohara" userId="97cc6578-a8e5-494a-bf9e-9f550a3dbfc5" providerId="ADAL" clId="{14C854FC-A896-4311-A63F-359F51EC09EE}" dt="2025-03-30T08:15:52.120" v="1471" actId="20577"/>
          <ac:spMkLst>
            <pc:docMk/>
            <pc:sldMk cId="2429036733" sldId="398"/>
            <ac:spMk id="2" creationId="{283F4DD0-AA51-D68E-26DC-5DF6B0887F9A}"/>
          </ac:spMkLst>
        </pc:spChg>
      </pc:sldChg>
      <pc:sldChg chg="modSp new mod">
        <pc:chgData name="kiyohara" userId="97cc6578-a8e5-494a-bf9e-9f550a3dbfc5" providerId="ADAL" clId="{14C854FC-A896-4311-A63F-359F51EC09EE}" dt="2025-03-30T08:16:03.609" v="1472"/>
        <pc:sldMkLst>
          <pc:docMk/>
          <pc:sldMk cId="734589526" sldId="399"/>
        </pc:sldMkLst>
      </pc:sldChg>
      <pc:sldChg chg="new">
        <pc:chgData name="kiyohara" userId="97cc6578-a8e5-494a-bf9e-9f550a3dbfc5" providerId="ADAL" clId="{14C854FC-A896-4311-A63F-359F51EC09EE}" dt="2025-03-30T08:15:18.031" v="1458" actId="680"/>
        <pc:sldMkLst>
          <pc:docMk/>
          <pc:sldMk cId="3967164317" sldId="400"/>
        </pc:sldMkLst>
      </pc:sldChg>
      <pc:sldChg chg="new">
        <pc:chgData name="kiyohara" userId="97cc6578-a8e5-494a-bf9e-9f550a3dbfc5" providerId="ADAL" clId="{14C854FC-A896-4311-A63F-359F51EC09EE}" dt="2025-03-30T08:15:18.525" v="1459" actId="680"/>
        <pc:sldMkLst>
          <pc:docMk/>
          <pc:sldMk cId="708410413" sldId="401"/>
        </pc:sldMkLst>
      </pc:sldChg>
    </pc:docChg>
  </pc:docChgLst>
  <pc:docChgLst>
    <pc:chgData name="Nguyen Tien Huy" userId="S::nguyentienhuy_luvina.net#ext#@usmh.onmicrosoft.com::0fa6243e-5ece-4304-a2ab-36daf20bb14b" providerId="AD" clId="Web-{8262AE88-B23E-97CB-10E5-E92DF1E130AE}"/>
    <pc:docChg chg="modSld">
      <pc:chgData name="Nguyen Tien Huy" userId="S::nguyentienhuy_luvina.net#ext#@usmh.onmicrosoft.com::0fa6243e-5ece-4304-a2ab-36daf20bb14b" providerId="AD" clId="Web-{8262AE88-B23E-97CB-10E5-E92DF1E130AE}" dt="2025-04-01T10:26:21.498" v="1" actId="14100"/>
      <pc:docMkLst>
        <pc:docMk/>
      </pc:docMkLst>
      <pc:sldChg chg="modSp">
        <pc:chgData name="Nguyen Tien Huy" userId="S::nguyentienhuy_luvina.net#ext#@usmh.onmicrosoft.com::0fa6243e-5ece-4304-a2ab-36daf20bb14b" providerId="AD" clId="Web-{8262AE88-B23E-97CB-10E5-E92DF1E130AE}" dt="2025-04-01T10:26:21.498" v="1" actId="14100"/>
        <pc:sldMkLst>
          <pc:docMk/>
          <pc:sldMk cId="2939498316" sldId="396"/>
        </pc:sldMkLst>
        <pc:picChg chg="mod">
          <ac:chgData name="Nguyen Tien Huy" userId="S::nguyentienhuy_luvina.net#ext#@usmh.onmicrosoft.com::0fa6243e-5ece-4304-a2ab-36daf20bb14b" providerId="AD" clId="Web-{8262AE88-B23E-97CB-10E5-E92DF1E130AE}" dt="2025-04-01T10:26:21.498" v="1" actId="14100"/>
          <ac:picMkLst>
            <pc:docMk/>
            <pc:sldMk cId="2939498316" sldId="396"/>
            <ac:picMk id="5" creationId="{4CA9A684-960C-9E93-5FE9-D1827822CD9A}"/>
          </ac:picMkLst>
        </pc:picChg>
      </pc:sldChg>
    </pc:docChg>
  </pc:docChgLst>
  <pc:docChgLst>
    <pc:chgData name="kiyohara" userId="97cc6578-a8e5-494a-bf9e-9f550a3dbfc5" providerId="ADAL" clId="{12382E7E-081C-41FC-8B96-D423075FB066}"/>
    <pc:docChg chg="undo custSel addSld delSld modSld sldOrd">
      <pc:chgData name="kiyohara" userId="97cc6578-a8e5-494a-bf9e-9f550a3dbfc5" providerId="ADAL" clId="{12382E7E-081C-41FC-8B96-D423075FB066}" dt="2025-04-22T13:18:16.650" v="7598"/>
      <pc:docMkLst>
        <pc:docMk/>
      </pc:docMkLst>
      <pc:sldChg chg="ord">
        <pc:chgData name="kiyohara" userId="97cc6578-a8e5-494a-bf9e-9f550a3dbfc5" providerId="ADAL" clId="{12382E7E-081C-41FC-8B96-D423075FB066}" dt="2025-04-14T15:04:20.328" v="5854"/>
        <pc:sldMkLst>
          <pc:docMk/>
          <pc:sldMk cId="1967356259" sldId="385"/>
        </pc:sldMkLst>
      </pc:sldChg>
      <pc:sldChg chg="addSp modSp mod">
        <pc:chgData name="kiyohara" userId="97cc6578-a8e5-494a-bf9e-9f550a3dbfc5" providerId="ADAL" clId="{12382E7E-081C-41FC-8B96-D423075FB066}" dt="2025-04-14T14:29:14.226" v="4029" actId="2711"/>
        <pc:sldMkLst>
          <pc:docMk/>
          <pc:sldMk cId="114373728" sldId="386"/>
        </pc:sldMkLst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2" creationId="{F05F16EB-D5B3-3320-2AEF-9222751919C9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3" creationId="{1788F705-60BF-413E-4268-F846367680A4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4" creationId="{C8DF061D-C54C-AD05-4BAA-4EBF8452038B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5" creationId="{356CB83E-FAB6-9A04-624F-084C6CF84955}"/>
          </ac:spMkLst>
        </pc:spChg>
        <pc:spChg chg="mod">
          <ac:chgData name="kiyohara" userId="97cc6578-a8e5-494a-bf9e-9f550a3dbfc5" providerId="ADAL" clId="{12382E7E-081C-41FC-8B96-D423075FB066}" dt="2025-03-27T16:39:07.140" v="93" actId="1076"/>
          <ac:spMkLst>
            <pc:docMk/>
            <pc:sldMk cId="114373728" sldId="386"/>
            <ac:spMk id="7" creationId="{EBC10062-A1E9-9F9C-8C4D-2108E41771D4}"/>
          </ac:spMkLst>
        </pc:spChg>
        <pc:spChg chg="mod">
          <ac:chgData name="kiyohara" userId="97cc6578-a8e5-494a-bf9e-9f550a3dbfc5" providerId="ADAL" clId="{12382E7E-081C-41FC-8B96-D423075FB066}" dt="2025-03-27T16:38:27.034" v="89" actId="1076"/>
          <ac:spMkLst>
            <pc:docMk/>
            <pc:sldMk cId="114373728" sldId="386"/>
            <ac:spMk id="8" creationId="{027930B0-EBD9-33CC-5154-F0A2B75F9900}"/>
          </ac:spMkLst>
        </pc:spChg>
        <pc:spChg chg="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9" creationId="{359024E8-B7B5-A3E1-E824-4EC3C709A587}"/>
          </ac:spMkLst>
        </pc:spChg>
        <pc:spChg chg="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10" creationId="{40CA8C3A-2CDC-C8BB-307B-1E68B16644C2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11" creationId="{BC8A3F04-138F-093F-40E1-44C145D38421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12" creationId="{DD6C2131-C955-232B-1354-D21689D221C7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13" creationId="{4D8D0CBE-2EA1-C91F-610A-42F05B4F5558}"/>
          </ac:spMkLst>
        </pc:spChg>
        <pc:spChg chg="mod">
          <ac:chgData name="kiyohara" userId="97cc6578-a8e5-494a-bf9e-9f550a3dbfc5" providerId="ADAL" clId="{12382E7E-081C-41FC-8B96-D423075FB066}" dt="2025-03-27T16:40:32.773" v="123" actId="1076"/>
          <ac:spMkLst>
            <pc:docMk/>
            <pc:sldMk cId="114373728" sldId="386"/>
            <ac:spMk id="14" creationId="{74964C13-613E-3BBA-7C6D-57723DF3CDA4}"/>
          </ac:spMkLst>
        </pc:spChg>
        <pc:spChg chg="mod">
          <ac:chgData name="kiyohara" userId="97cc6578-a8e5-494a-bf9e-9f550a3dbfc5" providerId="ADAL" clId="{12382E7E-081C-41FC-8B96-D423075FB066}" dt="2025-03-27T16:40:32.773" v="123" actId="1076"/>
          <ac:spMkLst>
            <pc:docMk/>
            <pc:sldMk cId="114373728" sldId="386"/>
            <ac:spMk id="15" creationId="{A6AD6DCC-FD8D-4425-874B-276CDB886023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16" creationId="{4B02ADAA-81BD-D058-42B3-ABA044FA7DB1}"/>
          </ac:spMkLst>
        </pc:spChg>
        <pc:spChg chg="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17" creationId="{5344D3BF-545D-B431-729B-DFFD7D577D80}"/>
          </ac:spMkLst>
        </pc:spChg>
        <pc:spChg chg="mod">
          <ac:chgData name="kiyohara" userId="97cc6578-a8e5-494a-bf9e-9f550a3dbfc5" providerId="ADAL" clId="{12382E7E-081C-41FC-8B96-D423075FB066}" dt="2025-03-27T16:40:42.295" v="124" actId="1076"/>
          <ac:spMkLst>
            <pc:docMk/>
            <pc:sldMk cId="114373728" sldId="386"/>
            <ac:spMk id="18" creationId="{61570ED1-69A3-4DA9-263A-5ED983F8FEF6}"/>
          </ac:spMkLst>
        </pc:spChg>
        <pc:spChg chg="mod">
          <ac:chgData name="kiyohara" userId="97cc6578-a8e5-494a-bf9e-9f550a3dbfc5" providerId="ADAL" clId="{12382E7E-081C-41FC-8B96-D423075FB066}" dt="2025-03-27T16:40:42.295" v="124" actId="1076"/>
          <ac:spMkLst>
            <pc:docMk/>
            <pc:sldMk cId="114373728" sldId="386"/>
            <ac:spMk id="19" creationId="{D25E834A-EFE7-C2DA-89F0-8F6D2BE42C76}"/>
          </ac:spMkLst>
        </pc:spChg>
        <pc:spChg chg="mod">
          <ac:chgData name="kiyohara" userId="97cc6578-a8e5-494a-bf9e-9f550a3dbfc5" providerId="ADAL" clId="{12382E7E-081C-41FC-8B96-D423075FB066}" dt="2025-03-27T16:40:07.616" v="116" actId="20577"/>
          <ac:spMkLst>
            <pc:docMk/>
            <pc:sldMk cId="114373728" sldId="386"/>
            <ac:spMk id="20" creationId="{F136FA31-6695-A959-42B2-AA2BD48BBB37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43" creationId="{613F6571-EB0B-E65F-556C-2DF2D2783863}"/>
          </ac:spMkLst>
        </pc:spChg>
        <pc:spChg chg="mod">
          <ac:chgData name="kiyohara" userId="97cc6578-a8e5-494a-bf9e-9f550a3dbfc5" providerId="ADAL" clId="{12382E7E-081C-41FC-8B96-D423075FB066}" dt="2025-03-27T16:45:06.702" v="193" actId="1076"/>
          <ac:spMkLst>
            <pc:docMk/>
            <pc:sldMk cId="114373728" sldId="386"/>
            <ac:spMk id="44" creationId="{12EB9330-D891-6E53-38D2-D1F98E96C733}"/>
          </ac:spMkLst>
        </pc:spChg>
        <pc:spChg chg="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45" creationId="{160E0436-B3EC-4B75-16B8-46DAE7DE9D92}"/>
          </ac:spMkLst>
        </pc:spChg>
        <pc:spChg chg="mod">
          <ac:chgData name="kiyohara" userId="97cc6578-a8e5-494a-bf9e-9f550a3dbfc5" providerId="ADAL" clId="{12382E7E-081C-41FC-8B96-D423075FB066}" dt="2025-03-27T16:40:42.295" v="124" actId="1076"/>
          <ac:spMkLst>
            <pc:docMk/>
            <pc:sldMk cId="114373728" sldId="386"/>
            <ac:spMk id="46" creationId="{4D9539E3-FF7D-A117-20A2-EA67F9D539BA}"/>
          </ac:spMkLst>
        </pc:spChg>
        <pc:spChg chg="add 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63" creationId="{CC9A5A11-E371-F996-1FBC-097589366C36}"/>
          </ac:spMkLst>
        </pc:spChg>
        <pc:spChg chg="add mod">
          <ac:chgData name="kiyohara" userId="97cc6578-a8e5-494a-bf9e-9f550a3dbfc5" providerId="ADAL" clId="{12382E7E-081C-41FC-8B96-D423075FB066}" dt="2025-03-27T16:40:42.295" v="124" actId="1076"/>
          <ac:spMkLst>
            <pc:docMk/>
            <pc:sldMk cId="114373728" sldId="386"/>
            <ac:spMk id="66" creationId="{8B9AA615-7FE1-61D2-E114-BCA00A22504F}"/>
          </ac:spMkLst>
        </pc:spChg>
        <pc:spChg chg="add 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67" creationId="{B9D95C8C-6BB9-11AF-8E24-7758698FD2D6}"/>
          </ac:spMkLst>
        </pc:spChg>
        <pc:spChg chg="add mod">
          <ac:chgData name="kiyohara" userId="97cc6578-a8e5-494a-bf9e-9f550a3dbfc5" providerId="ADAL" clId="{12382E7E-081C-41FC-8B96-D423075FB066}" dt="2025-03-27T16:41:14.402" v="129" actId="20577"/>
          <ac:spMkLst>
            <pc:docMk/>
            <pc:sldMk cId="114373728" sldId="386"/>
            <ac:spMk id="94" creationId="{D6F327AF-7243-165E-E440-F935555B4EB7}"/>
          </ac:spMkLst>
        </pc:spChg>
        <pc:spChg chg="add 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95" creationId="{E39AD3E1-6469-CA9B-6259-323169B2B335}"/>
          </ac:spMkLst>
        </pc:spChg>
        <pc:cxnChg chg="add mod">
          <ac:chgData name="kiyohara" userId="97cc6578-a8e5-494a-bf9e-9f550a3dbfc5" providerId="ADAL" clId="{12382E7E-081C-41FC-8B96-D423075FB066}" dt="2025-03-27T16:40:32.773" v="123" actId="1076"/>
          <ac:cxnSpMkLst>
            <pc:docMk/>
            <pc:sldMk cId="114373728" sldId="386"/>
            <ac:cxnSpMk id="6" creationId="{E8CA1248-DF59-D764-4E1D-25E69B7CDB23}"/>
          </ac:cxnSpMkLst>
        </pc:cxnChg>
        <pc:cxnChg chg="mod">
          <ac:chgData name="kiyohara" userId="97cc6578-a8e5-494a-bf9e-9f550a3dbfc5" providerId="ADAL" clId="{12382E7E-081C-41FC-8B96-D423075FB066}" dt="2025-03-27T16:39:44.882" v="98" actId="1076"/>
          <ac:cxnSpMkLst>
            <pc:docMk/>
            <pc:sldMk cId="114373728" sldId="386"/>
            <ac:cxnSpMk id="48" creationId="{D8C84E69-4765-D89B-072B-5FF2AE26069C}"/>
          </ac:cxnSpMkLst>
        </pc:cxnChg>
        <pc:cxnChg chg="mod">
          <ac:chgData name="kiyohara" userId="97cc6578-a8e5-494a-bf9e-9f550a3dbfc5" providerId="ADAL" clId="{12382E7E-081C-41FC-8B96-D423075FB066}" dt="2025-03-27T16:44:58.918" v="192" actId="1076"/>
          <ac:cxnSpMkLst>
            <pc:docMk/>
            <pc:sldMk cId="114373728" sldId="386"/>
            <ac:cxnSpMk id="50" creationId="{82C051AA-53B1-1772-9CEB-7A961FA9F5A6}"/>
          </ac:cxnSpMkLst>
        </pc:cxnChg>
        <pc:cxnChg chg="mod">
          <ac:chgData name="kiyohara" userId="97cc6578-a8e5-494a-bf9e-9f550a3dbfc5" providerId="ADAL" clId="{12382E7E-081C-41FC-8B96-D423075FB066}" dt="2025-03-27T16:39:44.882" v="98" actId="1076"/>
          <ac:cxnSpMkLst>
            <pc:docMk/>
            <pc:sldMk cId="114373728" sldId="386"/>
            <ac:cxnSpMk id="53" creationId="{3310722F-B7BD-C27D-A209-3F5FCB85E086}"/>
          </ac:cxnSpMkLst>
        </pc:cxnChg>
        <pc:cxnChg chg="mod">
          <ac:chgData name="kiyohara" userId="97cc6578-a8e5-494a-bf9e-9f550a3dbfc5" providerId="ADAL" clId="{12382E7E-081C-41FC-8B96-D423075FB066}" dt="2025-03-27T16:40:32.773" v="123" actId="1076"/>
          <ac:cxnSpMkLst>
            <pc:docMk/>
            <pc:sldMk cId="114373728" sldId="386"/>
            <ac:cxnSpMk id="56" creationId="{31DBE35B-F3F0-9183-1E8D-AEFBE2F21CE3}"/>
          </ac:cxnSpMkLst>
        </pc:cxnChg>
        <pc:cxnChg chg="mod">
          <ac:chgData name="kiyohara" userId="97cc6578-a8e5-494a-bf9e-9f550a3dbfc5" providerId="ADAL" clId="{12382E7E-081C-41FC-8B96-D423075FB066}" dt="2025-03-27T16:39:44.882" v="98" actId="1076"/>
          <ac:cxnSpMkLst>
            <pc:docMk/>
            <pc:sldMk cId="114373728" sldId="386"/>
            <ac:cxnSpMk id="59" creationId="{CFF7C2C7-1C16-82D4-FCC9-EC42ADDC88DB}"/>
          </ac:cxnSpMkLst>
        </pc:cxnChg>
        <pc:cxnChg chg="mod">
          <ac:chgData name="kiyohara" userId="97cc6578-a8e5-494a-bf9e-9f550a3dbfc5" providerId="ADAL" clId="{12382E7E-081C-41FC-8B96-D423075FB066}" dt="2025-03-27T16:40:32.773" v="123" actId="1076"/>
          <ac:cxnSpMkLst>
            <pc:docMk/>
            <pc:sldMk cId="114373728" sldId="386"/>
            <ac:cxnSpMk id="61" creationId="{FE5D48FA-F1CB-CE63-F543-F8D90E45392F}"/>
          </ac:cxnSpMkLst>
        </pc:cxnChg>
        <pc:cxnChg chg="mod">
          <ac:chgData name="kiyohara" userId="97cc6578-a8e5-494a-bf9e-9f550a3dbfc5" providerId="ADAL" clId="{12382E7E-081C-41FC-8B96-D423075FB066}" dt="2025-03-27T16:45:06.702" v="193" actId="1076"/>
          <ac:cxnSpMkLst>
            <pc:docMk/>
            <pc:sldMk cId="114373728" sldId="386"/>
            <ac:cxnSpMk id="65" creationId="{B02B8104-5031-366A-B2BF-A88A02D258DB}"/>
          </ac:cxnSpMkLst>
        </pc:cxnChg>
        <pc:cxnChg chg="mod">
          <ac:chgData name="kiyohara" userId="97cc6578-a8e5-494a-bf9e-9f550a3dbfc5" providerId="ADAL" clId="{12382E7E-081C-41FC-8B96-D423075FB066}" dt="2025-03-27T16:37:51.883" v="87" actId="33986"/>
          <ac:cxnSpMkLst>
            <pc:docMk/>
            <pc:sldMk cId="114373728" sldId="386"/>
            <ac:cxnSpMk id="68" creationId="{076BB190-A714-F411-47E3-EE68125F3C32}"/>
          </ac:cxnSpMkLst>
        </pc:cxnChg>
        <pc:cxnChg chg="add mod">
          <ac:chgData name="kiyohara" userId="97cc6578-a8e5-494a-bf9e-9f550a3dbfc5" providerId="ADAL" clId="{12382E7E-081C-41FC-8B96-D423075FB066}" dt="2025-03-27T16:38:03.510" v="88" actId="1076"/>
          <ac:cxnSpMkLst>
            <pc:docMk/>
            <pc:sldMk cId="114373728" sldId="386"/>
            <ac:cxnSpMk id="69" creationId="{210C16AD-5517-995E-92A0-354FA6DAE3BA}"/>
          </ac:cxnSpMkLst>
        </pc:cxnChg>
        <pc:cxnChg chg="mod">
          <ac:chgData name="kiyohara" userId="97cc6578-a8e5-494a-bf9e-9f550a3dbfc5" providerId="ADAL" clId="{12382E7E-081C-41FC-8B96-D423075FB066}" dt="2025-03-27T16:39:44.882" v="98" actId="1076"/>
          <ac:cxnSpMkLst>
            <pc:docMk/>
            <pc:sldMk cId="114373728" sldId="386"/>
            <ac:cxnSpMk id="72" creationId="{26FE2875-53C9-BCCB-DCF5-9011652F8846}"/>
          </ac:cxnSpMkLst>
        </pc:cxnChg>
        <pc:cxnChg chg="mod">
          <ac:chgData name="kiyohara" userId="97cc6578-a8e5-494a-bf9e-9f550a3dbfc5" providerId="ADAL" clId="{12382E7E-081C-41FC-8B96-D423075FB066}" dt="2025-03-27T16:34:04.229" v="45" actId="1076"/>
          <ac:cxnSpMkLst>
            <pc:docMk/>
            <pc:sldMk cId="114373728" sldId="386"/>
            <ac:cxnSpMk id="75" creationId="{9595F7CC-1306-7882-768A-74573AE6D066}"/>
          </ac:cxnSpMkLst>
        </pc:cxnChg>
        <pc:cxnChg chg="add mod">
          <ac:chgData name="kiyohara" userId="97cc6578-a8e5-494a-bf9e-9f550a3dbfc5" providerId="ADAL" clId="{12382E7E-081C-41FC-8B96-D423075FB066}" dt="2025-03-27T16:41:39.654" v="134" actId="14100"/>
          <ac:cxnSpMkLst>
            <pc:docMk/>
            <pc:sldMk cId="114373728" sldId="386"/>
            <ac:cxnSpMk id="96" creationId="{7E3C38C5-16D7-134A-2C78-D9B8E3AC20B4}"/>
          </ac:cxnSpMkLst>
        </pc:cxnChg>
      </pc:sldChg>
      <pc:sldChg chg="addSp delSp modSp new mod">
        <pc:chgData name="kiyohara" userId="97cc6578-a8e5-494a-bf9e-9f550a3dbfc5" providerId="ADAL" clId="{12382E7E-081C-41FC-8B96-D423075FB066}" dt="2025-04-22T13:18:16.650" v="7598"/>
        <pc:sldMkLst>
          <pc:docMk/>
          <pc:sldMk cId="936815737" sldId="388"/>
        </pc:sldMkLst>
        <pc:spChg chg="mod">
          <ac:chgData name="kiyohara" userId="97cc6578-a8e5-494a-bf9e-9f550a3dbfc5" providerId="ADAL" clId="{12382E7E-081C-41FC-8B96-D423075FB066}" dt="2025-03-27T16:49:03.551" v="256" actId="2711"/>
          <ac:spMkLst>
            <pc:docMk/>
            <pc:sldMk cId="936815737" sldId="388"/>
            <ac:spMk id="2" creationId="{6EA963D9-2140-1B61-51F8-E71C4A8AF7A4}"/>
          </ac:spMkLst>
        </pc:spChg>
        <pc:spChg chg="add mod ord">
          <ac:chgData name="kiyohara" userId="97cc6578-a8e5-494a-bf9e-9f550a3dbfc5" providerId="ADAL" clId="{12382E7E-081C-41FC-8B96-D423075FB066}" dt="2025-03-27T17:17:45.510" v="1253" actId="167"/>
          <ac:spMkLst>
            <pc:docMk/>
            <pc:sldMk cId="936815737" sldId="388"/>
            <ac:spMk id="3" creationId="{EFD710CD-A173-14C2-D0F9-DD9C6CDAF5A8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5" creationId="{00A0C3C4-6808-0B3C-EF0C-71E72CAA00D4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8" creationId="{5B12F0BB-1665-5AAE-7081-A486090F9325}"/>
          </ac:spMkLst>
        </pc:spChg>
        <pc:spChg chg="add mod or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11" creationId="{DDCD2A0D-1348-8ED4-D055-E322A051579D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12" creationId="{8612B3A9-1936-5AFB-CD37-B3B2BF7AE981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13" creationId="{71AF8463-32FF-3D77-4F44-CA471FED7D26}"/>
          </ac:spMkLst>
        </pc:spChg>
        <pc:spChg chg="add mod ord">
          <ac:chgData name="kiyohara" userId="97cc6578-a8e5-494a-bf9e-9f550a3dbfc5" providerId="ADAL" clId="{12382E7E-081C-41FC-8B96-D423075FB066}" dt="2025-03-27T17:10:52.550" v="990" actId="1076"/>
          <ac:spMkLst>
            <pc:docMk/>
            <pc:sldMk cId="936815737" sldId="388"/>
            <ac:spMk id="18" creationId="{C6049D02-1039-CAD1-A2F6-80B4CE2C64C6}"/>
          </ac:spMkLst>
        </pc:spChg>
        <pc:spChg chg="add mod">
          <ac:chgData name="kiyohara" userId="97cc6578-a8e5-494a-bf9e-9f550a3dbfc5" providerId="ADAL" clId="{12382E7E-081C-41FC-8B96-D423075FB066}" dt="2025-03-27T18:08:11.111" v="2500" actId="20577"/>
          <ac:spMkLst>
            <pc:docMk/>
            <pc:sldMk cId="936815737" sldId="388"/>
            <ac:spMk id="19" creationId="{62036B82-2F17-841B-F77C-E64728F6328F}"/>
          </ac:spMkLst>
        </pc:spChg>
        <pc:spChg chg="add mod">
          <ac:chgData name="kiyohara" userId="97cc6578-a8e5-494a-bf9e-9f550a3dbfc5" providerId="ADAL" clId="{12382E7E-081C-41FC-8B96-D423075FB066}" dt="2025-03-27T17:10:35.187" v="989" actId="552"/>
          <ac:spMkLst>
            <pc:docMk/>
            <pc:sldMk cId="936815737" sldId="388"/>
            <ac:spMk id="21" creationId="{EF07CF4A-4254-61A4-1762-25A9E550F256}"/>
          </ac:spMkLst>
        </pc:spChg>
        <pc:spChg chg="add mod ord">
          <ac:chgData name="kiyohara" userId="97cc6578-a8e5-494a-bf9e-9f550a3dbfc5" providerId="ADAL" clId="{12382E7E-081C-41FC-8B96-D423075FB066}" dt="2025-04-18T08:26:30.017" v="7573" actId="1076"/>
          <ac:spMkLst>
            <pc:docMk/>
            <pc:sldMk cId="936815737" sldId="388"/>
            <ac:spMk id="36" creationId="{EC2F9780-27E6-8623-DFC4-40357574FCC0}"/>
          </ac:spMkLst>
        </pc:spChg>
        <pc:spChg chg="add mod">
          <ac:chgData name="kiyohara" userId="97cc6578-a8e5-494a-bf9e-9f550a3dbfc5" providerId="ADAL" clId="{12382E7E-081C-41FC-8B96-D423075FB066}" dt="2025-04-22T13:16:42.849" v="7597"/>
          <ac:spMkLst>
            <pc:docMk/>
            <pc:sldMk cId="936815737" sldId="388"/>
            <ac:spMk id="40" creationId="{49EE9D92-5818-6756-0F83-2AF893CDE4F2}"/>
          </ac:spMkLst>
        </pc:spChg>
        <pc:spChg chg="add mod">
          <ac:chgData name="kiyohara" userId="97cc6578-a8e5-494a-bf9e-9f550a3dbfc5" providerId="ADAL" clId="{12382E7E-081C-41FC-8B96-D423075FB066}" dt="2025-04-22T13:14:14.004" v="7582" actId="20577"/>
          <ac:spMkLst>
            <pc:docMk/>
            <pc:sldMk cId="936815737" sldId="388"/>
            <ac:spMk id="42" creationId="{4DDFC8CB-4A23-B810-6B69-DFBC3391D90E}"/>
          </ac:spMkLst>
        </pc:spChg>
        <pc:spChg chg="add mod">
          <ac:chgData name="kiyohara" userId="97cc6578-a8e5-494a-bf9e-9f550a3dbfc5" providerId="ADAL" clId="{12382E7E-081C-41FC-8B96-D423075FB066}" dt="2025-03-27T17:10:35.187" v="989" actId="552"/>
          <ac:spMkLst>
            <pc:docMk/>
            <pc:sldMk cId="936815737" sldId="388"/>
            <ac:spMk id="44" creationId="{B5F263E5-7C5C-01C7-4E12-0FD6C7D0AD30}"/>
          </ac:spMkLst>
        </pc:spChg>
        <pc:spChg chg="add mod ord">
          <ac:chgData name="kiyohara" userId="97cc6578-a8e5-494a-bf9e-9f550a3dbfc5" providerId="ADAL" clId="{12382E7E-081C-41FC-8B96-D423075FB066}" dt="2025-03-27T17:11:07.474" v="993" actId="1076"/>
          <ac:spMkLst>
            <pc:docMk/>
            <pc:sldMk cId="936815737" sldId="388"/>
            <ac:spMk id="45" creationId="{C295F3EF-459E-7BEC-9B8B-57E084B4D6F6}"/>
          </ac:spMkLst>
        </pc:spChg>
        <pc:spChg chg="add mod">
          <ac:chgData name="kiyohara" userId="97cc6578-a8e5-494a-bf9e-9f550a3dbfc5" providerId="ADAL" clId="{12382E7E-081C-41FC-8B96-D423075FB066}" dt="2025-03-27T17:10:35.187" v="989" actId="552"/>
          <ac:spMkLst>
            <pc:docMk/>
            <pc:sldMk cId="936815737" sldId="388"/>
            <ac:spMk id="53" creationId="{BBC736DE-2D16-22A9-ABDD-2091362B2C59}"/>
          </ac:spMkLst>
        </pc:spChg>
        <pc:spChg chg="add mod or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55" creationId="{124C12AE-E807-3BAC-FC98-2BFDAD68CC52}"/>
          </ac:spMkLst>
        </pc:spChg>
        <pc:spChg chg="add mod">
          <ac:chgData name="kiyohara" userId="97cc6578-a8e5-494a-bf9e-9f550a3dbfc5" providerId="ADAL" clId="{12382E7E-081C-41FC-8B96-D423075FB066}" dt="2025-04-22T13:18:16.650" v="7598"/>
          <ac:spMkLst>
            <pc:docMk/>
            <pc:sldMk cId="936815737" sldId="388"/>
            <ac:spMk id="59" creationId="{675F4E29-8138-A9B9-7999-3A9DC9806F78}"/>
          </ac:spMkLst>
        </pc:spChg>
        <pc:spChg chg="add mod">
          <ac:chgData name="kiyohara" userId="97cc6578-a8e5-494a-bf9e-9f550a3dbfc5" providerId="ADAL" clId="{12382E7E-081C-41FC-8B96-D423075FB066}" dt="2025-03-27T17:12:04.851" v="999" actId="1076"/>
          <ac:spMkLst>
            <pc:docMk/>
            <pc:sldMk cId="936815737" sldId="388"/>
            <ac:spMk id="66" creationId="{F8B4371B-E232-14B8-EF9F-4C8A90D554C7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69" creationId="{F2352150-2025-2CC5-A1B9-996F4865CF17}"/>
          </ac:spMkLst>
        </pc:spChg>
        <pc:spChg chg="add mod">
          <ac:chgData name="kiyohara" userId="97cc6578-a8e5-494a-bf9e-9f550a3dbfc5" providerId="ADAL" clId="{12382E7E-081C-41FC-8B96-D423075FB066}" dt="2025-03-27T17:16:17.815" v="1214" actId="242"/>
          <ac:spMkLst>
            <pc:docMk/>
            <pc:sldMk cId="936815737" sldId="388"/>
            <ac:spMk id="76" creationId="{C51E3B4D-52EB-6216-33DB-EA32A5FD3523}"/>
          </ac:spMkLst>
        </pc:spChg>
        <pc:cxnChg chg="add mod">
          <ac:chgData name="kiyohara" userId="97cc6578-a8e5-494a-bf9e-9f550a3dbfc5" providerId="ADAL" clId="{12382E7E-081C-41FC-8B96-D423075FB066}" dt="2025-03-27T17:10:07.748" v="975" actId="1076"/>
          <ac:cxnSpMkLst>
            <pc:docMk/>
            <pc:sldMk cId="936815737" sldId="388"/>
            <ac:cxnSpMk id="7" creationId="{CF5AAE02-7BCA-F4D2-AFCD-EBB64455E860}"/>
          </ac:cxnSpMkLst>
        </pc:cxnChg>
        <pc:cxnChg chg="add mod">
          <ac:chgData name="kiyohara" userId="97cc6578-a8e5-494a-bf9e-9f550a3dbfc5" providerId="ADAL" clId="{12382E7E-081C-41FC-8B96-D423075FB066}" dt="2025-03-27T17:10:07.748" v="975" actId="1076"/>
          <ac:cxnSpMkLst>
            <pc:docMk/>
            <pc:sldMk cId="936815737" sldId="388"/>
            <ac:cxnSpMk id="30" creationId="{3C6AD614-AACB-C450-49B6-30223FB4B28F}"/>
          </ac:cxnSpMkLst>
        </pc:cxnChg>
        <pc:cxnChg chg="add mod">
          <ac:chgData name="kiyohara" userId="97cc6578-a8e5-494a-bf9e-9f550a3dbfc5" providerId="ADAL" clId="{12382E7E-081C-41FC-8B96-D423075FB066}" dt="2025-03-27T17:10:35.187" v="989" actId="552"/>
          <ac:cxnSpMkLst>
            <pc:docMk/>
            <pc:sldMk cId="936815737" sldId="388"/>
            <ac:cxnSpMk id="37" creationId="{AB0D6E52-003F-5EF2-E584-9B5CC6FA9F34}"/>
          </ac:cxnSpMkLst>
        </pc:cxnChg>
        <pc:cxnChg chg="add mod">
          <ac:chgData name="kiyohara" userId="97cc6578-a8e5-494a-bf9e-9f550a3dbfc5" providerId="ADAL" clId="{12382E7E-081C-41FC-8B96-D423075FB066}" dt="2025-03-27T17:10:35.187" v="989" actId="552"/>
          <ac:cxnSpMkLst>
            <pc:docMk/>
            <pc:sldMk cId="936815737" sldId="388"/>
            <ac:cxnSpMk id="46" creationId="{CED34A5E-36CA-48E1-41C9-2B8816264EAB}"/>
          </ac:cxnSpMkLst>
        </pc:cxnChg>
        <pc:cxnChg chg="add mod">
          <ac:chgData name="kiyohara" userId="97cc6578-a8e5-494a-bf9e-9f550a3dbfc5" providerId="ADAL" clId="{12382E7E-081C-41FC-8B96-D423075FB066}" dt="2025-03-27T17:10:35.187" v="989" actId="552"/>
          <ac:cxnSpMkLst>
            <pc:docMk/>
            <pc:sldMk cId="936815737" sldId="388"/>
            <ac:cxnSpMk id="50" creationId="{8A7CF5E0-6501-9ACE-14AE-302B408748E4}"/>
          </ac:cxnSpMkLst>
        </pc:cxnChg>
        <pc:cxnChg chg="add mod">
          <ac:chgData name="kiyohara" userId="97cc6578-a8e5-494a-bf9e-9f550a3dbfc5" providerId="ADAL" clId="{12382E7E-081C-41FC-8B96-D423075FB066}" dt="2025-03-27T17:12:04.851" v="999" actId="1076"/>
          <ac:cxnSpMkLst>
            <pc:docMk/>
            <pc:sldMk cId="936815737" sldId="388"/>
            <ac:cxnSpMk id="60" creationId="{8995C75A-DAC0-C8E9-A1B7-8A5A51002708}"/>
          </ac:cxnSpMkLst>
        </pc:cxnChg>
        <pc:cxnChg chg="add mod">
          <ac:chgData name="kiyohara" userId="97cc6578-a8e5-494a-bf9e-9f550a3dbfc5" providerId="ADAL" clId="{12382E7E-081C-41FC-8B96-D423075FB066}" dt="2025-03-27T17:10:35.187" v="989" actId="552"/>
          <ac:cxnSpMkLst>
            <pc:docMk/>
            <pc:sldMk cId="936815737" sldId="388"/>
            <ac:cxnSpMk id="61" creationId="{B8B649B4-6234-3A20-B6E1-B12E1B915508}"/>
          </ac:cxnSpMkLst>
        </pc:cxnChg>
      </pc:sldChg>
      <pc:sldChg chg="addSp delSp modSp new mod">
        <pc:chgData name="kiyohara" userId="97cc6578-a8e5-494a-bf9e-9f550a3dbfc5" providerId="ADAL" clId="{12382E7E-081C-41FC-8B96-D423075FB066}" dt="2025-04-14T14:29:29.920" v="4031" actId="2711"/>
        <pc:sldMkLst>
          <pc:docMk/>
          <pc:sldMk cId="41692126" sldId="389"/>
        </pc:sldMkLst>
        <pc:spChg chg="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2" creationId="{5511C963-98BB-4122-1C16-B80B5EBE05E0}"/>
          </ac:spMkLst>
        </pc:spChg>
        <pc:spChg chg="add mod or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3" creationId="{057D1749-3A23-C0B1-D0CD-B5EE9DB7256A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4" creationId="{B90BA4ED-8CB7-AA38-17EB-1D7273DAF7BD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5" creationId="{41DCF4BB-83F4-470C-7381-9A95F4A0EAB1}"/>
          </ac:spMkLst>
        </pc:spChg>
        <pc:spChg chg="add mod">
          <ac:chgData name="kiyohara" userId="97cc6578-a8e5-494a-bf9e-9f550a3dbfc5" providerId="ADAL" clId="{12382E7E-081C-41FC-8B96-D423075FB066}" dt="2025-03-27T17:17:11.429" v="1250" actId="1076"/>
          <ac:spMkLst>
            <pc:docMk/>
            <pc:sldMk cId="41692126" sldId="389"/>
            <ac:spMk id="6" creationId="{4D5FE121-18BA-6DDB-0017-C5682CE6420A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8" creationId="{172C30D7-B0DC-8279-3C3A-E151091BD765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13" creationId="{E38D8F11-8F84-65F6-1E68-E7EA5FE67094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15" creationId="{8CBBB7DD-FA47-F2B4-0C04-73B6DC3ADA27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16" creationId="{E03F8A75-C761-F268-8C3F-5200F12CD9DD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17" creationId="{7E6ECC75-F68D-464F-B20E-C014D0622081}"/>
          </ac:spMkLst>
        </pc:spChg>
        <pc:spChg chg="add mod ord">
          <ac:chgData name="kiyohara" userId="97cc6578-a8e5-494a-bf9e-9f550a3dbfc5" providerId="ADAL" clId="{12382E7E-081C-41FC-8B96-D423075FB066}" dt="2025-03-27T17:35:45.674" v="1430" actId="14100"/>
          <ac:spMkLst>
            <pc:docMk/>
            <pc:sldMk cId="41692126" sldId="389"/>
            <ac:spMk id="18" creationId="{BA1EC78D-81E0-85B7-1FF7-440C9DBD9FE5}"/>
          </ac:spMkLst>
        </pc:spChg>
        <pc:spChg chg="add mod">
          <ac:chgData name="kiyohara" userId="97cc6578-a8e5-494a-bf9e-9f550a3dbfc5" providerId="ADAL" clId="{12382E7E-081C-41FC-8B96-D423075FB066}" dt="2025-03-27T17:40:02.739" v="1440" actId="1076"/>
          <ac:spMkLst>
            <pc:docMk/>
            <pc:sldMk cId="41692126" sldId="389"/>
            <ac:spMk id="19" creationId="{13018689-7395-57FF-DECA-E9FEF5DF54BC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20" creationId="{B8EBBB82-54D7-B835-7F89-D7CF11C00F73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22" creationId="{69DB3442-CE9D-2787-3E50-04544CC2F9F7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24" creationId="{9DA3FCEE-BA35-9B4F-1087-2B0BE8ABC095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25" creationId="{926547FE-EBBF-EB1E-1B2C-FCBDF8AF0EC5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29" creationId="{0BA452D9-A2C4-EDFA-007F-FC7A79F64CA4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30" creationId="{BF468D17-D8BE-80F0-32D3-378B0D1B1F63}"/>
          </ac:spMkLst>
        </pc:spChg>
      </pc:sldChg>
      <pc:sldChg chg="addSp delSp modSp new mod">
        <pc:chgData name="kiyohara" userId="97cc6578-a8e5-494a-bf9e-9f550a3dbfc5" providerId="ADAL" clId="{12382E7E-081C-41FC-8B96-D423075FB066}" dt="2025-04-14T15:36:09.481" v="7568" actId="20577"/>
        <pc:sldMkLst>
          <pc:docMk/>
          <pc:sldMk cId="1381079538" sldId="390"/>
        </pc:sldMkLst>
        <pc:spChg chg="mod">
          <ac:chgData name="kiyohara" userId="97cc6578-a8e5-494a-bf9e-9f550a3dbfc5" providerId="ADAL" clId="{12382E7E-081C-41FC-8B96-D423075FB066}" dt="2025-03-27T18:12:56.691" v="2506" actId="20577"/>
          <ac:spMkLst>
            <pc:docMk/>
            <pc:sldMk cId="1381079538" sldId="390"/>
            <ac:spMk id="2" creationId="{EBA9BFE8-853F-249A-2D0D-186EB83FFE83}"/>
          </ac:spMkLst>
        </pc:spChg>
        <pc:spChg chg="add mod">
          <ac:chgData name="kiyohara" userId="97cc6578-a8e5-494a-bf9e-9f550a3dbfc5" providerId="ADAL" clId="{12382E7E-081C-41FC-8B96-D423075FB066}" dt="2025-03-27T18:17:00.197" v="2511" actId="1076"/>
          <ac:spMkLst>
            <pc:docMk/>
            <pc:sldMk cId="1381079538" sldId="390"/>
            <ac:spMk id="4" creationId="{B5D79298-4D7A-BF64-E6EB-962692287930}"/>
          </ac:spMkLst>
        </pc:spChg>
        <pc:spChg chg="add mod">
          <ac:chgData name="kiyohara" userId="97cc6578-a8e5-494a-bf9e-9f550a3dbfc5" providerId="ADAL" clId="{12382E7E-081C-41FC-8B96-D423075FB066}" dt="2025-03-27T18:17:00.197" v="2511" actId="1076"/>
          <ac:spMkLst>
            <pc:docMk/>
            <pc:sldMk cId="1381079538" sldId="390"/>
            <ac:spMk id="5" creationId="{8126DD4A-56AC-8588-DF3B-E3BB1A9D0D22}"/>
          </ac:spMkLst>
        </pc:spChg>
        <pc:spChg chg="add mod">
          <ac:chgData name="kiyohara" userId="97cc6578-a8e5-494a-bf9e-9f550a3dbfc5" providerId="ADAL" clId="{12382E7E-081C-41FC-8B96-D423075FB066}" dt="2025-03-27T18:18:15.951" v="2526" actId="6549"/>
          <ac:spMkLst>
            <pc:docMk/>
            <pc:sldMk cId="1381079538" sldId="390"/>
            <ac:spMk id="6" creationId="{89568A64-3647-A690-66A7-2DA25A359974}"/>
          </ac:spMkLst>
        </pc:spChg>
        <pc:spChg chg="add mod">
          <ac:chgData name="kiyohara" userId="97cc6578-a8e5-494a-bf9e-9f550a3dbfc5" providerId="ADAL" clId="{12382E7E-081C-41FC-8B96-D423075FB066}" dt="2025-03-27T18:18:12.242" v="2525" actId="1076"/>
          <ac:spMkLst>
            <pc:docMk/>
            <pc:sldMk cId="1381079538" sldId="390"/>
            <ac:spMk id="7" creationId="{9115E1BA-218D-7E3B-3924-767A621A81C9}"/>
          </ac:spMkLst>
        </pc:spChg>
        <pc:spChg chg="add mod">
          <ac:chgData name="kiyohara" userId="97cc6578-a8e5-494a-bf9e-9f550a3dbfc5" providerId="ADAL" clId="{12382E7E-081C-41FC-8B96-D423075FB066}" dt="2025-03-27T18:18:04.386" v="2523" actId="1076"/>
          <ac:spMkLst>
            <pc:docMk/>
            <pc:sldMk cId="1381079538" sldId="390"/>
            <ac:spMk id="8" creationId="{407FF296-5020-7AD2-D56E-A61C9385A4FC}"/>
          </ac:spMkLst>
        </pc:spChg>
        <pc:spChg chg="add mod">
          <ac:chgData name="kiyohara" userId="97cc6578-a8e5-494a-bf9e-9f550a3dbfc5" providerId="ADAL" clId="{12382E7E-081C-41FC-8B96-D423075FB066}" dt="2025-03-27T18:18:47.623" v="2533" actId="14100"/>
          <ac:spMkLst>
            <pc:docMk/>
            <pc:sldMk cId="1381079538" sldId="390"/>
            <ac:spMk id="9" creationId="{B12E7BBA-A32D-A4CB-E33C-88D04301752B}"/>
          </ac:spMkLst>
        </pc:spChg>
        <pc:spChg chg="add mod">
          <ac:chgData name="kiyohara" userId="97cc6578-a8e5-494a-bf9e-9f550a3dbfc5" providerId="ADAL" clId="{12382E7E-081C-41FC-8B96-D423075FB066}" dt="2025-03-27T18:18:55.935" v="2535" actId="1076"/>
          <ac:spMkLst>
            <pc:docMk/>
            <pc:sldMk cId="1381079538" sldId="390"/>
            <ac:spMk id="10" creationId="{CB565312-7AED-65C6-31B8-496192AA693F}"/>
          </ac:spMkLst>
        </pc:spChg>
        <pc:spChg chg="add mod">
          <ac:chgData name="kiyohara" userId="97cc6578-a8e5-494a-bf9e-9f550a3dbfc5" providerId="ADAL" clId="{12382E7E-081C-41FC-8B96-D423075FB066}" dt="2025-03-27T18:18:58.510" v="2537" actId="1076"/>
          <ac:spMkLst>
            <pc:docMk/>
            <pc:sldMk cId="1381079538" sldId="390"/>
            <ac:spMk id="11" creationId="{76539262-A863-667C-D92D-B09C5635C2D3}"/>
          </ac:spMkLst>
        </pc:spChg>
        <pc:spChg chg="add mod">
          <ac:chgData name="kiyohara" userId="97cc6578-a8e5-494a-bf9e-9f550a3dbfc5" providerId="ADAL" clId="{12382E7E-081C-41FC-8B96-D423075FB066}" dt="2025-03-27T18:19:01.734" v="2539" actId="1076"/>
          <ac:spMkLst>
            <pc:docMk/>
            <pc:sldMk cId="1381079538" sldId="390"/>
            <ac:spMk id="12" creationId="{38B4BBAD-71BC-ABBA-68C9-C509B9ACBE49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13" creationId="{ACF96DFC-9BF4-9106-55E8-079ABDAB4336}"/>
          </ac:spMkLst>
        </pc:spChg>
        <pc:spChg chg="add mod">
          <ac:chgData name="kiyohara" userId="97cc6578-a8e5-494a-bf9e-9f550a3dbfc5" providerId="ADAL" clId="{12382E7E-081C-41FC-8B96-D423075FB066}" dt="2025-03-27T18:19:11.865" v="2543" actId="1076"/>
          <ac:spMkLst>
            <pc:docMk/>
            <pc:sldMk cId="1381079538" sldId="390"/>
            <ac:spMk id="14" creationId="{9E07EA1D-5A90-D373-3B7E-C4C0ABEEAA70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15" creationId="{F726E3D8-76E4-165D-3458-C9951998975C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16" creationId="{E1FDE2FB-6626-98E3-4F1F-482095E673ED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17" creationId="{C2781B1E-9963-7579-0541-3ACA0B584284}"/>
          </ac:spMkLst>
        </pc:spChg>
        <pc:spChg chg="add mod">
          <ac:chgData name="kiyohara" userId="97cc6578-a8e5-494a-bf9e-9f550a3dbfc5" providerId="ADAL" clId="{12382E7E-081C-41FC-8B96-D423075FB066}" dt="2025-03-28T07:26:53.708" v="2961" actId="20577"/>
          <ac:spMkLst>
            <pc:docMk/>
            <pc:sldMk cId="1381079538" sldId="390"/>
            <ac:spMk id="18" creationId="{EFDC4DFE-EB5C-8CE6-32FD-4BA636358B54}"/>
          </ac:spMkLst>
        </pc:spChg>
        <pc:spChg chg="add mod ord">
          <ac:chgData name="kiyohara" userId="97cc6578-a8e5-494a-bf9e-9f550a3dbfc5" providerId="ADAL" clId="{12382E7E-081C-41FC-8B96-D423075FB066}" dt="2025-04-14T13:48:41.726" v="3031" actId="1076"/>
          <ac:spMkLst>
            <pc:docMk/>
            <pc:sldMk cId="1381079538" sldId="390"/>
            <ac:spMk id="19" creationId="{11EBD2FC-3216-9ACA-F57A-0A2CF3C705A8}"/>
          </ac:spMkLst>
        </pc:spChg>
        <pc:spChg chg="mod">
          <ac:chgData name="kiyohara" userId="97cc6578-a8e5-494a-bf9e-9f550a3dbfc5" providerId="ADAL" clId="{12382E7E-081C-41FC-8B96-D423075FB066}" dt="2025-04-14T13:51:11.336" v="3150" actId="14100"/>
          <ac:spMkLst>
            <pc:docMk/>
            <pc:sldMk cId="1381079538" sldId="390"/>
            <ac:spMk id="21" creationId="{368EFE68-2D5B-B84E-C014-4D6E9D390BF1}"/>
          </ac:spMkLst>
        </pc:spChg>
        <pc:spChg chg="mod">
          <ac:chgData name="kiyohara" userId="97cc6578-a8e5-494a-bf9e-9f550a3dbfc5" providerId="ADAL" clId="{12382E7E-081C-41FC-8B96-D423075FB066}" dt="2025-04-14T13:49:39.376" v="3064" actId="1076"/>
          <ac:spMkLst>
            <pc:docMk/>
            <pc:sldMk cId="1381079538" sldId="390"/>
            <ac:spMk id="22" creationId="{35153C68-823E-64D7-7B0E-8A6FDCF97173}"/>
          </ac:spMkLst>
        </pc:spChg>
        <pc:spChg chg="add mod">
          <ac:chgData name="kiyohara" userId="97cc6578-a8e5-494a-bf9e-9f550a3dbfc5" providerId="ADAL" clId="{12382E7E-081C-41FC-8B96-D423075FB066}" dt="2025-04-14T13:48:41.726" v="3031" actId="1076"/>
          <ac:spMkLst>
            <pc:docMk/>
            <pc:sldMk cId="1381079538" sldId="390"/>
            <ac:spMk id="23" creationId="{BE21E810-290E-07C8-E073-BD76B8F15240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24" creationId="{8C3BF05B-5DE9-51AE-9267-225548AF8B3F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26" creationId="{4A295CF8-7E18-99B2-9873-ABEC6FF22431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27" creationId="{CA3E5F1E-D4B0-EF81-3995-08FD0739AB7E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28" creationId="{BFF8584E-5317-F6C2-6F13-0DC77AA47F2A}"/>
          </ac:spMkLst>
        </pc:spChg>
        <pc:spChg chg="add mod">
          <ac:chgData name="kiyohara" userId="97cc6578-a8e5-494a-bf9e-9f550a3dbfc5" providerId="ADAL" clId="{12382E7E-081C-41FC-8B96-D423075FB066}" dt="2025-04-14T13:50:38.596" v="3087" actId="20577"/>
          <ac:spMkLst>
            <pc:docMk/>
            <pc:sldMk cId="1381079538" sldId="390"/>
            <ac:spMk id="30" creationId="{789A0C41-0DE0-91B8-7757-E7E2586ADA6C}"/>
          </ac:spMkLst>
        </pc:spChg>
        <pc:spChg chg="add mod">
          <ac:chgData name="kiyohara" userId="97cc6578-a8e5-494a-bf9e-9f550a3dbfc5" providerId="ADAL" clId="{12382E7E-081C-41FC-8B96-D423075FB066}" dt="2025-04-14T13:50:42.877" v="3095" actId="20577"/>
          <ac:spMkLst>
            <pc:docMk/>
            <pc:sldMk cId="1381079538" sldId="390"/>
            <ac:spMk id="31" creationId="{09B4A90B-530D-7C25-1512-A464D783BA61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32" creationId="{D99C2D52-7076-30C0-B8FD-66BBFD38FF4B}"/>
          </ac:spMkLst>
        </pc:spChg>
        <pc:spChg chg="add mod">
          <ac:chgData name="kiyohara" userId="97cc6578-a8e5-494a-bf9e-9f550a3dbfc5" providerId="ADAL" clId="{12382E7E-081C-41FC-8B96-D423075FB066}" dt="2025-04-14T14:26:42.068" v="4028" actId="20577"/>
          <ac:spMkLst>
            <pc:docMk/>
            <pc:sldMk cId="1381079538" sldId="390"/>
            <ac:spMk id="33" creationId="{44CC4D66-6532-281D-FCF4-18EAA1071330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34" creationId="{833C5B0E-7029-C193-A36E-4BD1F46B8BC3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36" creationId="{CD12BF5F-2F44-84E3-574E-78C1BE139B71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37" creationId="{6B6E04B0-AB95-903C-B25C-AEE1FEA103D0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38" creationId="{62B27072-D4AB-0591-D822-3021846E6582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43" creationId="{66C3CB10-953A-9874-7268-6B7EA1F819F8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49" creationId="{66BB5E29-4AD3-8EAB-5491-3D72159379D7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52" creationId="{6AD83D09-D541-A48A-4DAB-C3096BC3C536}"/>
          </ac:spMkLst>
        </pc:spChg>
        <pc:spChg chg="add mod">
          <ac:chgData name="kiyohara" userId="97cc6578-a8e5-494a-bf9e-9f550a3dbfc5" providerId="ADAL" clId="{12382E7E-081C-41FC-8B96-D423075FB066}" dt="2025-04-14T13:50:49.133" v="3107" actId="20577"/>
          <ac:spMkLst>
            <pc:docMk/>
            <pc:sldMk cId="1381079538" sldId="390"/>
            <ac:spMk id="55" creationId="{3919C278-6AEF-F0B8-EDEE-D058D0333A76}"/>
          </ac:spMkLst>
        </pc:spChg>
        <pc:spChg chg="add mod">
          <ac:chgData name="kiyohara" userId="97cc6578-a8e5-494a-bf9e-9f550a3dbfc5" providerId="ADAL" clId="{12382E7E-081C-41FC-8B96-D423075FB066}" dt="2025-04-14T13:50:53.806" v="3119" actId="20577"/>
          <ac:spMkLst>
            <pc:docMk/>
            <pc:sldMk cId="1381079538" sldId="390"/>
            <ac:spMk id="56" creationId="{88E8C489-5AED-960C-D276-F854828D98EB}"/>
          </ac:spMkLst>
        </pc:spChg>
        <pc:spChg chg="add mod">
          <ac:chgData name="kiyohara" userId="97cc6578-a8e5-494a-bf9e-9f550a3dbfc5" providerId="ADAL" clId="{12382E7E-081C-41FC-8B96-D423075FB066}" dt="2025-04-14T13:51:01.276" v="3140" actId="20577"/>
          <ac:spMkLst>
            <pc:docMk/>
            <pc:sldMk cId="1381079538" sldId="390"/>
            <ac:spMk id="58" creationId="{705AA75E-1252-715E-C91F-777F5EE59359}"/>
          </ac:spMkLst>
        </pc:spChg>
        <pc:spChg chg="add mod">
          <ac:chgData name="kiyohara" userId="97cc6578-a8e5-494a-bf9e-9f550a3dbfc5" providerId="ADAL" clId="{12382E7E-081C-41FC-8B96-D423075FB066}" dt="2025-04-14T13:51:05.196" v="3149" actId="20577"/>
          <ac:spMkLst>
            <pc:docMk/>
            <pc:sldMk cId="1381079538" sldId="390"/>
            <ac:spMk id="67" creationId="{C744A6A0-E507-53F7-D33A-7E262B56DC94}"/>
          </ac:spMkLst>
        </pc:spChg>
        <pc:spChg chg="add mod">
          <ac:chgData name="kiyohara" userId="97cc6578-a8e5-494a-bf9e-9f550a3dbfc5" providerId="ADAL" clId="{12382E7E-081C-41FC-8B96-D423075FB066}" dt="2025-04-14T14:12:15.597" v="3183" actId="20577"/>
          <ac:spMkLst>
            <pc:docMk/>
            <pc:sldMk cId="1381079538" sldId="390"/>
            <ac:spMk id="89" creationId="{0AF6EC1F-6D53-A5AC-EA63-FCCC0A0D5CFF}"/>
          </ac:spMkLst>
        </pc:spChg>
        <pc:spChg chg="add mod">
          <ac:chgData name="kiyohara" userId="97cc6578-a8e5-494a-bf9e-9f550a3dbfc5" providerId="ADAL" clId="{12382E7E-081C-41FC-8B96-D423075FB066}" dt="2025-04-14T14:33:05.141" v="4100" actId="20577"/>
          <ac:spMkLst>
            <pc:docMk/>
            <pc:sldMk cId="1381079538" sldId="390"/>
            <ac:spMk id="90" creationId="{D23A496F-B83F-12FF-CB68-7E7F29F7018B}"/>
          </ac:spMkLst>
        </pc:spChg>
        <pc:spChg chg="add mod">
          <ac:chgData name="kiyohara" userId="97cc6578-a8e5-494a-bf9e-9f550a3dbfc5" providerId="ADAL" clId="{12382E7E-081C-41FC-8B96-D423075FB066}" dt="2025-04-14T15:35:38.893" v="7516"/>
          <ac:spMkLst>
            <pc:docMk/>
            <pc:sldMk cId="1381079538" sldId="390"/>
            <ac:spMk id="91" creationId="{398805FC-BCCC-FF68-E7F1-5C0262B15A7C}"/>
          </ac:spMkLst>
        </pc:spChg>
        <pc:spChg chg="add mod">
          <ac:chgData name="kiyohara" userId="97cc6578-a8e5-494a-bf9e-9f550a3dbfc5" providerId="ADAL" clId="{12382E7E-081C-41FC-8B96-D423075FB066}" dt="2025-04-14T15:36:09.481" v="7568" actId="20577"/>
          <ac:spMkLst>
            <pc:docMk/>
            <pc:sldMk cId="1381079538" sldId="390"/>
            <ac:spMk id="92" creationId="{C960B8F3-807D-BF2C-A2C0-6FD63571DEE9}"/>
          </ac:spMkLst>
        </pc:spChg>
        <pc:grpChg chg="mod">
          <ac:chgData name="kiyohara" userId="97cc6578-a8e5-494a-bf9e-9f550a3dbfc5" providerId="ADAL" clId="{12382E7E-081C-41FC-8B96-D423075FB066}" dt="2025-04-14T13:47:07.926" v="2994" actId="14100"/>
          <ac:grpSpMkLst>
            <pc:docMk/>
            <pc:sldMk cId="1381079538" sldId="390"/>
            <ac:grpSpMk id="3" creationId="{8C790397-38F1-D7D0-27A8-FE1F6591FDCE}"/>
          </ac:grpSpMkLst>
        </pc:grpChg>
        <pc:grpChg chg="mod">
          <ac:chgData name="kiyohara" userId="97cc6578-a8e5-494a-bf9e-9f550a3dbfc5" providerId="ADAL" clId="{12382E7E-081C-41FC-8B96-D423075FB066}" dt="2025-04-14T13:50:23.024" v="3077" actId="1076"/>
          <ac:grpSpMkLst>
            <pc:docMk/>
            <pc:sldMk cId="1381079538" sldId="390"/>
            <ac:grpSpMk id="39" creationId="{BC279F74-00E9-C9B6-CEBC-449342DE37A9}"/>
          </ac:grpSpMkLst>
        </pc:grpChg>
        <pc:grpChg chg="mod">
          <ac:chgData name="kiyohara" userId="97cc6578-a8e5-494a-bf9e-9f550a3dbfc5" providerId="ADAL" clId="{12382E7E-081C-41FC-8B96-D423075FB066}" dt="2025-04-14T13:50:18.054" v="3076" actId="14100"/>
          <ac:grpSpMkLst>
            <pc:docMk/>
            <pc:sldMk cId="1381079538" sldId="390"/>
            <ac:grpSpMk id="40" creationId="{D3866D3B-E065-E593-6065-1D97812B0F97}"/>
          </ac:grpSpMkLst>
        </pc:grpChg>
        <pc:grpChg chg="mod">
          <ac:chgData name="kiyohara" userId="97cc6578-a8e5-494a-bf9e-9f550a3dbfc5" providerId="ADAL" clId="{12382E7E-081C-41FC-8B96-D423075FB066}" dt="2025-04-14T13:50:27.464" v="3078" actId="1076"/>
          <ac:grpSpMkLst>
            <pc:docMk/>
            <pc:sldMk cId="1381079538" sldId="390"/>
            <ac:grpSpMk id="41" creationId="{D8847D35-A2D5-3A22-A362-B10C75DDB920}"/>
          </ac:grpSpMkLst>
        </pc:grpChg>
        <pc:grpChg chg="mod">
          <ac:chgData name="kiyohara" userId="97cc6578-a8e5-494a-bf9e-9f550a3dbfc5" providerId="ADAL" clId="{12382E7E-081C-41FC-8B96-D423075FB066}" dt="2025-04-14T13:50:31.785" v="3079" actId="1076"/>
          <ac:grpSpMkLst>
            <pc:docMk/>
            <pc:sldMk cId="1381079538" sldId="390"/>
            <ac:grpSpMk id="48" creationId="{63F4DB24-F551-7ED9-1F52-EEB0BC4ADC48}"/>
          </ac:grpSpMkLst>
        </pc:grpChg>
        <pc:picChg chg="add mod">
          <ac:chgData name="kiyohara" userId="97cc6578-a8e5-494a-bf9e-9f550a3dbfc5" providerId="ADAL" clId="{12382E7E-081C-41FC-8B96-D423075FB066}" dt="2025-04-14T14:12:00.668" v="3154" actId="1076"/>
          <ac:picMkLst>
            <pc:docMk/>
            <pc:sldMk cId="1381079538" sldId="390"/>
            <ac:picMk id="88" creationId="{A223D34D-E3D3-962B-5E07-38ACDF311DA6}"/>
          </ac:picMkLst>
        </pc:picChg>
        <pc:cxnChg chg="add 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20" creationId="{FC32B31A-22C6-7D3C-4805-8A0B457A00B3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57" creationId="{91D44F44-6164-82E5-D95A-DF826EA421C2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59" creationId="{7D89B4E3-64D7-2771-4C07-C5EE34CA4321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0" creationId="{5CEE9F18-426E-C2BB-2DB5-E66656312FB1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1" creationId="{08F0DA1E-2844-722B-CBBA-40B19DDDCC70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2" creationId="{3E2BEED5-7616-A9AB-6A50-9C505828F7D8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3" creationId="{8D2C8234-D23F-D35F-AF1C-6A9956C5F15D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4" creationId="{6E104A70-58AB-8C82-376B-DA1ABE6BBC2A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5" creationId="{CA1D64B5-2790-F2AC-6C68-6D4B31E3C9A0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6" creationId="{D2F77888-A1BE-CAA8-1815-17E6E703440D}"/>
          </ac:cxnSpMkLst>
        </pc:cxnChg>
      </pc:sldChg>
      <pc:sldChg chg="addSp modSp mod">
        <pc:chgData name="kiyohara" userId="97cc6578-a8e5-494a-bf9e-9f550a3dbfc5" providerId="ADAL" clId="{12382E7E-081C-41FC-8B96-D423075FB066}" dt="2025-04-18T08:19:50.138" v="7571" actId="1076"/>
        <pc:sldMkLst>
          <pc:docMk/>
          <pc:sldMk cId="2790997612" sldId="391"/>
        </pc:sldMkLst>
        <pc:spChg chg="mod">
          <ac:chgData name="kiyohara" userId="97cc6578-a8e5-494a-bf9e-9f550a3dbfc5" providerId="ADAL" clId="{12382E7E-081C-41FC-8B96-D423075FB066}" dt="2025-04-14T14:29:59.571" v="4034" actId="255"/>
          <ac:spMkLst>
            <pc:docMk/>
            <pc:sldMk cId="2790997612" sldId="391"/>
            <ac:spMk id="2" creationId="{48CB49E8-DC8B-854C-6E69-55A6CFC2F5B9}"/>
          </ac:spMkLst>
        </pc:spChg>
        <pc:spChg chg="mod">
          <ac:chgData name="kiyohara" userId="97cc6578-a8e5-494a-bf9e-9f550a3dbfc5" providerId="ADAL" clId="{12382E7E-081C-41FC-8B96-D423075FB066}" dt="2025-04-14T14:34:41.901" v="4156" actId="1076"/>
          <ac:spMkLst>
            <pc:docMk/>
            <pc:sldMk cId="2790997612" sldId="391"/>
            <ac:spMk id="4" creationId="{FA102107-2237-EB6D-5E70-31A817389B08}"/>
          </ac:spMkLst>
        </pc:spChg>
        <pc:spChg chg="mod">
          <ac:chgData name="kiyohara" userId="97cc6578-a8e5-494a-bf9e-9f550a3dbfc5" providerId="ADAL" clId="{12382E7E-081C-41FC-8B96-D423075FB066}" dt="2025-04-14T14:33:23.406" v="4101" actId="1076"/>
          <ac:spMkLst>
            <pc:docMk/>
            <pc:sldMk cId="2790997612" sldId="391"/>
            <ac:spMk id="5" creationId="{AF25DD32-0AA1-237F-6188-877577C35540}"/>
          </ac:spMkLst>
        </pc:spChg>
        <pc:spChg chg="add mod">
          <ac:chgData name="kiyohara" userId="97cc6578-a8e5-494a-bf9e-9f550a3dbfc5" providerId="ADAL" clId="{12382E7E-081C-41FC-8B96-D423075FB066}" dt="2025-04-14T14:31:36.012" v="4047" actId="1076"/>
          <ac:spMkLst>
            <pc:docMk/>
            <pc:sldMk cId="2790997612" sldId="391"/>
            <ac:spMk id="7" creationId="{245DC346-CB1C-E3F5-9E75-2F34C55A63D5}"/>
          </ac:spMkLst>
        </pc:spChg>
        <pc:spChg chg="add mod ord">
          <ac:chgData name="kiyohara" userId="97cc6578-a8e5-494a-bf9e-9f550a3dbfc5" providerId="ADAL" clId="{12382E7E-081C-41FC-8B96-D423075FB066}" dt="2025-04-14T14:33:54.102" v="4107" actId="207"/>
          <ac:spMkLst>
            <pc:docMk/>
            <pc:sldMk cId="2790997612" sldId="391"/>
            <ac:spMk id="8" creationId="{AE4140B0-866C-320C-8A65-B7352B7A2D7D}"/>
          </ac:spMkLst>
        </pc:spChg>
        <pc:spChg chg="add mod">
          <ac:chgData name="kiyohara" userId="97cc6578-a8e5-494a-bf9e-9f550a3dbfc5" providerId="ADAL" clId="{12382E7E-081C-41FC-8B96-D423075FB066}" dt="2025-04-14T14:34:18.986" v="4149" actId="14100"/>
          <ac:spMkLst>
            <pc:docMk/>
            <pc:sldMk cId="2790997612" sldId="391"/>
            <ac:spMk id="9" creationId="{58B4BA70-C593-73E4-10B3-F5E73970DCA3}"/>
          </ac:spMkLst>
        </pc:spChg>
        <pc:spChg chg="add mod ord">
          <ac:chgData name="kiyohara" userId="97cc6578-a8e5-494a-bf9e-9f550a3dbfc5" providerId="ADAL" clId="{12382E7E-081C-41FC-8B96-D423075FB066}" dt="2025-04-14T14:34:37.242" v="4155" actId="167"/>
          <ac:spMkLst>
            <pc:docMk/>
            <pc:sldMk cId="2790997612" sldId="391"/>
            <ac:spMk id="10" creationId="{CBA60C14-A792-9851-3B60-C08EEF46437C}"/>
          </ac:spMkLst>
        </pc:spChg>
        <pc:spChg chg="add mod">
          <ac:chgData name="kiyohara" userId="97cc6578-a8e5-494a-bf9e-9f550a3dbfc5" providerId="ADAL" clId="{12382E7E-081C-41FC-8B96-D423075FB066}" dt="2025-04-14T14:35:00.853" v="4180" actId="20577"/>
          <ac:spMkLst>
            <pc:docMk/>
            <pc:sldMk cId="2790997612" sldId="391"/>
            <ac:spMk id="11" creationId="{3A6F7DA5-C830-8E3A-7492-554A5987FE15}"/>
          </ac:spMkLst>
        </pc:spChg>
        <pc:spChg chg="add mod">
          <ac:chgData name="kiyohara" userId="97cc6578-a8e5-494a-bf9e-9f550a3dbfc5" providerId="ADAL" clId="{12382E7E-081C-41FC-8B96-D423075FB066}" dt="2025-04-18T08:19:50.138" v="7571" actId="1076"/>
          <ac:spMkLst>
            <pc:docMk/>
            <pc:sldMk cId="2790997612" sldId="391"/>
            <ac:spMk id="12" creationId="{4068EEA6-A23E-89FD-FE1B-92235EE308BA}"/>
          </ac:spMkLst>
        </pc:spChg>
        <pc:spChg chg="add mod">
          <ac:chgData name="kiyohara" userId="97cc6578-a8e5-494a-bf9e-9f550a3dbfc5" providerId="ADAL" clId="{12382E7E-081C-41FC-8B96-D423075FB066}" dt="2025-04-14T14:37:36.684" v="4529" actId="108"/>
          <ac:spMkLst>
            <pc:docMk/>
            <pc:sldMk cId="2790997612" sldId="391"/>
            <ac:spMk id="13" creationId="{8AB6BE7B-563D-8F61-01DF-45EE56724E72}"/>
          </ac:spMkLst>
        </pc:spChg>
        <pc:spChg chg="add mod">
          <ac:chgData name="kiyohara" userId="97cc6578-a8e5-494a-bf9e-9f550a3dbfc5" providerId="ADAL" clId="{12382E7E-081C-41FC-8B96-D423075FB066}" dt="2025-04-14T14:39:18.230" v="4768" actId="20577"/>
          <ac:spMkLst>
            <pc:docMk/>
            <pc:sldMk cId="2790997612" sldId="391"/>
            <ac:spMk id="14" creationId="{8E00C967-808A-6C9A-C413-9F1F11C663A7}"/>
          </ac:spMkLst>
        </pc:spChg>
        <pc:spChg chg="add mod">
          <ac:chgData name="kiyohara" userId="97cc6578-a8e5-494a-bf9e-9f550a3dbfc5" providerId="ADAL" clId="{12382E7E-081C-41FC-8B96-D423075FB066}" dt="2025-04-14T14:39:46.453" v="4837" actId="20577"/>
          <ac:spMkLst>
            <pc:docMk/>
            <pc:sldMk cId="2790997612" sldId="391"/>
            <ac:spMk id="15" creationId="{9210E714-94BF-75E6-B7F0-6C2062D78A1C}"/>
          </ac:spMkLst>
        </pc:spChg>
      </pc:sldChg>
      <pc:sldChg chg="addSp modSp mod">
        <pc:chgData name="kiyohara" userId="97cc6578-a8e5-494a-bf9e-9f550a3dbfc5" providerId="ADAL" clId="{12382E7E-081C-41FC-8B96-D423075FB066}" dt="2025-04-14T14:56:55.713" v="5734" actId="20577"/>
        <pc:sldMkLst>
          <pc:docMk/>
          <pc:sldMk cId="2995618046" sldId="392"/>
        </pc:sldMkLst>
        <pc:spChg chg="mod">
          <ac:chgData name="kiyohara" userId="97cc6578-a8e5-494a-bf9e-9f550a3dbfc5" providerId="ADAL" clId="{12382E7E-081C-41FC-8B96-D423075FB066}" dt="2025-04-14T14:40:12.202" v="4839" actId="255"/>
          <ac:spMkLst>
            <pc:docMk/>
            <pc:sldMk cId="2995618046" sldId="392"/>
            <ac:spMk id="2" creationId="{77FE3311-80AC-2642-C973-E37B44D0C0ED}"/>
          </ac:spMkLst>
        </pc:spChg>
        <pc:spChg chg="mod">
          <ac:chgData name="kiyohara" userId="97cc6578-a8e5-494a-bf9e-9f550a3dbfc5" providerId="ADAL" clId="{12382E7E-081C-41FC-8B96-D423075FB066}" dt="2025-04-14T14:42:38.040" v="4867" actId="1076"/>
          <ac:spMkLst>
            <pc:docMk/>
            <pc:sldMk cId="2995618046" sldId="392"/>
            <ac:spMk id="3" creationId="{E32D4253-5A7E-BEBE-937E-34B875B4B382}"/>
          </ac:spMkLst>
        </pc:spChg>
        <pc:spChg chg="add mod">
          <ac:chgData name="kiyohara" userId="97cc6578-a8e5-494a-bf9e-9f550a3dbfc5" providerId="ADAL" clId="{12382E7E-081C-41FC-8B96-D423075FB066}" dt="2025-04-14T14:42:12.213" v="4862" actId="1076"/>
          <ac:spMkLst>
            <pc:docMk/>
            <pc:sldMk cId="2995618046" sldId="392"/>
            <ac:spMk id="5" creationId="{CC3B4C19-DF18-6BAC-B6CA-064F6B023934}"/>
          </ac:spMkLst>
        </pc:spChg>
        <pc:spChg chg="add mod ord">
          <ac:chgData name="kiyohara" userId="97cc6578-a8e5-494a-bf9e-9f550a3dbfc5" providerId="ADAL" clId="{12382E7E-081C-41FC-8B96-D423075FB066}" dt="2025-04-14T14:42:41.820" v="4868" actId="14100"/>
          <ac:spMkLst>
            <pc:docMk/>
            <pc:sldMk cId="2995618046" sldId="392"/>
            <ac:spMk id="7" creationId="{5EB0C527-A3B1-888B-73D7-473EAB58BF24}"/>
          </ac:spMkLst>
        </pc:spChg>
        <pc:spChg chg="add mod">
          <ac:chgData name="kiyohara" userId="97cc6578-a8e5-494a-bf9e-9f550a3dbfc5" providerId="ADAL" clId="{12382E7E-081C-41FC-8B96-D423075FB066}" dt="2025-04-14T14:42:45.491" v="4869" actId="1076"/>
          <ac:spMkLst>
            <pc:docMk/>
            <pc:sldMk cId="2995618046" sldId="392"/>
            <ac:spMk id="8" creationId="{D119CB4D-B3EC-E56A-4158-FA0749A87BBC}"/>
          </ac:spMkLst>
        </pc:spChg>
        <pc:spChg chg="add mod">
          <ac:chgData name="kiyohara" userId="97cc6578-a8e5-494a-bf9e-9f550a3dbfc5" providerId="ADAL" clId="{12382E7E-081C-41FC-8B96-D423075FB066}" dt="2025-04-14T14:42:28.076" v="4865"/>
          <ac:spMkLst>
            <pc:docMk/>
            <pc:sldMk cId="2995618046" sldId="392"/>
            <ac:spMk id="9" creationId="{1DB2EF31-AA51-0D32-893E-B187B21E15FA}"/>
          </ac:spMkLst>
        </pc:spChg>
        <pc:spChg chg="add mod">
          <ac:chgData name="kiyohara" userId="97cc6578-a8e5-494a-bf9e-9f550a3dbfc5" providerId="ADAL" clId="{12382E7E-081C-41FC-8B96-D423075FB066}" dt="2025-04-14T14:42:28.076" v="4865"/>
          <ac:spMkLst>
            <pc:docMk/>
            <pc:sldMk cId="2995618046" sldId="392"/>
            <ac:spMk id="10" creationId="{B49713E9-AE3F-9087-4718-5168E835A5BD}"/>
          </ac:spMkLst>
        </pc:spChg>
        <pc:spChg chg="add mod ord">
          <ac:chgData name="kiyohara" userId="97cc6578-a8e5-494a-bf9e-9f550a3dbfc5" providerId="ADAL" clId="{12382E7E-081C-41FC-8B96-D423075FB066}" dt="2025-04-14T14:44:31.262" v="4878" actId="167"/>
          <ac:spMkLst>
            <pc:docMk/>
            <pc:sldMk cId="2995618046" sldId="392"/>
            <ac:spMk id="13" creationId="{CE4E6F39-D47D-2F95-E64D-EB74BF5E4B55}"/>
          </ac:spMkLst>
        </pc:spChg>
        <pc:spChg chg="add mod ord">
          <ac:chgData name="kiyohara" userId="97cc6578-a8e5-494a-bf9e-9f550a3dbfc5" providerId="ADAL" clId="{12382E7E-081C-41FC-8B96-D423075FB066}" dt="2025-04-14T14:44:42.159" v="4894" actId="20577"/>
          <ac:spMkLst>
            <pc:docMk/>
            <pc:sldMk cId="2995618046" sldId="392"/>
            <ac:spMk id="14" creationId="{F027CEA9-3C29-CFF4-CE52-2011763D8CA3}"/>
          </ac:spMkLst>
        </pc:spChg>
        <pc:spChg chg="add mod">
          <ac:chgData name="kiyohara" userId="97cc6578-a8e5-494a-bf9e-9f550a3dbfc5" providerId="ADAL" clId="{12382E7E-081C-41FC-8B96-D423075FB066}" dt="2025-04-14T14:49:12.824" v="5279" actId="20577"/>
          <ac:spMkLst>
            <pc:docMk/>
            <pc:sldMk cId="2995618046" sldId="392"/>
            <ac:spMk id="19" creationId="{9971AD36-98FA-D7F4-CE65-8373A4687DA7}"/>
          </ac:spMkLst>
        </pc:spChg>
        <pc:spChg chg="add mod">
          <ac:chgData name="kiyohara" userId="97cc6578-a8e5-494a-bf9e-9f550a3dbfc5" providerId="ADAL" clId="{12382E7E-081C-41FC-8B96-D423075FB066}" dt="2025-04-14T14:56:55.713" v="5734" actId="20577"/>
          <ac:spMkLst>
            <pc:docMk/>
            <pc:sldMk cId="2995618046" sldId="392"/>
            <ac:spMk id="20" creationId="{42550B94-4D89-36E0-B71E-33D927542497}"/>
          </ac:spMkLst>
        </pc:spChg>
        <pc:picChg chg="add mod">
          <ac:chgData name="kiyohara" userId="97cc6578-a8e5-494a-bf9e-9f550a3dbfc5" providerId="ADAL" clId="{12382E7E-081C-41FC-8B96-D423075FB066}" dt="2025-04-14T14:44:12.141" v="4874" actId="1076"/>
          <ac:picMkLst>
            <pc:docMk/>
            <pc:sldMk cId="2995618046" sldId="392"/>
            <ac:picMk id="12" creationId="{85701203-A8BF-ADE7-5C1A-E347F1C86969}"/>
          </ac:picMkLst>
        </pc:picChg>
        <pc:picChg chg="add mod">
          <ac:chgData name="kiyohara" userId="97cc6578-a8e5-494a-bf9e-9f550a3dbfc5" providerId="ADAL" clId="{12382E7E-081C-41FC-8B96-D423075FB066}" dt="2025-04-14T14:45:51.401" v="4898" actId="14100"/>
          <ac:picMkLst>
            <pc:docMk/>
            <pc:sldMk cId="2995618046" sldId="392"/>
            <ac:picMk id="16" creationId="{B586C3CC-05D7-2D61-A6F7-4FEA95DAE250}"/>
          </ac:picMkLst>
        </pc:picChg>
        <pc:picChg chg="add mod">
          <ac:chgData name="kiyohara" userId="97cc6578-a8e5-494a-bf9e-9f550a3dbfc5" providerId="ADAL" clId="{12382E7E-081C-41FC-8B96-D423075FB066}" dt="2025-04-14T14:47:18.409" v="4901" actId="1076"/>
          <ac:picMkLst>
            <pc:docMk/>
            <pc:sldMk cId="2995618046" sldId="392"/>
            <ac:picMk id="18" creationId="{F43811D8-F3E7-939B-E648-33F09856AB5E}"/>
          </ac:picMkLst>
        </pc:picChg>
      </pc:sldChg>
      <pc:sldChg chg="addSp delSp modSp mod">
        <pc:chgData name="kiyohara" userId="97cc6578-a8e5-494a-bf9e-9f550a3dbfc5" providerId="ADAL" clId="{12382E7E-081C-41FC-8B96-D423075FB066}" dt="2025-04-14T15:15:28.108" v="6732" actId="20577"/>
        <pc:sldMkLst>
          <pc:docMk/>
          <pc:sldMk cId="2713445109" sldId="393"/>
        </pc:sldMkLst>
        <pc:spChg chg="add mod">
          <ac:chgData name="kiyohara" userId="97cc6578-a8e5-494a-bf9e-9f550a3dbfc5" providerId="ADAL" clId="{12382E7E-081C-41FC-8B96-D423075FB066}" dt="2025-04-14T15:06:00.038" v="5863" actId="1076"/>
          <ac:spMkLst>
            <pc:docMk/>
            <pc:sldMk cId="2713445109" sldId="393"/>
            <ac:spMk id="3" creationId="{9252BAB1-B6DD-D2E3-9593-74A6442FF2E0}"/>
          </ac:spMkLst>
        </pc:spChg>
        <pc:spChg chg="mod">
          <ac:chgData name="kiyohara" userId="97cc6578-a8e5-494a-bf9e-9f550a3dbfc5" providerId="ADAL" clId="{12382E7E-081C-41FC-8B96-D423075FB066}" dt="2025-04-14T15:06:00.038" v="5863" actId="1076"/>
          <ac:spMkLst>
            <pc:docMk/>
            <pc:sldMk cId="2713445109" sldId="393"/>
            <ac:spMk id="5" creationId="{A1CFC59E-101C-462A-8F12-E13B15567200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1" creationId="{7153BB27-E533-7F22-D0D5-03F3A6AA4B61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2" creationId="{F4E432ED-E0F2-428F-6DBD-C71A205AE39F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6" creationId="{E5BC467B-6332-ABF5-17FD-D0F4FBB8806E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8" creationId="{0B899A81-EF88-A3BA-D2DD-116041E843AF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9" creationId="{C9416379-6E80-3258-80E8-09A6CE6FB394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25" creationId="{55E0616A-68E1-AC39-6F3E-AAC30D387330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29" creationId="{802590E3-715E-347E-6AE3-1A1C96DA9A66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30" creationId="{8A40484C-007F-3896-03EB-2E10C2889AE1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33" creationId="{FE0F33EC-78B5-6596-C32F-ACB8343C48B5}"/>
          </ac:spMkLst>
        </pc:spChg>
        <pc:spChg chg="add mod ord">
          <ac:chgData name="kiyohara" userId="97cc6578-a8e5-494a-bf9e-9f550a3dbfc5" providerId="ADAL" clId="{12382E7E-081C-41FC-8B96-D423075FB066}" dt="2025-04-14T15:07:15.899" v="5888" actId="14100"/>
          <ac:spMkLst>
            <pc:docMk/>
            <pc:sldMk cId="2713445109" sldId="393"/>
            <ac:spMk id="55" creationId="{418D36BD-53BA-BD1F-80DC-7B9952A6E71F}"/>
          </ac:spMkLst>
        </pc:spChg>
        <pc:spChg chg="add mod ord">
          <ac:chgData name="kiyohara" userId="97cc6578-a8e5-494a-bf9e-9f550a3dbfc5" providerId="ADAL" clId="{12382E7E-081C-41FC-8B96-D423075FB066}" dt="2025-04-14T15:06:54.254" v="5879" actId="167"/>
          <ac:spMkLst>
            <pc:docMk/>
            <pc:sldMk cId="2713445109" sldId="393"/>
            <ac:spMk id="56" creationId="{DBB0E6D7-D483-00D3-411A-183796648A40}"/>
          </ac:spMkLst>
        </pc:spChg>
        <pc:spChg chg="add mod">
          <ac:chgData name="kiyohara" userId="97cc6578-a8e5-494a-bf9e-9f550a3dbfc5" providerId="ADAL" clId="{12382E7E-081C-41FC-8B96-D423075FB066}" dt="2025-04-14T15:15:28.108" v="6732" actId="20577"/>
          <ac:spMkLst>
            <pc:docMk/>
            <pc:sldMk cId="2713445109" sldId="393"/>
            <ac:spMk id="75" creationId="{BACD7422-E320-6474-A436-AAC841D6CF17}"/>
          </ac:spMkLst>
        </pc:spChg>
        <pc:grpChg chg="mod">
          <ac:chgData name="kiyohara" userId="97cc6578-a8e5-494a-bf9e-9f550a3dbfc5" providerId="ADAL" clId="{12382E7E-081C-41FC-8B96-D423075FB066}" dt="2025-04-14T15:06:00.038" v="5863" actId="1076"/>
          <ac:grpSpMkLst>
            <pc:docMk/>
            <pc:sldMk cId="2713445109" sldId="393"/>
            <ac:grpSpMk id="7" creationId="{18E0B075-4ED9-C9C4-10C8-E9AA4D452529}"/>
          </ac:grpSpMkLst>
        </pc:grpChg>
        <pc:grpChg chg="mod">
          <ac:chgData name="kiyohara" userId="97cc6578-a8e5-494a-bf9e-9f550a3dbfc5" providerId="ADAL" clId="{12382E7E-081C-41FC-8B96-D423075FB066}" dt="2025-04-14T15:06:00.038" v="5863" actId="1076"/>
          <ac:grpSpMkLst>
            <pc:docMk/>
            <pc:sldMk cId="2713445109" sldId="393"/>
            <ac:grpSpMk id="14" creationId="{C3897D4F-8DA6-4569-F717-F50F8FFF0679}"/>
          </ac:grpSpMkLst>
        </pc:grpChg>
        <pc:grpChg chg="mod">
          <ac:chgData name="kiyohara" userId="97cc6578-a8e5-494a-bf9e-9f550a3dbfc5" providerId="ADAL" clId="{12382E7E-081C-41FC-8B96-D423075FB066}" dt="2025-04-14T15:06:00.038" v="5863" actId="1076"/>
          <ac:grpSpMkLst>
            <pc:docMk/>
            <pc:sldMk cId="2713445109" sldId="393"/>
            <ac:grpSpMk id="21" creationId="{0BE003A1-CA62-F51F-FA3B-3299466CFE3A}"/>
          </ac:grpSpMkLst>
        </pc:grpChg>
        <pc:grpChg chg="mod">
          <ac:chgData name="kiyohara" userId="97cc6578-a8e5-494a-bf9e-9f550a3dbfc5" providerId="ADAL" clId="{12382E7E-081C-41FC-8B96-D423075FB066}" dt="2025-04-14T15:06:00.038" v="5863" actId="1076"/>
          <ac:grpSpMkLst>
            <pc:docMk/>
            <pc:sldMk cId="2713445109" sldId="393"/>
            <ac:grpSpMk id="28" creationId="{79AAFBB6-EEA2-5340-B58E-1BDD0ADE9BDF}"/>
          </ac:grpSpMkLst>
        </pc:grpChg>
        <pc:picChg chg="add mod">
          <ac:chgData name="kiyohara" userId="97cc6578-a8e5-494a-bf9e-9f550a3dbfc5" providerId="ADAL" clId="{12382E7E-081C-41FC-8B96-D423075FB066}" dt="2025-04-14T15:09:56.665" v="5894" actId="1076"/>
          <ac:picMkLst>
            <pc:docMk/>
            <pc:sldMk cId="2713445109" sldId="393"/>
            <ac:picMk id="65" creationId="{8240B3AA-8B17-780F-FF19-6EB4F322D8DA}"/>
          </ac:picMkLst>
        </pc:picChg>
        <pc:picChg chg="add mod">
          <ac:chgData name="kiyohara" userId="97cc6578-a8e5-494a-bf9e-9f550a3dbfc5" providerId="ADAL" clId="{12382E7E-081C-41FC-8B96-D423075FB066}" dt="2025-04-14T15:09:58.291" v="5896" actId="1076"/>
          <ac:picMkLst>
            <pc:docMk/>
            <pc:sldMk cId="2713445109" sldId="393"/>
            <ac:picMk id="66" creationId="{495258D0-32D7-59FB-0194-347A6A5488D9}"/>
          </ac:picMkLst>
        </pc:picChg>
        <pc:picChg chg="add mod">
          <ac:chgData name="kiyohara" userId="97cc6578-a8e5-494a-bf9e-9f550a3dbfc5" providerId="ADAL" clId="{12382E7E-081C-41FC-8B96-D423075FB066}" dt="2025-04-14T15:10:00.538" v="5898" actId="1076"/>
          <ac:picMkLst>
            <pc:docMk/>
            <pc:sldMk cId="2713445109" sldId="393"/>
            <ac:picMk id="67" creationId="{490DA773-02B5-C7C6-86E0-7EAF93A9D334}"/>
          </ac:picMkLst>
        </pc:picChg>
        <pc:picChg chg="add mod">
          <ac:chgData name="kiyohara" userId="97cc6578-a8e5-494a-bf9e-9f550a3dbfc5" providerId="ADAL" clId="{12382E7E-081C-41FC-8B96-D423075FB066}" dt="2025-04-14T15:10:02.248" v="5900" actId="1076"/>
          <ac:picMkLst>
            <pc:docMk/>
            <pc:sldMk cId="2713445109" sldId="393"/>
            <ac:picMk id="68" creationId="{8D727230-ED6D-DBA2-2DE1-01F6E3B35A16}"/>
          </ac:picMkLst>
        </pc:picChg>
        <pc:picChg chg="add mod">
          <ac:chgData name="kiyohara" userId="97cc6578-a8e5-494a-bf9e-9f550a3dbfc5" providerId="ADAL" clId="{12382E7E-081C-41FC-8B96-D423075FB066}" dt="2025-04-14T15:10:04.309" v="5902" actId="1076"/>
          <ac:picMkLst>
            <pc:docMk/>
            <pc:sldMk cId="2713445109" sldId="393"/>
            <ac:picMk id="69" creationId="{672BF572-04C8-48E8-E477-81E0BC82CEE4}"/>
          </ac:picMkLst>
        </pc:picChg>
        <pc:picChg chg="add mod">
          <ac:chgData name="kiyohara" userId="97cc6578-a8e5-494a-bf9e-9f550a3dbfc5" providerId="ADAL" clId="{12382E7E-081C-41FC-8B96-D423075FB066}" dt="2025-04-14T15:10:05.829" v="5904" actId="1076"/>
          <ac:picMkLst>
            <pc:docMk/>
            <pc:sldMk cId="2713445109" sldId="393"/>
            <ac:picMk id="70" creationId="{F29D18AF-61CB-8E7A-502F-5B6FA76216FE}"/>
          </ac:picMkLst>
        </pc:picChg>
        <pc:picChg chg="add mod">
          <ac:chgData name="kiyohara" userId="97cc6578-a8e5-494a-bf9e-9f550a3dbfc5" providerId="ADAL" clId="{12382E7E-081C-41FC-8B96-D423075FB066}" dt="2025-04-14T15:10:07.416" v="5906" actId="1076"/>
          <ac:picMkLst>
            <pc:docMk/>
            <pc:sldMk cId="2713445109" sldId="393"/>
            <ac:picMk id="71" creationId="{DBFA7386-5A50-BFCB-2F5C-F81AF00705C4}"/>
          </ac:picMkLst>
        </pc:picChg>
        <pc:picChg chg="add mod">
          <ac:chgData name="kiyohara" userId="97cc6578-a8e5-494a-bf9e-9f550a3dbfc5" providerId="ADAL" clId="{12382E7E-081C-41FC-8B96-D423075FB066}" dt="2025-04-14T15:10:09.393" v="5908" actId="1076"/>
          <ac:picMkLst>
            <pc:docMk/>
            <pc:sldMk cId="2713445109" sldId="393"/>
            <ac:picMk id="72" creationId="{3A7171EF-0106-76FE-27AE-AE6D18D66FA7}"/>
          </ac:picMkLst>
        </pc:picChg>
        <pc:picChg chg="add mod">
          <ac:chgData name="kiyohara" userId="97cc6578-a8e5-494a-bf9e-9f550a3dbfc5" providerId="ADAL" clId="{12382E7E-081C-41FC-8B96-D423075FB066}" dt="2025-04-14T15:10:13.160" v="5910" actId="1076"/>
          <ac:picMkLst>
            <pc:docMk/>
            <pc:sldMk cId="2713445109" sldId="393"/>
            <ac:picMk id="73" creationId="{573A4AE0-59A9-2093-5B78-EFD148BF667E}"/>
          </ac:picMkLst>
        </pc:picChg>
        <pc:picChg chg="add mod">
          <ac:chgData name="kiyohara" userId="97cc6578-a8e5-494a-bf9e-9f550a3dbfc5" providerId="ADAL" clId="{12382E7E-081C-41FC-8B96-D423075FB066}" dt="2025-04-14T15:10:15.428" v="5912" actId="1076"/>
          <ac:picMkLst>
            <pc:docMk/>
            <pc:sldMk cId="2713445109" sldId="393"/>
            <ac:picMk id="74" creationId="{BB692016-295B-EA24-8EA2-214B67376DB0}"/>
          </ac:picMkLst>
        </pc:picChg>
        <pc:picChg chg="add mod">
          <ac:chgData name="kiyohara" userId="97cc6578-a8e5-494a-bf9e-9f550a3dbfc5" providerId="ADAL" clId="{12382E7E-081C-41FC-8B96-D423075FB066}" dt="2025-04-14T15:09:54.721" v="5892" actId="1076"/>
          <ac:picMkLst>
            <pc:docMk/>
            <pc:sldMk cId="2713445109" sldId="393"/>
            <ac:picMk id="3074" creationId="{253DA8DB-0FBB-4A0B-AB52-7FC0B6A2A17F}"/>
          </ac:picMkLst>
        </pc:picChg>
        <pc:cxnChg chg="add mod">
          <ac:chgData name="kiyohara" userId="97cc6578-a8e5-494a-bf9e-9f550a3dbfc5" providerId="ADAL" clId="{12382E7E-081C-41FC-8B96-D423075FB066}" dt="2025-04-14T15:07:03.719" v="5883" actId="14100"/>
          <ac:cxnSpMkLst>
            <pc:docMk/>
            <pc:sldMk cId="2713445109" sldId="393"/>
            <ac:cxnSpMk id="35" creationId="{503BBC06-8497-453D-2C8E-644E23F7705E}"/>
          </ac:cxnSpMkLst>
        </pc:cxnChg>
        <pc:cxnChg chg="add mod">
          <ac:chgData name="kiyohara" userId="97cc6578-a8e5-494a-bf9e-9f550a3dbfc5" providerId="ADAL" clId="{12382E7E-081C-41FC-8B96-D423075FB066}" dt="2025-04-14T15:07:01.787" v="5882" actId="14100"/>
          <ac:cxnSpMkLst>
            <pc:docMk/>
            <pc:sldMk cId="2713445109" sldId="393"/>
            <ac:cxnSpMk id="36" creationId="{22651161-EC39-B200-DC34-5E973F2AEB2E}"/>
          </ac:cxnSpMkLst>
        </pc:cxnChg>
        <pc:cxnChg chg="add mod">
          <ac:chgData name="kiyohara" userId="97cc6578-a8e5-494a-bf9e-9f550a3dbfc5" providerId="ADAL" clId="{12382E7E-081C-41FC-8B96-D423075FB066}" dt="2025-04-14T15:06:59.902" v="5881" actId="14100"/>
          <ac:cxnSpMkLst>
            <pc:docMk/>
            <pc:sldMk cId="2713445109" sldId="393"/>
            <ac:cxnSpMk id="37" creationId="{BF558D79-88B2-CB62-7B0B-B8BB316A7C2B}"/>
          </ac:cxnSpMkLst>
        </pc:cxnChg>
        <pc:cxnChg chg="add mod">
          <ac:chgData name="kiyohara" userId="97cc6578-a8e5-494a-bf9e-9f550a3dbfc5" providerId="ADAL" clId="{12382E7E-081C-41FC-8B96-D423075FB066}" dt="2025-04-14T15:06:27.863" v="5869" actId="14100"/>
          <ac:cxnSpMkLst>
            <pc:docMk/>
            <pc:sldMk cId="2713445109" sldId="393"/>
            <ac:cxnSpMk id="38" creationId="{7683081E-F540-9702-8219-B9B78F36E204}"/>
          </ac:cxnSpMkLst>
        </pc:cxnChg>
        <pc:cxnChg chg="add mod">
          <ac:chgData name="kiyohara" userId="97cc6578-a8e5-494a-bf9e-9f550a3dbfc5" providerId="ADAL" clId="{12382E7E-081C-41FC-8B96-D423075FB066}" dt="2025-04-14T15:07:06.340" v="5884" actId="14100"/>
          <ac:cxnSpMkLst>
            <pc:docMk/>
            <pc:sldMk cId="2713445109" sldId="393"/>
            <ac:cxnSpMk id="39" creationId="{C24E2C6C-78FA-4B0D-1B58-2891E620941E}"/>
          </ac:cxnSpMkLst>
        </pc:cxnChg>
        <pc:cxnChg chg="add mod">
          <ac:chgData name="kiyohara" userId="97cc6578-a8e5-494a-bf9e-9f550a3dbfc5" providerId="ADAL" clId="{12382E7E-081C-41FC-8B96-D423075FB066}" dt="2025-04-14T15:07:08.055" v="5885" actId="14100"/>
          <ac:cxnSpMkLst>
            <pc:docMk/>
            <pc:sldMk cId="2713445109" sldId="393"/>
            <ac:cxnSpMk id="40" creationId="{3354940D-5A94-3F60-B8A3-A922DE4D2A1D}"/>
          </ac:cxnSpMkLst>
        </pc:cxnChg>
        <pc:cxnChg chg="add mod">
          <ac:chgData name="kiyohara" userId="97cc6578-a8e5-494a-bf9e-9f550a3dbfc5" providerId="ADAL" clId="{12382E7E-081C-41FC-8B96-D423075FB066}" dt="2025-04-14T15:07:09.607" v="5886" actId="14100"/>
          <ac:cxnSpMkLst>
            <pc:docMk/>
            <pc:sldMk cId="2713445109" sldId="393"/>
            <ac:cxnSpMk id="41" creationId="{2815BDF5-B428-CDBA-87AD-B5690C08EB5B}"/>
          </ac:cxnSpMkLst>
        </pc:cxnChg>
        <pc:cxnChg chg="add mod">
          <ac:chgData name="kiyohara" userId="97cc6578-a8e5-494a-bf9e-9f550a3dbfc5" providerId="ADAL" clId="{12382E7E-081C-41FC-8B96-D423075FB066}" dt="2025-04-14T15:07:11.646" v="5887" actId="14100"/>
          <ac:cxnSpMkLst>
            <pc:docMk/>
            <pc:sldMk cId="2713445109" sldId="393"/>
            <ac:cxnSpMk id="42" creationId="{C7B20843-FEEC-5912-E7F4-D0DF882862AF}"/>
          </ac:cxnSpMkLst>
        </pc:cxnChg>
        <pc:cxnChg chg="add mod">
          <ac:chgData name="kiyohara" userId="97cc6578-a8e5-494a-bf9e-9f550a3dbfc5" providerId="ADAL" clId="{12382E7E-081C-41FC-8B96-D423075FB066}" dt="2025-04-14T15:06:58.454" v="5880" actId="14100"/>
          <ac:cxnSpMkLst>
            <pc:docMk/>
            <pc:sldMk cId="2713445109" sldId="393"/>
            <ac:cxnSpMk id="43" creationId="{A60AB9CA-B4A8-874F-3B55-EE31EEA7741C}"/>
          </ac:cxnSpMkLst>
        </pc:cxnChg>
        <pc:cxnChg chg="add mod">
          <ac:chgData name="kiyohara" userId="97cc6578-a8e5-494a-bf9e-9f550a3dbfc5" providerId="ADAL" clId="{12382E7E-081C-41FC-8B96-D423075FB066}" dt="2025-04-14T15:06:44.034" v="5877" actId="14100"/>
          <ac:cxnSpMkLst>
            <pc:docMk/>
            <pc:sldMk cId="2713445109" sldId="393"/>
            <ac:cxnSpMk id="44" creationId="{F004B475-30BA-E8A6-1048-DBB80C61694E}"/>
          </ac:cxnSpMkLst>
        </pc:cxnChg>
      </pc:sldChg>
      <pc:sldChg chg="addSp modSp mod">
        <pc:chgData name="kiyohara" userId="97cc6578-a8e5-494a-bf9e-9f550a3dbfc5" providerId="ADAL" clId="{12382E7E-081C-41FC-8B96-D423075FB066}" dt="2025-04-14T15:12:58.942" v="6365" actId="255"/>
        <pc:sldMkLst>
          <pc:docMk/>
          <pc:sldMk cId="1044344967" sldId="394"/>
        </pc:sldMkLst>
        <pc:spChg chg="add mod">
          <ac:chgData name="kiyohara" userId="97cc6578-a8e5-494a-bf9e-9f550a3dbfc5" providerId="ADAL" clId="{12382E7E-081C-41FC-8B96-D423075FB066}" dt="2025-04-14T15:12:58.942" v="6365" actId="255"/>
          <ac:spMkLst>
            <pc:docMk/>
            <pc:sldMk cId="1044344967" sldId="394"/>
            <ac:spMk id="4" creationId="{E6DF97F7-95B7-E56B-0335-C1AC6879769B}"/>
          </ac:spMkLst>
        </pc:spChg>
        <pc:picChg chg="add mod">
          <ac:chgData name="kiyohara" userId="97cc6578-a8e5-494a-bf9e-9f550a3dbfc5" providerId="ADAL" clId="{12382E7E-081C-41FC-8B96-D423075FB066}" dt="2025-04-14T15:12:31.036" v="6315" actId="1076"/>
          <ac:picMkLst>
            <pc:docMk/>
            <pc:sldMk cId="1044344967" sldId="394"/>
            <ac:picMk id="3" creationId="{D0415E9C-9A29-622D-4010-58EE48FD423C}"/>
          </ac:picMkLst>
        </pc:picChg>
      </pc:sldChg>
      <pc:sldChg chg="addSp modSp">
        <pc:chgData name="kiyohara" userId="97cc6578-a8e5-494a-bf9e-9f550a3dbfc5" providerId="ADAL" clId="{12382E7E-081C-41FC-8B96-D423075FB066}" dt="2025-04-14T15:13:02.828" v="6366"/>
        <pc:sldMkLst>
          <pc:docMk/>
          <pc:sldMk cId="535385176" sldId="395"/>
        </pc:sldMkLst>
        <pc:spChg chg="add mod">
          <ac:chgData name="kiyohara" userId="97cc6578-a8e5-494a-bf9e-9f550a3dbfc5" providerId="ADAL" clId="{12382E7E-081C-41FC-8B96-D423075FB066}" dt="2025-04-14T15:13:02.828" v="6366"/>
          <ac:spMkLst>
            <pc:docMk/>
            <pc:sldMk cId="535385176" sldId="395"/>
            <ac:spMk id="4" creationId="{3CF9DA7E-507D-024F-B037-D773608681BD}"/>
          </ac:spMkLst>
        </pc:spChg>
        <pc:picChg chg="add mod">
          <ac:chgData name="kiyohara" userId="97cc6578-a8e5-494a-bf9e-9f550a3dbfc5" providerId="ADAL" clId="{12382E7E-081C-41FC-8B96-D423075FB066}" dt="2025-04-14T15:13:02.828" v="6366"/>
          <ac:picMkLst>
            <pc:docMk/>
            <pc:sldMk cId="535385176" sldId="395"/>
            <ac:picMk id="3" creationId="{EF851C7F-5D51-218B-C0F7-C7FE37233982}"/>
          </ac:picMkLst>
        </pc:picChg>
      </pc:sldChg>
      <pc:sldChg chg="addSp modSp mod">
        <pc:chgData name="kiyohara" userId="97cc6578-a8e5-494a-bf9e-9f550a3dbfc5" providerId="ADAL" clId="{12382E7E-081C-41FC-8B96-D423075FB066}" dt="2025-04-14T15:24:15.839" v="7070" actId="20577"/>
        <pc:sldMkLst>
          <pc:docMk/>
          <pc:sldMk cId="2939498316" sldId="396"/>
        </pc:sldMkLst>
        <pc:spChg chg="add mod">
          <ac:chgData name="kiyohara" userId="97cc6578-a8e5-494a-bf9e-9f550a3dbfc5" providerId="ADAL" clId="{12382E7E-081C-41FC-8B96-D423075FB066}" dt="2025-04-14T15:19:01.512" v="6761" actId="14100"/>
          <ac:spMkLst>
            <pc:docMk/>
            <pc:sldMk cId="2939498316" sldId="396"/>
            <ac:spMk id="4" creationId="{8FF32C1D-1DAC-5534-3F96-669B1993F701}"/>
          </ac:spMkLst>
        </pc:spChg>
        <pc:spChg chg="add mod">
          <ac:chgData name="kiyohara" userId="97cc6578-a8e5-494a-bf9e-9f550a3dbfc5" providerId="ADAL" clId="{12382E7E-081C-41FC-8B96-D423075FB066}" dt="2025-04-14T15:19:01.512" v="6761" actId="14100"/>
          <ac:spMkLst>
            <pc:docMk/>
            <pc:sldMk cId="2939498316" sldId="396"/>
            <ac:spMk id="6" creationId="{858D4DC6-4DF2-0E6A-2533-7E92A045A0E1}"/>
          </ac:spMkLst>
        </pc:spChg>
        <pc:spChg chg="add mod ord">
          <ac:chgData name="kiyohara" userId="97cc6578-a8e5-494a-bf9e-9f550a3dbfc5" providerId="ADAL" clId="{12382E7E-081C-41FC-8B96-D423075FB066}" dt="2025-04-14T15:20:47.558" v="6822" actId="166"/>
          <ac:spMkLst>
            <pc:docMk/>
            <pc:sldMk cId="2939498316" sldId="396"/>
            <ac:spMk id="20" creationId="{E07E7E41-2AD4-ED70-EEEA-526DAC3601A3}"/>
          </ac:spMkLst>
        </pc:spChg>
        <pc:spChg chg="add mod">
          <ac:chgData name="kiyohara" userId="97cc6578-a8e5-494a-bf9e-9f550a3dbfc5" providerId="ADAL" clId="{12382E7E-081C-41FC-8B96-D423075FB066}" dt="2025-04-14T15:19:53.917" v="6769" actId="1076"/>
          <ac:spMkLst>
            <pc:docMk/>
            <pc:sldMk cId="2939498316" sldId="396"/>
            <ac:spMk id="23" creationId="{AB0DB254-52EC-3728-8FD8-D88BF55AF539}"/>
          </ac:spMkLst>
        </pc:spChg>
        <pc:spChg chg="add mod">
          <ac:chgData name="kiyohara" userId="97cc6578-a8e5-494a-bf9e-9f550a3dbfc5" providerId="ADAL" clId="{12382E7E-081C-41FC-8B96-D423075FB066}" dt="2025-04-14T15:20:19.039" v="6812" actId="20577"/>
          <ac:spMkLst>
            <pc:docMk/>
            <pc:sldMk cId="2939498316" sldId="396"/>
            <ac:spMk id="25" creationId="{AD798173-4DBE-9735-20FE-3E4472FB648B}"/>
          </ac:spMkLst>
        </pc:spChg>
        <pc:spChg chg="add mod">
          <ac:chgData name="kiyohara" userId="97cc6578-a8e5-494a-bf9e-9f550a3dbfc5" providerId="ADAL" clId="{12382E7E-081C-41FC-8B96-D423075FB066}" dt="2025-04-14T15:20:51.688" v="6828" actId="20577"/>
          <ac:spMkLst>
            <pc:docMk/>
            <pc:sldMk cId="2939498316" sldId="396"/>
            <ac:spMk id="29" creationId="{CEAA4ADF-B288-CC13-1070-3E313464AEA9}"/>
          </ac:spMkLst>
        </pc:spChg>
        <pc:spChg chg="add mod">
          <ac:chgData name="kiyohara" userId="97cc6578-a8e5-494a-bf9e-9f550a3dbfc5" providerId="ADAL" clId="{12382E7E-081C-41FC-8B96-D423075FB066}" dt="2025-04-14T15:23:47.832" v="6994" actId="1076"/>
          <ac:spMkLst>
            <pc:docMk/>
            <pc:sldMk cId="2939498316" sldId="396"/>
            <ac:spMk id="33" creationId="{0E75C38D-2351-1BAA-DCEA-E0DE8FFDEC07}"/>
          </ac:spMkLst>
        </pc:spChg>
        <pc:spChg chg="add mod">
          <ac:chgData name="kiyohara" userId="97cc6578-a8e5-494a-bf9e-9f550a3dbfc5" providerId="ADAL" clId="{12382E7E-081C-41FC-8B96-D423075FB066}" dt="2025-04-14T15:23:44.248" v="6993" actId="14100"/>
          <ac:spMkLst>
            <pc:docMk/>
            <pc:sldMk cId="2939498316" sldId="396"/>
            <ac:spMk id="34" creationId="{772EAD18-A378-F206-CD4A-20C0269771C3}"/>
          </ac:spMkLst>
        </pc:spChg>
        <pc:spChg chg="add mod">
          <ac:chgData name="kiyohara" userId="97cc6578-a8e5-494a-bf9e-9f550a3dbfc5" providerId="ADAL" clId="{12382E7E-081C-41FC-8B96-D423075FB066}" dt="2025-04-14T15:24:07.815" v="7044" actId="20577"/>
          <ac:spMkLst>
            <pc:docMk/>
            <pc:sldMk cId="2939498316" sldId="396"/>
            <ac:spMk id="35" creationId="{3BB6F8CA-B8E4-9950-6F4B-0BF2812437B7}"/>
          </ac:spMkLst>
        </pc:spChg>
        <pc:spChg chg="add mod">
          <ac:chgData name="kiyohara" userId="97cc6578-a8e5-494a-bf9e-9f550a3dbfc5" providerId="ADAL" clId="{12382E7E-081C-41FC-8B96-D423075FB066}" dt="2025-04-14T15:24:15.839" v="7070" actId="20577"/>
          <ac:spMkLst>
            <pc:docMk/>
            <pc:sldMk cId="2939498316" sldId="396"/>
            <ac:spMk id="36" creationId="{4E25160C-24DA-E941-6255-0AD71FDCD191}"/>
          </ac:spMkLst>
        </pc:spChg>
        <pc:picChg chg="mod">
          <ac:chgData name="kiyohara" userId="97cc6578-a8e5-494a-bf9e-9f550a3dbfc5" providerId="ADAL" clId="{12382E7E-081C-41FC-8B96-D423075FB066}" dt="2025-04-14T15:18:20.404" v="6736" actId="1076"/>
          <ac:picMkLst>
            <pc:docMk/>
            <pc:sldMk cId="2939498316" sldId="396"/>
            <ac:picMk id="3" creationId="{FCC6441C-2AC0-B998-5354-86802251D2FB}"/>
          </ac:picMkLst>
        </pc:picChg>
        <pc:picChg chg="mod ord">
          <ac:chgData name="kiyohara" userId="97cc6578-a8e5-494a-bf9e-9f550a3dbfc5" providerId="ADAL" clId="{12382E7E-081C-41FC-8B96-D423075FB066}" dt="2025-04-14T15:18:54.800" v="6760" actId="166"/>
          <ac:picMkLst>
            <pc:docMk/>
            <pc:sldMk cId="2939498316" sldId="396"/>
            <ac:picMk id="5" creationId="{4CA9A684-960C-9E93-5FE9-D1827822CD9A}"/>
          </ac:picMkLst>
        </pc:picChg>
        <pc:picChg chg="mod">
          <ac:chgData name="kiyohara" userId="97cc6578-a8e5-494a-bf9e-9f550a3dbfc5" providerId="ADAL" clId="{12382E7E-081C-41FC-8B96-D423075FB066}" dt="2025-04-14T15:18:51.874" v="6759" actId="1076"/>
          <ac:picMkLst>
            <pc:docMk/>
            <pc:sldMk cId="2939498316" sldId="396"/>
            <ac:picMk id="7" creationId="{6E4FFCB4-5B86-41D3-1D84-00DACF92FA6C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8" creationId="{BC0DA6D8-EB48-D44D-FD4A-315AD2C7456F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9" creationId="{088C3CEF-4746-760E-AE2B-A907BF21B5ED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0" creationId="{73071ADB-825C-1AB0-6C59-85086E10D4A0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1" creationId="{9EC8C0B0-0885-6BBC-D37A-7DBA5104BA11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2" creationId="{ED6C4527-5A0B-FC5B-2C56-DEF3E42D9E31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3" creationId="{74C737A2-07A0-4C75-789B-305455A38796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6" creationId="{7C7462A8-9B0A-011A-8DD4-6770008ED2C7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8" creationId="{23F2D85F-4C07-6116-7CDA-F1424D610F29}"/>
          </ac:picMkLst>
        </pc:picChg>
        <pc:cxnChg chg="add mod">
          <ac:chgData name="kiyohara" userId="97cc6578-a8e5-494a-bf9e-9f550a3dbfc5" providerId="ADAL" clId="{12382E7E-081C-41FC-8B96-D423075FB066}" dt="2025-04-14T15:20:02.878" v="6772" actId="33986"/>
          <ac:cxnSpMkLst>
            <pc:docMk/>
            <pc:sldMk cId="2939498316" sldId="396"/>
            <ac:cxnSpMk id="21" creationId="{3C2530FA-5F27-B41F-B5EE-972939A29667}"/>
          </ac:cxnSpMkLst>
        </pc:cxnChg>
        <pc:cxnChg chg="add mod">
          <ac:chgData name="kiyohara" userId="97cc6578-a8e5-494a-bf9e-9f550a3dbfc5" providerId="ADAL" clId="{12382E7E-081C-41FC-8B96-D423075FB066}" dt="2025-04-14T15:20:26.134" v="6815" actId="14100"/>
          <ac:cxnSpMkLst>
            <pc:docMk/>
            <pc:sldMk cId="2939498316" sldId="396"/>
            <ac:cxnSpMk id="26" creationId="{3DBC5638-2C27-2813-A80A-60CD7D635EC8}"/>
          </ac:cxnSpMkLst>
        </pc:cxnChg>
        <pc:cxnChg chg="add mod">
          <ac:chgData name="kiyohara" userId="97cc6578-a8e5-494a-bf9e-9f550a3dbfc5" providerId="ADAL" clId="{12382E7E-081C-41FC-8B96-D423075FB066}" dt="2025-04-14T15:20:44.883" v="6821" actId="14100"/>
          <ac:cxnSpMkLst>
            <pc:docMk/>
            <pc:sldMk cId="2939498316" sldId="396"/>
            <ac:cxnSpMk id="30" creationId="{4EAF6571-10A8-8B1C-E435-08C134B92B21}"/>
          </ac:cxnSpMkLst>
        </pc:cxnChg>
      </pc:sldChg>
      <pc:sldChg chg="addSp modSp mod">
        <pc:chgData name="kiyohara" userId="97cc6578-a8e5-494a-bf9e-9f550a3dbfc5" providerId="ADAL" clId="{12382E7E-081C-41FC-8B96-D423075FB066}" dt="2025-04-14T15:31:12.225" v="7364" actId="20577"/>
        <pc:sldMkLst>
          <pc:docMk/>
          <pc:sldMk cId="3533670170" sldId="397"/>
        </pc:sldMkLst>
        <pc:spChg chg="add mod">
          <ac:chgData name="kiyohara" userId="97cc6578-a8e5-494a-bf9e-9f550a3dbfc5" providerId="ADAL" clId="{12382E7E-081C-41FC-8B96-D423075FB066}" dt="2025-04-14T15:21:47.894" v="6834" actId="1076"/>
          <ac:spMkLst>
            <pc:docMk/>
            <pc:sldMk cId="3533670170" sldId="397"/>
            <ac:spMk id="3" creationId="{9A5B9B44-C3A1-8B38-E190-66384CCA9EC4}"/>
          </ac:spMkLst>
        </pc:spChg>
        <pc:spChg chg="add mod ord">
          <ac:chgData name="kiyohara" userId="97cc6578-a8e5-494a-bf9e-9f550a3dbfc5" providerId="ADAL" clId="{12382E7E-081C-41FC-8B96-D423075FB066}" dt="2025-04-14T15:25:21.142" v="7178" actId="14100"/>
          <ac:spMkLst>
            <pc:docMk/>
            <pc:sldMk cId="3533670170" sldId="397"/>
            <ac:spMk id="4" creationId="{51047551-1EEC-E1FD-1A18-0C73373DCDEB}"/>
          </ac:spMkLst>
        </pc:spChg>
        <pc:spChg chg="add mod">
          <ac:chgData name="kiyohara" userId="97cc6578-a8e5-494a-bf9e-9f550a3dbfc5" providerId="ADAL" clId="{12382E7E-081C-41FC-8B96-D423075FB066}" dt="2025-04-14T15:24:45.813" v="7133" actId="20577"/>
          <ac:spMkLst>
            <pc:docMk/>
            <pc:sldMk cId="3533670170" sldId="397"/>
            <ac:spMk id="6" creationId="{C882B4A2-8FCF-8FFF-70AC-E17E872B6AD0}"/>
          </ac:spMkLst>
        </pc:spChg>
        <pc:spChg chg="add mod">
          <ac:chgData name="kiyohara" userId="97cc6578-a8e5-494a-bf9e-9f550a3dbfc5" providerId="ADAL" clId="{12382E7E-081C-41FC-8B96-D423075FB066}" dt="2025-04-14T15:25:18.195" v="7177" actId="1076"/>
          <ac:spMkLst>
            <pc:docMk/>
            <pc:sldMk cId="3533670170" sldId="397"/>
            <ac:spMk id="13" creationId="{438C8A58-8425-E60D-1EDB-27C546B70136}"/>
          </ac:spMkLst>
        </pc:spChg>
        <pc:spChg chg="add mod">
          <ac:chgData name="kiyohara" userId="97cc6578-a8e5-494a-bf9e-9f550a3dbfc5" providerId="ADAL" clId="{12382E7E-081C-41FC-8B96-D423075FB066}" dt="2025-04-14T15:26:42.615" v="7216" actId="20577"/>
          <ac:spMkLst>
            <pc:docMk/>
            <pc:sldMk cId="3533670170" sldId="397"/>
            <ac:spMk id="39" creationId="{09883E2E-3E72-BCF3-54F9-0973A9DB1F46}"/>
          </ac:spMkLst>
        </pc:spChg>
        <pc:spChg chg="add mod">
          <ac:chgData name="kiyohara" userId="97cc6578-a8e5-494a-bf9e-9f550a3dbfc5" providerId="ADAL" clId="{12382E7E-081C-41FC-8B96-D423075FB066}" dt="2025-04-14T15:30:50.908" v="7355" actId="14100"/>
          <ac:spMkLst>
            <pc:docMk/>
            <pc:sldMk cId="3533670170" sldId="397"/>
            <ac:spMk id="45" creationId="{64902443-9B7D-D22D-9745-809CFF82FC64}"/>
          </ac:spMkLst>
        </pc:spChg>
        <pc:spChg chg="add mod">
          <ac:chgData name="kiyohara" userId="97cc6578-a8e5-494a-bf9e-9f550a3dbfc5" providerId="ADAL" clId="{12382E7E-081C-41FC-8B96-D423075FB066}" dt="2025-04-14T15:31:12.225" v="7364" actId="20577"/>
          <ac:spMkLst>
            <pc:docMk/>
            <pc:sldMk cId="3533670170" sldId="397"/>
            <ac:spMk id="46" creationId="{2DF1C1B9-A67F-5EC5-C1F8-67E1749AD0BD}"/>
          </ac:spMkLst>
        </pc:spChg>
        <pc:picChg chg="add mod">
          <ac:chgData name="kiyohara" userId="97cc6578-a8e5-494a-bf9e-9f550a3dbfc5" providerId="ADAL" clId="{12382E7E-081C-41FC-8B96-D423075FB066}" dt="2025-04-14T15:22:02.133" v="6837" actId="1076"/>
          <ac:picMkLst>
            <pc:docMk/>
            <pc:sldMk cId="3533670170" sldId="397"/>
            <ac:picMk id="5" creationId="{0F35E476-A7D5-EA56-C591-9B752BFF7FED}"/>
          </ac:picMkLst>
        </pc:picChg>
        <pc:picChg chg="add mod">
          <ac:chgData name="kiyohara" userId="97cc6578-a8e5-494a-bf9e-9f550a3dbfc5" providerId="ADAL" clId="{12382E7E-081C-41FC-8B96-D423075FB066}" dt="2025-04-14T15:26:24.644" v="7186" actId="1076"/>
          <ac:picMkLst>
            <pc:docMk/>
            <pc:sldMk cId="3533670170" sldId="397"/>
            <ac:picMk id="22" creationId="{72591E8E-DBCD-197C-8AA9-6F922B6E4084}"/>
          </ac:picMkLst>
        </pc:picChg>
        <pc:picChg chg="add mod">
          <ac:chgData name="kiyohara" userId="97cc6578-a8e5-494a-bf9e-9f550a3dbfc5" providerId="ADAL" clId="{12382E7E-081C-41FC-8B96-D423075FB066}" dt="2025-04-14T15:27:17.803" v="7221" actId="1076"/>
          <ac:picMkLst>
            <pc:docMk/>
            <pc:sldMk cId="3533670170" sldId="397"/>
            <ac:picMk id="41" creationId="{F2181318-7847-B163-2B34-3673F4DF3B2C}"/>
          </ac:picMkLst>
        </pc:picChg>
        <pc:cxnChg chg="add mod">
          <ac:chgData name="kiyohara" userId="97cc6578-a8e5-494a-bf9e-9f550a3dbfc5" providerId="ADAL" clId="{12382E7E-081C-41FC-8B96-D423075FB066}" dt="2025-04-14T15:22:25.264" v="6842" actId="14100"/>
          <ac:cxnSpMkLst>
            <pc:docMk/>
            <pc:sldMk cId="3533670170" sldId="397"/>
            <ac:cxnSpMk id="7" creationId="{BF6E4C28-1E2A-7B24-026D-33AF2FCAAC9B}"/>
          </ac:cxnSpMkLst>
        </pc:cxnChg>
        <pc:cxnChg chg="add mod">
          <ac:chgData name="kiyohara" userId="97cc6578-a8e5-494a-bf9e-9f550a3dbfc5" providerId="ADAL" clId="{12382E7E-081C-41FC-8B96-D423075FB066}" dt="2025-04-14T15:24:53.179" v="7136" actId="14100"/>
          <ac:cxnSpMkLst>
            <pc:docMk/>
            <pc:sldMk cId="3533670170" sldId="397"/>
            <ac:cxnSpMk id="10" creationId="{5D488010-6916-4EDE-C8BA-26195FB1F853}"/>
          </ac:cxnSpMkLst>
        </pc:cxnChg>
        <pc:cxnChg chg="add mod">
          <ac:chgData name="kiyohara" userId="97cc6578-a8e5-494a-bf9e-9f550a3dbfc5" providerId="ADAL" clId="{12382E7E-081C-41FC-8B96-D423075FB066}" dt="2025-04-14T15:25:18.195" v="7177" actId="1076"/>
          <ac:cxnSpMkLst>
            <pc:docMk/>
            <pc:sldMk cId="3533670170" sldId="397"/>
            <ac:cxnSpMk id="14" creationId="{89447AC9-A7E7-DD8D-2D3E-A5DD882546E5}"/>
          </ac:cxnSpMkLst>
        </pc:cxnChg>
        <pc:cxnChg chg="add mod">
          <ac:chgData name="kiyohara" userId="97cc6578-a8e5-494a-bf9e-9f550a3dbfc5" providerId="ADAL" clId="{12382E7E-081C-41FC-8B96-D423075FB066}" dt="2025-04-14T15:26:24.644" v="7186" actId="1076"/>
          <ac:cxnSpMkLst>
            <pc:docMk/>
            <pc:sldMk cId="3533670170" sldId="397"/>
            <ac:cxnSpMk id="18" creationId="{0F61804F-C277-1663-A6E4-789CC675319A}"/>
          </ac:cxnSpMkLst>
        </pc:cxnChg>
        <pc:cxnChg chg="add mod">
          <ac:chgData name="kiyohara" userId="97cc6578-a8e5-494a-bf9e-9f550a3dbfc5" providerId="ADAL" clId="{12382E7E-081C-41FC-8B96-D423075FB066}" dt="2025-04-14T15:27:23.327" v="7224" actId="14100"/>
          <ac:cxnSpMkLst>
            <pc:docMk/>
            <pc:sldMk cId="3533670170" sldId="397"/>
            <ac:cxnSpMk id="42" creationId="{F20B5469-599F-DDC7-77DF-7036D5F0124F}"/>
          </ac:cxnSpMkLst>
        </pc:cxnChg>
      </pc:sldChg>
      <pc:sldChg chg="addSp modSp mod">
        <pc:chgData name="kiyohara" userId="97cc6578-a8e5-494a-bf9e-9f550a3dbfc5" providerId="ADAL" clId="{12382E7E-081C-41FC-8B96-D423075FB066}" dt="2025-04-14T15:33:50.171" v="7514" actId="14100"/>
        <pc:sldMkLst>
          <pc:docMk/>
          <pc:sldMk cId="2429036733" sldId="398"/>
        </pc:sldMkLst>
        <pc:spChg chg="add mod">
          <ac:chgData name="kiyohara" userId="97cc6578-a8e5-494a-bf9e-9f550a3dbfc5" providerId="ADAL" clId="{12382E7E-081C-41FC-8B96-D423075FB066}" dt="2025-04-14T15:33:50.171" v="7514" actId="14100"/>
          <ac:spMkLst>
            <pc:docMk/>
            <pc:sldMk cId="2429036733" sldId="398"/>
            <ac:spMk id="9" creationId="{9B2F65C1-AD81-7348-8195-643807E9CF6D}"/>
          </ac:spMkLst>
        </pc:spChg>
        <pc:picChg chg="add mod">
          <ac:chgData name="kiyohara" userId="97cc6578-a8e5-494a-bf9e-9f550a3dbfc5" providerId="ADAL" clId="{12382E7E-081C-41FC-8B96-D423075FB066}" dt="2025-04-14T15:31:47.740" v="7367" actId="1076"/>
          <ac:picMkLst>
            <pc:docMk/>
            <pc:sldMk cId="2429036733" sldId="398"/>
            <ac:picMk id="4" creationId="{502C84E3-8B2D-87ED-0705-4E3C398D850F}"/>
          </ac:picMkLst>
        </pc:picChg>
        <pc:picChg chg="add mod">
          <ac:chgData name="kiyohara" userId="97cc6578-a8e5-494a-bf9e-9f550a3dbfc5" providerId="ADAL" clId="{12382E7E-081C-41FC-8B96-D423075FB066}" dt="2025-04-14T15:32:24.482" v="7371" actId="14100"/>
          <ac:picMkLst>
            <pc:docMk/>
            <pc:sldMk cId="2429036733" sldId="398"/>
            <ac:picMk id="6" creationId="{2AE05D71-82B8-54A2-00D0-B222A303B3A0}"/>
          </ac:picMkLst>
        </pc:picChg>
        <pc:picChg chg="add mod">
          <ac:chgData name="kiyohara" userId="97cc6578-a8e5-494a-bf9e-9f550a3dbfc5" providerId="ADAL" clId="{12382E7E-081C-41FC-8B96-D423075FB066}" dt="2025-04-14T15:33:04.275" v="7374" actId="1076"/>
          <ac:picMkLst>
            <pc:docMk/>
            <pc:sldMk cId="2429036733" sldId="398"/>
            <ac:picMk id="8" creationId="{DA7E879C-ED27-7EEB-B1EA-742FCA5B0F49}"/>
          </ac:picMkLst>
        </pc:picChg>
      </pc:sldChg>
      <pc:sldChg chg="del">
        <pc:chgData name="kiyohara" userId="97cc6578-a8e5-494a-bf9e-9f550a3dbfc5" providerId="ADAL" clId="{12382E7E-081C-41FC-8B96-D423075FB066}" dt="2025-04-14T15:33:53.554" v="7515" actId="47"/>
        <pc:sldMkLst>
          <pc:docMk/>
          <pc:sldMk cId="734589526" sldId="399"/>
        </pc:sldMkLst>
      </pc:sldChg>
      <pc:sldChg chg="addSp modSp mod">
        <pc:chgData name="kiyohara" userId="97cc6578-a8e5-494a-bf9e-9f550a3dbfc5" providerId="ADAL" clId="{12382E7E-081C-41FC-8B96-D423075FB066}" dt="2025-04-14T15:04:01.809" v="5833" actId="20577"/>
        <pc:sldMkLst>
          <pc:docMk/>
          <pc:sldMk cId="3967164317" sldId="400"/>
        </pc:sldMkLst>
        <pc:spChg chg="mod">
          <ac:chgData name="kiyohara" userId="97cc6578-a8e5-494a-bf9e-9f550a3dbfc5" providerId="ADAL" clId="{12382E7E-081C-41FC-8B96-D423075FB066}" dt="2025-04-14T15:04:01.809" v="5833" actId="20577"/>
          <ac:spMkLst>
            <pc:docMk/>
            <pc:sldMk cId="3967164317" sldId="400"/>
            <ac:spMk id="2" creationId="{A0AAB4DB-3F22-33FA-999E-EB2AF7D0677A}"/>
          </ac:spMkLst>
        </pc:spChg>
        <pc:picChg chg="add mod">
          <ac:chgData name="kiyohara" userId="97cc6578-a8e5-494a-bf9e-9f550a3dbfc5" providerId="ADAL" clId="{12382E7E-081C-41FC-8B96-D423075FB066}" dt="2025-04-14T15:00:54.719" v="5780" actId="1076"/>
          <ac:picMkLst>
            <pc:docMk/>
            <pc:sldMk cId="3967164317" sldId="400"/>
            <ac:picMk id="3" creationId="{98918A26-3488-46C3-8984-D1CED34BC129}"/>
          </ac:picMkLst>
        </pc:picChg>
      </pc:sldChg>
      <pc:sldChg chg="addSp delSp modSp mod">
        <pc:chgData name="kiyohara" userId="97cc6578-a8e5-494a-bf9e-9f550a3dbfc5" providerId="ADAL" clId="{12382E7E-081C-41FC-8B96-D423075FB066}" dt="2025-04-14T15:04:11.770" v="5852" actId="20577"/>
        <pc:sldMkLst>
          <pc:docMk/>
          <pc:sldMk cId="708410413" sldId="401"/>
        </pc:sldMkLst>
        <pc:spChg chg="mod">
          <ac:chgData name="kiyohara" userId="97cc6578-a8e5-494a-bf9e-9f550a3dbfc5" providerId="ADAL" clId="{12382E7E-081C-41FC-8B96-D423075FB066}" dt="2025-04-14T15:04:11.770" v="5852" actId="20577"/>
          <ac:spMkLst>
            <pc:docMk/>
            <pc:sldMk cId="708410413" sldId="401"/>
            <ac:spMk id="2" creationId="{4AED2EEE-B9B8-C404-EA09-B0FF470B65F4}"/>
          </ac:spMkLst>
        </pc:spChg>
        <pc:spChg chg="mod">
          <ac:chgData name="kiyohara" userId="97cc6578-a8e5-494a-bf9e-9f550a3dbfc5" providerId="ADAL" clId="{12382E7E-081C-41FC-8B96-D423075FB066}" dt="2025-04-14T14:58:13.918" v="5777" actId="20577"/>
          <ac:spMkLst>
            <pc:docMk/>
            <pc:sldMk cId="708410413" sldId="401"/>
            <ac:spMk id="95" creationId="{98EA9EF6-9E83-407A-AF45-8A91C355B858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96" creationId="{86C8261C-1F17-4AD5-973E-2ABEFAF0E81E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07" creationId="{A828CB58-3CDD-4D3B-B0FE-423B21CA0905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11" creationId="{FD6315AE-F99A-422C-A782-61BAE7CDC0BC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12" creationId="{2F1CF5FD-6CB7-4727-8957-40CA5EA8FC9E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33" creationId="{80087694-7AE3-4FCB-89CB-1D017232848B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43" creationId="{149EDED1-E8BF-44E3-98B0-8890CDC6BF66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47" creationId="{7AEA60F1-9BB3-446C-A3B7-61581AC2A705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64" creationId="{F090A1F8-34B7-4EB1-9C31-E927644D0FF0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66" creationId="{F26110DA-4F2E-4739-BFD7-D24589BDF03C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70" creationId="{0BA2A685-1AB0-49CD-BCBE-4CC70AD44B71}"/>
          </ac:spMkLst>
        </pc:spChg>
        <pc:spChg chg="add mod">
          <ac:chgData name="kiyohara" userId="97cc6578-a8e5-494a-bf9e-9f550a3dbfc5" providerId="ADAL" clId="{12382E7E-081C-41FC-8B96-D423075FB066}" dt="2025-04-14T14:59:53.046" v="5778" actId="1076"/>
          <ac:spMkLst>
            <pc:docMk/>
            <pc:sldMk cId="708410413" sldId="401"/>
            <ac:spMk id="188" creationId="{0E79A022-1E3A-A277-FFF1-9F93CF779AFE}"/>
          </ac:spMkLst>
        </pc:spChg>
      </pc:sldChg>
      <pc:sldChg chg="modSp new mod">
        <pc:chgData name="kiyohara" userId="97cc6578-a8e5-494a-bf9e-9f550a3dbfc5" providerId="ADAL" clId="{12382E7E-081C-41FC-8B96-D423075FB066}" dt="2025-04-15T07:25:29.313" v="7570"/>
        <pc:sldMkLst>
          <pc:docMk/>
          <pc:sldMk cId="2197482662" sldId="402"/>
        </pc:sldMkLst>
        <pc:spChg chg="mod">
          <ac:chgData name="kiyohara" userId="97cc6578-a8e5-494a-bf9e-9f550a3dbfc5" providerId="ADAL" clId="{12382E7E-081C-41FC-8B96-D423075FB066}" dt="2025-04-15T07:25:29.313" v="7570"/>
          <ac:spMkLst>
            <pc:docMk/>
            <pc:sldMk cId="2197482662" sldId="402"/>
            <ac:spMk id="2" creationId="{D0E2B899-11C2-DE7C-7CDA-7E9A754701BD}"/>
          </ac:spMkLst>
        </pc:spChg>
      </pc:sldChg>
    </pc:docChg>
  </pc:docChgLst>
  <pc:docChgLst>
    <pc:chgData name="Nguyen Huu Tuyen" userId="S::nguyenhuutuyen_luvina.net#ext#@usmh.onmicrosoft.com::9ce5836f-39ff-4f44-bf71-f53f9b9425e8" providerId="AD" clId="Web-{2EBA45DD-667D-F0FC-68D1-D559CA670110}"/>
    <pc:docChg chg="modSld">
      <pc:chgData name="Nguyen Huu Tuyen" userId="S::nguyenhuutuyen_luvina.net#ext#@usmh.onmicrosoft.com::9ce5836f-39ff-4f44-bf71-f53f9b9425e8" providerId="AD" clId="Web-{2EBA45DD-667D-F0FC-68D1-D559CA670110}" dt="2025-03-29T09:32:53.627" v="9"/>
      <pc:docMkLst>
        <pc:docMk/>
      </pc:docMkLst>
      <pc:sldChg chg="modSp">
        <pc:chgData name="Nguyen Huu Tuyen" userId="S::nguyenhuutuyen_luvina.net#ext#@usmh.onmicrosoft.com::9ce5836f-39ff-4f44-bf71-f53f9b9425e8" providerId="AD" clId="Web-{2EBA45DD-667D-F0FC-68D1-D559CA670110}" dt="2025-03-29T05:18:50.543" v="7" actId="1076"/>
        <pc:sldMkLst>
          <pc:docMk/>
          <pc:sldMk cId="2032911053" sldId="382"/>
        </pc:sldMkLst>
        <pc:spChg chg="mod">
          <ac:chgData name="Nguyen Huu Tuyen" userId="S::nguyenhuutuyen_luvina.net#ext#@usmh.onmicrosoft.com::9ce5836f-39ff-4f44-bf71-f53f9b9425e8" providerId="AD" clId="Web-{2EBA45DD-667D-F0FC-68D1-D559CA670110}" dt="2025-03-29T05:18:50.543" v="7" actId="1076"/>
          <ac:spMkLst>
            <pc:docMk/>
            <pc:sldMk cId="2032911053" sldId="382"/>
            <ac:spMk id="37" creationId="{AAE7F9C8-AB66-D83C-0C93-855C5BACFF2E}"/>
          </ac:spMkLst>
        </pc:spChg>
        <pc:cxnChg chg="mod">
          <ac:chgData name="Nguyen Huu Tuyen" userId="S::nguyenhuutuyen_luvina.net#ext#@usmh.onmicrosoft.com::9ce5836f-39ff-4f44-bf71-f53f9b9425e8" providerId="AD" clId="Web-{2EBA45DD-667D-F0FC-68D1-D559CA670110}" dt="2025-03-29T05:18:50.543" v="7" actId="1076"/>
          <ac:cxnSpMkLst>
            <pc:docMk/>
            <pc:sldMk cId="2032911053" sldId="382"/>
            <ac:cxnSpMk id="36" creationId="{CAE5E5F6-B972-7ECC-0449-8BA5319084C9}"/>
          </ac:cxnSpMkLst>
        </pc:cxnChg>
      </pc:sldChg>
      <pc:sldChg chg="modSp">
        <pc:chgData name="Nguyen Huu Tuyen" userId="S::nguyenhuutuyen_luvina.net#ext#@usmh.onmicrosoft.com::9ce5836f-39ff-4f44-bf71-f53f9b9425e8" providerId="AD" clId="Web-{2EBA45DD-667D-F0FC-68D1-D559CA670110}" dt="2025-03-28T11:57:15.298" v="3" actId="1076"/>
        <pc:sldMkLst>
          <pc:docMk/>
          <pc:sldMk cId="114373728" sldId="386"/>
        </pc:sldMkLst>
        <pc:cxnChg chg="mod">
          <ac:chgData name="Nguyen Huu Tuyen" userId="S::nguyenhuutuyen_luvina.net#ext#@usmh.onmicrosoft.com::9ce5836f-39ff-4f44-bf71-f53f9b9425e8" providerId="AD" clId="Web-{2EBA45DD-667D-F0FC-68D1-D559CA670110}" dt="2025-03-28T11:57:13.845" v="2" actId="1076"/>
          <ac:cxnSpMkLst>
            <pc:docMk/>
            <pc:sldMk cId="114373728" sldId="386"/>
            <ac:cxnSpMk id="50" creationId="{82C051AA-53B1-1772-9CEB-7A961FA9F5A6}"/>
          </ac:cxnSpMkLst>
        </pc:cxnChg>
        <pc:cxnChg chg="mod">
          <ac:chgData name="Nguyen Huu Tuyen" userId="S::nguyenhuutuyen_luvina.net#ext#@usmh.onmicrosoft.com::9ce5836f-39ff-4f44-bf71-f53f9b9425e8" providerId="AD" clId="Web-{2EBA45DD-667D-F0FC-68D1-D559CA670110}" dt="2025-03-28T11:57:15.298" v="3" actId="1076"/>
          <ac:cxnSpMkLst>
            <pc:docMk/>
            <pc:sldMk cId="114373728" sldId="386"/>
            <ac:cxnSpMk id="53" creationId="{3310722F-B7BD-C27D-A209-3F5FCB85E086}"/>
          </ac:cxnSpMkLst>
        </pc:cxnChg>
      </pc:sldChg>
      <pc:sldChg chg="modSp">
        <pc:chgData name="Nguyen Huu Tuyen" userId="S::nguyenhuutuyen_luvina.net#ext#@usmh.onmicrosoft.com::9ce5836f-39ff-4f44-bf71-f53f9b9425e8" providerId="AD" clId="Web-{2EBA45DD-667D-F0FC-68D1-D559CA670110}" dt="2025-03-29T09:32:53.627" v="9"/>
        <pc:sldMkLst>
          <pc:docMk/>
          <pc:sldMk cId="1096415307" sldId="387"/>
        </pc:sldMkLst>
        <pc:graphicFrameChg chg="modGraphic">
          <ac:chgData name="Nguyen Huu Tuyen" userId="S::nguyenhuutuyen_luvina.net#ext#@usmh.onmicrosoft.com::9ce5836f-39ff-4f44-bf71-f53f9b9425e8" providerId="AD" clId="Web-{2EBA45DD-667D-F0FC-68D1-D559CA670110}" dt="2025-03-29T09:32:53.627" v="9"/>
          <ac:graphicFrameMkLst>
            <pc:docMk/>
            <pc:sldMk cId="1096415307" sldId="387"/>
            <ac:graphicFrameMk id="26" creationId="{D69C6433-44B5-8B9F-4501-50A80B9EFE93}"/>
          </ac:graphicFrameMkLst>
        </pc:graphicFrameChg>
      </pc:sldChg>
    </pc:docChg>
  </pc:docChgLst>
  <pc:docChgLst>
    <pc:chgData name="Nguyen Huu Tuyen" userId="S::nguyenhuutuyen_luvina.net#ext#@usmh.onmicrosoft.com::9ce5836f-39ff-4f44-bf71-f53f9b9425e8" providerId="AD" clId="Web-{94D7A112-3456-EDD9-D40F-54CBF3888135}"/>
    <pc:docChg chg="modSld">
      <pc:chgData name="Nguyen Huu Tuyen" userId="S::nguyenhuutuyen_luvina.net#ext#@usmh.onmicrosoft.com::9ce5836f-39ff-4f44-bf71-f53f9b9425e8" providerId="AD" clId="Web-{94D7A112-3456-EDD9-D40F-54CBF3888135}" dt="2025-04-18T10:53:37.936" v="1" actId="1076"/>
      <pc:docMkLst>
        <pc:docMk/>
      </pc:docMkLst>
      <pc:sldChg chg="modSp">
        <pc:chgData name="Nguyen Huu Tuyen" userId="S::nguyenhuutuyen_luvina.net#ext#@usmh.onmicrosoft.com::9ce5836f-39ff-4f44-bf71-f53f9b9425e8" providerId="AD" clId="Web-{94D7A112-3456-EDD9-D40F-54CBF3888135}" dt="2025-04-18T10:53:37.936" v="1" actId="1076"/>
        <pc:sldMkLst>
          <pc:docMk/>
          <pc:sldMk cId="2995618046" sldId="392"/>
        </pc:sldMkLst>
        <pc:spChg chg="mod">
          <ac:chgData name="Nguyen Huu Tuyen" userId="S::nguyenhuutuyen_luvina.net#ext#@usmh.onmicrosoft.com::9ce5836f-39ff-4f44-bf71-f53f9b9425e8" providerId="AD" clId="Web-{94D7A112-3456-EDD9-D40F-54CBF3888135}" dt="2025-04-18T10:53:37.936" v="1" actId="1076"/>
          <ac:spMkLst>
            <pc:docMk/>
            <pc:sldMk cId="2995618046" sldId="392"/>
            <ac:spMk id="10" creationId="{B49713E9-AE3F-9087-4718-5168E835A5B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797022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r">
              <a:defRPr sz="1300"/>
            </a:lvl1pPr>
          </a:lstStyle>
          <a:p>
            <a:fld id="{0D11254A-35F0-4387-BD63-57CE2757674D}" type="datetimeFigureOut">
              <a:rPr kumimoji="1" lang="ja-JP" altLang="en-US" smtClean="0"/>
              <a:pPr/>
              <a:t>2025/4/23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797022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r">
              <a:defRPr sz="1300"/>
            </a:lvl1pPr>
          </a:lstStyle>
          <a:p>
            <a:fld id="{9C269975-7BE2-4E87-802B-58439506061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22295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l">
              <a:defRPr sz="15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7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r">
              <a:defRPr sz="1500"/>
            </a:lvl1pPr>
          </a:lstStyle>
          <a:p>
            <a:fld id="{D7387CCE-2FF8-4C4F-814C-EE6E7602626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92463" y="531813"/>
            <a:ext cx="3849687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3" tIns="49521" rIns="99043" bIns="4952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5" y="3374432"/>
            <a:ext cx="8187689" cy="3196828"/>
          </a:xfrm>
          <a:prstGeom prst="rect">
            <a:avLst/>
          </a:prstGeom>
        </p:spPr>
        <p:txBody>
          <a:bodyPr vert="horz" lIns="99043" tIns="49521" rIns="99043" bIns="4952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l">
              <a:defRPr sz="15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7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r">
              <a:defRPr sz="1500"/>
            </a:lvl1pPr>
          </a:lstStyle>
          <a:p>
            <a:fld id="{084ACCD1-6A07-4099-ACBF-2EA3310362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9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265488" y="555625"/>
            <a:ext cx="4019550" cy="278288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目次通り　会社概要ー＞事業内容ー＞品質・セキュリティ管理ー＞研修・教育活動　の順番で話致します。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ACCD1-6A07-4099-ACBF-2EA3310362E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14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662522" y="1196752"/>
            <a:ext cx="8556604" cy="2016224"/>
          </a:xfrm>
        </p:spPr>
        <p:txBody>
          <a:bodyPr anchor="t"/>
          <a:lstStyle>
            <a:lvl1pPr algn="l">
              <a:defRPr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664497" y="4911219"/>
            <a:ext cx="6472746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図形グループ 15"/>
          <p:cNvGrpSpPr/>
          <p:nvPr userDrawn="1"/>
        </p:nvGrpSpPr>
        <p:grpSpPr>
          <a:xfrm>
            <a:off x="7527286" y="4045673"/>
            <a:ext cx="2106234" cy="391438"/>
            <a:chOff x="6516216" y="3933056"/>
            <a:chExt cx="2503572" cy="504056"/>
          </a:xfrm>
        </p:grpSpPr>
        <p:pic>
          <p:nvPicPr>
            <p:cNvPr id="11" name="図 10" descr="Logo_9001.jpg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6216" y="3933056"/>
              <a:ext cx="760016" cy="494068"/>
            </a:xfrm>
            <a:prstGeom prst="rect">
              <a:avLst/>
            </a:prstGeom>
          </p:spPr>
        </p:pic>
        <p:pic>
          <p:nvPicPr>
            <p:cNvPr id="13" name="図 12" descr="Logo_27001.jpg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0312" y="3933056"/>
              <a:ext cx="775381" cy="504056"/>
            </a:xfrm>
            <a:prstGeom prst="rect">
              <a:avLst/>
            </a:prstGeom>
          </p:spPr>
        </p:pic>
        <p:pic>
          <p:nvPicPr>
            <p:cNvPr id="14" name="図 13" descr="CMMI3.jpg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4408" y="3933056"/>
              <a:ext cx="775380" cy="504056"/>
            </a:xfrm>
            <a:prstGeom prst="rect">
              <a:avLst/>
            </a:prstGeom>
          </p:spPr>
        </p:pic>
      </p:grpSp>
      <p:pic>
        <p:nvPicPr>
          <p:cNvPr id="15" name="図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89" y="4725145"/>
            <a:ext cx="2077233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522" y="1196752"/>
            <a:ext cx="8580000" cy="1008112"/>
          </a:xfrm>
        </p:spPr>
        <p:txBody>
          <a:bodyPr anchor="b"/>
          <a:lstStyle>
            <a:lvl1pPr algn="l">
              <a:defRPr baseline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496" y="2204865"/>
            <a:ext cx="8578981" cy="786547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aseline="0">
                <a:solidFill>
                  <a:schemeClr val="accent2">
                    <a:lumMod val="40000"/>
                    <a:lumOff val="60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477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541" y="240396"/>
            <a:ext cx="8592159" cy="1066129"/>
          </a:xfrm>
        </p:spPr>
        <p:txBody>
          <a:bodyPr/>
          <a:lstStyle>
            <a:lvl1pPr algn="l"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541" y="1484785"/>
            <a:ext cx="8592159" cy="4525963"/>
          </a:xfrm>
        </p:spPr>
        <p:txBody>
          <a:bodyPr>
            <a:normAutofit/>
          </a:bodyPr>
          <a:lstStyle>
            <a:lvl1pPr>
              <a:defRPr sz="24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1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200" b="1" smtClean="0"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200" b="1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4581128"/>
            <a:ext cx="9906000" cy="22768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050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AEFDCD1-C7A1-4E9F-AA09-39CD61F98800}"/>
              </a:ext>
            </a:extLst>
          </p:cNvPr>
          <p:cNvSpPr/>
          <p:nvPr userDrawn="1"/>
        </p:nvSpPr>
        <p:spPr>
          <a:xfrm>
            <a:off x="432000" y="864000"/>
            <a:ext cx="9000000" cy="5760000"/>
          </a:xfrm>
          <a:prstGeom prst="rect">
            <a:avLst/>
          </a:prstGeom>
          <a:gradFill>
            <a:gsLst>
              <a:gs pos="0">
                <a:srgbClr val="FFEBEB"/>
              </a:gs>
              <a:gs pos="80000">
                <a:schemeClr val="bg1"/>
              </a:gs>
              <a:gs pos="20000">
                <a:schemeClr val="bg1"/>
              </a:gs>
              <a:gs pos="100000">
                <a:srgbClr val="FFE1E1"/>
              </a:gs>
            </a:gsLst>
            <a:lin ang="5400000" scaled="0"/>
          </a:gradFill>
          <a:ln>
            <a:solidFill>
              <a:srgbClr val="C00000"/>
            </a:solidFill>
          </a:ln>
        </p:spPr>
        <p:txBody>
          <a:bodyPr vert="horz" wrap="none" lIns="72000" tIns="0" rIns="72000" bIns="0" rtlCol="0">
            <a:normAutofit/>
          </a:bodyPr>
          <a:lstStyle/>
          <a:p>
            <a:pPr>
              <a:spcBef>
                <a:spcPct val="20000"/>
              </a:spcBef>
            </a:pPr>
            <a:endParaRPr kumimoji="1" lang="ja-JP" altLang="en-US" sz="12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240397"/>
            <a:ext cx="8993444" cy="596316"/>
          </a:xfrm>
        </p:spPr>
        <p:txBody>
          <a:bodyPr wrap="none">
            <a:noAutofit/>
          </a:bodyPr>
          <a:lstStyle>
            <a:lvl1pPr algn="l">
              <a:defRPr sz="2200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3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000" b="1" baseline="0" smtClean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000" b="1" baseline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0"/>
            <a:ext cx="467502" cy="6858000"/>
            <a:chOff x="0" y="0"/>
            <a:chExt cx="431540" cy="6858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251520" cy="685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0" name="Isosceles Triangle 9"/>
            <p:cNvSpPr/>
            <p:nvPr userDrawn="1"/>
          </p:nvSpPr>
          <p:spPr>
            <a:xfrm rot="5400000">
              <a:off x="233518" y="638690"/>
              <a:ext cx="216024" cy="18002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</p:grpSp>
      <p:sp>
        <p:nvSpPr>
          <p:cNvPr id="8" name="Isosceles Triangle 9">
            <a:extLst>
              <a:ext uri="{FF2B5EF4-FFF2-40B4-BE49-F238E27FC236}">
                <a16:creationId xmlns:a16="http://schemas.microsoft.com/office/drawing/2014/main" id="{3D95FF19-0180-4042-BF48-03063A2CD4AE}"/>
              </a:ext>
            </a:extLst>
          </p:cNvPr>
          <p:cNvSpPr/>
          <p:nvPr userDrawn="1"/>
        </p:nvSpPr>
        <p:spPr>
          <a:xfrm rot="5400000">
            <a:off x="4930142" y="-3807043"/>
            <a:ext cx="45719" cy="907148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 baseline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90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anchor="b"/>
          <a:lstStyle>
            <a:lvl1pPr algn="r">
              <a:defRPr sz="1400" b="1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luvina.net</a:t>
            </a:r>
          </a:p>
        </p:txBody>
      </p:sp>
    </p:spTree>
    <p:extLst>
      <p:ext uri="{BB962C8B-B14F-4D97-AF65-F5344CB8AC3E}">
        <p14:creationId xmlns:p14="http://schemas.microsoft.com/office/powerpoint/2010/main" val="265831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3200" b="1" kern="1200">
          <a:solidFill>
            <a:srgbClr val="C00000"/>
          </a:solidFill>
          <a:latin typeface="Yu Gothic UI" panose="020B0500000000000000" pitchFamily="50" charset="-128"/>
          <a:ea typeface="Yu Gothic UI" panose="020B0500000000000000" pitchFamily="50" charset="-128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5F16EB-D5B3-3320-2AEF-922275191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2025/03/27</a:t>
            </a:r>
            <a:r>
              <a:rPr kumimoji="1" lang="ja-JP" altLang="en-US"/>
              <a:t>（プレイヤー）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788F705-60BF-413E-4268-F846367680A4}"/>
              </a:ext>
            </a:extLst>
          </p:cNvPr>
          <p:cNvSpPr/>
          <p:nvPr/>
        </p:nvSpPr>
        <p:spPr>
          <a:xfrm>
            <a:off x="720000" y="39240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OpenCentral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BIPROGY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8DF061D-C54C-AD05-4BAA-4EBF8452038B}"/>
              </a:ext>
            </a:extLst>
          </p:cNvPr>
          <p:cNvSpPr/>
          <p:nvPr/>
        </p:nvSpPr>
        <p:spPr>
          <a:xfrm>
            <a:off x="720000" y="47160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SuperStream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-NX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株式会社アイネス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56CB83E-FAB6-9A04-624F-084C6CF84955}"/>
              </a:ext>
            </a:extLst>
          </p:cNvPr>
          <p:cNvSpPr/>
          <p:nvPr/>
        </p:nvSpPr>
        <p:spPr>
          <a:xfrm>
            <a:off x="720000" y="55080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産直システム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株式会社ソフテック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BC10062-A1E9-9F9C-8C4D-2108E41771D4}"/>
              </a:ext>
            </a:extLst>
          </p:cNvPr>
          <p:cNvSpPr txBox="1"/>
          <p:nvPr/>
        </p:nvSpPr>
        <p:spPr>
          <a:xfrm>
            <a:off x="720000" y="45360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会計機能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27930B0-EBD9-33CC-5154-F0A2B75F9900}"/>
              </a:ext>
            </a:extLst>
          </p:cNvPr>
          <p:cNvSpPr txBox="1"/>
          <p:nvPr/>
        </p:nvSpPr>
        <p:spPr>
          <a:xfrm>
            <a:off x="720000" y="3735565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基幹システム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59024E8-B7B5-A3E1-E824-4EC3C709A587}"/>
              </a:ext>
            </a:extLst>
          </p:cNvPr>
          <p:cNvSpPr txBox="1"/>
          <p:nvPr/>
        </p:nvSpPr>
        <p:spPr>
          <a:xfrm>
            <a:off x="720000" y="53280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生産者情報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0CA8C3A-2CDC-C8BB-307B-1E68B16644C2}"/>
              </a:ext>
            </a:extLst>
          </p:cNvPr>
          <p:cNvSpPr/>
          <p:nvPr/>
        </p:nvSpPr>
        <p:spPr>
          <a:xfrm>
            <a:off x="7344000" y="1210357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C8A3F04-138F-093F-40E1-44C145D38421}"/>
              </a:ext>
            </a:extLst>
          </p:cNvPr>
          <p:cNvSpPr txBox="1"/>
          <p:nvPr/>
        </p:nvSpPr>
        <p:spPr>
          <a:xfrm>
            <a:off x="7344000" y="1030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EC</a:t>
            </a:r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サイト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D6C2131-C955-232B-1354-D21689D221C7}"/>
              </a:ext>
            </a:extLst>
          </p:cNvPr>
          <p:cNvSpPr/>
          <p:nvPr/>
        </p:nvSpPr>
        <p:spPr>
          <a:xfrm>
            <a:off x="7344000" y="51343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決済代行　（カード・コード・交通系）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イオンフィナンシャルサービス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　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D8D0CBE-2EA1-C91F-610A-42F05B4F5558}"/>
              </a:ext>
            </a:extLst>
          </p:cNvPr>
          <p:cNvSpPr txBox="1"/>
          <p:nvPr/>
        </p:nvSpPr>
        <p:spPr>
          <a:xfrm>
            <a:off x="7344000" y="49543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決済サービス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4964C13-613E-3BBA-7C6D-57723DF3CDA4}"/>
              </a:ext>
            </a:extLst>
          </p:cNvPr>
          <p:cNvSpPr/>
          <p:nvPr/>
        </p:nvSpPr>
        <p:spPr>
          <a:xfrm>
            <a:off x="7344000" y="43423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6AD6DCC-FD8D-4425-874B-276CDB886023}"/>
              </a:ext>
            </a:extLst>
          </p:cNvPr>
          <p:cNvSpPr txBox="1"/>
          <p:nvPr/>
        </p:nvSpPr>
        <p:spPr>
          <a:xfrm>
            <a:off x="7344000" y="41623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B02ADAA-81BD-D058-42B3-ABA044FA7DB1}"/>
              </a:ext>
            </a:extLst>
          </p:cNvPr>
          <p:cNvSpPr/>
          <p:nvPr/>
        </p:nvSpPr>
        <p:spPr>
          <a:xfrm>
            <a:off x="7344000" y="279435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決済代行（カード・コード・交通系）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セイコーソリューションズ株式会社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344D3BF-545D-B431-729B-DFFD7D577D80}"/>
              </a:ext>
            </a:extLst>
          </p:cNvPr>
          <p:cNvSpPr txBox="1"/>
          <p:nvPr/>
        </p:nvSpPr>
        <p:spPr>
          <a:xfrm>
            <a:off x="7344000" y="2614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決済サービス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1570ED1-69A3-4DA9-263A-5ED983F8FEF6}"/>
              </a:ext>
            </a:extLst>
          </p:cNvPr>
          <p:cNvSpPr/>
          <p:nvPr/>
        </p:nvSpPr>
        <p:spPr>
          <a:xfrm>
            <a:off x="3879628" y="121035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富士通株式会社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25E834A-EFE7-C2DA-89F0-8F6D2BE42C76}"/>
              </a:ext>
            </a:extLst>
          </p:cNvPr>
          <p:cNvSpPr txBox="1"/>
          <p:nvPr/>
        </p:nvSpPr>
        <p:spPr>
          <a:xfrm>
            <a:off x="3879628" y="1030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 err="1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136FA31-6695-A959-42B2-AA2BD48BBB37}"/>
              </a:ext>
            </a:extLst>
          </p:cNvPr>
          <p:cNvSpPr/>
          <p:nvPr/>
        </p:nvSpPr>
        <p:spPr>
          <a:xfrm>
            <a:off x="3872880" y="3924000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13F6571-EB0B-E65F-556C-2DF2D2783863}"/>
              </a:ext>
            </a:extLst>
          </p:cNvPr>
          <p:cNvSpPr/>
          <p:nvPr/>
        </p:nvSpPr>
        <p:spPr>
          <a:xfrm>
            <a:off x="7342864" y="600224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SHARPOP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シャープマーケティングジャパン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2EB9330-D891-6E53-38D2-D1F98E96C733}"/>
              </a:ext>
            </a:extLst>
          </p:cNvPr>
          <p:cNvSpPr txBox="1"/>
          <p:nvPr/>
        </p:nvSpPr>
        <p:spPr>
          <a:xfrm>
            <a:off x="7342864" y="582224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POP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160E0436-B3EC-4B75-16B8-46DAE7DE9D92}"/>
              </a:ext>
            </a:extLst>
          </p:cNvPr>
          <p:cNvSpPr/>
          <p:nvPr/>
        </p:nvSpPr>
        <p:spPr>
          <a:xfrm>
            <a:off x="7344000" y="200235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4D9539E3-FF7D-A117-20A2-EA67F9D539BA}"/>
              </a:ext>
            </a:extLst>
          </p:cNvPr>
          <p:cNvSpPr txBox="1"/>
          <p:nvPr/>
        </p:nvSpPr>
        <p:spPr>
          <a:xfrm>
            <a:off x="7344000" y="1822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8" name="コネクタ: カギ線 47">
            <a:extLst>
              <a:ext uri="{FF2B5EF4-FFF2-40B4-BE49-F238E27FC236}">
                <a16:creationId xmlns:a16="http://schemas.microsoft.com/office/drawing/2014/main" id="{D8C84E69-4765-D89B-072B-5FF2AE26069C}"/>
              </a:ext>
            </a:extLst>
          </p:cNvPr>
          <p:cNvCxnSpPr>
            <a:cxnSpLocks/>
            <a:stCxn id="3" idx="3"/>
            <a:endCxn id="20" idx="1"/>
          </p:cNvCxnSpPr>
          <p:nvPr/>
        </p:nvCxnSpPr>
        <p:spPr>
          <a:xfrm>
            <a:off x="2520000" y="4176000"/>
            <a:ext cx="1352880" cy="127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コネクタ: カギ線 49">
            <a:extLst>
              <a:ext uri="{FF2B5EF4-FFF2-40B4-BE49-F238E27FC236}">
                <a16:creationId xmlns:a16="http://schemas.microsoft.com/office/drawing/2014/main" id="{82C051AA-53B1-1772-9CEB-7A961FA9F5A6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 flipV="1">
            <a:off x="2520000" y="4176000"/>
            <a:ext cx="1352880" cy="15840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3310722F-B7BD-C27D-A209-3F5FCB85E086}"/>
              </a:ext>
            </a:extLst>
          </p:cNvPr>
          <p:cNvCxnSpPr>
            <a:cxnSpLocks/>
            <a:stCxn id="4" idx="3"/>
            <a:endCxn id="20" idx="1"/>
          </p:cNvCxnSpPr>
          <p:nvPr/>
        </p:nvCxnSpPr>
        <p:spPr>
          <a:xfrm flipV="1">
            <a:off x="2520000" y="4176000"/>
            <a:ext cx="1352880" cy="7920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コネクタ: カギ線 52">
            <a:extLst>
              <a:ext uri="{FF2B5EF4-FFF2-40B4-BE49-F238E27FC236}">
                <a16:creationId xmlns:a16="http://schemas.microsoft.com/office/drawing/2014/main" id="{31DBE35B-F3F0-9183-1E8D-AEFBE2F21CE3}"/>
              </a:ext>
            </a:extLst>
          </p:cNvPr>
          <p:cNvCxnSpPr>
            <a:cxnSpLocks/>
            <a:stCxn id="20" idx="2"/>
            <a:endCxn id="14" idx="1"/>
          </p:cNvCxnSpPr>
          <p:nvPr/>
        </p:nvCxnSpPr>
        <p:spPr>
          <a:xfrm rot="16200000" flipH="1">
            <a:off x="5975290" y="3225590"/>
            <a:ext cx="166300" cy="257112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コネクタ: カギ線 58">
            <a:extLst>
              <a:ext uri="{FF2B5EF4-FFF2-40B4-BE49-F238E27FC236}">
                <a16:creationId xmlns:a16="http://schemas.microsoft.com/office/drawing/2014/main" id="{CFF7C2C7-1C16-82D4-FCC9-EC42ADDC88DB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 flipV="1">
            <a:off x="5672880" y="1462357"/>
            <a:ext cx="1671120" cy="271364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コネクタ: カギ線 60">
            <a:extLst>
              <a:ext uri="{FF2B5EF4-FFF2-40B4-BE49-F238E27FC236}">
                <a16:creationId xmlns:a16="http://schemas.microsoft.com/office/drawing/2014/main" id="{FE5D48FA-F1CB-CE63-F543-F8D90E45392F}"/>
              </a:ext>
            </a:extLst>
          </p:cNvPr>
          <p:cNvCxnSpPr>
            <a:cxnSpLocks/>
            <a:stCxn id="20" idx="2"/>
            <a:endCxn id="12" idx="1"/>
          </p:cNvCxnSpPr>
          <p:nvPr/>
        </p:nvCxnSpPr>
        <p:spPr>
          <a:xfrm rot="16200000" flipH="1">
            <a:off x="5579290" y="3621590"/>
            <a:ext cx="958300" cy="257112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コネクタ: カギ線 52">
            <a:extLst>
              <a:ext uri="{FF2B5EF4-FFF2-40B4-BE49-F238E27FC236}">
                <a16:creationId xmlns:a16="http://schemas.microsoft.com/office/drawing/2014/main" id="{B02B8104-5031-366A-B2BF-A88A02D258DB}"/>
              </a:ext>
            </a:extLst>
          </p:cNvPr>
          <p:cNvCxnSpPr>
            <a:cxnSpLocks/>
            <a:stCxn id="20" idx="2"/>
            <a:endCxn id="43" idx="1"/>
          </p:cNvCxnSpPr>
          <p:nvPr/>
        </p:nvCxnSpPr>
        <p:spPr>
          <a:xfrm rot="16200000" flipH="1">
            <a:off x="5144752" y="4056128"/>
            <a:ext cx="1826240" cy="256998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コネクタ: カギ線 67">
            <a:extLst>
              <a:ext uri="{FF2B5EF4-FFF2-40B4-BE49-F238E27FC236}">
                <a16:creationId xmlns:a16="http://schemas.microsoft.com/office/drawing/2014/main" id="{076BB190-A714-F411-47E3-EE68125F3C32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>
            <a:off x="5679628" y="1462357"/>
            <a:ext cx="16643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コネクタ: カギ線 71">
            <a:extLst>
              <a:ext uri="{FF2B5EF4-FFF2-40B4-BE49-F238E27FC236}">
                <a16:creationId xmlns:a16="http://schemas.microsoft.com/office/drawing/2014/main" id="{26FE2875-53C9-BCCB-DCF5-9011652F8846}"/>
              </a:ext>
            </a:extLst>
          </p:cNvPr>
          <p:cNvCxnSpPr>
            <a:cxnSpLocks/>
            <a:stCxn id="45" idx="1"/>
            <a:endCxn id="20" idx="3"/>
          </p:cNvCxnSpPr>
          <p:nvPr/>
        </p:nvCxnSpPr>
        <p:spPr>
          <a:xfrm rot="10800000" flipV="1">
            <a:off x="5672880" y="2254356"/>
            <a:ext cx="1671120" cy="192164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コネクタ: カギ線 74">
            <a:extLst>
              <a:ext uri="{FF2B5EF4-FFF2-40B4-BE49-F238E27FC236}">
                <a16:creationId xmlns:a16="http://schemas.microsoft.com/office/drawing/2014/main" id="{9595F7CC-1306-7882-768A-74573AE6D066}"/>
              </a:ext>
            </a:extLst>
          </p:cNvPr>
          <p:cNvCxnSpPr>
            <a:cxnSpLocks/>
            <a:stCxn id="45" idx="2"/>
            <a:endCxn id="16" idx="0"/>
          </p:cNvCxnSpPr>
          <p:nvPr/>
        </p:nvCxnSpPr>
        <p:spPr>
          <a:xfrm>
            <a:off x="8244000" y="2506357"/>
            <a:ext cx="0" cy="28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コネクタ: カギ線 74">
            <a:extLst>
              <a:ext uri="{FF2B5EF4-FFF2-40B4-BE49-F238E27FC236}">
                <a16:creationId xmlns:a16="http://schemas.microsoft.com/office/drawing/2014/main" id="{E8CA1248-DF59-D764-4E1D-25E69B7CDB23}"/>
              </a:ext>
            </a:extLst>
          </p:cNvPr>
          <p:cNvCxnSpPr>
            <a:cxnSpLocks/>
            <a:stCxn id="14" idx="2"/>
            <a:endCxn id="12" idx="0"/>
          </p:cNvCxnSpPr>
          <p:nvPr/>
        </p:nvCxnSpPr>
        <p:spPr>
          <a:xfrm>
            <a:off x="8244000" y="4846300"/>
            <a:ext cx="0" cy="28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CC9A5A11-E371-F996-1FBC-097589366C36}"/>
              </a:ext>
            </a:extLst>
          </p:cNvPr>
          <p:cNvSpPr/>
          <p:nvPr/>
        </p:nvSpPr>
        <p:spPr>
          <a:xfrm>
            <a:off x="3885565" y="32940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Server1.0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株式会社ヴィンクス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8B9AA615-7FE1-61D2-E114-BCA00A22504F}"/>
              </a:ext>
            </a:extLst>
          </p:cNvPr>
          <p:cNvSpPr/>
          <p:nvPr/>
        </p:nvSpPr>
        <p:spPr>
          <a:xfrm>
            <a:off x="720000" y="121035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富士通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B9D95C8C-6BB9-11AF-8E24-7758698FD2D6}"/>
              </a:ext>
            </a:extLst>
          </p:cNvPr>
          <p:cNvSpPr txBox="1"/>
          <p:nvPr/>
        </p:nvSpPr>
        <p:spPr>
          <a:xfrm>
            <a:off x="720000" y="1030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69" name="コネクタ: カギ線 68">
            <a:extLst>
              <a:ext uri="{FF2B5EF4-FFF2-40B4-BE49-F238E27FC236}">
                <a16:creationId xmlns:a16="http://schemas.microsoft.com/office/drawing/2014/main" id="{210C16AD-5517-995E-92A0-354FA6DAE3BA}"/>
              </a:ext>
            </a:extLst>
          </p:cNvPr>
          <p:cNvCxnSpPr>
            <a:cxnSpLocks/>
            <a:stCxn id="66" idx="3"/>
            <a:endCxn id="18" idx="1"/>
          </p:cNvCxnSpPr>
          <p:nvPr/>
        </p:nvCxnSpPr>
        <p:spPr>
          <a:xfrm>
            <a:off x="2520000" y="1462357"/>
            <a:ext cx="13596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D6F327AF-7243-165E-E440-F935555B4EB7}"/>
              </a:ext>
            </a:extLst>
          </p:cNvPr>
          <p:cNvSpPr/>
          <p:nvPr/>
        </p:nvSpPr>
        <p:spPr>
          <a:xfrm>
            <a:off x="7348314" y="3604302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ヴィンクス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E39AD3E1-6469-CA9B-6259-323169B2B335}"/>
              </a:ext>
            </a:extLst>
          </p:cNvPr>
          <p:cNvSpPr txBox="1"/>
          <p:nvPr/>
        </p:nvSpPr>
        <p:spPr>
          <a:xfrm>
            <a:off x="7348314" y="3424302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96" name="コネクタ: カギ線 95">
            <a:extLst>
              <a:ext uri="{FF2B5EF4-FFF2-40B4-BE49-F238E27FC236}">
                <a16:creationId xmlns:a16="http://schemas.microsoft.com/office/drawing/2014/main" id="{7E3C38C5-16D7-134A-2C78-D9B8E3AC20B4}"/>
              </a:ext>
            </a:extLst>
          </p:cNvPr>
          <p:cNvCxnSpPr>
            <a:cxnSpLocks/>
            <a:stCxn id="94" idx="1"/>
            <a:endCxn id="63" idx="3"/>
          </p:cNvCxnSpPr>
          <p:nvPr/>
        </p:nvCxnSpPr>
        <p:spPr>
          <a:xfrm rot="10800000">
            <a:off x="5685566" y="3546000"/>
            <a:ext cx="1662749" cy="310302"/>
          </a:xfrm>
          <a:prstGeom prst="bentConnector3">
            <a:avLst>
              <a:gd name="adj1" fmla="val 20147"/>
            </a:avLst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73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FD710CD-A173-14C2-D0F9-DD9C6CDAF5A8}"/>
              </a:ext>
            </a:extLst>
          </p:cNvPr>
          <p:cNvSpPr/>
          <p:nvPr/>
        </p:nvSpPr>
        <p:spPr>
          <a:xfrm>
            <a:off x="7380000" y="1440000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EA963D9-2140-1B61-51F8-E71C4A8AF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いなげやオフライン機能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0A0C3C4-6808-0B3C-EF0C-71E72CAA00D4}"/>
              </a:ext>
            </a:extLst>
          </p:cNvPr>
          <p:cNvSpPr/>
          <p:nvPr/>
        </p:nvSpPr>
        <p:spPr>
          <a:xfrm>
            <a:off x="3879628" y="1440000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富士通株式会社</a:t>
            </a:r>
          </a:p>
        </p:txBody>
      </p:sp>
      <p:cxnSp>
        <p:nvCxnSpPr>
          <p:cNvPr id="7" name="コネクタ: カギ線 67">
            <a:extLst>
              <a:ext uri="{FF2B5EF4-FFF2-40B4-BE49-F238E27FC236}">
                <a16:creationId xmlns:a16="http://schemas.microsoft.com/office/drawing/2014/main" id="{CF5AAE02-7BCA-F4D2-AFCD-EBB64455E860}"/>
              </a:ext>
            </a:extLst>
          </p:cNvPr>
          <p:cNvCxnSpPr>
            <a:cxnSpLocks/>
            <a:stCxn id="3" idx="1"/>
            <a:endCxn id="5" idx="3"/>
          </p:cNvCxnSpPr>
          <p:nvPr/>
        </p:nvCxnSpPr>
        <p:spPr>
          <a:xfrm flipH="1">
            <a:off x="5679628" y="1692000"/>
            <a:ext cx="1700372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B12F0BB-1665-5AAE-7081-A486090F9325}"/>
              </a:ext>
            </a:extLst>
          </p:cNvPr>
          <p:cNvSpPr/>
          <p:nvPr/>
        </p:nvSpPr>
        <p:spPr>
          <a:xfrm>
            <a:off x="720000" y="1440000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富士通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612B3A9-1936-5AFB-CD37-B3B2BF7AE981}"/>
              </a:ext>
            </a:extLst>
          </p:cNvPr>
          <p:cNvSpPr txBox="1"/>
          <p:nvPr/>
        </p:nvSpPr>
        <p:spPr>
          <a:xfrm>
            <a:off x="6120405" y="1599868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1AF8463-32FF-3D77-4F44-CA471FED7D26}"/>
              </a:ext>
            </a:extLst>
          </p:cNvPr>
          <p:cNvSpPr/>
          <p:nvPr/>
        </p:nvSpPr>
        <p:spPr>
          <a:xfrm>
            <a:off x="7380000" y="2520000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9" name="吹き出し: 線 18">
            <a:extLst>
              <a:ext uri="{FF2B5EF4-FFF2-40B4-BE49-F238E27FC236}">
                <a16:creationId xmlns:a16="http://schemas.microsoft.com/office/drawing/2014/main" id="{62036B82-2F17-841B-F77C-E64728F6328F}"/>
              </a:ext>
            </a:extLst>
          </p:cNvPr>
          <p:cNvSpPr/>
          <p:nvPr/>
        </p:nvSpPr>
        <p:spPr>
          <a:xfrm>
            <a:off x="3707492" y="2001464"/>
            <a:ext cx="2304000" cy="504001"/>
          </a:xfrm>
          <a:prstGeom prst="borderCallout1">
            <a:avLst>
              <a:gd name="adj1" fmla="val 53308"/>
              <a:gd name="adj2" fmla="val 98162"/>
              <a:gd name="adj3" fmla="val -25731"/>
              <a:gd name="adj4" fmla="val 161093"/>
            </a:avLst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①全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ファイルのコピー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to POS Server2.0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F07CF4A-4254-61A4-1762-25A9E550F256}"/>
              </a:ext>
            </a:extLst>
          </p:cNvPr>
          <p:cNvSpPr/>
          <p:nvPr/>
        </p:nvSpPr>
        <p:spPr>
          <a:xfrm>
            <a:off x="7380000" y="3600000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30" name="コネクタ: カギ線 67">
            <a:extLst>
              <a:ext uri="{FF2B5EF4-FFF2-40B4-BE49-F238E27FC236}">
                <a16:creationId xmlns:a16="http://schemas.microsoft.com/office/drawing/2014/main" id="{3C6AD614-AACB-C450-49B6-30223FB4B28F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>
            <a:off x="2520000" y="1692000"/>
            <a:ext cx="1359628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DCD2A0D-1348-8ED4-D055-E322A051579D}"/>
              </a:ext>
            </a:extLst>
          </p:cNvPr>
          <p:cNvSpPr txBox="1"/>
          <p:nvPr/>
        </p:nvSpPr>
        <p:spPr>
          <a:xfrm>
            <a:off x="2817940" y="1599868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cxnSp>
        <p:nvCxnSpPr>
          <p:cNvPr id="37" name="コネクタ: カギ線 67">
            <a:extLst>
              <a:ext uri="{FF2B5EF4-FFF2-40B4-BE49-F238E27FC236}">
                <a16:creationId xmlns:a16="http://schemas.microsoft.com/office/drawing/2014/main" id="{AB0D6E52-003F-5EF2-E584-9B5CC6FA9F34}"/>
              </a:ext>
            </a:extLst>
          </p:cNvPr>
          <p:cNvCxnSpPr>
            <a:cxnSpLocks/>
            <a:stCxn id="21" idx="0"/>
            <a:endCxn id="13" idx="2"/>
          </p:cNvCxnSpPr>
          <p:nvPr/>
        </p:nvCxnSpPr>
        <p:spPr>
          <a:xfrm flipV="1">
            <a:off x="8280000" y="3024000"/>
            <a:ext cx="0" cy="5760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C2F9780-27E6-8623-DFC4-40357574FCC0}"/>
              </a:ext>
            </a:extLst>
          </p:cNvPr>
          <p:cNvSpPr txBox="1"/>
          <p:nvPr/>
        </p:nvSpPr>
        <p:spPr>
          <a:xfrm>
            <a:off x="7891952" y="3178553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sp>
        <p:nvSpPr>
          <p:cNvPr id="40" name="吹き出し: 線 39">
            <a:extLst>
              <a:ext uri="{FF2B5EF4-FFF2-40B4-BE49-F238E27FC236}">
                <a16:creationId xmlns:a16="http://schemas.microsoft.com/office/drawing/2014/main" id="{49EE9D92-5818-6756-0F83-2AF893CDE4F2}"/>
              </a:ext>
            </a:extLst>
          </p:cNvPr>
          <p:cNvSpPr/>
          <p:nvPr/>
        </p:nvSpPr>
        <p:spPr>
          <a:xfrm>
            <a:off x="3707492" y="2558643"/>
            <a:ext cx="2304000" cy="786138"/>
          </a:xfrm>
          <a:prstGeom prst="borderCallout1">
            <a:avLst>
              <a:gd name="adj1" fmla="val 30845"/>
              <a:gd name="adj2" fmla="val 98961"/>
              <a:gd name="adj3" fmla="val 25466"/>
              <a:gd name="adj4" fmla="val 159934"/>
            </a:avLst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②外部連携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)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③マスタコンバート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④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マスタ作成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⑤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アプリ連携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2" name="吹き出し: 線 41">
            <a:extLst>
              <a:ext uri="{FF2B5EF4-FFF2-40B4-BE49-F238E27FC236}">
                <a16:creationId xmlns:a16="http://schemas.microsoft.com/office/drawing/2014/main" id="{4DDFC8CB-4A23-B810-6B69-DFBC3391D90E}"/>
              </a:ext>
            </a:extLst>
          </p:cNvPr>
          <p:cNvSpPr/>
          <p:nvPr/>
        </p:nvSpPr>
        <p:spPr>
          <a:xfrm>
            <a:off x="3707492" y="3600000"/>
            <a:ext cx="2304000" cy="504001"/>
          </a:xfrm>
          <a:prstGeom prst="borderCallout1">
            <a:avLst>
              <a:gd name="adj1" fmla="val 30845"/>
              <a:gd name="adj2" fmla="val 98961"/>
              <a:gd name="adj3" fmla="val 41657"/>
              <a:gd name="adj4" fmla="val 159178"/>
            </a:avLst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⑥売価生成　　⑧実績送信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⑦売上生成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B5F263E5-7C5C-01C7-4E12-0FD6C7D0AD30}"/>
              </a:ext>
            </a:extLst>
          </p:cNvPr>
          <p:cNvSpPr/>
          <p:nvPr/>
        </p:nvSpPr>
        <p:spPr>
          <a:xfrm>
            <a:off x="7380000" y="4680000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6" name="コネクタ: カギ線 67">
            <a:extLst>
              <a:ext uri="{FF2B5EF4-FFF2-40B4-BE49-F238E27FC236}">
                <a16:creationId xmlns:a16="http://schemas.microsoft.com/office/drawing/2014/main" id="{CED34A5E-36CA-48E1-41C9-2B8816264EAB}"/>
              </a:ext>
            </a:extLst>
          </p:cNvPr>
          <p:cNvCxnSpPr>
            <a:cxnSpLocks/>
            <a:stCxn id="44" idx="0"/>
            <a:endCxn id="21" idx="2"/>
          </p:cNvCxnSpPr>
          <p:nvPr/>
        </p:nvCxnSpPr>
        <p:spPr>
          <a:xfrm flipV="1">
            <a:off x="8280000" y="4104000"/>
            <a:ext cx="0" cy="5760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コネクタ: カギ線 67">
            <a:extLst>
              <a:ext uri="{FF2B5EF4-FFF2-40B4-BE49-F238E27FC236}">
                <a16:creationId xmlns:a16="http://schemas.microsoft.com/office/drawing/2014/main" id="{8A7CF5E0-6501-9ACE-14AE-302B408748E4}"/>
              </a:ext>
            </a:extLst>
          </p:cNvPr>
          <p:cNvCxnSpPr>
            <a:cxnSpLocks/>
            <a:stCxn id="13" idx="0"/>
            <a:endCxn id="3" idx="2"/>
          </p:cNvCxnSpPr>
          <p:nvPr/>
        </p:nvCxnSpPr>
        <p:spPr>
          <a:xfrm flipV="1">
            <a:off x="8280000" y="1944000"/>
            <a:ext cx="0" cy="5760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6049D02-1039-CAD1-A2F6-80B4CE2C64C6}"/>
              </a:ext>
            </a:extLst>
          </p:cNvPr>
          <p:cNvSpPr txBox="1"/>
          <p:nvPr/>
        </p:nvSpPr>
        <p:spPr>
          <a:xfrm>
            <a:off x="7884000" y="2086195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BBC736DE-2D16-22A9-ABDD-2091362B2C59}"/>
              </a:ext>
            </a:extLst>
          </p:cNvPr>
          <p:cNvSpPr/>
          <p:nvPr/>
        </p:nvSpPr>
        <p:spPr>
          <a:xfrm>
            <a:off x="7380000" y="5760000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9" name="吹き出し: 線 58">
            <a:extLst>
              <a:ext uri="{FF2B5EF4-FFF2-40B4-BE49-F238E27FC236}">
                <a16:creationId xmlns:a16="http://schemas.microsoft.com/office/drawing/2014/main" id="{675F4E29-8138-A9B9-7999-3A9DC9806F78}"/>
              </a:ext>
            </a:extLst>
          </p:cNvPr>
          <p:cNvSpPr/>
          <p:nvPr/>
        </p:nvSpPr>
        <p:spPr>
          <a:xfrm>
            <a:off x="3707492" y="4680000"/>
            <a:ext cx="2304000" cy="504001"/>
          </a:xfrm>
          <a:prstGeom prst="borderCallout1">
            <a:avLst>
              <a:gd name="adj1" fmla="val 30845"/>
              <a:gd name="adj2" fmla="val 98961"/>
              <a:gd name="adj3" fmla="val 46841"/>
              <a:gd name="adj4" fmla="val 159934"/>
            </a:avLst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⑨実績集計機能　⑪</a:t>
            </a:r>
            <a:r>
              <a:rPr kumimoji="1" lang="zh-TW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外部連携</a:t>
            </a:r>
            <a:r>
              <a:rPr kumimoji="1" lang="en-US" altLang="zh-TW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</a:t>
            </a:r>
            <a:r>
              <a:rPr kumimoji="1" lang="zh-TW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</a:t>
            </a:r>
            <a:r>
              <a:rPr kumimoji="1" lang="en-US" altLang="zh-TW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)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⑩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状況確認機能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60" name="コネクタ: カギ線 67">
            <a:extLst>
              <a:ext uri="{FF2B5EF4-FFF2-40B4-BE49-F238E27FC236}">
                <a16:creationId xmlns:a16="http://schemas.microsoft.com/office/drawing/2014/main" id="{8995C75A-DAC0-C8E9-A1B7-8A5A51002708}"/>
              </a:ext>
            </a:extLst>
          </p:cNvPr>
          <p:cNvCxnSpPr>
            <a:cxnSpLocks/>
            <a:stCxn id="66" idx="3"/>
            <a:endCxn id="53" idx="1"/>
          </p:cNvCxnSpPr>
          <p:nvPr/>
        </p:nvCxnSpPr>
        <p:spPr>
          <a:xfrm>
            <a:off x="5679628" y="6012000"/>
            <a:ext cx="1700372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コネクタ: カギ線 67">
            <a:extLst>
              <a:ext uri="{FF2B5EF4-FFF2-40B4-BE49-F238E27FC236}">
                <a16:creationId xmlns:a16="http://schemas.microsoft.com/office/drawing/2014/main" id="{B8B649B4-6234-3A20-B6E1-B12E1B915508}"/>
              </a:ext>
            </a:extLst>
          </p:cNvPr>
          <p:cNvCxnSpPr>
            <a:cxnSpLocks/>
            <a:stCxn id="53" idx="0"/>
            <a:endCxn id="44" idx="2"/>
          </p:cNvCxnSpPr>
          <p:nvPr/>
        </p:nvCxnSpPr>
        <p:spPr>
          <a:xfrm flipV="1">
            <a:off x="8280000" y="5184000"/>
            <a:ext cx="0" cy="5760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C295F3EF-459E-7BEC-9B8B-57E084B4D6F6}"/>
              </a:ext>
            </a:extLst>
          </p:cNvPr>
          <p:cNvSpPr txBox="1"/>
          <p:nvPr/>
        </p:nvSpPr>
        <p:spPr>
          <a:xfrm>
            <a:off x="7874535" y="4252521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124C12AE-E807-3BAC-FC98-2BFDAD68CC52}"/>
              </a:ext>
            </a:extLst>
          </p:cNvPr>
          <p:cNvSpPr txBox="1"/>
          <p:nvPr/>
        </p:nvSpPr>
        <p:spPr>
          <a:xfrm>
            <a:off x="7891952" y="5323406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F8B4371B-E232-14B8-EF9F-4C8A90D554C7}"/>
              </a:ext>
            </a:extLst>
          </p:cNvPr>
          <p:cNvSpPr/>
          <p:nvPr/>
        </p:nvSpPr>
        <p:spPr>
          <a:xfrm>
            <a:off x="3879628" y="5760000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富士通株式会社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F2352150-2025-2CC5-A1B9-996F4865CF17}"/>
              </a:ext>
            </a:extLst>
          </p:cNvPr>
          <p:cNvSpPr txBox="1"/>
          <p:nvPr/>
        </p:nvSpPr>
        <p:spPr>
          <a:xfrm>
            <a:off x="6133814" y="59220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</a:t>
            </a:r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C51E3B4D-52EB-6216-33DB-EA32A5FD3523}"/>
              </a:ext>
            </a:extLst>
          </p:cNvPr>
          <p:cNvSpPr/>
          <p:nvPr/>
        </p:nvSpPr>
        <p:spPr>
          <a:xfrm>
            <a:off x="720000" y="4680000"/>
            <a:ext cx="2879488" cy="1845343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いなげや様向け</a:t>
            </a:r>
            <a:endParaRPr kumimoji="1" lang="en-US" altLang="ja-JP" sz="16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オフライン機能を実装するため</a:t>
            </a:r>
            <a:endParaRPr kumimoji="1" lang="en-US" altLang="ja-JP" sz="16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には、</a:t>
            </a:r>
            <a:r>
              <a:rPr kumimoji="1" lang="en-US" altLang="ja-JP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10</a:t>
            </a:r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個のサブ機能を</a:t>
            </a:r>
            <a:endParaRPr kumimoji="1" lang="en-US" altLang="ja-JP" sz="16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実装する必要がある認識です</a:t>
            </a:r>
          </a:p>
        </p:txBody>
      </p:sp>
    </p:spTree>
    <p:extLst>
      <p:ext uri="{BB962C8B-B14F-4D97-AF65-F5344CB8AC3E}">
        <p14:creationId xmlns:p14="http://schemas.microsoft.com/office/powerpoint/2010/main" val="936815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矢印: 右 17">
            <a:extLst>
              <a:ext uri="{FF2B5EF4-FFF2-40B4-BE49-F238E27FC236}">
                <a16:creationId xmlns:a16="http://schemas.microsoft.com/office/drawing/2014/main" id="{BA1EC78D-81E0-85B7-1FF7-440C9DBD9FE5}"/>
              </a:ext>
            </a:extLst>
          </p:cNvPr>
          <p:cNvSpPr/>
          <p:nvPr/>
        </p:nvSpPr>
        <p:spPr>
          <a:xfrm>
            <a:off x="2415209" y="1888927"/>
            <a:ext cx="5009461" cy="62192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ts val="1000"/>
              </a:lnSpc>
              <a:defRPr sz="1000"/>
            </a:pPr>
            <a:r>
              <a:rPr lang="en-US" altLang="ja-JP" sz="1000" b="1" i="0" u="none" strike="noStrike" baseline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FTP送信　(</a:t>
            </a:r>
            <a:r>
              <a:rPr lang="en-US" altLang="ja-JP" sz="1000" b="1" i="0" u="none" strike="noStrike" baseline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TS/M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側からキック)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57D1749-3A23-C0B1-D0CD-B5EE9DB7256A}"/>
              </a:ext>
            </a:extLst>
          </p:cNvPr>
          <p:cNvSpPr/>
          <p:nvPr/>
        </p:nvSpPr>
        <p:spPr>
          <a:xfrm>
            <a:off x="7430364" y="1947887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511C963-98BB-4122-1C16-B80B5EBE0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①</a:t>
            </a:r>
            <a:r>
              <a:rPr kumimoji="1" lang="en-US" altLang="ja-JP"/>
              <a:t>Scan</a:t>
            </a:r>
            <a:r>
              <a:rPr kumimoji="1" lang="ja-JP" altLang="en-US"/>
              <a:t>＆</a:t>
            </a:r>
            <a:r>
              <a:rPr kumimoji="1" lang="en-US" altLang="ja-JP"/>
              <a:t>Go</a:t>
            </a:r>
            <a:r>
              <a:rPr kumimoji="1" lang="ja-JP" altLang="en-US"/>
              <a:t>サーバー </a:t>
            </a:r>
            <a:r>
              <a:rPr kumimoji="1" lang="en-US" altLang="ja-JP"/>
              <a:t>to</a:t>
            </a:r>
            <a:r>
              <a:rPr kumimoji="1" lang="ja-JP" altLang="en-US"/>
              <a:t> </a:t>
            </a:r>
            <a:r>
              <a:rPr kumimoji="1" lang="en-US" altLang="ja-JP"/>
              <a:t>POS Server2.0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0BA4ED-8CB7-AA38-17EB-1D7273DAF7BD}"/>
              </a:ext>
            </a:extLst>
          </p:cNvPr>
          <p:cNvSpPr txBox="1"/>
          <p:nvPr/>
        </p:nvSpPr>
        <p:spPr>
          <a:xfrm>
            <a:off x="7424671" y="185788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DCF4BB-83F4-470C-7381-9A95F4A0EAB1}"/>
              </a:ext>
            </a:extLst>
          </p:cNvPr>
          <p:cNvSpPr/>
          <p:nvPr/>
        </p:nvSpPr>
        <p:spPr>
          <a:xfrm>
            <a:off x="560512" y="194788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富士通株式会社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D5FE121-18BA-6DDB-0017-C5682CE6420A}"/>
              </a:ext>
            </a:extLst>
          </p:cNvPr>
          <p:cNvSpPr txBox="1"/>
          <p:nvPr/>
        </p:nvSpPr>
        <p:spPr>
          <a:xfrm>
            <a:off x="560512" y="1772816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 err="1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72C30D7-B0DC-8279-3C3A-E151091BD765}"/>
              </a:ext>
            </a:extLst>
          </p:cNvPr>
          <p:cNvSpPr txBox="1"/>
          <p:nvPr/>
        </p:nvSpPr>
        <p:spPr>
          <a:xfrm>
            <a:off x="2471412" y="1903075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CBBB7DD-FA47-F2B4-0C04-73B6DC3ADA27}"/>
              </a:ext>
            </a:extLst>
          </p:cNvPr>
          <p:cNvSpPr/>
          <p:nvPr/>
        </p:nvSpPr>
        <p:spPr>
          <a:xfrm>
            <a:off x="4060884" y="2091875"/>
            <a:ext cx="216024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38D8F11-8F84-65F6-1E68-E7EA5FE67094}"/>
              </a:ext>
            </a:extLst>
          </p:cNvPr>
          <p:cNvSpPr txBox="1"/>
          <p:nvPr/>
        </p:nvSpPr>
        <p:spPr>
          <a:xfrm>
            <a:off x="560512" y="2533059"/>
            <a:ext cx="3231591" cy="1360052"/>
          </a:xfrm>
          <a:prstGeom prst="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>
              <a:defRPr kumimoji="1"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●営業開始前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日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回の＜全店一括連携＞全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・商品階層マスタ	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	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営業日マスタ	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・商品マスタ		担当者マスタ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・企画マスタ		入出金マスタ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・特売マスタ		現外設定マスタ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・組合せマスタ		緊急登録マスタ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・商品階層自動値引きマスタ	商品券バーコードマスタ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・さんにち割データ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03F8A75-C761-F268-8C3F-5200F12CD9DD}"/>
              </a:ext>
            </a:extLst>
          </p:cNvPr>
          <p:cNvSpPr txBox="1"/>
          <p:nvPr/>
        </p:nvSpPr>
        <p:spPr>
          <a:xfrm>
            <a:off x="560512" y="3947682"/>
            <a:ext cx="3231591" cy="1057960"/>
          </a:xfrm>
          <a:prstGeom prst="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>
              <a:defRPr kumimoji="1"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●営業中更新時の＜差分連携＞全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7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・商品マスタ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		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担当者マスタ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・企画マスタ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		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緊急登録マスタ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・特売マスタ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・組合せマスタ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・商品階層自動値引きマスタ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7E6ECC75-F68D-464F-B20E-C014D0622081}"/>
              </a:ext>
            </a:extLst>
          </p:cNvPr>
          <p:cNvSpPr/>
          <p:nvPr/>
        </p:nvSpPr>
        <p:spPr bwMode="auto">
          <a:xfrm>
            <a:off x="2394467" y="4152911"/>
            <a:ext cx="1362919" cy="415925"/>
          </a:xfrm>
          <a:prstGeom prst="roundRect">
            <a:avLst>
              <a:gd name="adj" fmla="val 7878"/>
            </a:avLst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square" lIns="18288" tIns="0" rIns="0" bIns="0" rtlCol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ja-JP" altLang="en-US" sz="1000" b="1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次回開発予定　</a:t>
            </a:r>
            <a:endParaRPr kumimoji="1" lang="en-US" altLang="ja-JP" sz="1000" b="1">
              <a:solidFill>
                <a:srgbClr val="FF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r"/>
            <a:endParaRPr kumimoji="1" lang="ja-JP" altLang="en-US" sz="1000" b="1">
              <a:solidFill>
                <a:srgbClr val="FF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9" name="AutoShape 225">
            <a:extLst>
              <a:ext uri="{FF2B5EF4-FFF2-40B4-BE49-F238E27FC236}">
                <a16:creationId xmlns:a16="http://schemas.microsoft.com/office/drawing/2014/main" id="{13018689-7395-57FF-DECA-E9FEF5DF5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3107" y="2510846"/>
            <a:ext cx="630839" cy="405881"/>
          </a:xfrm>
          <a:prstGeom prst="foldedCorner">
            <a:avLst>
              <a:gd name="adj" fmla="val 12500"/>
            </a:avLst>
          </a:prstGeom>
          <a:solidFill>
            <a:srgbClr xmlns:mc="http://schemas.openxmlformats.org/markup-compatibility/2006" xmlns:a14="http://schemas.microsoft.com/office/drawing/2010/main" val="CCFFFF" mc:Ignorable="a14" a14:legacySpreadsheetColorIndex="41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/>
          </a:ln>
        </p:spPr>
        <p:txBody>
          <a:bodyPr wrap="square" lIns="27432" tIns="18288" rIns="27432" bIns="18288" anchor="ctr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lnSpc>
                <a:spcPts val="800"/>
              </a:lnSpc>
              <a:defRPr sz="1000"/>
            </a:pPr>
            <a:r>
              <a:rPr lang="en-US" altLang="ja-JP" sz="800" b="0" i="0" u="none" strike="noStrike" baseline="0">
                <a:solidFill>
                  <a:srgbClr val="0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zip</a:t>
            </a:r>
          </a:p>
          <a:p>
            <a:pPr algn="ctr" rtl="0">
              <a:lnSpc>
                <a:spcPts val="800"/>
              </a:lnSpc>
              <a:defRPr sz="1000"/>
            </a:pPr>
            <a:r>
              <a:rPr lang="ja-JP" altLang="en-US" sz="800" b="0" i="0" u="none" strike="noStrike" baseline="0">
                <a:solidFill>
                  <a:srgbClr val="0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</a:p>
        </p:txBody>
      </p:sp>
      <p:sp>
        <p:nvSpPr>
          <p:cNvPr id="20" name="AutoShape 225">
            <a:extLst>
              <a:ext uri="{FF2B5EF4-FFF2-40B4-BE49-F238E27FC236}">
                <a16:creationId xmlns:a16="http://schemas.microsoft.com/office/drawing/2014/main" id="{B8EBBB82-54D7-B835-7F89-D7CF11C00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1488" y="2510847"/>
            <a:ext cx="630839" cy="405881"/>
          </a:xfrm>
          <a:prstGeom prst="foldedCorner">
            <a:avLst>
              <a:gd name="adj" fmla="val 12500"/>
            </a:avLst>
          </a:prstGeom>
          <a:solidFill>
            <a:srgbClr xmlns:mc="http://schemas.openxmlformats.org/markup-compatibility/2006" xmlns:a14="http://schemas.microsoft.com/office/drawing/2010/main" val="CCFFFF" mc:Ignorable="a14" a14:legacySpreadsheetColorIndex="41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/>
          </a:ln>
        </p:spPr>
        <p:txBody>
          <a:bodyPr wrap="square" lIns="27432" tIns="18288" rIns="27432" bIns="18288" anchor="ctr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lnSpc>
                <a:spcPts val="800"/>
              </a:lnSpc>
              <a:defRPr sz="1000"/>
            </a:pPr>
            <a:r>
              <a:rPr lang="en-US" altLang="ja-JP" sz="800" b="0" i="0" u="none" strike="noStrike" baseline="0">
                <a:solidFill>
                  <a:srgbClr val="0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END</a:t>
            </a:r>
          </a:p>
          <a:p>
            <a:pPr algn="ctr" rtl="0">
              <a:lnSpc>
                <a:spcPts val="800"/>
              </a:lnSpc>
              <a:defRPr sz="1000"/>
            </a:pPr>
            <a:r>
              <a:rPr lang="ja-JP" altLang="en-US" sz="800" b="0" i="0" u="none" strike="noStrike" baseline="0">
                <a:solidFill>
                  <a:srgbClr val="0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  <a:endParaRPr lang="en-US" altLang="ja-JP" sz="800" b="0" i="0" u="none" strike="noStrike" baseline="0">
              <a:solidFill>
                <a:srgbClr val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9DB3442-CE9D-2787-3E50-04544CC2F9F7}"/>
              </a:ext>
            </a:extLst>
          </p:cNvPr>
          <p:cNvSpPr/>
          <p:nvPr/>
        </p:nvSpPr>
        <p:spPr>
          <a:xfrm>
            <a:off x="7424670" y="3020111"/>
            <a:ext cx="1800000" cy="872999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1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10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en-US" altLang="ja-JP" sz="10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sz="1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店舗毎のフォルダに送信する</a:t>
            </a:r>
          </a:p>
        </p:txBody>
      </p:sp>
      <p:sp>
        <p:nvSpPr>
          <p:cNvPr id="24" name="矢印: 下 23">
            <a:extLst>
              <a:ext uri="{FF2B5EF4-FFF2-40B4-BE49-F238E27FC236}">
                <a16:creationId xmlns:a16="http://schemas.microsoft.com/office/drawing/2014/main" id="{9DA3FCEE-BA35-9B4F-1087-2B0BE8ABC095}"/>
              </a:ext>
            </a:extLst>
          </p:cNvPr>
          <p:cNvSpPr/>
          <p:nvPr/>
        </p:nvSpPr>
        <p:spPr>
          <a:xfrm>
            <a:off x="8049344" y="2533059"/>
            <a:ext cx="792088" cy="405881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en-US" altLang="ja-JP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S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FTP送信　(</a:t>
            </a:r>
            <a:r>
              <a:rPr lang="en-US" altLang="ja-JP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SG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側からキック)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26547FE-EBBF-EB1E-1B2C-FCBDF8AF0EC5}"/>
              </a:ext>
            </a:extLst>
          </p:cNvPr>
          <p:cNvSpPr txBox="1"/>
          <p:nvPr/>
        </p:nvSpPr>
        <p:spPr>
          <a:xfrm>
            <a:off x="4168896" y="3974703"/>
            <a:ext cx="5055774" cy="1030939"/>
          </a:xfrm>
          <a:prstGeom prst="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>
              <a:defRPr kumimoji="1"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・同名ファイルがあった場合は上書き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・受信したデータファイルのサイズと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END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ファイルに設定されたサイズの差のチェック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・エンドファイルを受信後、速やかに保存用フォルダに移動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・解凍ののち、各ファイルごとのフォルダに移動の上、インポート実施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・一週間分までバックアップを保存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0BA452D9-A2C4-EDFA-007F-FC7A79F64CA4}"/>
              </a:ext>
            </a:extLst>
          </p:cNvPr>
          <p:cNvSpPr/>
          <p:nvPr/>
        </p:nvSpPr>
        <p:spPr>
          <a:xfrm>
            <a:off x="3440832" y="1156601"/>
            <a:ext cx="5783838" cy="596316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●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様にご協力いただいたいこと → 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いなげや様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サーバーより受信したファイルを、　そのまま、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Server2.0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への転送をお願いします。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BF468D17-D8BE-80F0-32D3-378B0D1B1F63}"/>
              </a:ext>
            </a:extLst>
          </p:cNvPr>
          <p:cNvSpPr/>
          <p:nvPr/>
        </p:nvSpPr>
        <p:spPr>
          <a:xfrm>
            <a:off x="554818" y="5327525"/>
            <a:ext cx="8669852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●本来なら、いなげや 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から送信されたファイルを、そのまま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アプリで取得するのが、近道ですが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今後の、カスミ様、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関東様、マルエツ様との共通化のために、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ignicaPOS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標準フォーマットへ変更して、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アプリへ送信を想定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92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A9BFE8-853F-249A-2D0D-186EB83F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tx1"/>
                </a:solidFill>
              </a:rPr>
              <a:t>②全１２ファイルの取込</a:t>
            </a:r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5D79298-4D7A-BF64-E6EB-962692287930}"/>
              </a:ext>
            </a:extLst>
          </p:cNvPr>
          <p:cNvSpPr/>
          <p:nvPr/>
        </p:nvSpPr>
        <p:spPr>
          <a:xfrm>
            <a:off x="566205" y="1070728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126DD4A-56AC-8588-DF3B-E3BB1A9D0D22}"/>
              </a:ext>
            </a:extLst>
          </p:cNvPr>
          <p:cNvSpPr txBox="1"/>
          <p:nvPr/>
        </p:nvSpPr>
        <p:spPr>
          <a:xfrm>
            <a:off x="560512" y="980728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9568A64-3647-A690-66A7-2DA25A359974}"/>
              </a:ext>
            </a:extLst>
          </p:cNvPr>
          <p:cNvSpPr/>
          <p:nvPr/>
        </p:nvSpPr>
        <p:spPr>
          <a:xfrm>
            <a:off x="566205" y="2186872"/>
            <a:ext cx="8779283" cy="288032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115E1BA-218D-7E3B-3924-767A621A81C9}"/>
              </a:ext>
            </a:extLst>
          </p:cNvPr>
          <p:cNvSpPr txBox="1"/>
          <p:nvPr/>
        </p:nvSpPr>
        <p:spPr>
          <a:xfrm>
            <a:off x="560512" y="2077022"/>
            <a:ext cx="1152128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407FF296-5020-7AD2-D56E-A61C9385A4FC}"/>
              </a:ext>
            </a:extLst>
          </p:cNvPr>
          <p:cNvSpPr/>
          <p:nvPr/>
        </p:nvSpPr>
        <p:spPr>
          <a:xfrm>
            <a:off x="1070161" y="1632860"/>
            <a:ext cx="792088" cy="405881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en-US" altLang="ja-JP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S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FTP送信　(</a:t>
            </a:r>
            <a:r>
              <a:rPr lang="en-US" altLang="ja-JP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SG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側からキック)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8C790397-38F1-D7D0-27A8-FE1F6591FDCE}"/>
              </a:ext>
            </a:extLst>
          </p:cNvPr>
          <p:cNvGrpSpPr/>
          <p:nvPr/>
        </p:nvGrpSpPr>
        <p:grpSpPr>
          <a:xfrm>
            <a:off x="770467" y="2512891"/>
            <a:ext cx="1014341" cy="2088088"/>
            <a:chOff x="648000" y="2304000"/>
            <a:chExt cx="1980084" cy="2088088"/>
          </a:xfrm>
        </p:grpSpPr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B12E7BBA-A32D-A4CB-E33C-88D04301752B}"/>
                </a:ext>
              </a:extLst>
            </p:cNvPr>
            <p:cNvSpPr/>
            <p:nvPr/>
          </p:nvSpPr>
          <p:spPr>
            <a:xfrm>
              <a:off x="648000" y="2304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CB565312-7AED-65C6-31B8-496192AA693F}"/>
                </a:ext>
              </a:extLst>
            </p:cNvPr>
            <p:cNvSpPr/>
            <p:nvPr/>
          </p:nvSpPr>
          <p:spPr>
            <a:xfrm>
              <a:off x="684000" y="2448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76539262-A863-667C-D92D-B09C5635C2D3}"/>
                </a:ext>
              </a:extLst>
            </p:cNvPr>
            <p:cNvSpPr/>
            <p:nvPr/>
          </p:nvSpPr>
          <p:spPr>
            <a:xfrm>
              <a:off x="720000" y="2592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38B4BBAD-71BC-ABBA-68C9-C509B9ACBE49}"/>
                </a:ext>
              </a:extLst>
            </p:cNvPr>
            <p:cNvSpPr/>
            <p:nvPr/>
          </p:nvSpPr>
          <p:spPr>
            <a:xfrm>
              <a:off x="756000" y="2736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ACF96DFC-9BF4-9106-55E8-079ABDAB4336}"/>
                </a:ext>
              </a:extLst>
            </p:cNvPr>
            <p:cNvSpPr/>
            <p:nvPr/>
          </p:nvSpPr>
          <p:spPr>
            <a:xfrm>
              <a:off x="792000" y="2880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4" name="四角形: 角を丸くする 13">
              <a:extLst>
                <a:ext uri="{FF2B5EF4-FFF2-40B4-BE49-F238E27FC236}">
                  <a16:creationId xmlns:a16="http://schemas.microsoft.com/office/drawing/2014/main" id="{9E07EA1D-5A90-D373-3B7E-C4C0ABEEAA70}"/>
                </a:ext>
              </a:extLst>
            </p:cNvPr>
            <p:cNvSpPr/>
            <p:nvPr/>
          </p:nvSpPr>
          <p:spPr>
            <a:xfrm>
              <a:off x="828000" y="3024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F726E3D8-76E4-165D-3458-C9951998975C}"/>
                </a:ext>
              </a:extLst>
            </p:cNvPr>
            <p:cNvSpPr/>
            <p:nvPr/>
          </p:nvSpPr>
          <p:spPr>
            <a:xfrm>
              <a:off x="864000" y="3168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E1FDE2FB-6626-98E3-4F1F-482095E673ED}"/>
                </a:ext>
              </a:extLst>
            </p:cNvPr>
            <p:cNvSpPr/>
            <p:nvPr/>
          </p:nvSpPr>
          <p:spPr>
            <a:xfrm>
              <a:off x="900000" y="3312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C2781B1E-9963-7579-0541-3ACA0B584284}"/>
                </a:ext>
              </a:extLst>
            </p:cNvPr>
            <p:cNvSpPr/>
            <p:nvPr/>
          </p:nvSpPr>
          <p:spPr>
            <a:xfrm>
              <a:off x="936053" y="3456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EFDC4DFE-EB5C-8CE6-32FD-4BA636358B54}"/>
                </a:ext>
              </a:extLst>
            </p:cNvPr>
            <p:cNvSpPr/>
            <p:nvPr/>
          </p:nvSpPr>
          <p:spPr>
            <a:xfrm>
              <a:off x="972000" y="3600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9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店別マスタデータ</a:t>
              </a:r>
              <a:br>
                <a:rPr kumimoji="1" lang="en-US" altLang="ja-JP" sz="9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</a:br>
              <a:r>
                <a:rPr kumimoji="1" lang="en-US" altLang="ja-JP" sz="9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CSV</a:t>
              </a:r>
              <a:endPara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</p:grp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44CC4D66-6532-281D-FCF4-18EAA1071330}"/>
              </a:ext>
            </a:extLst>
          </p:cNvPr>
          <p:cNvSpPr/>
          <p:nvPr/>
        </p:nvSpPr>
        <p:spPr>
          <a:xfrm>
            <a:off x="554818" y="5327525"/>
            <a:ext cx="8669852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富士通側</a:t>
            </a:r>
            <a:r>
              <a:rPr kumimoji="1" lang="en-US" altLang="ja-JP" sz="105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より、開店処理開始５時から、６時の間に、約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店舗全店分が、一斉に送られてくる。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同様に、本年度中には、カスミ様分。来年度以降には、マルエツ様、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関東様、その他●●様と、増えることが予想される。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いなげや単体に対して、カスミの売り上げ規模は、約３倍と予想される。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※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マルエツが、約５倍で最大。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関東いなげやの半分。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拡充可能なシステムであり、且つ、早朝にフルパワーで稼働し、日中は、集計処理などへの転用も可能な、運用自体も柔軟な体制が必要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368EFE68-2D5B-B84E-C014-4D6E9D390BF1}"/>
              </a:ext>
            </a:extLst>
          </p:cNvPr>
          <p:cNvSpPr/>
          <p:nvPr/>
        </p:nvSpPr>
        <p:spPr>
          <a:xfrm>
            <a:off x="3107279" y="2512891"/>
            <a:ext cx="2563272" cy="208808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5153C68-823E-64D7-7B0E-8A6FDCF97173}"/>
              </a:ext>
            </a:extLst>
          </p:cNvPr>
          <p:cNvSpPr txBox="1"/>
          <p:nvPr/>
        </p:nvSpPr>
        <p:spPr>
          <a:xfrm>
            <a:off x="3314551" y="2422891"/>
            <a:ext cx="1152128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kumimoji="1" lang="en-US" altLang="ja-JP" sz="900" err="1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MasterDB</a:t>
            </a:r>
            <a:endParaRPr lang="en-US" altLang="ja-JP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D3866D3B-E065-E593-6065-1D97812B0F97}"/>
              </a:ext>
            </a:extLst>
          </p:cNvPr>
          <p:cNvGrpSpPr/>
          <p:nvPr/>
        </p:nvGrpSpPr>
        <p:grpSpPr>
          <a:xfrm>
            <a:off x="3257535" y="2808000"/>
            <a:ext cx="576000" cy="1620000"/>
            <a:chOff x="5040000" y="2808000"/>
            <a:chExt cx="936000" cy="1620000"/>
          </a:xfrm>
        </p:grpSpPr>
        <p:sp>
          <p:nvSpPr>
            <p:cNvPr id="26" name="フローチャート: 磁気ディスク 25">
              <a:extLst>
                <a:ext uri="{FF2B5EF4-FFF2-40B4-BE49-F238E27FC236}">
                  <a16:creationId xmlns:a16="http://schemas.microsoft.com/office/drawing/2014/main" id="{4A295CF8-7E18-99B2-9873-ABEC6FF22431}"/>
                </a:ext>
              </a:extLst>
            </p:cNvPr>
            <p:cNvSpPr/>
            <p:nvPr/>
          </p:nvSpPr>
          <p:spPr>
            <a:xfrm>
              <a:off x="5040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4" name="フローチャート: 磁気ディスク 23">
              <a:extLst>
                <a:ext uri="{FF2B5EF4-FFF2-40B4-BE49-F238E27FC236}">
                  <a16:creationId xmlns:a16="http://schemas.microsoft.com/office/drawing/2014/main" id="{8C3BF05B-5DE9-51AE-9267-225548AF8B3F}"/>
                </a:ext>
              </a:extLst>
            </p:cNvPr>
            <p:cNvSpPr/>
            <p:nvPr/>
          </p:nvSpPr>
          <p:spPr>
            <a:xfrm>
              <a:off x="5040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5" name="フローチャート: 磁気ディスク 24">
              <a:extLst>
                <a:ext uri="{FF2B5EF4-FFF2-40B4-BE49-F238E27FC236}">
                  <a16:creationId xmlns:a16="http://schemas.microsoft.com/office/drawing/2014/main" id="{82C53228-E280-CC77-A3A5-F83F55B8F92A}"/>
                </a:ext>
              </a:extLst>
            </p:cNvPr>
            <p:cNvSpPr/>
            <p:nvPr/>
          </p:nvSpPr>
          <p:spPr>
            <a:xfrm>
              <a:off x="5040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7" name="フローチャート: 磁気ディスク 26">
              <a:extLst>
                <a:ext uri="{FF2B5EF4-FFF2-40B4-BE49-F238E27FC236}">
                  <a16:creationId xmlns:a16="http://schemas.microsoft.com/office/drawing/2014/main" id="{CA3E5F1E-D4B0-EF81-3995-08FD0739AB7E}"/>
                </a:ext>
              </a:extLst>
            </p:cNvPr>
            <p:cNvSpPr/>
            <p:nvPr/>
          </p:nvSpPr>
          <p:spPr>
            <a:xfrm>
              <a:off x="5040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8" name="フローチャート: 磁気ディスク 27">
              <a:extLst>
                <a:ext uri="{FF2B5EF4-FFF2-40B4-BE49-F238E27FC236}">
                  <a16:creationId xmlns:a16="http://schemas.microsoft.com/office/drawing/2014/main" id="{BFF8584E-5317-F6C2-6F13-0DC77AA47F2A}"/>
                </a:ext>
              </a:extLst>
            </p:cNvPr>
            <p:cNvSpPr/>
            <p:nvPr/>
          </p:nvSpPr>
          <p:spPr>
            <a:xfrm>
              <a:off x="5040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9" name="フローチャート: 磁気ディスク 28">
              <a:extLst>
                <a:ext uri="{FF2B5EF4-FFF2-40B4-BE49-F238E27FC236}">
                  <a16:creationId xmlns:a16="http://schemas.microsoft.com/office/drawing/2014/main" id="{48375BCA-4194-166F-4A80-7005B96FCE7B}"/>
                </a:ext>
              </a:extLst>
            </p:cNvPr>
            <p:cNvSpPr/>
            <p:nvPr/>
          </p:nvSpPr>
          <p:spPr>
            <a:xfrm>
              <a:off x="5040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BC279F74-00E9-C9B6-CEBC-449342DE37A9}"/>
              </a:ext>
            </a:extLst>
          </p:cNvPr>
          <p:cNvGrpSpPr/>
          <p:nvPr/>
        </p:nvGrpSpPr>
        <p:grpSpPr>
          <a:xfrm>
            <a:off x="3852911" y="2808000"/>
            <a:ext cx="576000" cy="1620000"/>
            <a:chOff x="5976000" y="2808000"/>
            <a:chExt cx="936000" cy="1620000"/>
          </a:xfrm>
        </p:grpSpPr>
        <p:sp>
          <p:nvSpPr>
            <p:cNvPr id="32" name="フローチャート: 磁気ディスク 31">
              <a:extLst>
                <a:ext uri="{FF2B5EF4-FFF2-40B4-BE49-F238E27FC236}">
                  <a16:creationId xmlns:a16="http://schemas.microsoft.com/office/drawing/2014/main" id="{D99C2D52-7076-30C0-B8FD-66BBFD38FF4B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4" name="フローチャート: 磁気ディスク 33">
              <a:extLst>
                <a:ext uri="{FF2B5EF4-FFF2-40B4-BE49-F238E27FC236}">
                  <a16:creationId xmlns:a16="http://schemas.microsoft.com/office/drawing/2014/main" id="{833C5B0E-7029-C193-A36E-4BD1F46B8BC3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5" name="フローチャート: 磁気ディスク 34">
              <a:extLst>
                <a:ext uri="{FF2B5EF4-FFF2-40B4-BE49-F238E27FC236}">
                  <a16:creationId xmlns:a16="http://schemas.microsoft.com/office/drawing/2014/main" id="{028427ED-78EF-2330-6744-E971967F6339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6" name="フローチャート: 磁気ディスク 35">
              <a:extLst>
                <a:ext uri="{FF2B5EF4-FFF2-40B4-BE49-F238E27FC236}">
                  <a16:creationId xmlns:a16="http://schemas.microsoft.com/office/drawing/2014/main" id="{CD12BF5F-2F44-84E3-574E-78C1BE139B71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7" name="フローチャート: 磁気ディスク 36">
              <a:extLst>
                <a:ext uri="{FF2B5EF4-FFF2-40B4-BE49-F238E27FC236}">
                  <a16:creationId xmlns:a16="http://schemas.microsoft.com/office/drawing/2014/main" id="{6B6E04B0-AB95-903C-B25C-AEE1FEA103D0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8" name="フローチャート: 磁気ディスク 37">
              <a:extLst>
                <a:ext uri="{FF2B5EF4-FFF2-40B4-BE49-F238E27FC236}">
                  <a16:creationId xmlns:a16="http://schemas.microsoft.com/office/drawing/2014/main" id="{62B27072-D4AB-0591-D822-3021846E6582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D8847D35-A2D5-3A22-A362-B10C75DDB920}"/>
              </a:ext>
            </a:extLst>
          </p:cNvPr>
          <p:cNvGrpSpPr/>
          <p:nvPr/>
        </p:nvGrpSpPr>
        <p:grpSpPr>
          <a:xfrm>
            <a:off x="4433373" y="2820187"/>
            <a:ext cx="576000" cy="1620000"/>
            <a:chOff x="5976000" y="2808000"/>
            <a:chExt cx="936000" cy="1620000"/>
          </a:xfrm>
        </p:grpSpPr>
        <p:sp>
          <p:nvSpPr>
            <p:cNvPr id="42" name="フローチャート: 磁気ディスク 41">
              <a:extLst>
                <a:ext uri="{FF2B5EF4-FFF2-40B4-BE49-F238E27FC236}">
                  <a16:creationId xmlns:a16="http://schemas.microsoft.com/office/drawing/2014/main" id="{659856F9-8554-F135-4F01-E0834830619D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3" name="フローチャート: 磁気ディスク 42">
              <a:extLst>
                <a:ext uri="{FF2B5EF4-FFF2-40B4-BE49-F238E27FC236}">
                  <a16:creationId xmlns:a16="http://schemas.microsoft.com/office/drawing/2014/main" id="{66C3CB10-953A-9874-7268-6B7EA1F819F8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4" name="フローチャート: 磁気ディスク 43">
              <a:extLst>
                <a:ext uri="{FF2B5EF4-FFF2-40B4-BE49-F238E27FC236}">
                  <a16:creationId xmlns:a16="http://schemas.microsoft.com/office/drawing/2014/main" id="{2530F638-4A78-3A7D-BA41-7F6296A1CE08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5" name="フローチャート: 磁気ディスク 44">
              <a:extLst>
                <a:ext uri="{FF2B5EF4-FFF2-40B4-BE49-F238E27FC236}">
                  <a16:creationId xmlns:a16="http://schemas.microsoft.com/office/drawing/2014/main" id="{C67D8FF4-E85B-07B1-1D91-EB68EDFCAF85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6" name="フローチャート: 磁気ディスク 45">
              <a:extLst>
                <a:ext uri="{FF2B5EF4-FFF2-40B4-BE49-F238E27FC236}">
                  <a16:creationId xmlns:a16="http://schemas.microsoft.com/office/drawing/2014/main" id="{08597AA0-5895-CC0E-349F-68F7DB994920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7" name="フローチャート: 磁気ディスク 46">
              <a:extLst>
                <a:ext uri="{FF2B5EF4-FFF2-40B4-BE49-F238E27FC236}">
                  <a16:creationId xmlns:a16="http://schemas.microsoft.com/office/drawing/2014/main" id="{357EFEB0-4F0A-A392-8C4A-693A7FBE9EF8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63F4DB24-F551-7ED9-1F52-EEB0BC4ADC48}"/>
              </a:ext>
            </a:extLst>
          </p:cNvPr>
          <p:cNvGrpSpPr/>
          <p:nvPr/>
        </p:nvGrpSpPr>
        <p:grpSpPr>
          <a:xfrm>
            <a:off x="5028749" y="2822405"/>
            <a:ext cx="576000" cy="1620000"/>
            <a:chOff x="5976000" y="2808000"/>
            <a:chExt cx="936000" cy="1620000"/>
          </a:xfrm>
        </p:grpSpPr>
        <p:sp>
          <p:nvSpPr>
            <p:cNvPr id="49" name="フローチャート: 磁気ディスク 48">
              <a:extLst>
                <a:ext uri="{FF2B5EF4-FFF2-40B4-BE49-F238E27FC236}">
                  <a16:creationId xmlns:a16="http://schemas.microsoft.com/office/drawing/2014/main" id="{66BB5E29-4AD3-8EAB-5491-3D72159379D7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0" name="フローチャート: 磁気ディスク 49">
              <a:extLst>
                <a:ext uri="{FF2B5EF4-FFF2-40B4-BE49-F238E27FC236}">
                  <a16:creationId xmlns:a16="http://schemas.microsoft.com/office/drawing/2014/main" id="{DF64142E-FAA8-9A34-6543-FC820FD892E9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1" name="フローチャート: 磁気ディスク 50">
              <a:extLst>
                <a:ext uri="{FF2B5EF4-FFF2-40B4-BE49-F238E27FC236}">
                  <a16:creationId xmlns:a16="http://schemas.microsoft.com/office/drawing/2014/main" id="{7DD86F62-2869-DAA0-E3D7-9A652002CC35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2" name="フローチャート: 磁気ディスク 51">
              <a:extLst>
                <a:ext uri="{FF2B5EF4-FFF2-40B4-BE49-F238E27FC236}">
                  <a16:creationId xmlns:a16="http://schemas.microsoft.com/office/drawing/2014/main" id="{6AD83D09-D541-A48A-4DAB-C3096BC3C536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3" name="フローチャート: 磁気ディスク 52">
              <a:extLst>
                <a:ext uri="{FF2B5EF4-FFF2-40B4-BE49-F238E27FC236}">
                  <a16:creationId xmlns:a16="http://schemas.microsoft.com/office/drawing/2014/main" id="{C7CE1C07-98DE-2775-A325-78CF41C5B0F8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4" name="フローチャート: 磁気ディスク 53">
              <a:extLst>
                <a:ext uri="{FF2B5EF4-FFF2-40B4-BE49-F238E27FC236}">
                  <a16:creationId xmlns:a16="http://schemas.microsoft.com/office/drawing/2014/main" id="{6BB3AA87-4386-08B2-7749-1C351FA5C167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FC32B31A-22C6-7D3C-4805-8A0B457A00B3}"/>
              </a:ext>
            </a:extLst>
          </p:cNvPr>
          <p:cNvCxnSpPr>
            <a:cxnSpLocks/>
          </p:cNvCxnSpPr>
          <p:nvPr/>
        </p:nvCxnSpPr>
        <p:spPr>
          <a:xfrm>
            <a:off x="1798159" y="2736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コネクタ: カギ線 19">
            <a:extLst>
              <a:ext uri="{FF2B5EF4-FFF2-40B4-BE49-F238E27FC236}">
                <a16:creationId xmlns:a16="http://schemas.microsoft.com/office/drawing/2014/main" id="{91D44F44-6164-82E5-D95A-DF826EA421C2}"/>
              </a:ext>
            </a:extLst>
          </p:cNvPr>
          <p:cNvCxnSpPr>
            <a:cxnSpLocks/>
          </p:cNvCxnSpPr>
          <p:nvPr/>
        </p:nvCxnSpPr>
        <p:spPr>
          <a:xfrm>
            <a:off x="1798159" y="2880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コネクタ: カギ線 19">
            <a:extLst>
              <a:ext uri="{FF2B5EF4-FFF2-40B4-BE49-F238E27FC236}">
                <a16:creationId xmlns:a16="http://schemas.microsoft.com/office/drawing/2014/main" id="{7D89B4E3-64D7-2771-4C07-C5EE34CA4321}"/>
              </a:ext>
            </a:extLst>
          </p:cNvPr>
          <p:cNvCxnSpPr>
            <a:cxnSpLocks/>
          </p:cNvCxnSpPr>
          <p:nvPr/>
        </p:nvCxnSpPr>
        <p:spPr>
          <a:xfrm>
            <a:off x="1798159" y="3024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コネクタ: カギ線 19">
            <a:extLst>
              <a:ext uri="{FF2B5EF4-FFF2-40B4-BE49-F238E27FC236}">
                <a16:creationId xmlns:a16="http://schemas.microsoft.com/office/drawing/2014/main" id="{5CEE9F18-426E-C2BB-2DB5-E66656312FB1}"/>
              </a:ext>
            </a:extLst>
          </p:cNvPr>
          <p:cNvCxnSpPr>
            <a:cxnSpLocks/>
          </p:cNvCxnSpPr>
          <p:nvPr/>
        </p:nvCxnSpPr>
        <p:spPr>
          <a:xfrm>
            <a:off x="1798159" y="3168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コネクタ: カギ線 19">
            <a:extLst>
              <a:ext uri="{FF2B5EF4-FFF2-40B4-BE49-F238E27FC236}">
                <a16:creationId xmlns:a16="http://schemas.microsoft.com/office/drawing/2014/main" id="{08F0DA1E-2844-722B-CBBA-40B19DDDCC70}"/>
              </a:ext>
            </a:extLst>
          </p:cNvPr>
          <p:cNvCxnSpPr>
            <a:cxnSpLocks/>
          </p:cNvCxnSpPr>
          <p:nvPr/>
        </p:nvCxnSpPr>
        <p:spPr>
          <a:xfrm>
            <a:off x="1798159" y="3312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コネクタ: カギ線 19">
            <a:extLst>
              <a:ext uri="{FF2B5EF4-FFF2-40B4-BE49-F238E27FC236}">
                <a16:creationId xmlns:a16="http://schemas.microsoft.com/office/drawing/2014/main" id="{3E2BEED5-7616-A9AB-6A50-9C505828F7D8}"/>
              </a:ext>
            </a:extLst>
          </p:cNvPr>
          <p:cNvCxnSpPr>
            <a:cxnSpLocks/>
          </p:cNvCxnSpPr>
          <p:nvPr/>
        </p:nvCxnSpPr>
        <p:spPr>
          <a:xfrm>
            <a:off x="1798159" y="3456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コネクタ: カギ線 19">
            <a:extLst>
              <a:ext uri="{FF2B5EF4-FFF2-40B4-BE49-F238E27FC236}">
                <a16:creationId xmlns:a16="http://schemas.microsoft.com/office/drawing/2014/main" id="{8D2C8234-D23F-D35F-AF1C-6A9956C5F15D}"/>
              </a:ext>
            </a:extLst>
          </p:cNvPr>
          <p:cNvCxnSpPr>
            <a:cxnSpLocks/>
          </p:cNvCxnSpPr>
          <p:nvPr/>
        </p:nvCxnSpPr>
        <p:spPr>
          <a:xfrm>
            <a:off x="1798159" y="3600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コネクタ: カギ線 19">
            <a:extLst>
              <a:ext uri="{FF2B5EF4-FFF2-40B4-BE49-F238E27FC236}">
                <a16:creationId xmlns:a16="http://schemas.microsoft.com/office/drawing/2014/main" id="{6E104A70-58AB-8C82-376B-DA1ABE6BBC2A}"/>
              </a:ext>
            </a:extLst>
          </p:cNvPr>
          <p:cNvCxnSpPr>
            <a:cxnSpLocks/>
          </p:cNvCxnSpPr>
          <p:nvPr/>
        </p:nvCxnSpPr>
        <p:spPr>
          <a:xfrm>
            <a:off x="1798159" y="3744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コネクタ: カギ線 19">
            <a:extLst>
              <a:ext uri="{FF2B5EF4-FFF2-40B4-BE49-F238E27FC236}">
                <a16:creationId xmlns:a16="http://schemas.microsoft.com/office/drawing/2014/main" id="{CA1D64B5-2790-F2AC-6C68-6D4B31E3C9A0}"/>
              </a:ext>
            </a:extLst>
          </p:cNvPr>
          <p:cNvCxnSpPr>
            <a:cxnSpLocks/>
          </p:cNvCxnSpPr>
          <p:nvPr/>
        </p:nvCxnSpPr>
        <p:spPr>
          <a:xfrm>
            <a:off x="1798159" y="3888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コネクタ: カギ線 19">
            <a:extLst>
              <a:ext uri="{FF2B5EF4-FFF2-40B4-BE49-F238E27FC236}">
                <a16:creationId xmlns:a16="http://schemas.microsoft.com/office/drawing/2014/main" id="{D2F77888-A1BE-CAA8-1815-17E6E703440D}"/>
              </a:ext>
            </a:extLst>
          </p:cNvPr>
          <p:cNvCxnSpPr>
            <a:cxnSpLocks/>
          </p:cNvCxnSpPr>
          <p:nvPr/>
        </p:nvCxnSpPr>
        <p:spPr>
          <a:xfrm>
            <a:off x="1798159" y="4032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1EBD2FC-3216-9ACA-F57A-0A2CF3C705A8}"/>
              </a:ext>
            </a:extLst>
          </p:cNvPr>
          <p:cNvSpPr/>
          <p:nvPr/>
        </p:nvSpPr>
        <p:spPr>
          <a:xfrm>
            <a:off x="1944000" y="2484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変換処理：いなげや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A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E21E810-290E-07C8-E073-BD76B8F15240}"/>
              </a:ext>
            </a:extLst>
          </p:cNvPr>
          <p:cNvSpPr/>
          <p:nvPr/>
        </p:nvSpPr>
        <p:spPr>
          <a:xfrm>
            <a:off x="1944000" y="2772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変換処理：いなげや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B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89A0C41-0DE0-91B8-7757-E7E2586ADA6C}"/>
              </a:ext>
            </a:extLst>
          </p:cNvPr>
          <p:cNvSpPr/>
          <p:nvPr/>
        </p:nvSpPr>
        <p:spPr>
          <a:xfrm>
            <a:off x="1944000" y="3060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変換処理：カスミ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C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09B4A90B-530D-7C25-1512-A464D783BA61}"/>
              </a:ext>
            </a:extLst>
          </p:cNvPr>
          <p:cNvSpPr/>
          <p:nvPr/>
        </p:nvSpPr>
        <p:spPr>
          <a:xfrm>
            <a:off x="1944000" y="3348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変換処理：カスミ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D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3919C278-6AEF-F0B8-EDEE-D058D0333A76}"/>
              </a:ext>
            </a:extLst>
          </p:cNvPr>
          <p:cNvSpPr/>
          <p:nvPr/>
        </p:nvSpPr>
        <p:spPr>
          <a:xfrm>
            <a:off x="1944000" y="3636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88E8C489-5AED-960C-D276-F854828D98EB}"/>
              </a:ext>
            </a:extLst>
          </p:cNvPr>
          <p:cNvSpPr/>
          <p:nvPr/>
        </p:nvSpPr>
        <p:spPr>
          <a:xfrm>
            <a:off x="1944000" y="3924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705AA75E-1252-715E-C91F-777F5EE59359}"/>
              </a:ext>
            </a:extLst>
          </p:cNvPr>
          <p:cNvSpPr/>
          <p:nvPr/>
        </p:nvSpPr>
        <p:spPr>
          <a:xfrm>
            <a:off x="1944000" y="4212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変換処理：マルエツ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C744A6A0-E507-53F7-D33A-7E262B56DC94}"/>
              </a:ext>
            </a:extLst>
          </p:cNvPr>
          <p:cNvSpPr/>
          <p:nvPr/>
        </p:nvSpPr>
        <p:spPr>
          <a:xfrm>
            <a:off x="1944000" y="4500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変換処理：マルエツ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H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pic>
        <p:nvPicPr>
          <p:cNvPr id="88" name="図 87">
            <a:extLst>
              <a:ext uri="{FF2B5EF4-FFF2-40B4-BE49-F238E27FC236}">
                <a16:creationId xmlns:a16="http://schemas.microsoft.com/office/drawing/2014/main" id="{A223D34D-E3D3-962B-5E07-38ACDF311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067" y="2605662"/>
            <a:ext cx="2447294" cy="2334546"/>
          </a:xfrm>
          <a:prstGeom prst="rect">
            <a:avLst/>
          </a:prstGeom>
        </p:spPr>
      </p:pic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0AF6EC1F-6D53-A5AC-EA63-FCCC0A0D5CFF}"/>
              </a:ext>
            </a:extLst>
          </p:cNvPr>
          <p:cNvSpPr txBox="1"/>
          <p:nvPr/>
        </p:nvSpPr>
        <p:spPr>
          <a:xfrm>
            <a:off x="6148067" y="2351597"/>
            <a:ext cx="1152128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１店舗当たり</a:t>
            </a:r>
            <a:endParaRPr lang="en-US" altLang="ja-JP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0" name="吹き出し: 四角形 89">
            <a:extLst>
              <a:ext uri="{FF2B5EF4-FFF2-40B4-BE49-F238E27FC236}">
                <a16:creationId xmlns:a16="http://schemas.microsoft.com/office/drawing/2014/main" id="{D23A496F-B83F-12FF-CB68-7E7F29F7018B}"/>
              </a:ext>
            </a:extLst>
          </p:cNvPr>
          <p:cNvSpPr/>
          <p:nvPr/>
        </p:nvSpPr>
        <p:spPr>
          <a:xfrm>
            <a:off x="4466679" y="2038741"/>
            <a:ext cx="1681388" cy="312856"/>
          </a:xfrm>
          <a:prstGeom prst="wedgeRectCallout">
            <a:avLst>
              <a:gd name="adj1" fmla="val -57859"/>
              <a:gd name="adj2" fmla="val 176334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10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世代のバックアップが欲しい</a:t>
            </a:r>
          </a:p>
        </p:txBody>
      </p:sp>
      <p:sp>
        <p:nvSpPr>
          <p:cNvPr id="91" name="星: 32 pt 90">
            <a:extLst>
              <a:ext uri="{FF2B5EF4-FFF2-40B4-BE49-F238E27FC236}">
                <a16:creationId xmlns:a16="http://schemas.microsoft.com/office/drawing/2014/main" id="{398805FC-BCCC-FF68-E7F1-5C0262B15A7C}"/>
              </a:ext>
            </a:extLst>
          </p:cNvPr>
          <p:cNvSpPr/>
          <p:nvPr/>
        </p:nvSpPr>
        <p:spPr>
          <a:xfrm>
            <a:off x="6939814" y="109578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正確な数量、データについては</a:t>
            </a:r>
            <a:endParaRPr lang="en-US" altLang="ja-JP" sz="1000" b="1">
              <a:solidFill>
                <a:srgbClr val="FF0000"/>
              </a:solidFill>
              <a:highlight>
                <a:srgbClr val="FFFF00"/>
              </a:highlight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今後、設計にて検討</a:t>
            </a:r>
          </a:p>
        </p:txBody>
      </p:sp>
      <p:sp>
        <p:nvSpPr>
          <p:cNvPr id="92" name="吹き出し: 四角形 91">
            <a:extLst>
              <a:ext uri="{FF2B5EF4-FFF2-40B4-BE49-F238E27FC236}">
                <a16:creationId xmlns:a16="http://schemas.microsoft.com/office/drawing/2014/main" id="{C960B8F3-807D-BF2C-A2C0-6FD63571DEE9}"/>
              </a:ext>
            </a:extLst>
          </p:cNvPr>
          <p:cNvSpPr/>
          <p:nvPr/>
        </p:nvSpPr>
        <p:spPr>
          <a:xfrm>
            <a:off x="2966187" y="1510704"/>
            <a:ext cx="1681388" cy="312856"/>
          </a:xfrm>
          <a:prstGeom prst="wedgeRectCallout">
            <a:avLst>
              <a:gd name="adj1" fmla="val 18025"/>
              <a:gd name="adj2" fmla="val 298682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MYSQL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で、パーテーションを店舗ごとに切るか？</a:t>
            </a:r>
          </a:p>
        </p:txBody>
      </p:sp>
    </p:spTree>
    <p:extLst>
      <p:ext uri="{BB962C8B-B14F-4D97-AF65-F5344CB8AC3E}">
        <p14:creationId xmlns:p14="http://schemas.microsoft.com/office/powerpoint/2010/main" val="1381079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BA60C14-A792-9851-3B60-C08EEF46437C}"/>
              </a:ext>
            </a:extLst>
          </p:cNvPr>
          <p:cNvSpPr/>
          <p:nvPr/>
        </p:nvSpPr>
        <p:spPr>
          <a:xfrm>
            <a:off x="575913" y="1395654"/>
            <a:ext cx="2850682" cy="2618081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E4140B0-866C-320C-8A65-B7352B7A2D7D}"/>
              </a:ext>
            </a:extLst>
          </p:cNvPr>
          <p:cNvSpPr/>
          <p:nvPr/>
        </p:nvSpPr>
        <p:spPr>
          <a:xfrm>
            <a:off x="4649002" y="1414914"/>
            <a:ext cx="4581625" cy="4485796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8CB49E8-DC8B-854C-6E69-55A6CFC2F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tx1"/>
                </a:solidFill>
              </a:rPr>
              <a:t>③</a:t>
            </a:r>
            <a:r>
              <a:rPr kumimoji="1" lang="en-US" altLang="ja-JP">
                <a:solidFill>
                  <a:schemeClr val="tx1"/>
                </a:solidFill>
              </a:rPr>
              <a:t>POS</a:t>
            </a:r>
            <a:r>
              <a:rPr kumimoji="1" lang="ja-JP" altLang="en-US">
                <a:solidFill>
                  <a:schemeClr val="tx1"/>
                </a:solidFill>
              </a:rPr>
              <a:t>アプリで使用情報へ変換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102107-2237-EB6D-5E70-31A817389B08}"/>
              </a:ext>
            </a:extLst>
          </p:cNvPr>
          <p:cNvSpPr txBox="1"/>
          <p:nvPr/>
        </p:nvSpPr>
        <p:spPr>
          <a:xfrm>
            <a:off x="963106" y="1558226"/>
            <a:ext cx="2106787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・営業日マスタ	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・商品マスタ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・担当者マスタ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・企画マスタ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・入出金マスタ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・特売マスタ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・現外設定マスタ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・組合せマスタ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・緊急登録マスタ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・商品階層自動値引きマスタ	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・商品券バーコードマスタ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・さんにち割データ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F25DD32-0AA1-237F-6188-877577C35540}"/>
              </a:ext>
            </a:extLst>
          </p:cNvPr>
          <p:cNvSpPr txBox="1"/>
          <p:nvPr/>
        </p:nvSpPr>
        <p:spPr>
          <a:xfrm>
            <a:off x="4731162" y="1514894"/>
            <a:ext cx="2191809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BarcodeConvertMaster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BarcodeConvertSubMaster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BusinessCounter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CashChangerRecoverSettingMaster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CashChangerThresholdMaster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CombinationItemKsmMaster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CombinationKsmMaster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DiscountManualMaster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DiscountMethodMaster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DiscountSubTotalKsmMaster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DiscountSubTotalTicketMaster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DiscountSubTotalWeekdayMaster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DiscountTypeMaster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EmployeeMaster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EmployeeRoleMaster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EventCodeMaster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EventConvertMaster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EventGroupDetailMaster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EventGroupMaster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EvidenceReceiptSummaryMaster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ExpenseReasonMaster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FunctionMenuButtonMaster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FunctionMenuMaster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IgnicaPointUseMaster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LineDisplayMessageMaster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MDHierarchyExKsmMaster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MDHierarchyLevelMaster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5DC346-CB1C-E3F5-9E75-2F34C55A63D5}"/>
              </a:ext>
            </a:extLst>
          </p:cNvPr>
          <p:cNvSpPr txBox="1"/>
          <p:nvPr/>
        </p:nvSpPr>
        <p:spPr>
          <a:xfrm>
            <a:off x="6922971" y="1514894"/>
            <a:ext cx="207665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NodeMaster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NodeSettingsMaster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PaymentBarcodeMaster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PaymentEMoneyMaster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PaymentRestrictionMaster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PaymentSummaryGroupMaster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PaymentTicketMaster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PaymentTicketSummaryGroupMaster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PresetMenuButtonMaster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PresetMenuMaster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ReceiptCouponMaster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ReceiptCouponMDHDiscountMaster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ReceiptMessageMaster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ReducedTaxRateMaster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RefundReasonMaster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RevenueStampGroupMaster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RevenueStampMaster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SalesPromotionMaster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SalesRestrictionItemAreaMaster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SKUMaster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StoreInformationMaster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StoreState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SubjectMaster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TaxCodeMaster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TaxGroupDetailMaster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TaxTypeMaster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TerminalTypeNoMaster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WaonTranPointScheduleMaster</a:t>
            </a:r>
            <a:endParaRPr lang="ja-JP" altLang="en-US" sz="9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8B4BA70-C593-73E4-10B3-F5E73970DCA3}"/>
              </a:ext>
            </a:extLst>
          </p:cNvPr>
          <p:cNvSpPr txBox="1"/>
          <p:nvPr/>
        </p:nvSpPr>
        <p:spPr>
          <a:xfrm>
            <a:off x="4819977" y="1284904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レジで必要なマスタ関連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A6F7DA5-C830-8E3A-7492-554A5987FE15}"/>
              </a:ext>
            </a:extLst>
          </p:cNvPr>
          <p:cNvSpPr txBox="1"/>
          <p:nvPr/>
        </p:nvSpPr>
        <p:spPr>
          <a:xfrm>
            <a:off x="637807" y="1275279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連携されたデータ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4068EEA6-A23E-89FD-FE1B-92235EE308BA}"/>
              </a:ext>
            </a:extLst>
          </p:cNvPr>
          <p:cNvSpPr/>
          <p:nvPr/>
        </p:nvSpPr>
        <p:spPr>
          <a:xfrm>
            <a:off x="673299" y="5815168"/>
            <a:ext cx="8669852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富士通側</a:t>
            </a:r>
            <a:r>
              <a:rPr kumimoji="1" lang="en-US" altLang="ja-JP" sz="105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より、開店処理開始５時から、６時の間に、約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店舗全店分が、一斉に送られてきたデータを、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お店の開店前に起動される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レジ（開店時間の約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分前）に対し、レジで利用可能なデータとして変換作業を行い、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送信準備をする。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中には、特売マスタは、レジでの計算効率を上げるために、ヘッダー、明細と分離させる処理を行う。</a:t>
            </a:r>
            <a:b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当然、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130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×4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事業会社分のパワーが必要になる。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8AB6BE7B-563D-8F61-01DF-45EE56724E72}"/>
              </a:ext>
            </a:extLst>
          </p:cNvPr>
          <p:cNvSpPr/>
          <p:nvPr/>
        </p:nvSpPr>
        <p:spPr>
          <a:xfrm>
            <a:off x="3426595" y="2290813"/>
            <a:ext cx="1222407" cy="875899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endParaRPr lang="ja-JP" altLang="en-US" sz="1000" b="1">
              <a:solidFill>
                <a:srgbClr val="FF0000"/>
              </a:solidFill>
              <a:highlight>
                <a:srgbClr val="FFFF00"/>
              </a:highlight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4" name="星: 32 pt 13">
            <a:extLst>
              <a:ext uri="{FF2B5EF4-FFF2-40B4-BE49-F238E27FC236}">
                <a16:creationId xmlns:a16="http://schemas.microsoft.com/office/drawing/2014/main" id="{8E00C967-808A-6C9A-C413-9F1F11C663A7}"/>
              </a:ext>
            </a:extLst>
          </p:cNvPr>
          <p:cNvSpPr/>
          <p:nvPr/>
        </p:nvSpPr>
        <p:spPr>
          <a:xfrm>
            <a:off x="6939814" y="109578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正確な数量、データについては</a:t>
            </a:r>
            <a:endParaRPr lang="en-US" altLang="ja-JP" sz="1000" b="1">
              <a:solidFill>
                <a:srgbClr val="FF0000"/>
              </a:solidFill>
              <a:highlight>
                <a:srgbClr val="FFFF00"/>
              </a:highlight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今後、設計にて検討</a:t>
            </a:r>
          </a:p>
        </p:txBody>
      </p:sp>
      <p:sp>
        <p:nvSpPr>
          <p:cNvPr id="15" name="星: 32 pt 14">
            <a:extLst>
              <a:ext uri="{FF2B5EF4-FFF2-40B4-BE49-F238E27FC236}">
                <a16:creationId xmlns:a16="http://schemas.microsoft.com/office/drawing/2014/main" id="{9210E714-94BF-75E6-B7F0-6C2062D78A1C}"/>
              </a:ext>
            </a:extLst>
          </p:cNvPr>
          <p:cNvSpPr/>
          <p:nvPr/>
        </p:nvSpPr>
        <p:spPr>
          <a:xfrm>
            <a:off x="7006492" y="434423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この一覧は、既存カスミ</a:t>
            </a:r>
            <a:r>
              <a:rPr lang="en-US" altLang="ja-JP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より</a:t>
            </a:r>
            <a:br>
              <a:rPr lang="en-US" altLang="ja-JP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引っこ抜いたもの</a:t>
            </a:r>
          </a:p>
        </p:txBody>
      </p:sp>
    </p:spTree>
    <p:extLst>
      <p:ext uri="{BB962C8B-B14F-4D97-AF65-F5344CB8AC3E}">
        <p14:creationId xmlns:p14="http://schemas.microsoft.com/office/powerpoint/2010/main" val="2790997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CE4E6F39-D47D-2F95-E64D-EB74BF5E4B55}"/>
              </a:ext>
            </a:extLst>
          </p:cNvPr>
          <p:cNvSpPr/>
          <p:nvPr/>
        </p:nvSpPr>
        <p:spPr>
          <a:xfrm>
            <a:off x="532505" y="1426037"/>
            <a:ext cx="4138863" cy="4774130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027CEA9-3C29-CFF4-CE52-2011763D8CA3}"/>
              </a:ext>
            </a:extLst>
          </p:cNvPr>
          <p:cNvSpPr txBox="1"/>
          <p:nvPr/>
        </p:nvSpPr>
        <p:spPr>
          <a:xfrm>
            <a:off x="675373" y="1299919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Server2.0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EB0C527-A3B1-888B-73D7-473EAB58BF24}"/>
              </a:ext>
            </a:extLst>
          </p:cNvPr>
          <p:cNvSpPr/>
          <p:nvPr/>
        </p:nvSpPr>
        <p:spPr>
          <a:xfrm>
            <a:off x="5091764" y="1414914"/>
            <a:ext cx="4138863" cy="4774130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7FE3311-80AC-2642-C973-E37B44D0C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tx1"/>
                </a:solidFill>
              </a:rPr>
              <a:t>④</a:t>
            </a:r>
            <a:r>
              <a:rPr kumimoji="1" lang="en-US" altLang="ja-JP">
                <a:solidFill>
                  <a:schemeClr val="tx1"/>
                </a:solidFill>
              </a:rPr>
              <a:t>POS</a:t>
            </a:r>
            <a:r>
              <a:rPr kumimoji="1" lang="ja-JP" altLang="en-US">
                <a:solidFill>
                  <a:schemeClr val="tx1"/>
                </a:solidFill>
              </a:rPr>
              <a:t>アプリで使用情報の作成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32D4253-5A7E-BEBE-937E-34B875B4B382}"/>
              </a:ext>
            </a:extLst>
          </p:cNvPr>
          <p:cNvSpPr txBox="1"/>
          <p:nvPr/>
        </p:nvSpPr>
        <p:spPr>
          <a:xfrm>
            <a:off x="5323358" y="1644904"/>
            <a:ext cx="225220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BusinessState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CalculatedCashDailyTotal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CalculatedCashTotal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CalculatedCashTrade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CashInOutDailyTotal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CashInOutTotal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ChangeReserveDailyTotal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ChangeReserveTotal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CombinationItemDailyTotal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CombinationItemMaster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CombinationItemTotal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CustomerTypeDailyTotal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CustomerTypeMaster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CustomerTypeTotal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DiscountCategoryPromotionMaster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DiscountMDHierarchyMaster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DiscountSubTotalPromotionMaster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EJournal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EJournalManagement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EJournalReceipt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EvidenceReceiptTransactionManagement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ItemPointMaster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ItemTimeZoneDailyTotal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ItemTimeZoneTotal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MemberDailyTotal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MemberOperatorDailyTotal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MemberOperatorTotal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MemberTotal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3B4C19-DF18-6BAC-B6CA-064F6B023934}"/>
              </a:ext>
            </a:extLst>
          </p:cNvPr>
          <p:cNvSpPr txBox="1"/>
          <p:nvPr/>
        </p:nvSpPr>
        <p:spPr>
          <a:xfrm>
            <a:off x="7293449" y="1589666"/>
            <a:ext cx="174467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MTransactionManagement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OperationLimitMaster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OperatorDailyTotal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OperatorDiscountDailyTotal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OperatorDiscountTotal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OperatorTotal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PaymentOperatorDailyTotal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PaymentOperatorTotal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PaymentPointMaster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PointMethodMaster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PointRankMaster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PointRateMaster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RefundDailyTotal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RefundTotal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RevenueStampDailyTotal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RevenueStampTotal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SalesDiscountDailyTotal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SalesDiscountTotal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SalesTicketDiscountDailyTotal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SalesTicketDiscountTotal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SpecialPriceDailyTotal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SpecialPriceMaster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SpecialPriceTotal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TerminalInformationMaster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TimeZoneDailyTotal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TimeZoneTotal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TransactionLog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TransactionManagement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TransactionTwoOperators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>
                <a:latin typeface="Yu Gothic UI" panose="020B0500000000000000" pitchFamily="50" charset="-128"/>
                <a:ea typeface="Yu Gothic UI" panose="020B0500000000000000" pitchFamily="50" charset="-128"/>
              </a:rPr>
              <a:t>VoidTransactionManagement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119CB4D-B3EC-E56A-4158-FA0749A87BBC}"/>
              </a:ext>
            </a:extLst>
          </p:cNvPr>
          <p:cNvSpPr txBox="1"/>
          <p:nvPr/>
        </p:nvSpPr>
        <p:spPr>
          <a:xfrm>
            <a:off x="5224239" y="1284904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レジで必要なマスタ関連</a:t>
            </a:r>
          </a:p>
        </p:txBody>
      </p:sp>
      <p:sp>
        <p:nvSpPr>
          <p:cNvPr id="9" name="星: 32 pt 8">
            <a:extLst>
              <a:ext uri="{FF2B5EF4-FFF2-40B4-BE49-F238E27FC236}">
                <a16:creationId xmlns:a16="http://schemas.microsoft.com/office/drawing/2014/main" id="{1DB2EF31-AA51-0D32-893E-B187B21E15FA}"/>
              </a:ext>
            </a:extLst>
          </p:cNvPr>
          <p:cNvSpPr/>
          <p:nvPr/>
        </p:nvSpPr>
        <p:spPr>
          <a:xfrm>
            <a:off x="6939814" y="109578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正確な数量、データについては</a:t>
            </a:r>
            <a:endParaRPr lang="en-US" altLang="ja-JP" sz="1000" b="1">
              <a:solidFill>
                <a:srgbClr val="FF0000"/>
              </a:solidFill>
              <a:highlight>
                <a:srgbClr val="FFFF00"/>
              </a:highlight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今後、設計にて検討</a:t>
            </a:r>
          </a:p>
        </p:txBody>
      </p:sp>
      <p:sp>
        <p:nvSpPr>
          <p:cNvPr id="10" name="星: 32 pt 9">
            <a:extLst>
              <a:ext uri="{FF2B5EF4-FFF2-40B4-BE49-F238E27FC236}">
                <a16:creationId xmlns:a16="http://schemas.microsoft.com/office/drawing/2014/main" id="{B49713E9-AE3F-9087-4718-5168E835A5BD}"/>
              </a:ext>
            </a:extLst>
          </p:cNvPr>
          <p:cNvSpPr/>
          <p:nvPr/>
        </p:nvSpPr>
        <p:spPr>
          <a:xfrm>
            <a:off x="7006492" y="434423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この一覧は、既存カスミ</a:t>
            </a:r>
            <a:r>
              <a:rPr lang="en-US" altLang="ja-JP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より</a:t>
            </a:r>
            <a:br>
              <a:rPr lang="en-US" altLang="ja-JP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引っこ抜いたもの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85701203-A8BF-ADE7-5C1A-E347F1C86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48" y="1644904"/>
            <a:ext cx="2336659" cy="119575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B586C3CC-05D7-2D61-A6F7-4FEA95DAE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47" y="2909307"/>
            <a:ext cx="2350913" cy="1195755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F43811D8-F3E7-939B-E648-33F09856A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47" y="4173710"/>
            <a:ext cx="2336660" cy="1197569"/>
          </a:xfrm>
          <a:prstGeom prst="rect">
            <a:avLst/>
          </a:prstGeom>
        </p:spPr>
      </p:pic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9971AD36-98FA-D7F4-CE65-8373A4687DA7}"/>
              </a:ext>
            </a:extLst>
          </p:cNvPr>
          <p:cNvSpPr/>
          <p:nvPr/>
        </p:nvSpPr>
        <p:spPr>
          <a:xfrm>
            <a:off x="2054065" y="2038833"/>
            <a:ext cx="3763920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基幹からのデータでは作成しきれない、単店の特売情報、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レジ画面の設定情報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事業会社によっては、店舗マスタ、レジマスタ、などの情報を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WEB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画面から店員様によって作成し、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アプリへ随時連携する。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2550B94-4D89-36E0-B71E-33D927542497}"/>
              </a:ext>
            </a:extLst>
          </p:cNvPr>
          <p:cNvSpPr/>
          <p:nvPr/>
        </p:nvSpPr>
        <p:spPr>
          <a:xfrm>
            <a:off x="675373" y="5489291"/>
            <a:ext cx="8362750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この、機能のために、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WEB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サーバーが必要になるが、アクセス数は、各店の店長＋数名規模で、いなげや様の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店舗稼働時には、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常時稼働数は、倍の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260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アクセス程度と想定される。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また、各社の閉域網より、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USMH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網を経由して、クローズドネットワーク内での運用になると想定される。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5618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418D36BD-53BA-BD1F-80DC-7B9952A6E71F}"/>
              </a:ext>
            </a:extLst>
          </p:cNvPr>
          <p:cNvSpPr/>
          <p:nvPr/>
        </p:nvSpPr>
        <p:spPr>
          <a:xfrm>
            <a:off x="5091764" y="1414914"/>
            <a:ext cx="4138863" cy="2088088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BB0E6D7-D483-00D3-411A-183796648A40}"/>
              </a:ext>
            </a:extLst>
          </p:cNvPr>
          <p:cNvSpPr txBox="1"/>
          <p:nvPr/>
        </p:nvSpPr>
        <p:spPr>
          <a:xfrm>
            <a:off x="5224239" y="1284904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レジで必要なマスタ関連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DCE0A14-A8D8-AE85-581E-C27AA6A5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⑤</a:t>
            </a:r>
            <a:r>
              <a:rPr kumimoji="1" lang="en-US" altLang="ja-JP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アプリへの送信機能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9252BAB1-B6DD-D2E3-9593-74A6442FF2E0}"/>
              </a:ext>
            </a:extLst>
          </p:cNvPr>
          <p:cNvSpPr/>
          <p:nvPr/>
        </p:nvSpPr>
        <p:spPr>
          <a:xfrm>
            <a:off x="661790" y="1340912"/>
            <a:ext cx="2563272" cy="208808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1CFC59E-101C-462A-8F12-E13B15567200}"/>
              </a:ext>
            </a:extLst>
          </p:cNvPr>
          <p:cNvSpPr txBox="1"/>
          <p:nvPr/>
        </p:nvSpPr>
        <p:spPr>
          <a:xfrm>
            <a:off x="869062" y="1250912"/>
            <a:ext cx="1152128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kumimoji="1" lang="en-US" altLang="ja-JP" sz="900" err="1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MasterDB</a:t>
            </a:r>
            <a:endParaRPr lang="en-US" altLang="ja-JP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18E0B075-4ED9-C9C4-10C8-E9AA4D452529}"/>
              </a:ext>
            </a:extLst>
          </p:cNvPr>
          <p:cNvGrpSpPr/>
          <p:nvPr/>
        </p:nvGrpSpPr>
        <p:grpSpPr>
          <a:xfrm>
            <a:off x="812046" y="1636021"/>
            <a:ext cx="576000" cy="1620000"/>
            <a:chOff x="5040000" y="2808000"/>
            <a:chExt cx="936000" cy="1620000"/>
          </a:xfrm>
        </p:grpSpPr>
        <p:sp>
          <p:nvSpPr>
            <p:cNvPr id="8" name="フローチャート: 磁気ディスク 7">
              <a:extLst>
                <a:ext uri="{FF2B5EF4-FFF2-40B4-BE49-F238E27FC236}">
                  <a16:creationId xmlns:a16="http://schemas.microsoft.com/office/drawing/2014/main" id="{F59A52FD-390B-1C3D-796C-E60FBA88B328}"/>
                </a:ext>
              </a:extLst>
            </p:cNvPr>
            <p:cNvSpPr/>
            <p:nvPr/>
          </p:nvSpPr>
          <p:spPr>
            <a:xfrm>
              <a:off x="5040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9" name="フローチャート: 磁気ディスク 8">
              <a:extLst>
                <a:ext uri="{FF2B5EF4-FFF2-40B4-BE49-F238E27FC236}">
                  <a16:creationId xmlns:a16="http://schemas.microsoft.com/office/drawing/2014/main" id="{B59B4CB6-C98F-5884-F364-B2333161D668}"/>
                </a:ext>
              </a:extLst>
            </p:cNvPr>
            <p:cNvSpPr/>
            <p:nvPr/>
          </p:nvSpPr>
          <p:spPr>
            <a:xfrm>
              <a:off x="5040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0" name="フローチャート: 磁気ディスク 9">
              <a:extLst>
                <a:ext uri="{FF2B5EF4-FFF2-40B4-BE49-F238E27FC236}">
                  <a16:creationId xmlns:a16="http://schemas.microsoft.com/office/drawing/2014/main" id="{A09B7D1A-8BB3-5B69-DD1E-E835E668F8AC}"/>
                </a:ext>
              </a:extLst>
            </p:cNvPr>
            <p:cNvSpPr/>
            <p:nvPr/>
          </p:nvSpPr>
          <p:spPr>
            <a:xfrm>
              <a:off x="5040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1" name="フローチャート: 磁気ディスク 10">
              <a:extLst>
                <a:ext uri="{FF2B5EF4-FFF2-40B4-BE49-F238E27FC236}">
                  <a16:creationId xmlns:a16="http://schemas.microsoft.com/office/drawing/2014/main" id="{7153BB27-E533-7F22-D0D5-03F3A6AA4B61}"/>
                </a:ext>
              </a:extLst>
            </p:cNvPr>
            <p:cNvSpPr/>
            <p:nvPr/>
          </p:nvSpPr>
          <p:spPr>
            <a:xfrm>
              <a:off x="5040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2" name="フローチャート: 磁気ディスク 11">
              <a:extLst>
                <a:ext uri="{FF2B5EF4-FFF2-40B4-BE49-F238E27FC236}">
                  <a16:creationId xmlns:a16="http://schemas.microsoft.com/office/drawing/2014/main" id="{F4E432ED-E0F2-428F-6DBD-C71A205AE39F}"/>
                </a:ext>
              </a:extLst>
            </p:cNvPr>
            <p:cNvSpPr/>
            <p:nvPr/>
          </p:nvSpPr>
          <p:spPr>
            <a:xfrm>
              <a:off x="5040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3" name="フローチャート: 磁気ディスク 12">
              <a:extLst>
                <a:ext uri="{FF2B5EF4-FFF2-40B4-BE49-F238E27FC236}">
                  <a16:creationId xmlns:a16="http://schemas.microsoft.com/office/drawing/2014/main" id="{5724C443-DE03-AF6A-3A71-754B6866F777}"/>
                </a:ext>
              </a:extLst>
            </p:cNvPr>
            <p:cNvSpPr/>
            <p:nvPr/>
          </p:nvSpPr>
          <p:spPr>
            <a:xfrm>
              <a:off x="5040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C3897D4F-8DA6-4569-F717-F50F8FFF0679}"/>
              </a:ext>
            </a:extLst>
          </p:cNvPr>
          <p:cNvGrpSpPr/>
          <p:nvPr/>
        </p:nvGrpSpPr>
        <p:grpSpPr>
          <a:xfrm>
            <a:off x="1407422" y="1636021"/>
            <a:ext cx="576000" cy="1620000"/>
            <a:chOff x="5976000" y="2808000"/>
            <a:chExt cx="936000" cy="1620000"/>
          </a:xfrm>
        </p:grpSpPr>
        <p:sp>
          <p:nvSpPr>
            <p:cNvPr id="15" name="フローチャート: 磁気ディスク 14">
              <a:extLst>
                <a:ext uri="{FF2B5EF4-FFF2-40B4-BE49-F238E27FC236}">
                  <a16:creationId xmlns:a16="http://schemas.microsoft.com/office/drawing/2014/main" id="{8F811045-34DE-66D6-EEB6-CE864C2F7A3E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6" name="フローチャート: 磁気ディスク 15">
              <a:extLst>
                <a:ext uri="{FF2B5EF4-FFF2-40B4-BE49-F238E27FC236}">
                  <a16:creationId xmlns:a16="http://schemas.microsoft.com/office/drawing/2014/main" id="{E5BC467B-6332-ABF5-17FD-D0F4FBB8806E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7" name="フローチャート: 磁気ディスク 16">
              <a:extLst>
                <a:ext uri="{FF2B5EF4-FFF2-40B4-BE49-F238E27FC236}">
                  <a16:creationId xmlns:a16="http://schemas.microsoft.com/office/drawing/2014/main" id="{48CFF0D8-3ABB-5ACE-7D03-E31A5E826322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8" name="フローチャート: 磁気ディスク 17">
              <a:extLst>
                <a:ext uri="{FF2B5EF4-FFF2-40B4-BE49-F238E27FC236}">
                  <a16:creationId xmlns:a16="http://schemas.microsoft.com/office/drawing/2014/main" id="{0B899A81-EF88-A3BA-D2DD-116041E843AF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9" name="フローチャート: 磁気ディスク 18">
              <a:extLst>
                <a:ext uri="{FF2B5EF4-FFF2-40B4-BE49-F238E27FC236}">
                  <a16:creationId xmlns:a16="http://schemas.microsoft.com/office/drawing/2014/main" id="{C9416379-6E80-3258-80E8-09A6CE6FB394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0" name="フローチャート: 磁気ディスク 19">
              <a:extLst>
                <a:ext uri="{FF2B5EF4-FFF2-40B4-BE49-F238E27FC236}">
                  <a16:creationId xmlns:a16="http://schemas.microsoft.com/office/drawing/2014/main" id="{2666CFF3-DA78-C923-35C3-FC9C843AE414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0BE003A1-CA62-F51F-FA3B-3299466CFE3A}"/>
              </a:ext>
            </a:extLst>
          </p:cNvPr>
          <p:cNvGrpSpPr/>
          <p:nvPr/>
        </p:nvGrpSpPr>
        <p:grpSpPr>
          <a:xfrm>
            <a:off x="1987884" y="1648208"/>
            <a:ext cx="576000" cy="1620000"/>
            <a:chOff x="5976000" y="2808000"/>
            <a:chExt cx="936000" cy="1620000"/>
          </a:xfrm>
        </p:grpSpPr>
        <p:sp>
          <p:nvSpPr>
            <p:cNvPr id="22" name="フローチャート: 磁気ディスク 21">
              <a:extLst>
                <a:ext uri="{FF2B5EF4-FFF2-40B4-BE49-F238E27FC236}">
                  <a16:creationId xmlns:a16="http://schemas.microsoft.com/office/drawing/2014/main" id="{88FB7EED-3EEF-2B83-95F3-5BD1F5088377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3" name="フローチャート: 磁気ディスク 22">
              <a:extLst>
                <a:ext uri="{FF2B5EF4-FFF2-40B4-BE49-F238E27FC236}">
                  <a16:creationId xmlns:a16="http://schemas.microsoft.com/office/drawing/2014/main" id="{9184C383-2E7E-EA7A-BC92-197582B58E1E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4" name="フローチャート: 磁気ディスク 23">
              <a:extLst>
                <a:ext uri="{FF2B5EF4-FFF2-40B4-BE49-F238E27FC236}">
                  <a16:creationId xmlns:a16="http://schemas.microsoft.com/office/drawing/2014/main" id="{3754CB72-15C2-5683-D538-95E69D1D7A2A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5" name="フローチャート: 磁気ディスク 24">
              <a:extLst>
                <a:ext uri="{FF2B5EF4-FFF2-40B4-BE49-F238E27FC236}">
                  <a16:creationId xmlns:a16="http://schemas.microsoft.com/office/drawing/2014/main" id="{55E0616A-68E1-AC39-6F3E-AAC30D387330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6" name="フローチャート: 磁気ディスク 25">
              <a:extLst>
                <a:ext uri="{FF2B5EF4-FFF2-40B4-BE49-F238E27FC236}">
                  <a16:creationId xmlns:a16="http://schemas.microsoft.com/office/drawing/2014/main" id="{12CDAADE-E8DB-0728-DE2C-B0CC8A82CD2E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7" name="フローチャート: 磁気ディスク 26">
              <a:extLst>
                <a:ext uri="{FF2B5EF4-FFF2-40B4-BE49-F238E27FC236}">
                  <a16:creationId xmlns:a16="http://schemas.microsoft.com/office/drawing/2014/main" id="{33480E03-269D-F4F8-711D-816B71DB8F45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79AAFBB6-EEA2-5340-B58E-1BDD0ADE9BDF}"/>
              </a:ext>
            </a:extLst>
          </p:cNvPr>
          <p:cNvGrpSpPr/>
          <p:nvPr/>
        </p:nvGrpSpPr>
        <p:grpSpPr>
          <a:xfrm>
            <a:off x="2583260" y="1650426"/>
            <a:ext cx="576000" cy="1620000"/>
            <a:chOff x="5976000" y="2808000"/>
            <a:chExt cx="936000" cy="1620000"/>
          </a:xfrm>
        </p:grpSpPr>
        <p:sp>
          <p:nvSpPr>
            <p:cNvPr id="29" name="フローチャート: 磁気ディスク 28">
              <a:extLst>
                <a:ext uri="{FF2B5EF4-FFF2-40B4-BE49-F238E27FC236}">
                  <a16:creationId xmlns:a16="http://schemas.microsoft.com/office/drawing/2014/main" id="{802590E3-715E-347E-6AE3-1A1C96DA9A66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0" name="フローチャート: 磁気ディスク 29">
              <a:extLst>
                <a:ext uri="{FF2B5EF4-FFF2-40B4-BE49-F238E27FC236}">
                  <a16:creationId xmlns:a16="http://schemas.microsoft.com/office/drawing/2014/main" id="{8A40484C-007F-3896-03EB-2E10C2889AE1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1" name="フローチャート: 磁気ディスク 30">
              <a:extLst>
                <a:ext uri="{FF2B5EF4-FFF2-40B4-BE49-F238E27FC236}">
                  <a16:creationId xmlns:a16="http://schemas.microsoft.com/office/drawing/2014/main" id="{86761051-96CE-D062-2496-7ABB0DFCAF73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2" name="フローチャート: 磁気ディスク 31">
              <a:extLst>
                <a:ext uri="{FF2B5EF4-FFF2-40B4-BE49-F238E27FC236}">
                  <a16:creationId xmlns:a16="http://schemas.microsoft.com/office/drawing/2014/main" id="{E62ED99B-1A05-9C2F-D929-975ECB2DFACE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3" name="フローチャート: 磁気ディスク 32">
              <a:extLst>
                <a:ext uri="{FF2B5EF4-FFF2-40B4-BE49-F238E27FC236}">
                  <a16:creationId xmlns:a16="http://schemas.microsoft.com/office/drawing/2014/main" id="{FE0F33EC-78B5-6596-C32F-ACB8343C48B5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4" name="フローチャート: 磁気ディスク 33">
              <a:extLst>
                <a:ext uri="{FF2B5EF4-FFF2-40B4-BE49-F238E27FC236}">
                  <a16:creationId xmlns:a16="http://schemas.microsoft.com/office/drawing/2014/main" id="{5BCCD69C-029E-5C4E-3F0D-AC87F0AB51A9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cxnSp>
        <p:nvCxnSpPr>
          <p:cNvPr id="35" name="コネクタ: カギ線 19">
            <a:extLst>
              <a:ext uri="{FF2B5EF4-FFF2-40B4-BE49-F238E27FC236}">
                <a16:creationId xmlns:a16="http://schemas.microsoft.com/office/drawing/2014/main" id="{503BBC06-8497-453D-2C8E-644E23F7705E}"/>
              </a:ext>
            </a:extLst>
          </p:cNvPr>
          <p:cNvCxnSpPr>
            <a:cxnSpLocks/>
          </p:cNvCxnSpPr>
          <p:nvPr/>
        </p:nvCxnSpPr>
        <p:spPr>
          <a:xfrm>
            <a:off x="3169978" y="1612208"/>
            <a:ext cx="3337233" cy="144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コネクタ: カギ線 19">
            <a:extLst>
              <a:ext uri="{FF2B5EF4-FFF2-40B4-BE49-F238E27FC236}">
                <a16:creationId xmlns:a16="http://schemas.microsoft.com/office/drawing/2014/main" id="{22651161-EC39-B200-DC34-5E973F2AEB2E}"/>
              </a:ext>
            </a:extLst>
          </p:cNvPr>
          <p:cNvCxnSpPr>
            <a:cxnSpLocks/>
          </p:cNvCxnSpPr>
          <p:nvPr/>
        </p:nvCxnSpPr>
        <p:spPr>
          <a:xfrm>
            <a:off x="3169978" y="1756208"/>
            <a:ext cx="3103231" cy="144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コネクタ: カギ線 19">
            <a:extLst>
              <a:ext uri="{FF2B5EF4-FFF2-40B4-BE49-F238E27FC236}">
                <a16:creationId xmlns:a16="http://schemas.microsoft.com/office/drawing/2014/main" id="{BF558D79-88B2-CB62-7B0B-B8BB316A7C2B}"/>
              </a:ext>
            </a:extLst>
          </p:cNvPr>
          <p:cNvCxnSpPr>
            <a:cxnSpLocks/>
          </p:cNvCxnSpPr>
          <p:nvPr/>
        </p:nvCxnSpPr>
        <p:spPr>
          <a:xfrm>
            <a:off x="3169978" y="1900208"/>
            <a:ext cx="3103231" cy="432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コネクタ: カギ線 19">
            <a:extLst>
              <a:ext uri="{FF2B5EF4-FFF2-40B4-BE49-F238E27FC236}">
                <a16:creationId xmlns:a16="http://schemas.microsoft.com/office/drawing/2014/main" id="{7683081E-F540-9702-8219-B9B78F36E204}"/>
              </a:ext>
            </a:extLst>
          </p:cNvPr>
          <p:cNvCxnSpPr>
            <a:cxnSpLocks/>
          </p:cNvCxnSpPr>
          <p:nvPr/>
        </p:nvCxnSpPr>
        <p:spPr>
          <a:xfrm>
            <a:off x="3169978" y="2044208"/>
            <a:ext cx="2848050" cy="684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コネクタ: カギ線 19">
            <a:extLst>
              <a:ext uri="{FF2B5EF4-FFF2-40B4-BE49-F238E27FC236}">
                <a16:creationId xmlns:a16="http://schemas.microsoft.com/office/drawing/2014/main" id="{C24E2C6C-78FA-4B0D-1B58-2891E620941E}"/>
              </a:ext>
            </a:extLst>
          </p:cNvPr>
          <p:cNvCxnSpPr>
            <a:cxnSpLocks/>
          </p:cNvCxnSpPr>
          <p:nvPr/>
        </p:nvCxnSpPr>
        <p:spPr>
          <a:xfrm>
            <a:off x="3169978" y="2188208"/>
            <a:ext cx="3741185" cy="432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コネクタ: カギ線 19">
            <a:extLst>
              <a:ext uri="{FF2B5EF4-FFF2-40B4-BE49-F238E27FC236}">
                <a16:creationId xmlns:a16="http://schemas.microsoft.com/office/drawing/2014/main" id="{3354940D-5A94-3F60-B8A3-A922DE4D2A1D}"/>
              </a:ext>
            </a:extLst>
          </p:cNvPr>
          <p:cNvCxnSpPr>
            <a:cxnSpLocks/>
          </p:cNvCxnSpPr>
          <p:nvPr/>
        </p:nvCxnSpPr>
        <p:spPr>
          <a:xfrm>
            <a:off x="3169978" y="2332208"/>
            <a:ext cx="3576764" cy="563813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コネクタ: カギ線 19">
            <a:extLst>
              <a:ext uri="{FF2B5EF4-FFF2-40B4-BE49-F238E27FC236}">
                <a16:creationId xmlns:a16="http://schemas.microsoft.com/office/drawing/2014/main" id="{2815BDF5-B428-CDBA-87AD-B5690C08EB5B}"/>
              </a:ext>
            </a:extLst>
          </p:cNvPr>
          <p:cNvCxnSpPr>
            <a:cxnSpLocks/>
          </p:cNvCxnSpPr>
          <p:nvPr/>
        </p:nvCxnSpPr>
        <p:spPr>
          <a:xfrm>
            <a:off x="3169978" y="2476208"/>
            <a:ext cx="3432953" cy="54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コネクタ: カギ線 19">
            <a:extLst>
              <a:ext uri="{FF2B5EF4-FFF2-40B4-BE49-F238E27FC236}">
                <a16:creationId xmlns:a16="http://schemas.microsoft.com/office/drawing/2014/main" id="{C7B20843-FEEC-5912-E7F4-D0DF882862AF}"/>
              </a:ext>
            </a:extLst>
          </p:cNvPr>
          <p:cNvCxnSpPr>
            <a:cxnSpLocks/>
          </p:cNvCxnSpPr>
          <p:nvPr/>
        </p:nvCxnSpPr>
        <p:spPr>
          <a:xfrm>
            <a:off x="3169978" y="2620208"/>
            <a:ext cx="3337233" cy="635813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コネクタ: カギ線 19">
            <a:extLst>
              <a:ext uri="{FF2B5EF4-FFF2-40B4-BE49-F238E27FC236}">
                <a16:creationId xmlns:a16="http://schemas.microsoft.com/office/drawing/2014/main" id="{A60AB9CA-B4A8-874F-3B55-EE31EEA7741C}"/>
              </a:ext>
            </a:extLst>
          </p:cNvPr>
          <p:cNvCxnSpPr>
            <a:cxnSpLocks/>
          </p:cNvCxnSpPr>
          <p:nvPr/>
        </p:nvCxnSpPr>
        <p:spPr>
          <a:xfrm flipV="1">
            <a:off x="3169978" y="2476208"/>
            <a:ext cx="2848050" cy="288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コネクタ: カギ線 19">
            <a:extLst>
              <a:ext uri="{FF2B5EF4-FFF2-40B4-BE49-F238E27FC236}">
                <a16:creationId xmlns:a16="http://schemas.microsoft.com/office/drawing/2014/main" id="{F004B475-30BA-E8A6-1048-DBB80C61694E}"/>
              </a:ext>
            </a:extLst>
          </p:cNvPr>
          <p:cNvCxnSpPr>
            <a:cxnSpLocks/>
          </p:cNvCxnSpPr>
          <p:nvPr/>
        </p:nvCxnSpPr>
        <p:spPr>
          <a:xfrm flipV="1">
            <a:off x="3169978" y="2512208"/>
            <a:ext cx="3337233" cy="396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074" name="Picture 2">
            <a:extLst>
              <a:ext uri="{FF2B5EF4-FFF2-40B4-BE49-F238E27FC236}">
                <a16:creationId xmlns:a16="http://schemas.microsoft.com/office/drawing/2014/main" id="{253DA8DB-0FBB-4A0B-AB52-7FC0B6A2A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394" y="1474028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2">
            <a:extLst>
              <a:ext uri="{FF2B5EF4-FFF2-40B4-BE49-F238E27FC236}">
                <a16:creationId xmlns:a16="http://schemas.microsoft.com/office/drawing/2014/main" id="{8240B3AA-8B17-780F-FF19-6EB4F322D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430" y="1532404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">
            <a:extLst>
              <a:ext uri="{FF2B5EF4-FFF2-40B4-BE49-F238E27FC236}">
                <a16:creationId xmlns:a16="http://schemas.microsoft.com/office/drawing/2014/main" id="{495258D0-32D7-59FB-0194-347A6A548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7559" y="1540532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2">
            <a:extLst>
              <a:ext uri="{FF2B5EF4-FFF2-40B4-BE49-F238E27FC236}">
                <a16:creationId xmlns:a16="http://schemas.microsoft.com/office/drawing/2014/main" id="{490DA773-02B5-C7C6-86E0-7EAF93A9D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391" y="1490018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>
            <a:extLst>
              <a:ext uri="{FF2B5EF4-FFF2-40B4-BE49-F238E27FC236}">
                <a16:creationId xmlns:a16="http://schemas.microsoft.com/office/drawing/2014/main" id="{8D727230-ED6D-DBA2-2DE1-01F6E3B35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8463" y="1450316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2">
            <a:extLst>
              <a:ext uri="{FF2B5EF4-FFF2-40B4-BE49-F238E27FC236}">
                <a16:creationId xmlns:a16="http://schemas.microsoft.com/office/drawing/2014/main" id="{672BF572-04C8-48E8-E477-81E0BC82C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858" y="2134316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2">
            <a:extLst>
              <a:ext uri="{FF2B5EF4-FFF2-40B4-BE49-F238E27FC236}">
                <a16:creationId xmlns:a16="http://schemas.microsoft.com/office/drawing/2014/main" id="{F29D18AF-61CB-8E7A-502F-5B6FA7621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068" y="2296424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2">
            <a:extLst>
              <a:ext uri="{FF2B5EF4-FFF2-40B4-BE49-F238E27FC236}">
                <a16:creationId xmlns:a16="http://schemas.microsoft.com/office/drawing/2014/main" id="{DBFA7386-5A50-BFCB-2F5C-F81AF0070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499" y="2320237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2">
            <a:extLst>
              <a:ext uri="{FF2B5EF4-FFF2-40B4-BE49-F238E27FC236}">
                <a16:creationId xmlns:a16="http://schemas.microsoft.com/office/drawing/2014/main" id="{3A7171EF-0106-76FE-27AE-AE6D18D66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58" y="2247022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">
            <a:extLst>
              <a:ext uri="{FF2B5EF4-FFF2-40B4-BE49-F238E27FC236}">
                <a16:creationId xmlns:a16="http://schemas.microsoft.com/office/drawing/2014/main" id="{573A4AE0-59A9-2093-5B78-EFD148BF6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144" y="2227127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2">
            <a:extLst>
              <a:ext uri="{FF2B5EF4-FFF2-40B4-BE49-F238E27FC236}">
                <a16:creationId xmlns:a16="http://schemas.microsoft.com/office/drawing/2014/main" id="{BB692016-295B-EA24-8EA2-214B67376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483" y="2742819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四角形: 角を丸くする 74">
            <a:extLst>
              <a:ext uri="{FF2B5EF4-FFF2-40B4-BE49-F238E27FC236}">
                <a16:creationId xmlns:a16="http://schemas.microsoft.com/office/drawing/2014/main" id="{BACD7422-E320-6474-A436-AAC841D6CF17}"/>
              </a:ext>
            </a:extLst>
          </p:cNvPr>
          <p:cNvSpPr/>
          <p:nvPr/>
        </p:nvSpPr>
        <p:spPr>
          <a:xfrm>
            <a:off x="717885" y="4049317"/>
            <a:ext cx="8362750" cy="2497934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開店時間までに、一斉配信を行い、各店のレジのマスタを更新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※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トラフィック状況によっては、店舗に代表レジを設置し、代表レジより各フロアのレジへの配信も検討。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それでも、いなげや様のだけで、１３０店舗ほどへの配信を、３０分程度で行う必要がある。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また、日中も、随時、更新を行う。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先に、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POSServer2.0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で作成した中には、ワンタッチで商品登録可能な、タッチメニュー用の画像ファイルや、キャンペーン用のレシートに張る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GIF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等の画像ファイルも含まれる。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3445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095B39-8210-1719-CA98-10AC46EBB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⑤売価生成</a:t>
            </a:r>
            <a:endParaRPr kumimoji="1" lang="ja-JP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415E9C-9A29-622D-4010-58EE48FD4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139" y="1105576"/>
            <a:ext cx="3669871" cy="368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6DF97F7-95B7-E56B-0335-C1AC6879769B}"/>
              </a:ext>
            </a:extLst>
          </p:cNvPr>
          <p:cNvSpPr/>
          <p:nvPr/>
        </p:nvSpPr>
        <p:spPr>
          <a:xfrm>
            <a:off x="877392" y="4266303"/>
            <a:ext cx="8362750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en-US" altLang="ja-JP" sz="4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4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アプリ内の話なので、かっつあい</a:t>
            </a:r>
            <a:endParaRPr kumimoji="1" lang="en-US" altLang="ja-JP" sz="40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4344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BD0370-2C99-D2E6-E06A-4C228BC5A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⑥売上生成</a:t>
            </a:r>
            <a:endParaRPr kumimoji="1" lang="ja-JP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851C7F-5D51-218B-C0F7-C7FE37233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139" y="1105576"/>
            <a:ext cx="3669871" cy="368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CF9DA7E-507D-024F-B037-D773608681BD}"/>
              </a:ext>
            </a:extLst>
          </p:cNvPr>
          <p:cNvSpPr/>
          <p:nvPr/>
        </p:nvSpPr>
        <p:spPr>
          <a:xfrm>
            <a:off x="877392" y="4266303"/>
            <a:ext cx="8362750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en-US" altLang="ja-JP" sz="4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4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アプリ内の話なので、かっつあい</a:t>
            </a:r>
            <a:endParaRPr kumimoji="1" lang="en-US" altLang="ja-JP" sz="40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5385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68967B-1D58-BE68-B187-7D02329DD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⑦実績送信</a:t>
            </a:r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CC6441C-2AC0-B998-5354-86802251D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559" y="4336805"/>
            <a:ext cx="3408399" cy="220354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E4FFCB4-5B86-41D3-1D84-00DACF92F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283" y="3482234"/>
            <a:ext cx="2589431" cy="3029146"/>
          </a:xfrm>
          <a:prstGeom prst="rect">
            <a:avLst/>
          </a:prstGeom>
        </p:spPr>
      </p:pic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F5CC60F6-52AA-0A4C-52A5-A613DEA8B0F2}"/>
              </a:ext>
            </a:extLst>
          </p:cNvPr>
          <p:cNvGrpSpPr/>
          <p:nvPr/>
        </p:nvGrpSpPr>
        <p:grpSpPr>
          <a:xfrm>
            <a:off x="599628" y="1083513"/>
            <a:ext cx="3238725" cy="2218098"/>
            <a:chOff x="854810" y="3833379"/>
            <a:chExt cx="4138863" cy="2218098"/>
          </a:xfrm>
        </p:grpSpPr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8FF32C1D-1DAC-5534-3F96-669B1993F701}"/>
                </a:ext>
              </a:extLst>
            </p:cNvPr>
            <p:cNvSpPr/>
            <p:nvPr/>
          </p:nvSpPr>
          <p:spPr>
            <a:xfrm>
              <a:off x="854810" y="3963389"/>
              <a:ext cx="4138863" cy="2088088"/>
            </a:xfrm>
            <a:prstGeom prst="roundRect">
              <a:avLst>
                <a:gd name="adj" fmla="val 2934"/>
              </a:avLst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858D4DC6-4DF2-0E6A-2533-7E92A045A0E1}"/>
                </a:ext>
              </a:extLst>
            </p:cNvPr>
            <p:cNvSpPr txBox="1"/>
            <p:nvPr/>
          </p:nvSpPr>
          <p:spPr>
            <a:xfrm>
              <a:off x="987285" y="3833379"/>
              <a:ext cx="1378692" cy="229990"/>
            </a:xfrm>
            <a:prstGeom prst="round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>
              <a:defPPr>
                <a:defRPr lang="en-US"/>
              </a:defPPr>
              <a:lvl1pPr algn="ctr">
                <a:defRPr kumimoji="1" sz="1200">
                  <a:latin typeface="BIZ UDPゴシック" panose="020B0400000000000000" pitchFamily="50" charset="-128"/>
                  <a:ea typeface="BIZ UDPゴシック" panose="020B0400000000000000" pitchFamily="50" charset="-128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ja-JP" altLang="en-US" sz="900">
                  <a:solidFill>
                    <a:schemeClr val="bg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売上実績</a:t>
              </a:r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BC0DA6D8-EB48-D44D-FD4A-315AD2C745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5440" y="4022503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088C3CEF-4746-760E-AE2B-A907BF21B5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3476" y="4080879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071ADB-825C-1AB0-6C59-85086E10D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0605" y="4089007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9EC8C0B0-0885-6BBC-D37A-7DBA5104BA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5437" y="4038493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ED6C4527-5A0B-FC5B-2C56-DEF3E42D9E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1509" y="3998791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74C737A2-07A0-4C75-789B-305455A387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7904" y="4682791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80E6E82-5A5F-4886-32C6-97BE09DA21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114" y="4844899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17F57150-FE2F-C467-D252-0A12AFB983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0545" y="4868712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7C7462A8-9B0A-011A-8DD4-6770008ED2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6104" y="4795497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89A019D8-34F6-E9DD-5420-E2693C9CD2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9190" y="4775602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23F2D85F-4C07-6116-7CDA-F1424D610F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2529" y="5291294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図 4">
            <a:extLst>
              <a:ext uri="{FF2B5EF4-FFF2-40B4-BE49-F238E27FC236}">
                <a16:creationId xmlns:a16="http://schemas.microsoft.com/office/drawing/2014/main" id="{4CA9A684-960C-9E93-5FE9-D1827822CD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781" y="3749395"/>
            <a:ext cx="4045661" cy="2494824"/>
          </a:xfrm>
          <a:prstGeom prst="rect">
            <a:avLst/>
          </a:prstGeom>
        </p:spPr>
      </p:pic>
      <p:cxnSp>
        <p:nvCxnSpPr>
          <p:cNvPr id="21" name="コネクタ: カギ線 19">
            <a:extLst>
              <a:ext uri="{FF2B5EF4-FFF2-40B4-BE49-F238E27FC236}">
                <a16:creationId xmlns:a16="http://schemas.microsoft.com/office/drawing/2014/main" id="{3C2530FA-5F27-B41F-B5EE-972939A29667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3811945" y="1521046"/>
            <a:ext cx="2842685" cy="592521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B0DB254-52EC-3728-8FD8-D88BF55AF539}"/>
              </a:ext>
            </a:extLst>
          </p:cNvPr>
          <p:cNvSpPr/>
          <p:nvPr/>
        </p:nvSpPr>
        <p:spPr>
          <a:xfrm>
            <a:off x="6654630" y="1269046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D798173-4DBE-9735-20FE-3E4472FB648B}"/>
              </a:ext>
            </a:extLst>
          </p:cNvPr>
          <p:cNvSpPr/>
          <p:nvPr/>
        </p:nvSpPr>
        <p:spPr>
          <a:xfrm>
            <a:off x="6654630" y="1974819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カスミ基幹システム</a:t>
            </a:r>
          </a:p>
        </p:txBody>
      </p:sp>
      <p:cxnSp>
        <p:nvCxnSpPr>
          <p:cNvPr id="26" name="コネクタ: カギ線 19">
            <a:extLst>
              <a:ext uri="{FF2B5EF4-FFF2-40B4-BE49-F238E27FC236}">
                <a16:creationId xmlns:a16="http://schemas.microsoft.com/office/drawing/2014/main" id="{3DBC5638-2C27-2813-A80A-60CD7D635EC8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771136" y="2113567"/>
            <a:ext cx="2883494" cy="113252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EAA4ADF-B288-CC13-1070-3E313464AEA9}"/>
              </a:ext>
            </a:extLst>
          </p:cNvPr>
          <p:cNvSpPr/>
          <p:nvPr/>
        </p:nvSpPr>
        <p:spPr>
          <a:xfrm>
            <a:off x="4363359" y="2663632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？？？？？</a:t>
            </a:r>
          </a:p>
        </p:txBody>
      </p:sp>
      <p:cxnSp>
        <p:nvCxnSpPr>
          <p:cNvPr id="30" name="コネクタ: カギ線 19">
            <a:extLst>
              <a:ext uri="{FF2B5EF4-FFF2-40B4-BE49-F238E27FC236}">
                <a16:creationId xmlns:a16="http://schemas.microsoft.com/office/drawing/2014/main" id="{4EAF6571-10A8-8B1C-E435-08C134B92B21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3771136" y="2113567"/>
            <a:ext cx="1492223" cy="550065"/>
          </a:xfrm>
          <a:prstGeom prst="bentConnector2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07E7E41-2AD4-ED70-EEEA-526DAC3601A3}"/>
              </a:ext>
            </a:extLst>
          </p:cNvPr>
          <p:cNvSpPr/>
          <p:nvPr/>
        </p:nvSpPr>
        <p:spPr>
          <a:xfrm>
            <a:off x="4374245" y="1821745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0E75C38D-2351-1BAA-DCEA-E0DE8FFDEC07}"/>
              </a:ext>
            </a:extLst>
          </p:cNvPr>
          <p:cNvSpPr/>
          <p:nvPr/>
        </p:nvSpPr>
        <p:spPr>
          <a:xfrm>
            <a:off x="7382012" y="5523558"/>
            <a:ext cx="1946207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この辺から雑になります。</a:t>
            </a:r>
            <a:endParaRPr kumimoji="1" lang="en-US" altLang="ja-JP" sz="14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ごめんなさい。</a:t>
            </a:r>
            <a:endParaRPr kumimoji="1" lang="en-US" altLang="ja-JP" sz="14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772EAD18-A378-F206-CD4A-20C0269771C3}"/>
              </a:ext>
            </a:extLst>
          </p:cNvPr>
          <p:cNvSpPr/>
          <p:nvPr/>
        </p:nvSpPr>
        <p:spPr>
          <a:xfrm>
            <a:off x="1505574" y="4909595"/>
            <a:ext cx="3408399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en-US" altLang="ja-JP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から上がってきた実績を</a:t>
            </a:r>
            <a:endParaRPr kumimoji="1" lang="en-US" altLang="ja-JP" sz="14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さらに加工して、基幹システム等へ送ります。</a:t>
            </a:r>
            <a:endParaRPr kumimoji="1" lang="en-US" altLang="ja-JP" sz="14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BB6F8CA-B8E4-9950-6F4B-0BF2812437B7}"/>
              </a:ext>
            </a:extLst>
          </p:cNvPr>
          <p:cNvSpPr/>
          <p:nvPr/>
        </p:nvSpPr>
        <p:spPr>
          <a:xfrm>
            <a:off x="6654630" y="2651812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クレジットカード会社等</a:t>
            </a:r>
            <a:b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決済会社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E25160C-24DA-E941-6255-0AD71FDCD191}"/>
              </a:ext>
            </a:extLst>
          </p:cNvPr>
          <p:cNvSpPr/>
          <p:nvPr/>
        </p:nvSpPr>
        <p:spPr>
          <a:xfrm>
            <a:off x="6666423" y="3297212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売上分析会社</a:t>
            </a:r>
          </a:p>
        </p:txBody>
      </p:sp>
    </p:spTree>
    <p:extLst>
      <p:ext uri="{BB962C8B-B14F-4D97-AF65-F5344CB8AC3E}">
        <p14:creationId xmlns:p14="http://schemas.microsoft.com/office/powerpoint/2010/main" val="2939498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1047551-1EEC-E1FD-1A18-0C73373DCDEB}"/>
              </a:ext>
            </a:extLst>
          </p:cNvPr>
          <p:cNvSpPr/>
          <p:nvPr/>
        </p:nvSpPr>
        <p:spPr>
          <a:xfrm>
            <a:off x="1729256" y="1340912"/>
            <a:ext cx="3238725" cy="1923283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FCFC5F6-C53B-64C0-B34E-71C8E8D3F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⑧実績集計機能　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A5B9B44-C3A1-8B38-E190-66384CCA9EC4}"/>
              </a:ext>
            </a:extLst>
          </p:cNvPr>
          <p:cNvSpPr/>
          <p:nvPr/>
        </p:nvSpPr>
        <p:spPr>
          <a:xfrm>
            <a:off x="2130775" y="1088912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F35E476-A7D5-EA56-C591-9B752BFF7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77" y="1592912"/>
            <a:ext cx="814514" cy="818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882B4A2-8FCF-8FFF-70AC-E17E872B6AD0}"/>
              </a:ext>
            </a:extLst>
          </p:cNvPr>
          <p:cNvSpPr/>
          <p:nvPr/>
        </p:nvSpPr>
        <p:spPr>
          <a:xfrm>
            <a:off x="2130775" y="1779355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売上受信＆実績データ作成機能</a:t>
            </a:r>
          </a:p>
        </p:txBody>
      </p:sp>
      <p:cxnSp>
        <p:nvCxnSpPr>
          <p:cNvPr id="7" name="コネクタ: カギ線 19">
            <a:extLst>
              <a:ext uri="{FF2B5EF4-FFF2-40B4-BE49-F238E27FC236}">
                <a16:creationId xmlns:a16="http://schemas.microsoft.com/office/drawing/2014/main" id="{BF6E4C28-1E2A-7B24-026D-33AF2FCAAC9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374491" y="2002371"/>
            <a:ext cx="756284" cy="28984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コネクタ: カギ線 19">
            <a:extLst>
              <a:ext uri="{FF2B5EF4-FFF2-40B4-BE49-F238E27FC236}">
                <a16:creationId xmlns:a16="http://schemas.microsoft.com/office/drawing/2014/main" id="{5D488010-6916-4EDE-C8BA-26195FB1F853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930775" y="1892595"/>
            <a:ext cx="4660332" cy="138760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38C8A58-8425-E60D-1EDB-27C546B70136}"/>
              </a:ext>
            </a:extLst>
          </p:cNvPr>
          <p:cNvSpPr/>
          <p:nvPr/>
        </p:nvSpPr>
        <p:spPr>
          <a:xfrm>
            <a:off x="2130775" y="2639954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実績集計機能</a:t>
            </a:r>
          </a:p>
        </p:txBody>
      </p:sp>
      <p:cxnSp>
        <p:nvCxnSpPr>
          <p:cNvPr id="14" name="コネクタ: カギ線 19">
            <a:extLst>
              <a:ext uri="{FF2B5EF4-FFF2-40B4-BE49-F238E27FC236}">
                <a16:creationId xmlns:a16="http://schemas.microsoft.com/office/drawing/2014/main" id="{89447AC9-A7E7-DD8D-2D3E-A5DD882546E5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5400000">
            <a:off x="2852476" y="2461654"/>
            <a:ext cx="356599" cy="12700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コネクタ: カギ線 19">
            <a:extLst>
              <a:ext uri="{FF2B5EF4-FFF2-40B4-BE49-F238E27FC236}">
                <a16:creationId xmlns:a16="http://schemas.microsoft.com/office/drawing/2014/main" id="{0F61804F-C277-1663-A6E4-789CC675319A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 rot="5400000">
            <a:off x="2158896" y="2910687"/>
            <a:ext cx="638612" cy="1105147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2" name="図 21">
            <a:extLst>
              <a:ext uri="{FF2B5EF4-FFF2-40B4-BE49-F238E27FC236}">
                <a16:creationId xmlns:a16="http://schemas.microsoft.com/office/drawing/2014/main" id="{72591E8E-DBCD-197C-8AA9-6F922B6E4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37" y="3782566"/>
            <a:ext cx="2845981" cy="1294573"/>
          </a:xfrm>
          <a:prstGeom prst="rect">
            <a:avLst/>
          </a:prstGeom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9883E2E-3E72-BCF3-54F9-0973A9DB1F46}"/>
              </a:ext>
            </a:extLst>
          </p:cNvPr>
          <p:cNvSpPr txBox="1"/>
          <p:nvPr/>
        </p:nvSpPr>
        <p:spPr>
          <a:xfrm>
            <a:off x="1213209" y="4538765"/>
            <a:ext cx="1078848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ジャーナル検索機能</a:t>
            </a:r>
          </a:p>
        </p:txBody>
      </p:sp>
      <p:pic>
        <p:nvPicPr>
          <p:cNvPr id="41" name="図 40">
            <a:extLst>
              <a:ext uri="{FF2B5EF4-FFF2-40B4-BE49-F238E27FC236}">
                <a16:creationId xmlns:a16="http://schemas.microsoft.com/office/drawing/2014/main" id="{F2181318-7847-B163-2B34-3673F4DF3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3341" y="3798326"/>
            <a:ext cx="3209279" cy="1000361"/>
          </a:xfrm>
          <a:prstGeom prst="rect">
            <a:avLst/>
          </a:prstGeom>
        </p:spPr>
      </p:pic>
      <p:cxnSp>
        <p:nvCxnSpPr>
          <p:cNvPr id="42" name="コネクタ: カギ線 19">
            <a:extLst>
              <a:ext uri="{FF2B5EF4-FFF2-40B4-BE49-F238E27FC236}">
                <a16:creationId xmlns:a16="http://schemas.microsoft.com/office/drawing/2014/main" id="{F20B5469-599F-DDC7-77DF-7036D5F0124F}"/>
              </a:ext>
            </a:extLst>
          </p:cNvPr>
          <p:cNvCxnSpPr>
            <a:cxnSpLocks/>
            <a:stCxn id="13" idx="2"/>
            <a:endCxn id="41" idx="0"/>
          </p:cNvCxnSpPr>
          <p:nvPr/>
        </p:nvCxnSpPr>
        <p:spPr>
          <a:xfrm rot="16200000" flipH="1">
            <a:off x="3672192" y="2502537"/>
            <a:ext cx="654372" cy="1937206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64902443-9B7D-D22D-9745-809CFF82FC64}"/>
              </a:ext>
            </a:extLst>
          </p:cNvPr>
          <p:cNvSpPr/>
          <p:nvPr/>
        </p:nvSpPr>
        <p:spPr>
          <a:xfrm>
            <a:off x="3402600" y="4910924"/>
            <a:ext cx="3051363" cy="1654733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/>
          <a:lstStyle/>
          <a:p>
            <a:r>
              <a:rPr kumimoji="1" lang="ja-JP" altLang="en-US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速報、日報、月報画面および、帳票出力</a:t>
            </a:r>
            <a:br>
              <a:rPr kumimoji="1" lang="en-US" altLang="ja-JP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br>
              <a:rPr kumimoji="1" lang="en-US" altLang="ja-JP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lang="zh-TW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部門別売上速報／日報</a:t>
            </a:r>
            <a:br>
              <a:rPr lang="en-US" altLang="zh-TW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lang="zh-TW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単品速報／日報</a:t>
            </a:r>
            <a:br>
              <a:rPr lang="en-US" altLang="zh-TW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・レジ別速報／日報</a:t>
            </a:r>
            <a:br>
              <a:rPr lang="en-US" altLang="ja-JP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・レジ別単品別売上点検</a:t>
            </a:r>
            <a:endParaRPr lang="en-US" altLang="ja-JP" sz="1200" i="0">
              <a:solidFill>
                <a:schemeClr val="tx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などなど</a:t>
            </a:r>
            <a:br>
              <a:rPr lang="en-US" altLang="zh-TW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endParaRPr kumimoji="1" lang="en-US" altLang="ja-JP" sz="12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2DF1C1B9-A67F-5EC5-C1F8-67E1749AD0BD}"/>
              </a:ext>
            </a:extLst>
          </p:cNvPr>
          <p:cNvSpPr/>
          <p:nvPr/>
        </p:nvSpPr>
        <p:spPr>
          <a:xfrm>
            <a:off x="6731509" y="1709975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基幹システムなど</a:t>
            </a:r>
          </a:p>
        </p:txBody>
      </p:sp>
    </p:spTree>
    <p:extLst>
      <p:ext uri="{BB962C8B-B14F-4D97-AF65-F5344CB8AC3E}">
        <p14:creationId xmlns:p14="http://schemas.microsoft.com/office/powerpoint/2010/main" val="3533670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3F4DD0-AA51-D68E-26DC-5DF6B0887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⑨</a:t>
            </a:r>
            <a:r>
              <a:rPr kumimoji="1" lang="en-US" altLang="ja-JP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状況確認機能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02C84E3-8B2D-87ED-0705-4E3C398D8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10" y="1129936"/>
            <a:ext cx="5270205" cy="229906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2AE05D71-82B8-54A2-00D0-B222A303B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924" y="2673898"/>
            <a:ext cx="5226267" cy="257858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A7E879C-ED27-7EEB-B1EA-742FCA5B0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4101" y="3366032"/>
            <a:ext cx="6375991" cy="2837147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B2F65C1-AD81-7348-8195-643807E9CF6D}"/>
              </a:ext>
            </a:extLst>
          </p:cNvPr>
          <p:cNvSpPr/>
          <p:nvPr/>
        </p:nvSpPr>
        <p:spPr>
          <a:xfrm>
            <a:off x="717885" y="4972962"/>
            <a:ext cx="8362750" cy="157428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レジの稼働状況や、トラブルなどの状況。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釣銭の在高、補充が必要な機器の情報など。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9036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E2B899-11C2-DE7C-7CDA-7E9A7547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参考（</a:t>
            </a:r>
            <a:r>
              <a:rPr kumimoji="1" lang="en-US" altLang="ja-JP"/>
              <a:t>USMH</a:t>
            </a:r>
            <a:r>
              <a:rPr kumimoji="1" lang="ja-JP" altLang="en-US"/>
              <a:t>全社構成）</a:t>
            </a:r>
          </a:p>
        </p:txBody>
      </p:sp>
    </p:spTree>
    <p:extLst>
      <p:ext uri="{BB962C8B-B14F-4D97-AF65-F5344CB8AC3E}">
        <p14:creationId xmlns:p14="http://schemas.microsoft.com/office/powerpoint/2010/main" val="2197482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AAB4DB-3F22-33FA-999E-EB2AF7D06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参考（</a:t>
            </a:r>
            <a:r>
              <a:rPr kumimoji="1" lang="en-US" altLang="ja-JP"/>
              <a:t>USMH</a:t>
            </a:r>
            <a:r>
              <a:rPr kumimoji="1" lang="ja-JP" altLang="en-US"/>
              <a:t>全社構成）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8918A26-3488-46C3-8984-D1CED34BC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45" y="908240"/>
            <a:ext cx="7224495" cy="570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64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ED2EEE-B9B8-C404-EA09-B0FF470B6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参考（いなげや</a:t>
            </a:r>
            <a:r>
              <a:rPr kumimoji="1" lang="en-US" altLang="ja-JP"/>
              <a:t>POS</a:t>
            </a:r>
            <a:r>
              <a:rPr kumimoji="1" lang="ja-JP" altLang="en-US"/>
              <a:t>ネットワーク構成図）</a:t>
            </a:r>
          </a:p>
        </p:txBody>
      </p:sp>
      <p:sp>
        <p:nvSpPr>
          <p:cNvPr id="95" name="雲 94">
            <a:extLst>
              <a:ext uri="{FF2B5EF4-FFF2-40B4-BE49-F238E27FC236}">
                <a16:creationId xmlns:a16="http://schemas.microsoft.com/office/drawing/2014/main" id="{98EA9EF6-9E83-407A-AF45-8A91C355B858}"/>
              </a:ext>
            </a:extLst>
          </p:cNvPr>
          <p:cNvSpPr/>
          <p:nvPr/>
        </p:nvSpPr>
        <p:spPr>
          <a:xfrm>
            <a:off x="4025960" y="2387749"/>
            <a:ext cx="1610909" cy="916162"/>
          </a:xfrm>
          <a:prstGeom prst="cloud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VINX</a:t>
            </a:r>
            <a:endParaRPr kumimoji="1" lang="en-US" altLang="ja-JP" sz="900" b="0">
              <a:solidFill>
                <a:schemeClr val="lt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USMH</a:t>
            </a:r>
            <a:r>
              <a:rPr kumimoji="1" lang="ja-JP" altLang="ja-JP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br>
              <a:rPr kumimoji="1" lang="en-US" altLang="ja-JP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en-US" altLang="ja-JP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NAT</a:t>
            </a:r>
            <a:r>
              <a:rPr kumimoji="1" lang="ja-JP" altLang="en-US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変換</a:t>
            </a:r>
            <a:endParaRPr lang="ja-JP" altLang="ja-JP" sz="90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86C8261C-1F17-4AD5-973E-2ABEFAF0E81E}"/>
              </a:ext>
            </a:extLst>
          </p:cNvPr>
          <p:cNvSpPr/>
          <p:nvPr/>
        </p:nvSpPr>
        <p:spPr>
          <a:xfrm>
            <a:off x="6173838" y="3960628"/>
            <a:ext cx="715959" cy="3283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マルエツ　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VINX</a:t>
            </a:r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DC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7" name="雲 96">
            <a:extLst>
              <a:ext uri="{FF2B5EF4-FFF2-40B4-BE49-F238E27FC236}">
                <a16:creationId xmlns:a16="http://schemas.microsoft.com/office/drawing/2014/main" id="{ADE1703C-4123-4F57-B986-E3954E4FF91B}"/>
              </a:ext>
            </a:extLst>
          </p:cNvPr>
          <p:cNvSpPr/>
          <p:nvPr/>
        </p:nvSpPr>
        <p:spPr>
          <a:xfrm>
            <a:off x="7247778" y="4617345"/>
            <a:ext cx="715959" cy="492538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カスミ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8" name="雲 97">
            <a:extLst>
              <a:ext uri="{FF2B5EF4-FFF2-40B4-BE49-F238E27FC236}">
                <a16:creationId xmlns:a16="http://schemas.microsoft.com/office/drawing/2014/main" id="{96DE8E8F-AFF4-4935-B2F6-99E3E477E56D}"/>
              </a:ext>
            </a:extLst>
          </p:cNvPr>
          <p:cNvSpPr/>
          <p:nvPr/>
        </p:nvSpPr>
        <p:spPr>
          <a:xfrm>
            <a:off x="8321717" y="4617345"/>
            <a:ext cx="715959" cy="492538"/>
          </a:xfrm>
          <a:prstGeom prst="cloud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46B38FFA-F6C6-4F40-A958-161AC8E6ED4F}"/>
              </a:ext>
            </a:extLst>
          </p:cNvPr>
          <p:cNvSpPr/>
          <p:nvPr/>
        </p:nvSpPr>
        <p:spPr>
          <a:xfrm>
            <a:off x="7247778" y="3960627"/>
            <a:ext cx="715959" cy="3283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カスミ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アイネス 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DC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780FEA68-EC17-4AF3-AC43-42879E1DADA0}"/>
              </a:ext>
              <a:ext uri="{147F2762-F138-4A5C-976F-8EAC2B608ADB}">
                <a16:predDERef xmlns:a16="http://schemas.microsoft.com/office/drawing/2014/main" pred="{46B38FFA-F6C6-4F40-A958-161AC8E6ED4F}"/>
              </a:ext>
            </a:extLst>
          </p:cNvPr>
          <p:cNvSpPr/>
          <p:nvPr/>
        </p:nvSpPr>
        <p:spPr>
          <a:xfrm>
            <a:off x="4025960" y="3960627"/>
            <a:ext cx="715959" cy="28579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・電子ジャーナル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・ワンボタン設定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0749B6BC-DF54-4B9E-B7D6-FF9769834990}"/>
              </a:ext>
            </a:extLst>
          </p:cNvPr>
          <p:cNvSpPr/>
          <p:nvPr/>
        </p:nvSpPr>
        <p:spPr>
          <a:xfrm>
            <a:off x="4025960" y="2055338"/>
            <a:ext cx="715959" cy="1641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AZURE</a:t>
            </a:r>
            <a:endParaRPr kumimoji="1" lang="ja-JP" altLang="en-US" sz="800" b="0">
              <a:solidFill>
                <a:sysClr val="windowText" lastClr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9B577776-E765-4293-81F6-5C8C094D186D}"/>
              </a:ext>
            </a:extLst>
          </p:cNvPr>
          <p:cNvSpPr/>
          <p:nvPr/>
        </p:nvSpPr>
        <p:spPr>
          <a:xfrm>
            <a:off x="8321717" y="3960627"/>
            <a:ext cx="715959" cy="328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アイビス 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DC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3" name="雲 102">
            <a:extLst>
              <a:ext uri="{FF2B5EF4-FFF2-40B4-BE49-F238E27FC236}">
                <a16:creationId xmlns:a16="http://schemas.microsoft.com/office/drawing/2014/main" id="{13057A66-6C74-4F93-A94E-55B57AE89F3B}"/>
              </a:ext>
            </a:extLst>
          </p:cNvPr>
          <p:cNvSpPr/>
          <p:nvPr/>
        </p:nvSpPr>
        <p:spPr>
          <a:xfrm>
            <a:off x="6173839" y="4617345"/>
            <a:ext cx="715959" cy="492538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マルエツ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6C879120-87C7-42F8-A628-57192085D377}"/>
              </a:ext>
            </a:extLst>
          </p:cNvPr>
          <p:cNvSpPr/>
          <p:nvPr/>
        </p:nvSpPr>
        <p:spPr>
          <a:xfrm>
            <a:off x="2594041" y="3303910"/>
            <a:ext cx="894949" cy="6567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いなげや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富士通館林 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DC</a:t>
            </a:r>
            <a:endParaRPr kumimoji="1" lang="ja-JP" altLang="en-US" sz="800" b="0">
              <a:solidFill>
                <a:sysClr val="windowText" lastClr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5" name="雲 104">
            <a:extLst>
              <a:ext uri="{FF2B5EF4-FFF2-40B4-BE49-F238E27FC236}">
                <a16:creationId xmlns:a16="http://schemas.microsoft.com/office/drawing/2014/main" id="{C2E8A039-A9B9-4D09-87D3-72DB35393791}"/>
              </a:ext>
            </a:extLst>
          </p:cNvPr>
          <p:cNvSpPr/>
          <p:nvPr/>
        </p:nvSpPr>
        <p:spPr>
          <a:xfrm>
            <a:off x="2594041" y="4288986"/>
            <a:ext cx="894949" cy="449498"/>
          </a:xfrm>
          <a:prstGeom prst="clou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いなげや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C0DB1AF6-A196-4B9C-8C0E-3B5106A8DEA9}"/>
              </a:ext>
            </a:extLst>
          </p:cNvPr>
          <p:cNvSpPr/>
          <p:nvPr/>
        </p:nvSpPr>
        <p:spPr>
          <a:xfrm>
            <a:off x="1341111" y="5438240"/>
            <a:ext cx="357980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センタ</a:t>
            </a:r>
            <a:endParaRPr kumimoji="1" lang="ja-JP" altLang="en-US" sz="800" b="0">
              <a:solidFill>
                <a:sysClr val="windowText" lastClr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A828CB58-3CDD-4D3B-B0FE-423B21CA0905}"/>
              </a:ext>
            </a:extLst>
          </p:cNvPr>
          <p:cNvSpPr/>
          <p:nvPr/>
        </p:nvSpPr>
        <p:spPr>
          <a:xfrm>
            <a:off x="625152" y="5438241"/>
            <a:ext cx="715959" cy="9850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店舗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E184EC51-2333-49C8-BD47-5A3C6054E092}"/>
              </a:ext>
            </a:extLst>
          </p:cNvPr>
          <p:cNvSpPr/>
          <p:nvPr/>
        </p:nvSpPr>
        <p:spPr>
          <a:xfrm>
            <a:off x="1695909" y="5438241"/>
            <a:ext cx="361162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メイテツ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コム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E1A3FD08-E9FD-4694-B3EF-C7063483189E}"/>
              </a:ext>
            </a:extLst>
          </p:cNvPr>
          <p:cNvSpPr/>
          <p:nvPr/>
        </p:nvSpPr>
        <p:spPr>
          <a:xfrm>
            <a:off x="2053888" y="5438241"/>
            <a:ext cx="361162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DNP</a:t>
            </a:r>
            <a:endParaRPr kumimoji="1" lang="ja-JP" altLang="en-US" sz="800" b="0">
              <a:solidFill>
                <a:sysClr val="windowText" lastClr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E6E7E272-4044-432E-8660-F66107447078}"/>
              </a:ext>
            </a:extLst>
          </p:cNvPr>
          <p:cNvSpPr/>
          <p:nvPr/>
        </p:nvSpPr>
        <p:spPr>
          <a:xfrm>
            <a:off x="2415051" y="5438241"/>
            <a:ext cx="357980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グループ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ウェア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FD6315AE-F99A-422C-A782-61BAE7CDC0BC}"/>
              </a:ext>
            </a:extLst>
          </p:cNvPr>
          <p:cNvSpPr/>
          <p:nvPr/>
        </p:nvSpPr>
        <p:spPr>
          <a:xfrm>
            <a:off x="2773030" y="5438241"/>
            <a:ext cx="357980" cy="8208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セイコー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ソリュー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ションズ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2F1CF5FD-6CB7-4727-8957-40CA5EA8FC9E}"/>
              </a:ext>
            </a:extLst>
          </p:cNvPr>
          <p:cNvSpPr/>
          <p:nvPr/>
        </p:nvSpPr>
        <p:spPr>
          <a:xfrm>
            <a:off x="6173838" y="5428105"/>
            <a:ext cx="715959" cy="3283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店舗</a:t>
            </a:r>
          </a:p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本社等</a:t>
            </a: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27C2886C-6314-4706-A746-B47F46FA6D43}"/>
              </a:ext>
            </a:extLst>
          </p:cNvPr>
          <p:cNvSpPr/>
          <p:nvPr/>
        </p:nvSpPr>
        <p:spPr>
          <a:xfrm>
            <a:off x="4025960" y="4862600"/>
            <a:ext cx="715959" cy="3283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秋葉原</a:t>
            </a:r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B22FB67B-B5EF-4E28-A769-FC91A1EB3D79}"/>
              </a:ext>
            </a:extLst>
          </p:cNvPr>
          <p:cNvSpPr/>
          <p:nvPr/>
        </p:nvSpPr>
        <p:spPr>
          <a:xfrm>
            <a:off x="4025960" y="5766599"/>
            <a:ext cx="715959" cy="3283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蕨</a:t>
            </a: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0AE962EF-B24F-4A56-85BE-17C22BFD6A36}"/>
              </a:ext>
            </a:extLst>
          </p:cNvPr>
          <p:cNvSpPr/>
          <p:nvPr/>
        </p:nvSpPr>
        <p:spPr>
          <a:xfrm>
            <a:off x="3131010" y="5438240"/>
            <a:ext cx="357980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立川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本社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09D7CC0E-341F-4875-9C45-4CC2D6C1508C}"/>
              </a:ext>
              <a:ext uri="{147F2762-F138-4A5C-976F-8EAC2B608ADB}">
                <a16:predDERef xmlns:a16="http://schemas.microsoft.com/office/drawing/2014/main" pred="{B83C6917-4E8B-42E3-97BE-CDDE09D24CA6}"/>
              </a:ext>
            </a:extLst>
          </p:cNvPr>
          <p:cNvCxnSpPr>
            <a:cxnSpLocks/>
            <a:stCxn id="150" idx="0"/>
            <a:endCxn id="95" idx="1"/>
            <a:extLst>
              <a:ext uri="{5F17804C-33F3-41E3-A699-7DCFA2EF7971}">
                <a16:cxnDERefs xmlns:a16="http://schemas.microsoft.com/office/drawing/2014/main" st="{780FEA68-EC17-4AF3-AC43-42879E1DADA0}" end="{514100D2-8411-4FFF-BFAA-31E2D5C62CAB}"/>
              </a:ext>
            </a:extLst>
          </p:cNvCxnSpPr>
          <p:nvPr/>
        </p:nvCxnSpPr>
        <p:spPr>
          <a:xfrm rot="5400000" flipH="1" flipV="1">
            <a:off x="4441405" y="3240273"/>
            <a:ext cx="331348" cy="452645"/>
          </a:xfrm>
          <a:prstGeom prst="bentConnector3">
            <a:avLst>
              <a:gd name="adj1" fmla="val 50000"/>
            </a:avLst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コネクタ: カギ線 116">
            <a:extLst>
              <a:ext uri="{FF2B5EF4-FFF2-40B4-BE49-F238E27FC236}">
                <a16:creationId xmlns:a16="http://schemas.microsoft.com/office/drawing/2014/main" id="{D496F85C-FB01-4EE1-A6AC-E73A688811F0}"/>
              </a:ext>
            </a:extLst>
          </p:cNvPr>
          <p:cNvCxnSpPr>
            <a:stCxn id="95" idx="3"/>
            <a:endCxn id="101" idx="2"/>
          </p:cNvCxnSpPr>
          <p:nvPr/>
        </p:nvCxnSpPr>
        <p:spPr>
          <a:xfrm rot="16200000" flipV="1">
            <a:off x="4498711" y="2104745"/>
            <a:ext cx="219919" cy="449463"/>
          </a:xfrm>
          <a:prstGeom prst="bentConnector3">
            <a:avLst>
              <a:gd name="adj1" fmla="val 50000"/>
            </a:avLst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D1733A3B-22A5-4521-8F11-50710B28182C}"/>
              </a:ext>
            </a:extLst>
          </p:cNvPr>
          <p:cNvCxnSpPr>
            <a:stCxn id="95" idx="0"/>
            <a:endCxn id="96" idx="0"/>
          </p:cNvCxnSpPr>
          <p:nvPr/>
        </p:nvCxnSpPr>
        <p:spPr>
          <a:xfrm>
            <a:off x="5639473" y="2845830"/>
            <a:ext cx="892345" cy="1114798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コネクタ: カギ線 118">
            <a:extLst>
              <a:ext uri="{FF2B5EF4-FFF2-40B4-BE49-F238E27FC236}">
                <a16:creationId xmlns:a16="http://schemas.microsoft.com/office/drawing/2014/main" id="{5A676975-609D-444B-8434-C5C46DBF54D9}"/>
              </a:ext>
            </a:extLst>
          </p:cNvPr>
          <p:cNvCxnSpPr>
            <a:stCxn id="176" idx="0"/>
            <a:endCxn id="97" idx="2"/>
          </p:cNvCxnSpPr>
          <p:nvPr/>
        </p:nvCxnSpPr>
        <p:spPr>
          <a:xfrm rot="5400000" flipH="1" flipV="1">
            <a:off x="6342712" y="5680160"/>
            <a:ext cx="1724894" cy="89777"/>
          </a:xfrm>
          <a:prstGeom prst="bent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コネクタ: カギ線 119">
            <a:extLst>
              <a:ext uri="{FF2B5EF4-FFF2-40B4-BE49-F238E27FC236}">
                <a16:creationId xmlns:a16="http://schemas.microsoft.com/office/drawing/2014/main" id="{B8F2F90D-0999-4EFA-AC91-5A5430B7C429}"/>
              </a:ext>
            </a:extLst>
          </p:cNvPr>
          <p:cNvCxnSpPr>
            <a:stCxn id="95" idx="0"/>
            <a:endCxn id="102" idx="0"/>
          </p:cNvCxnSpPr>
          <p:nvPr/>
        </p:nvCxnSpPr>
        <p:spPr>
          <a:xfrm>
            <a:off x="5639473" y="2845830"/>
            <a:ext cx="3040223" cy="1114797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コネクタ: カギ線 111">
            <a:extLst>
              <a:ext uri="{FF2B5EF4-FFF2-40B4-BE49-F238E27FC236}">
                <a16:creationId xmlns:a16="http://schemas.microsoft.com/office/drawing/2014/main" id="{039F1DC3-1055-41E9-BEB4-31E0646CA443}"/>
              </a:ext>
            </a:extLst>
          </p:cNvPr>
          <p:cNvCxnSpPr>
            <a:stCxn id="105" idx="3"/>
            <a:endCxn id="104" idx="2"/>
          </p:cNvCxnSpPr>
          <p:nvPr/>
        </p:nvCxnSpPr>
        <p:spPr>
          <a:xfrm flipV="1">
            <a:off x="3043505" y="3960628"/>
            <a:ext cx="0" cy="353827"/>
          </a:xfrm>
          <a:prstGeom prst="straightConnector1">
            <a:avLst/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コネクタ: カギ線 121">
            <a:extLst>
              <a:ext uri="{FF2B5EF4-FFF2-40B4-BE49-F238E27FC236}">
                <a16:creationId xmlns:a16="http://schemas.microsoft.com/office/drawing/2014/main" id="{96585C92-E86F-4974-8115-9738D6534F02}"/>
              </a:ext>
            </a:extLst>
          </p:cNvPr>
          <p:cNvCxnSpPr>
            <a:stCxn id="105" idx="1"/>
            <a:endCxn id="106" idx="0"/>
          </p:cNvCxnSpPr>
          <p:nvPr/>
        </p:nvCxnSpPr>
        <p:spPr>
          <a:xfrm rot="5400000">
            <a:off x="1931688" y="4326423"/>
            <a:ext cx="700231" cy="1523403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コネクタ: カギ線 122">
            <a:extLst>
              <a:ext uri="{FF2B5EF4-FFF2-40B4-BE49-F238E27FC236}">
                <a16:creationId xmlns:a16="http://schemas.microsoft.com/office/drawing/2014/main" id="{5EDF3C9D-A45F-4023-BA51-BC517616B808}"/>
              </a:ext>
            </a:extLst>
          </p:cNvPr>
          <p:cNvCxnSpPr>
            <a:stCxn id="105" idx="1"/>
            <a:endCxn id="107" idx="0"/>
          </p:cNvCxnSpPr>
          <p:nvPr/>
        </p:nvCxnSpPr>
        <p:spPr>
          <a:xfrm rot="5400000">
            <a:off x="1663202" y="4057938"/>
            <a:ext cx="700232" cy="2060373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コネクタ: カギ線 123">
            <a:extLst>
              <a:ext uri="{FF2B5EF4-FFF2-40B4-BE49-F238E27FC236}">
                <a16:creationId xmlns:a16="http://schemas.microsoft.com/office/drawing/2014/main" id="{F6BA5218-43A5-427C-925B-6C36CF95C8E0}"/>
              </a:ext>
            </a:extLst>
          </p:cNvPr>
          <p:cNvCxnSpPr>
            <a:stCxn id="105" idx="1"/>
            <a:endCxn id="108" idx="0"/>
          </p:cNvCxnSpPr>
          <p:nvPr/>
        </p:nvCxnSpPr>
        <p:spPr>
          <a:xfrm rot="5400000">
            <a:off x="2110876" y="4505613"/>
            <a:ext cx="700232" cy="1165026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コネクタ: カギ線 124">
            <a:extLst>
              <a:ext uri="{FF2B5EF4-FFF2-40B4-BE49-F238E27FC236}">
                <a16:creationId xmlns:a16="http://schemas.microsoft.com/office/drawing/2014/main" id="{CABB1587-D9DA-4620-9D1D-678EC0A8C020}"/>
              </a:ext>
            </a:extLst>
          </p:cNvPr>
          <p:cNvCxnSpPr>
            <a:stCxn id="105" idx="1"/>
            <a:endCxn id="109" idx="0"/>
          </p:cNvCxnSpPr>
          <p:nvPr/>
        </p:nvCxnSpPr>
        <p:spPr>
          <a:xfrm rot="5400000">
            <a:off x="2289866" y="4684602"/>
            <a:ext cx="700232" cy="807046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コネクタ: カギ線 125">
            <a:extLst>
              <a:ext uri="{FF2B5EF4-FFF2-40B4-BE49-F238E27FC236}">
                <a16:creationId xmlns:a16="http://schemas.microsoft.com/office/drawing/2014/main" id="{CC744665-8B3B-40B1-A679-3064CDC8E225}"/>
              </a:ext>
            </a:extLst>
          </p:cNvPr>
          <p:cNvCxnSpPr>
            <a:stCxn id="105" idx="1"/>
            <a:endCxn id="110" idx="0"/>
          </p:cNvCxnSpPr>
          <p:nvPr/>
        </p:nvCxnSpPr>
        <p:spPr>
          <a:xfrm rot="5400000">
            <a:off x="2468657" y="4863392"/>
            <a:ext cx="700232" cy="449464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CD0B2530-0A32-4E40-BD92-21C01B7669BB}"/>
              </a:ext>
            </a:extLst>
          </p:cNvPr>
          <p:cNvCxnSpPr>
            <a:stCxn id="105" idx="1"/>
            <a:endCxn id="111" idx="0"/>
          </p:cNvCxnSpPr>
          <p:nvPr/>
        </p:nvCxnSpPr>
        <p:spPr>
          <a:xfrm rot="5400000">
            <a:off x="2647647" y="5042383"/>
            <a:ext cx="700232" cy="91483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コネクタ: カギ線 127">
            <a:extLst>
              <a:ext uri="{FF2B5EF4-FFF2-40B4-BE49-F238E27FC236}">
                <a16:creationId xmlns:a16="http://schemas.microsoft.com/office/drawing/2014/main" id="{D12FC6F8-F2A3-4654-8367-A5AB30FACCBA}"/>
              </a:ext>
            </a:extLst>
          </p:cNvPr>
          <p:cNvCxnSpPr>
            <a:stCxn id="105" idx="1"/>
            <a:endCxn id="115" idx="0"/>
          </p:cNvCxnSpPr>
          <p:nvPr/>
        </p:nvCxnSpPr>
        <p:spPr>
          <a:xfrm rot="16200000" flipH="1">
            <a:off x="2825045" y="4956468"/>
            <a:ext cx="700231" cy="263314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コネクタ: カギ線 111">
            <a:extLst>
              <a:ext uri="{FF2B5EF4-FFF2-40B4-BE49-F238E27FC236}">
                <a16:creationId xmlns:a16="http://schemas.microsoft.com/office/drawing/2014/main" id="{036BBF09-C7B9-4CDA-B223-6F6F546D1F1B}"/>
              </a:ext>
            </a:extLst>
          </p:cNvPr>
          <p:cNvCxnSpPr>
            <a:stCxn id="103" idx="3"/>
            <a:endCxn id="96" idx="2"/>
          </p:cNvCxnSpPr>
          <p:nvPr/>
        </p:nvCxnSpPr>
        <p:spPr>
          <a:xfrm flipV="1">
            <a:off x="6531818" y="4288986"/>
            <a:ext cx="0" cy="35617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コネクタ: カギ線 111">
            <a:extLst>
              <a:ext uri="{FF2B5EF4-FFF2-40B4-BE49-F238E27FC236}">
                <a16:creationId xmlns:a16="http://schemas.microsoft.com/office/drawing/2014/main" id="{2DF4A51C-2A74-4C78-A008-222AD170E1F9}"/>
              </a:ext>
            </a:extLst>
          </p:cNvPr>
          <p:cNvCxnSpPr>
            <a:stCxn id="112" idx="0"/>
            <a:endCxn id="103" idx="1"/>
          </p:cNvCxnSpPr>
          <p:nvPr/>
        </p:nvCxnSpPr>
        <p:spPr>
          <a:xfrm flipV="1">
            <a:off x="6531818" y="5107338"/>
            <a:ext cx="0" cy="320767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0C2CAA7B-E465-4B8D-AF06-E3374C0FD55D}"/>
              </a:ext>
            </a:extLst>
          </p:cNvPr>
          <p:cNvSpPr/>
          <p:nvPr/>
        </p:nvSpPr>
        <p:spPr>
          <a:xfrm>
            <a:off x="7247778" y="5438241"/>
            <a:ext cx="715959" cy="3283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店舗</a:t>
            </a:r>
          </a:p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本社等</a:t>
            </a:r>
          </a:p>
        </p:txBody>
      </p:sp>
      <p:cxnSp>
        <p:nvCxnSpPr>
          <p:cNvPr id="132" name="コネクタ: カギ線 111">
            <a:extLst>
              <a:ext uri="{FF2B5EF4-FFF2-40B4-BE49-F238E27FC236}">
                <a16:creationId xmlns:a16="http://schemas.microsoft.com/office/drawing/2014/main" id="{DB37A407-26A7-4061-90CC-20C84DD85313}"/>
              </a:ext>
            </a:extLst>
          </p:cNvPr>
          <p:cNvCxnSpPr>
            <a:stCxn id="131" idx="0"/>
            <a:endCxn id="97" idx="1"/>
          </p:cNvCxnSpPr>
          <p:nvPr/>
        </p:nvCxnSpPr>
        <p:spPr>
          <a:xfrm flipV="1">
            <a:off x="7605757" y="5107338"/>
            <a:ext cx="0" cy="33090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80087694-7AE3-4FCB-89CB-1D017232848B}"/>
              </a:ext>
            </a:extLst>
          </p:cNvPr>
          <p:cNvSpPr/>
          <p:nvPr/>
        </p:nvSpPr>
        <p:spPr>
          <a:xfrm>
            <a:off x="8321717" y="5438241"/>
            <a:ext cx="715959" cy="328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店舗</a:t>
            </a:r>
          </a:p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本社等</a:t>
            </a:r>
          </a:p>
        </p:txBody>
      </p:sp>
      <p:cxnSp>
        <p:nvCxnSpPr>
          <p:cNvPr id="134" name="コネクタ: カギ線 111">
            <a:extLst>
              <a:ext uri="{FF2B5EF4-FFF2-40B4-BE49-F238E27FC236}">
                <a16:creationId xmlns:a16="http://schemas.microsoft.com/office/drawing/2014/main" id="{A125577A-8351-4CCD-BE49-960F95E7761E}"/>
              </a:ext>
            </a:extLst>
          </p:cNvPr>
          <p:cNvCxnSpPr>
            <a:stCxn id="133" idx="0"/>
            <a:endCxn id="98" idx="1"/>
          </p:cNvCxnSpPr>
          <p:nvPr/>
        </p:nvCxnSpPr>
        <p:spPr>
          <a:xfrm flipV="1">
            <a:off x="8679696" y="5107338"/>
            <a:ext cx="0" cy="33090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コネクタ: カギ線 111">
            <a:extLst>
              <a:ext uri="{FF2B5EF4-FFF2-40B4-BE49-F238E27FC236}">
                <a16:creationId xmlns:a16="http://schemas.microsoft.com/office/drawing/2014/main" id="{8C03EDC2-C23B-41E1-BC6D-41E0D9278F5B}"/>
              </a:ext>
            </a:extLst>
          </p:cNvPr>
          <p:cNvCxnSpPr>
            <a:stCxn id="97" idx="3"/>
            <a:endCxn id="99" idx="2"/>
          </p:cNvCxnSpPr>
          <p:nvPr/>
        </p:nvCxnSpPr>
        <p:spPr>
          <a:xfrm flipV="1">
            <a:off x="7605757" y="4288986"/>
            <a:ext cx="0" cy="35617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11">
            <a:extLst>
              <a:ext uri="{FF2B5EF4-FFF2-40B4-BE49-F238E27FC236}">
                <a16:creationId xmlns:a16="http://schemas.microsoft.com/office/drawing/2014/main" id="{B4C4A7AC-CE12-4A20-A8F2-6D9B725EAC8E}"/>
              </a:ext>
            </a:extLst>
          </p:cNvPr>
          <p:cNvCxnSpPr>
            <a:stCxn id="98" idx="3"/>
            <a:endCxn id="102" idx="2"/>
          </p:cNvCxnSpPr>
          <p:nvPr/>
        </p:nvCxnSpPr>
        <p:spPr>
          <a:xfrm flipV="1">
            <a:off x="8679696" y="4288986"/>
            <a:ext cx="0" cy="35617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コネクタ: カギ線 136">
            <a:extLst>
              <a:ext uri="{FF2B5EF4-FFF2-40B4-BE49-F238E27FC236}">
                <a16:creationId xmlns:a16="http://schemas.microsoft.com/office/drawing/2014/main" id="{7A4A3B6C-5038-4204-BBCB-81C91F634FCB}"/>
              </a:ext>
            </a:extLst>
          </p:cNvPr>
          <p:cNvCxnSpPr>
            <a:cxnSpLocks/>
            <a:stCxn id="114" idx="0"/>
          </p:cNvCxnSpPr>
          <p:nvPr/>
        </p:nvCxnSpPr>
        <p:spPr>
          <a:xfrm rot="16200000" flipV="1">
            <a:off x="3848415" y="5231074"/>
            <a:ext cx="164180" cy="906871"/>
          </a:xfrm>
          <a:prstGeom prst="bentConnector2">
            <a:avLst/>
          </a:prstGeom>
          <a:ln w="28575" cmpd="dbl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8C765D38-495D-4131-AC27-3A9247AE6DA5}"/>
              </a:ext>
            </a:extLst>
          </p:cNvPr>
          <p:cNvCxnSpPr>
            <a:cxnSpLocks/>
            <a:stCxn id="113" idx="1"/>
          </p:cNvCxnSpPr>
          <p:nvPr/>
        </p:nvCxnSpPr>
        <p:spPr>
          <a:xfrm rot="10800000" flipV="1">
            <a:off x="3552631" y="5026779"/>
            <a:ext cx="473329" cy="516849"/>
          </a:xfrm>
          <a:prstGeom prst="bentConnector2">
            <a:avLst/>
          </a:prstGeom>
          <a:ln w="28575" cmpd="dbl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コネクタ: カギ線 111">
            <a:extLst>
              <a:ext uri="{FF2B5EF4-FFF2-40B4-BE49-F238E27FC236}">
                <a16:creationId xmlns:a16="http://schemas.microsoft.com/office/drawing/2014/main" id="{11EC4D22-6960-4532-AF52-6F12B6842CE5}"/>
              </a:ext>
            </a:extLst>
          </p:cNvPr>
          <p:cNvCxnSpPr>
            <a:cxnSpLocks/>
            <a:stCxn id="113" idx="3"/>
            <a:endCxn id="103" idx="2"/>
          </p:cNvCxnSpPr>
          <p:nvPr/>
        </p:nvCxnSpPr>
        <p:spPr>
          <a:xfrm flipV="1">
            <a:off x="4741919" y="4862600"/>
            <a:ext cx="1434190" cy="164180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11">
            <a:extLst>
              <a:ext uri="{FF2B5EF4-FFF2-40B4-BE49-F238E27FC236}">
                <a16:creationId xmlns:a16="http://schemas.microsoft.com/office/drawing/2014/main" id="{9A33647D-809B-4F8E-8901-A9EDB0D9FD24}"/>
              </a:ext>
            </a:extLst>
          </p:cNvPr>
          <p:cNvCxnSpPr>
            <a:stCxn id="113" idx="3"/>
            <a:endCxn id="176" idx="0"/>
          </p:cNvCxnSpPr>
          <p:nvPr/>
        </p:nvCxnSpPr>
        <p:spPr>
          <a:xfrm>
            <a:off x="4741919" y="5026780"/>
            <a:ext cx="2418352" cy="1560715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コネクタ: カギ線 111">
            <a:extLst>
              <a:ext uri="{FF2B5EF4-FFF2-40B4-BE49-F238E27FC236}">
                <a16:creationId xmlns:a16="http://schemas.microsoft.com/office/drawing/2014/main" id="{6815B40C-3D8F-4EF3-B83F-C180C3738813}"/>
              </a:ext>
            </a:extLst>
          </p:cNvPr>
          <p:cNvCxnSpPr>
            <a:stCxn id="114" idx="3"/>
            <a:endCxn id="176" idx="0"/>
          </p:cNvCxnSpPr>
          <p:nvPr/>
        </p:nvCxnSpPr>
        <p:spPr>
          <a:xfrm>
            <a:off x="4741919" y="5930778"/>
            <a:ext cx="2418352" cy="656716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BE3ED47C-0762-472B-9635-9FB1F7DB2DB7}"/>
              </a:ext>
            </a:extLst>
          </p:cNvPr>
          <p:cNvCxnSpPr>
            <a:stCxn id="95" idx="0"/>
            <a:endCxn id="99" idx="0"/>
          </p:cNvCxnSpPr>
          <p:nvPr/>
        </p:nvCxnSpPr>
        <p:spPr>
          <a:xfrm>
            <a:off x="5639473" y="2845830"/>
            <a:ext cx="1966284" cy="1114797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テキスト ボックス 74">
            <a:extLst>
              <a:ext uri="{FF2B5EF4-FFF2-40B4-BE49-F238E27FC236}">
                <a16:creationId xmlns:a16="http://schemas.microsoft.com/office/drawing/2014/main" id="{149EDED1-E8BF-44E3-98B0-8890CDC6BF66}"/>
              </a:ext>
            </a:extLst>
          </p:cNvPr>
          <p:cNvSpPr txBox="1"/>
          <p:nvPr/>
        </p:nvSpPr>
        <p:spPr>
          <a:xfrm>
            <a:off x="3466323" y="2411457"/>
            <a:ext cx="568032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r>
              <a:rPr kumimoji="1" lang="en-US" altLang="ja-JP" sz="800" b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(VINX)</a:t>
            </a:r>
          </a:p>
        </p:txBody>
      </p:sp>
      <p:sp>
        <p:nvSpPr>
          <p:cNvPr id="144" name="テキスト ボックス 75">
            <a:extLst>
              <a:ext uri="{FF2B5EF4-FFF2-40B4-BE49-F238E27FC236}">
                <a16:creationId xmlns:a16="http://schemas.microsoft.com/office/drawing/2014/main" id="{5090AE9B-5550-48D0-9E7E-B97A5AFBC0BD}"/>
              </a:ext>
            </a:extLst>
          </p:cNvPr>
          <p:cNvSpPr txBox="1"/>
          <p:nvPr/>
        </p:nvSpPr>
        <p:spPr>
          <a:xfrm>
            <a:off x="3544946" y="5230880"/>
            <a:ext cx="277889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endParaRPr kumimoji="1" lang="en-US" altLang="ja-JP" sz="800" b="0">
              <a:solidFill>
                <a:srgbClr val="FF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45" name="テキスト ボックス 77">
            <a:extLst>
              <a:ext uri="{FF2B5EF4-FFF2-40B4-BE49-F238E27FC236}">
                <a16:creationId xmlns:a16="http://schemas.microsoft.com/office/drawing/2014/main" id="{050350F8-19F9-4CD9-9844-49321FF0C1F9}"/>
              </a:ext>
            </a:extLst>
          </p:cNvPr>
          <p:cNvSpPr txBox="1"/>
          <p:nvPr/>
        </p:nvSpPr>
        <p:spPr>
          <a:xfrm>
            <a:off x="2685864" y="4817870"/>
            <a:ext cx="359641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FNETS</a:t>
            </a:r>
          </a:p>
        </p:txBody>
      </p:sp>
      <p:sp>
        <p:nvSpPr>
          <p:cNvPr id="146" name="テキスト ボックス 78">
            <a:extLst>
              <a:ext uri="{FF2B5EF4-FFF2-40B4-BE49-F238E27FC236}">
                <a16:creationId xmlns:a16="http://schemas.microsoft.com/office/drawing/2014/main" id="{62FB4451-8EB4-40DE-9587-24A392A7C217}"/>
              </a:ext>
            </a:extLst>
          </p:cNvPr>
          <p:cNvSpPr txBox="1"/>
          <p:nvPr/>
        </p:nvSpPr>
        <p:spPr>
          <a:xfrm>
            <a:off x="2716928" y="4044641"/>
            <a:ext cx="359641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FNETS</a:t>
            </a:r>
          </a:p>
        </p:txBody>
      </p:sp>
      <p:sp>
        <p:nvSpPr>
          <p:cNvPr id="147" name="テキスト ボックス 79">
            <a:extLst>
              <a:ext uri="{FF2B5EF4-FFF2-40B4-BE49-F238E27FC236}">
                <a16:creationId xmlns:a16="http://schemas.microsoft.com/office/drawing/2014/main" id="{7AEA60F1-9BB3-446C-A3B7-61581AC2A705}"/>
              </a:ext>
            </a:extLst>
          </p:cNvPr>
          <p:cNvSpPr txBox="1"/>
          <p:nvPr/>
        </p:nvSpPr>
        <p:spPr>
          <a:xfrm>
            <a:off x="966392" y="5129536"/>
            <a:ext cx="359641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FNETS</a:t>
            </a:r>
          </a:p>
        </p:txBody>
      </p:sp>
      <p:sp>
        <p:nvSpPr>
          <p:cNvPr id="148" name="テキスト ボックス 80">
            <a:extLst>
              <a:ext uri="{FF2B5EF4-FFF2-40B4-BE49-F238E27FC236}">
                <a16:creationId xmlns:a16="http://schemas.microsoft.com/office/drawing/2014/main" id="{633FD784-7BCD-47F2-858F-30C930D4ED26}"/>
              </a:ext>
            </a:extLst>
          </p:cNvPr>
          <p:cNvSpPr txBox="1"/>
          <p:nvPr/>
        </p:nvSpPr>
        <p:spPr>
          <a:xfrm>
            <a:off x="3946589" y="4693751"/>
            <a:ext cx="301933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VINX</a:t>
            </a:r>
          </a:p>
        </p:txBody>
      </p:sp>
      <p:sp>
        <p:nvSpPr>
          <p:cNvPr id="149" name="テキスト ボックス 81">
            <a:extLst>
              <a:ext uri="{FF2B5EF4-FFF2-40B4-BE49-F238E27FC236}">
                <a16:creationId xmlns:a16="http://schemas.microsoft.com/office/drawing/2014/main" id="{F14D22DC-5881-49E7-9178-9DFAF5F6CE57}"/>
              </a:ext>
            </a:extLst>
          </p:cNvPr>
          <p:cNvSpPr txBox="1"/>
          <p:nvPr/>
        </p:nvSpPr>
        <p:spPr>
          <a:xfrm>
            <a:off x="3576542" y="5597750"/>
            <a:ext cx="763598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マルエツ</a:t>
            </a:r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</a:t>
            </a:r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カネマツ</a:t>
            </a:r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)</a:t>
            </a:r>
          </a:p>
        </p:txBody>
      </p:sp>
      <p:sp>
        <p:nvSpPr>
          <p:cNvPr id="150" name="テキスト ボックス 82">
            <a:extLst>
              <a:ext uri="{FF2B5EF4-FFF2-40B4-BE49-F238E27FC236}">
                <a16:creationId xmlns:a16="http://schemas.microsoft.com/office/drawing/2014/main" id="{68373F90-3E85-4FDD-A665-D689A34E0942}"/>
              </a:ext>
            </a:extLst>
          </p:cNvPr>
          <p:cNvSpPr txBox="1"/>
          <p:nvPr/>
        </p:nvSpPr>
        <p:spPr>
          <a:xfrm>
            <a:off x="4025960" y="3632269"/>
            <a:ext cx="715959" cy="328358"/>
          </a:xfrm>
          <a:prstGeom prst="rect">
            <a:avLst/>
          </a:prstGeom>
          <a:solidFill>
            <a:srgbClr val="FF0000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LUVINA</a:t>
            </a:r>
          </a:p>
          <a:p>
            <a:pPr marL="0" indent="0"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ignicaPOS</a:t>
            </a:r>
            <a:r>
              <a:rPr kumimoji="1" lang="ja-JP" altLang="en-US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サーバー</a:t>
            </a:r>
            <a:endParaRPr kumimoji="1" lang="en-US" altLang="ja-JP" sz="800" b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C793B2BC-FB2D-418D-9873-A248638FB5B5}"/>
              </a:ext>
            </a:extLst>
          </p:cNvPr>
          <p:cNvSpPr/>
          <p:nvPr/>
        </p:nvSpPr>
        <p:spPr>
          <a:xfrm>
            <a:off x="4920909" y="2055338"/>
            <a:ext cx="715959" cy="1641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他サーバ等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52" name="コネクタ: カギ線 151">
            <a:extLst>
              <a:ext uri="{FF2B5EF4-FFF2-40B4-BE49-F238E27FC236}">
                <a16:creationId xmlns:a16="http://schemas.microsoft.com/office/drawing/2014/main" id="{ED853498-2BC7-4F6C-98C1-E2092BBBCBC2}"/>
              </a:ext>
            </a:extLst>
          </p:cNvPr>
          <p:cNvCxnSpPr>
            <a:stCxn id="95" idx="3"/>
            <a:endCxn id="151" idx="2"/>
          </p:cNvCxnSpPr>
          <p:nvPr/>
        </p:nvCxnSpPr>
        <p:spPr>
          <a:xfrm rot="5400000" flipH="1" flipV="1">
            <a:off x="4946186" y="2106733"/>
            <a:ext cx="219919" cy="445486"/>
          </a:xfrm>
          <a:prstGeom prst="bentConnector3">
            <a:avLst>
              <a:gd name="adj1" fmla="val 50000"/>
            </a:avLst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514100D2-8411-4FFF-BFAA-31E2D5C62CAB}"/>
              </a:ext>
            </a:extLst>
          </p:cNvPr>
          <p:cNvSpPr/>
          <p:nvPr/>
        </p:nvSpPr>
        <p:spPr>
          <a:xfrm>
            <a:off x="2594041" y="2316807"/>
            <a:ext cx="894949" cy="65874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AWS</a:t>
            </a:r>
            <a:r>
              <a:rPr kumimoji="1" lang="ja-JP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/</a:t>
            </a:r>
            <a:r>
              <a:rPr kumimoji="1" lang="ja-JP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サーバ</a:t>
            </a:r>
            <a:endParaRPr kumimoji="1" lang="en-US" altLang="ja-JP" sz="800" b="0" i="0">
              <a:solidFill>
                <a:schemeClr val="lt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・マスタ</a:t>
            </a:r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DB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・トラン</a:t>
            </a:r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DB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・レイアウト変換</a:t>
            </a:r>
            <a:endParaRPr kumimoji="1" lang="ja-JP" altLang="en-US" sz="800" b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54" name="コネクタ: カギ線 153">
            <a:extLst>
              <a:ext uri="{FF2B5EF4-FFF2-40B4-BE49-F238E27FC236}">
                <a16:creationId xmlns:a16="http://schemas.microsoft.com/office/drawing/2014/main" id="{EDBEEF3A-2C6E-4E10-AE36-6AB2D3FFDADD}"/>
              </a:ext>
            </a:extLst>
          </p:cNvPr>
          <p:cNvCxnSpPr>
            <a:cxnSpLocks/>
            <a:stCxn id="153" idx="3"/>
            <a:endCxn id="95" idx="2"/>
          </p:cNvCxnSpPr>
          <p:nvPr/>
        </p:nvCxnSpPr>
        <p:spPr>
          <a:xfrm>
            <a:off x="3488990" y="2645166"/>
            <a:ext cx="542077" cy="200664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テキスト ボックス 89">
            <a:extLst>
              <a:ext uri="{FF2B5EF4-FFF2-40B4-BE49-F238E27FC236}">
                <a16:creationId xmlns:a16="http://schemas.microsoft.com/office/drawing/2014/main" id="{E9D1FE0D-633C-41AD-86C3-4E8461B1769E}"/>
              </a:ext>
            </a:extLst>
          </p:cNvPr>
          <p:cNvSpPr txBox="1"/>
          <p:nvPr/>
        </p:nvSpPr>
        <p:spPr>
          <a:xfrm>
            <a:off x="2594041" y="2152628"/>
            <a:ext cx="894949" cy="166207"/>
          </a:xfrm>
          <a:prstGeom prst="rect">
            <a:avLst/>
          </a:prstGeom>
          <a:solidFill>
            <a:srgbClr val="FF0000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r>
              <a:rPr kumimoji="1" lang="ja-JP" altLang="en-US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変換サーバ</a:t>
            </a:r>
            <a:endParaRPr kumimoji="1" lang="en-US" altLang="ja-JP" sz="800" b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01771F12-EEA2-47D9-8269-F9805A6F557F}"/>
              </a:ext>
            </a:extLst>
          </p:cNvPr>
          <p:cNvSpPr/>
          <p:nvPr/>
        </p:nvSpPr>
        <p:spPr>
          <a:xfrm>
            <a:off x="2773031" y="3303910"/>
            <a:ext cx="536969" cy="1641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NAT/FW</a:t>
            </a:r>
            <a:endParaRPr lang="ja-JP" altLang="ja-JP" sz="80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7" name="正方形/長方形 156">
            <a:extLst>
              <a:ext uri="{FF2B5EF4-FFF2-40B4-BE49-F238E27FC236}">
                <a16:creationId xmlns:a16="http://schemas.microsoft.com/office/drawing/2014/main" id="{E7CE9996-479E-480B-B96E-23060BF2AC59}"/>
              </a:ext>
            </a:extLst>
          </p:cNvPr>
          <p:cNvSpPr/>
          <p:nvPr/>
        </p:nvSpPr>
        <p:spPr>
          <a:xfrm>
            <a:off x="2594041" y="1497939"/>
            <a:ext cx="894949" cy="4499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富士通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AWS</a:t>
            </a:r>
          </a:p>
          <a:p>
            <a:pPr algn="ctr"/>
            <a:r>
              <a:rPr kumimoji="1" lang="ja-JP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kumimoji="1" lang="en-US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取引</a:t>
            </a:r>
            <a:r>
              <a:rPr kumimoji="1" lang="en-US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DB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・マスタ</a:t>
            </a:r>
            <a:r>
              <a:rPr kumimoji="1" lang="en-US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DB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8" name="テキスト ボックス 93">
            <a:extLst>
              <a:ext uri="{FF2B5EF4-FFF2-40B4-BE49-F238E27FC236}">
                <a16:creationId xmlns:a16="http://schemas.microsoft.com/office/drawing/2014/main" id="{4FE2D3DF-AD4A-407B-B3F0-5B49F118280D}"/>
              </a:ext>
            </a:extLst>
          </p:cNvPr>
          <p:cNvSpPr txBox="1"/>
          <p:nvPr/>
        </p:nvSpPr>
        <p:spPr>
          <a:xfrm>
            <a:off x="2594041" y="1169581"/>
            <a:ext cx="894949" cy="164179"/>
          </a:xfrm>
          <a:prstGeom prst="rect">
            <a:avLst/>
          </a:prstGeom>
          <a:solidFill>
            <a:srgbClr val="FF0000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r>
              <a:rPr kumimoji="1" lang="ja-JP" altLang="en-US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</p:txBody>
      </p:sp>
      <p:cxnSp>
        <p:nvCxnSpPr>
          <p:cNvPr id="159" name="コネクタ: カギ線 95">
            <a:extLst>
              <a:ext uri="{FF2B5EF4-FFF2-40B4-BE49-F238E27FC236}">
                <a16:creationId xmlns:a16="http://schemas.microsoft.com/office/drawing/2014/main" id="{499B3E16-582F-40E4-A958-6FAEC1E31076}"/>
              </a:ext>
            </a:extLst>
          </p:cNvPr>
          <p:cNvCxnSpPr>
            <a:cxnSpLocks/>
            <a:stCxn id="157" idx="2"/>
            <a:endCxn id="155" idx="0"/>
          </p:cNvCxnSpPr>
          <p:nvPr/>
        </p:nvCxnSpPr>
        <p:spPr>
          <a:xfrm>
            <a:off x="3043505" y="1947912"/>
            <a:ext cx="0" cy="204716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コネクタ: カギ線 159">
            <a:extLst>
              <a:ext uri="{FF2B5EF4-FFF2-40B4-BE49-F238E27FC236}">
                <a16:creationId xmlns:a16="http://schemas.microsoft.com/office/drawing/2014/main" id="{05941911-AD08-4A36-8EF2-00C2633ED239}"/>
              </a:ext>
            </a:extLst>
          </p:cNvPr>
          <p:cNvCxnSpPr>
            <a:stCxn id="161" idx="1"/>
            <a:endCxn id="166" idx="0"/>
          </p:cNvCxnSpPr>
          <p:nvPr/>
        </p:nvCxnSpPr>
        <p:spPr>
          <a:xfrm rot="5400000">
            <a:off x="312983" y="4777602"/>
            <a:ext cx="1340300" cy="357979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テキスト ボックス 97">
            <a:extLst>
              <a:ext uri="{FF2B5EF4-FFF2-40B4-BE49-F238E27FC236}">
                <a16:creationId xmlns:a16="http://schemas.microsoft.com/office/drawing/2014/main" id="{6119A6EB-B187-46B2-9523-F9FDE912D489}"/>
              </a:ext>
            </a:extLst>
          </p:cNvPr>
          <p:cNvSpPr txBox="1"/>
          <p:nvPr/>
        </p:nvSpPr>
        <p:spPr>
          <a:xfrm>
            <a:off x="625152" y="3796448"/>
            <a:ext cx="1073939" cy="492537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9525" cmpd="sng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［インターネット］</a:t>
            </a:r>
            <a:endParaRPr kumimoji="1" lang="en-US" altLang="ja-JP" sz="800" b="0" i="0">
              <a:solidFill>
                <a:srgbClr val="0070C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62" name="コネクタ: カギ線 161">
            <a:extLst>
              <a:ext uri="{FF2B5EF4-FFF2-40B4-BE49-F238E27FC236}">
                <a16:creationId xmlns:a16="http://schemas.microsoft.com/office/drawing/2014/main" id="{778BBEB8-5AF6-44DC-8E7A-1BCCC327F9FC}"/>
              </a:ext>
            </a:extLst>
          </p:cNvPr>
          <p:cNvCxnSpPr>
            <a:stCxn id="175" idx="1"/>
            <a:endCxn id="161" idx="0"/>
          </p:cNvCxnSpPr>
          <p:nvPr/>
        </p:nvCxnSpPr>
        <p:spPr>
          <a:xfrm rot="10800000" flipV="1">
            <a:off x="1702154" y="1414835"/>
            <a:ext cx="891886" cy="2626868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7DE8417D-028C-4318-93A7-DF9EC1DA0A9B}"/>
              </a:ext>
            </a:extLst>
          </p:cNvPr>
          <p:cNvSpPr/>
          <p:nvPr/>
        </p:nvSpPr>
        <p:spPr>
          <a:xfrm>
            <a:off x="2236061" y="3303910"/>
            <a:ext cx="357980" cy="6567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VINX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Satysfa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64" name="テキスト ボックス 101">
            <a:extLst>
              <a:ext uri="{FF2B5EF4-FFF2-40B4-BE49-F238E27FC236}">
                <a16:creationId xmlns:a16="http://schemas.microsoft.com/office/drawing/2014/main" id="{F090A1F8-34B7-4EB1-9C31-E927644D0FF0}"/>
              </a:ext>
            </a:extLst>
          </p:cNvPr>
          <p:cNvSpPr txBox="1"/>
          <p:nvPr/>
        </p:nvSpPr>
        <p:spPr>
          <a:xfrm>
            <a:off x="1662803" y="1359271"/>
            <a:ext cx="469161" cy="31930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・価格問合せ</a:t>
            </a:r>
            <a:endParaRPr kumimoji="1" lang="en-US" altLang="ja-JP" sz="800" b="0" i="0">
              <a:solidFill>
                <a:srgbClr val="0070C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・預り合計 等</a:t>
            </a:r>
            <a:endParaRPr kumimoji="1" lang="en-US" altLang="ja-JP" sz="800" b="0" i="0">
              <a:solidFill>
                <a:srgbClr val="0070C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65" name="コネクタ: カギ線 164">
            <a:extLst>
              <a:ext uri="{FF2B5EF4-FFF2-40B4-BE49-F238E27FC236}">
                <a16:creationId xmlns:a16="http://schemas.microsoft.com/office/drawing/2014/main" id="{88626433-B067-4AFA-90D5-BFD4DD32E708}"/>
              </a:ext>
            </a:extLst>
          </p:cNvPr>
          <p:cNvCxnSpPr>
            <a:endCxn id="156" idx="0"/>
          </p:cNvCxnSpPr>
          <p:nvPr/>
        </p:nvCxnSpPr>
        <p:spPr>
          <a:xfrm rot="10800000" flipV="1">
            <a:off x="3043506" y="3064735"/>
            <a:ext cx="1046095" cy="237148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正方形/長方形 165">
            <a:extLst>
              <a:ext uri="{FF2B5EF4-FFF2-40B4-BE49-F238E27FC236}">
                <a16:creationId xmlns:a16="http://schemas.microsoft.com/office/drawing/2014/main" id="{F26110DA-4F2E-4739-BFD7-D24589BDF03C}"/>
              </a:ext>
            </a:extLst>
          </p:cNvPr>
          <p:cNvSpPr/>
          <p:nvPr/>
        </p:nvSpPr>
        <p:spPr>
          <a:xfrm>
            <a:off x="625152" y="5626741"/>
            <a:ext cx="357980" cy="1641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FW</a:t>
            </a:r>
            <a:endParaRPr kumimoji="1" lang="ja-JP" altLang="en-US" sz="800" b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AEF9E630-07FA-4861-818D-9CD5C64883CE}"/>
              </a:ext>
              <a:ext uri="{147F2762-F138-4A5C-976F-8EAC2B608ADB}">
                <a16:predDERef xmlns:a16="http://schemas.microsoft.com/office/drawing/2014/main" pred="{46B38FFA-F6C6-4F40-A958-161AC8E6ED4F}"/>
              </a:ext>
            </a:extLst>
          </p:cNvPr>
          <p:cNvSpPr/>
          <p:nvPr/>
        </p:nvSpPr>
        <p:spPr>
          <a:xfrm>
            <a:off x="685470" y="5831458"/>
            <a:ext cx="599301" cy="4925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LUVINA</a:t>
            </a:r>
            <a:r>
              <a:rPr kumimoji="1" lang="ja-JP" altLang="en-US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800" b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en-US" altLang="ja-JP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ignicaPOS</a:t>
            </a:r>
          </a:p>
          <a:p>
            <a:pPr algn="ctr"/>
            <a:r>
              <a:rPr kumimoji="1" lang="ja-JP" altLang="en-US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カード端末</a:t>
            </a:r>
            <a:endParaRPr kumimoji="1" lang="en-US" altLang="ja-JP" sz="800" b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2A3402A8-2222-4810-AA0E-3CFECB921471}"/>
              </a:ext>
              <a:ext uri="{147F2762-F138-4A5C-976F-8EAC2B608ADB}">
                <a16:predDERef xmlns:a16="http://schemas.microsoft.com/office/drawing/2014/main" pred="{46B38FFA-F6C6-4F40-A958-161AC8E6ED4F}"/>
              </a:ext>
            </a:extLst>
          </p:cNvPr>
          <p:cNvSpPr/>
          <p:nvPr/>
        </p:nvSpPr>
        <p:spPr>
          <a:xfrm>
            <a:off x="4025960" y="4453165"/>
            <a:ext cx="715959" cy="1641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(</a:t>
            </a:r>
            <a:r>
              <a:rPr kumimoji="1" lang="ja-JP" altLang="en-US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開発</a:t>
            </a:r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)</a:t>
            </a:r>
            <a:endParaRPr kumimoji="1" lang="ja-JP" altLang="en-US" sz="800" b="0" i="0">
              <a:solidFill>
                <a:schemeClr val="lt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69" name="コネクタ: カギ線 133">
            <a:extLst>
              <a:ext uri="{FF2B5EF4-FFF2-40B4-BE49-F238E27FC236}">
                <a16:creationId xmlns:a16="http://schemas.microsoft.com/office/drawing/2014/main" id="{5730174B-2DC5-4716-9F45-3650C7E7A69D}"/>
              </a:ext>
            </a:extLst>
          </p:cNvPr>
          <p:cNvCxnSpPr>
            <a:stCxn id="100" idx="2"/>
            <a:endCxn id="168" idx="0"/>
          </p:cNvCxnSpPr>
          <p:nvPr/>
        </p:nvCxnSpPr>
        <p:spPr>
          <a:xfrm>
            <a:off x="4383939" y="4246420"/>
            <a:ext cx="0" cy="206745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テキスト ボックス 143">
            <a:extLst>
              <a:ext uri="{FF2B5EF4-FFF2-40B4-BE49-F238E27FC236}">
                <a16:creationId xmlns:a16="http://schemas.microsoft.com/office/drawing/2014/main" id="{0BA2A685-1AB0-49CD-BCBE-4CC70AD44B71}"/>
              </a:ext>
            </a:extLst>
          </p:cNvPr>
          <p:cNvSpPr txBox="1"/>
          <p:nvPr/>
        </p:nvSpPr>
        <p:spPr>
          <a:xfrm>
            <a:off x="5457879" y="1169581"/>
            <a:ext cx="1077002" cy="492537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9525" cmpd="sng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［インターネット］</a:t>
            </a:r>
            <a:endParaRPr kumimoji="1" lang="en-US" altLang="ja-JP" sz="800" b="0" i="0">
              <a:solidFill>
                <a:srgbClr val="0070C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71" name="コネクタ: カギ線 170">
            <a:extLst>
              <a:ext uri="{FF2B5EF4-FFF2-40B4-BE49-F238E27FC236}">
                <a16:creationId xmlns:a16="http://schemas.microsoft.com/office/drawing/2014/main" id="{D28D6505-A191-47F0-8E83-98211AEEA152}"/>
              </a:ext>
            </a:extLst>
          </p:cNvPr>
          <p:cNvCxnSpPr>
            <a:stCxn id="170" idx="0"/>
            <a:endCxn id="112" idx="3"/>
          </p:cNvCxnSpPr>
          <p:nvPr/>
        </p:nvCxnSpPr>
        <p:spPr>
          <a:xfrm>
            <a:off x="6533967" y="1414836"/>
            <a:ext cx="355831" cy="4177450"/>
          </a:xfrm>
          <a:prstGeom prst="bentConnector3">
            <a:avLst>
              <a:gd name="adj1" fmla="val 146723"/>
            </a:avLst>
          </a:prstGeom>
          <a:ln w="19050">
            <a:solidFill>
              <a:sysClr val="windowText" lastClr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コネクタ: カギ線 171">
            <a:extLst>
              <a:ext uri="{FF2B5EF4-FFF2-40B4-BE49-F238E27FC236}">
                <a16:creationId xmlns:a16="http://schemas.microsoft.com/office/drawing/2014/main" id="{E18A1299-2C3F-42CC-8EB3-3B3F44F8038E}"/>
              </a:ext>
            </a:extLst>
          </p:cNvPr>
          <p:cNvCxnSpPr>
            <a:stCxn id="170" idx="0"/>
            <a:endCxn id="133" idx="3"/>
          </p:cNvCxnSpPr>
          <p:nvPr/>
        </p:nvCxnSpPr>
        <p:spPr>
          <a:xfrm>
            <a:off x="6533967" y="1414836"/>
            <a:ext cx="2503709" cy="4187584"/>
          </a:xfrm>
          <a:prstGeom prst="bentConnector3">
            <a:avLst>
              <a:gd name="adj1" fmla="val 106703"/>
            </a:avLst>
          </a:prstGeom>
          <a:ln w="19050">
            <a:solidFill>
              <a:sysClr val="windowText" lastClr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コネクタ: カギ線 172">
            <a:extLst>
              <a:ext uri="{FF2B5EF4-FFF2-40B4-BE49-F238E27FC236}">
                <a16:creationId xmlns:a16="http://schemas.microsoft.com/office/drawing/2014/main" id="{4B3AA167-BFAB-4287-9620-CB706CC13D50}"/>
              </a:ext>
            </a:extLst>
          </p:cNvPr>
          <p:cNvCxnSpPr>
            <a:stCxn id="170" idx="0"/>
            <a:endCxn id="131" idx="3"/>
          </p:cNvCxnSpPr>
          <p:nvPr/>
        </p:nvCxnSpPr>
        <p:spPr>
          <a:xfrm>
            <a:off x="6533967" y="1414836"/>
            <a:ext cx="1429770" cy="4187584"/>
          </a:xfrm>
          <a:prstGeom prst="bentConnector3">
            <a:avLst>
              <a:gd name="adj1" fmla="val 111724"/>
            </a:avLst>
          </a:prstGeom>
          <a:ln w="19050">
            <a:solidFill>
              <a:sysClr val="windowText" lastClr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コネクタ: カギ線 153">
            <a:extLst>
              <a:ext uri="{FF2B5EF4-FFF2-40B4-BE49-F238E27FC236}">
                <a16:creationId xmlns:a16="http://schemas.microsoft.com/office/drawing/2014/main" id="{466C8980-6FDE-446E-A638-BA3E65326EB1}"/>
              </a:ext>
            </a:extLst>
          </p:cNvPr>
          <p:cNvCxnSpPr>
            <a:stCxn id="175" idx="3"/>
            <a:endCxn id="170" idx="2"/>
          </p:cNvCxnSpPr>
          <p:nvPr/>
        </p:nvCxnSpPr>
        <p:spPr>
          <a:xfrm>
            <a:off x="3488990" y="1414836"/>
            <a:ext cx="1972291" cy="0"/>
          </a:xfrm>
          <a:prstGeom prst="straightConnector1">
            <a:avLst/>
          </a:prstGeom>
          <a:ln w="19050">
            <a:solidFill>
              <a:sysClr val="windowText" lastClr="0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3133A840-DF46-47C5-A2F2-60A668B2E4BB}"/>
              </a:ext>
            </a:extLst>
          </p:cNvPr>
          <p:cNvSpPr/>
          <p:nvPr/>
        </p:nvSpPr>
        <p:spPr>
          <a:xfrm>
            <a:off x="2594041" y="1333760"/>
            <a:ext cx="894949" cy="1641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  <a:r>
              <a:rPr kumimoji="1" lang="ja-JP" altLang="en-US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456E3199-97C6-D1F7-B842-3C42958D549B}"/>
              </a:ext>
            </a:extLst>
          </p:cNvPr>
          <p:cNvSpPr/>
          <p:nvPr/>
        </p:nvSpPr>
        <p:spPr>
          <a:xfrm>
            <a:off x="7068787" y="6587494"/>
            <a:ext cx="178990" cy="164180"/>
          </a:xfrm>
          <a:prstGeom prst="rect">
            <a:avLst/>
          </a:prstGeom>
          <a:solidFill>
            <a:sysClr val="window" lastClr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77" name="コネクタ: カギ線 176">
            <a:extLst>
              <a:ext uri="{FF2B5EF4-FFF2-40B4-BE49-F238E27FC236}">
                <a16:creationId xmlns:a16="http://schemas.microsoft.com/office/drawing/2014/main" id="{EDC1CB31-179A-4C94-98CC-B1723B4FE9FB}"/>
              </a:ext>
            </a:extLst>
          </p:cNvPr>
          <p:cNvCxnSpPr>
            <a:stCxn id="157" idx="3"/>
            <a:endCxn id="96" idx="0"/>
          </p:cNvCxnSpPr>
          <p:nvPr/>
        </p:nvCxnSpPr>
        <p:spPr>
          <a:xfrm>
            <a:off x="3488990" y="1722925"/>
            <a:ext cx="3042828" cy="2237703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コネクタ: カギ線 177">
            <a:extLst>
              <a:ext uri="{FF2B5EF4-FFF2-40B4-BE49-F238E27FC236}">
                <a16:creationId xmlns:a16="http://schemas.microsoft.com/office/drawing/2014/main" id="{0E06B88A-52C9-44E0-8FA8-0E06741E83FA}"/>
              </a:ext>
            </a:extLst>
          </p:cNvPr>
          <p:cNvCxnSpPr>
            <a:stCxn id="157" idx="3"/>
            <a:endCxn id="99" idx="0"/>
          </p:cNvCxnSpPr>
          <p:nvPr/>
        </p:nvCxnSpPr>
        <p:spPr>
          <a:xfrm>
            <a:off x="3488990" y="1722925"/>
            <a:ext cx="4116767" cy="2237702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コネクタ: カギ線 178">
            <a:extLst>
              <a:ext uri="{FF2B5EF4-FFF2-40B4-BE49-F238E27FC236}">
                <a16:creationId xmlns:a16="http://schemas.microsoft.com/office/drawing/2014/main" id="{4F019320-BD47-49A9-9085-A127507C67A7}"/>
              </a:ext>
            </a:extLst>
          </p:cNvPr>
          <p:cNvCxnSpPr>
            <a:stCxn id="157" idx="3"/>
            <a:endCxn id="102" idx="0"/>
          </p:cNvCxnSpPr>
          <p:nvPr/>
        </p:nvCxnSpPr>
        <p:spPr>
          <a:xfrm>
            <a:off x="3488990" y="1722925"/>
            <a:ext cx="5190706" cy="2237702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テキスト ボックス 556">
            <a:extLst>
              <a:ext uri="{FF2B5EF4-FFF2-40B4-BE49-F238E27FC236}">
                <a16:creationId xmlns:a16="http://schemas.microsoft.com/office/drawing/2014/main" id="{453AA291-6444-4309-BF06-C4083B75036B}"/>
              </a:ext>
            </a:extLst>
          </p:cNvPr>
          <p:cNvSpPr txBox="1"/>
          <p:nvPr/>
        </p:nvSpPr>
        <p:spPr>
          <a:xfrm>
            <a:off x="625152" y="1662118"/>
            <a:ext cx="894949" cy="164180"/>
          </a:xfrm>
          <a:prstGeom prst="rect">
            <a:avLst/>
          </a:prstGeom>
          <a:solidFill>
            <a:srgbClr val="FF0000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AFS</a:t>
            </a:r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1EC54F83-D4D4-42F7-A0BA-0A761ED7DCB4}"/>
              </a:ext>
            </a:extLst>
          </p:cNvPr>
          <p:cNvSpPr/>
          <p:nvPr/>
        </p:nvSpPr>
        <p:spPr>
          <a:xfrm>
            <a:off x="625152" y="1824270"/>
            <a:ext cx="894949" cy="3283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コード決済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7203E67-4C52-47EC-8B71-CEAD4A3A53AD}"/>
              </a:ext>
            </a:extLst>
          </p:cNvPr>
          <p:cNvCxnSpPr>
            <a:stCxn id="181" idx="2"/>
            <a:endCxn id="161" idx="3"/>
          </p:cNvCxnSpPr>
          <p:nvPr/>
        </p:nvCxnSpPr>
        <p:spPr>
          <a:xfrm rot="16200000" flipH="1">
            <a:off x="282552" y="2944692"/>
            <a:ext cx="1671634" cy="87506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テキスト ボックス 563">
            <a:extLst>
              <a:ext uri="{FF2B5EF4-FFF2-40B4-BE49-F238E27FC236}">
                <a16:creationId xmlns:a16="http://schemas.microsoft.com/office/drawing/2014/main" id="{DB44D7AF-405E-4B5E-893F-DFBE0C8320CD}"/>
              </a:ext>
            </a:extLst>
          </p:cNvPr>
          <p:cNvSpPr txBox="1"/>
          <p:nvPr/>
        </p:nvSpPr>
        <p:spPr>
          <a:xfrm>
            <a:off x="3433707" y="2858593"/>
            <a:ext cx="568032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r>
              <a:rPr kumimoji="1" lang="en-US" altLang="ja-JP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(VINX)</a:t>
            </a:r>
          </a:p>
        </p:txBody>
      </p:sp>
      <p:sp>
        <p:nvSpPr>
          <p:cNvPr id="184" name="テキスト ボックス 564">
            <a:extLst>
              <a:ext uri="{FF2B5EF4-FFF2-40B4-BE49-F238E27FC236}">
                <a16:creationId xmlns:a16="http://schemas.microsoft.com/office/drawing/2014/main" id="{5751CC86-02CB-49BE-B6CE-F83763DCC344}"/>
              </a:ext>
            </a:extLst>
          </p:cNvPr>
          <p:cNvSpPr txBox="1"/>
          <p:nvPr/>
        </p:nvSpPr>
        <p:spPr>
          <a:xfrm>
            <a:off x="4268198" y="3271270"/>
            <a:ext cx="568032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r>
              <a:rPr kumimoji="1" lang="en-US" altLang="ja-JP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(VINX)</a:t>
            </a:r>
          </a:p>
        </p:txBody>
      </p:sp>
      <p:sp>
        <p:nvSpPr>
          <p:cNvPr id="185" name="テキスト ボックス 565">
            <a:extLst>
              <a:ext uri="{FF2B5EF4-FFF2-40B4-BE49-F238E27FC236}">
                <a16:creationId xmlns:a16="http://schemas.microsoft.com/office/drawing/2014/main" id="{958CF1C5-CC31-4F70-B70A-76C79071C4E7}"/>
              </a:ext>
            </a:extLst>
          </p:cNvPr>
          <p:cNvSpPr txBox="1"/>
          <p:nvPr/>
        </p:nvSpPr>
        <p:spPr>
          <a:xfrm>
            <a:off x="4305128" y="4251481"/>
            <a:ext cx="691462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r>
              <a:rPr kumimoji="1" lang="en-US" altLang="ja-JP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(LUVINA)</a:t>
            </a:r>
          </a:p>
        </p:txBody>
      </p:sp>
      <p:cxnSp>
        <p:nvCxnSpPr>
          <p:cNvPr id="186" name="直線矢印コネクタ 185">
            <a:extLst>
              <a:ext uri="{FF2B5EF4-FFF2-40B4-BE49-F238E27FC236}">
                <a16:creationId xmlns:a16="http://schemas.microsoft.com/office/drawing/2014/main" id="{CF740850-5E97-4CFF-BCC2-429A7CBFFDC8}"/>
              </a:ext>
            </a:extLst>
          </p:cNvPr>
          <p:cNvCxnSpPr/>
          <p:nvPr/>
        </p:nvCxnSpPr>
        <p:spPr>
          <a:xfrm flipH="1">
            <a:off x="4316321" y="4106564"/>
            <a:ext cx="31820" cy="395247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吹き出し: 四角形 187">
            <a:extLst>
              <a:ext uri="{FF2B5EF4-FFF2-40B4-BE49-F238E27FC236}">
                <a16:creationId xmlns:a16="http://schemas.microsoft.com/office/drawing/2014/main" id="{0E79A022-1E3A-A277-FFF1-9F93CF779AFE}"/>
              </a:ext>
            </a:extLst>
          </p:cNvPr>
          <p:cNvSpPr/>
          <p:nvPr/>
        </p:nvSpPr>
        <p:spPr>
          <a:xfrm>
            <a:off x="5188198" y="3235727"/>
            <a:ext cx="1077002" cy="300545"/>
          </a:xfrm>
          <a:prstGeom prst="wedgeRectCallout">
            <a:avLst>
              <a:gd name="adj1" fmla="val -100666"/>
              <a:gd name="adj2" fmla="val 660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DirectConnect</a:t>
            </a:r>
            <a:endParaRPr kumimoji="1" lang="ja-JP" altLang="en-US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8410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58C5294-3CFC-D588-EF3A-A3A8BB012307}"/>
              </a:ext>
            </a:extLst>
          </p:cNvPr>
          <p:cNvSpPr/>
          <p:nvPr/>
        </p:nvSpPr>
        <p:spPr>
          <a:xfrm>
            <a:off x="3585478" y="2551837"/>
            <a:ext cx="273504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ja-JP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EOF</a:t>
            </a:r>
          </a:p>
          <a:p>
            <a:pPr algn="ctr"/>
            <a:r>
              <a:rPr lang="ja-JP" altLang="en-US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以下、昔</a:t>
            </a:r>
            <a:endParaRPr lang="ja-JP" altLang="en-US" sz="5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67356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F83541-23B7-00E1-69E6-5BA8D0848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400"/>
              <a:t>OpenCentral</a:t>
            </a:r>
            <a:r>
              <a:rPr kumimoji="1" lang="ja-JP" altLang="en-US" sz="2400"/>
              <a:t> ー </a:t>
            </a:r>
            <a:r>
              <a:rPr kumimoji="1" lang="en-US" altLang="ja-JP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BIPROGY</a:t>
            </a:r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株式会社</a:t>
            </a:r>
            <a:endParaRPr kumimoji="1" lang="ja-JP" altLang="en-US" sz="240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5C683B6-C8FD-2F52-D663-04747D9D22E9}"/>
              </a:ext>
            </a:extLst>
          </p:cNvPr>
          <p:cNvSpPr/>
          <p:nvPr/>
        </p:nvSpPr>
        <p:spPr>
          <a:xfrm>
            <a:off x="872400" y="4005064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OpenCentral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BIPROGY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株式会社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B366AB9-C85D-48D9-4D44-E951F0D9D642}"/>
              </a:ext>
            </a:extLst>
          </p:cNvPr>
          <p:cNvSpPr txBox="1"/>
          <p:nvPr/>
        </p:nvSpPr>
        <p:spPr>
          <a:xfrm>
            <a:off x="720000" y="11880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</a:rPr>
              <a:t>基幹システム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4873DA5-5926-ADA7-038E-D12EE7A2FAD2}"/>
              </a:ext>
            </a:extLst>
          </p:cNvPr>
          <p:cNvSpPr/>
          <p:nvPr/>
        </p:nvSpPr>
        <p:spPr>
          <a:xfrm>
            <a:off x="5321424" y="4005064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POSServer2.0</a:t>
            </a:r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" name="コネクタ: カギ線 52">
            <a:extLst>
              <a:ext uri="{FF2B5EF4-FFF2-40B4-BE49-F238E27FC236}">
                <a16:creationId xmlns:a16="http://schemas.microsoft.com/office/drawing/2014/main" id="{75676B3D-0AE6-2ACB-DF14-96868B1C53F8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2672400" y="4257064"/>
            <a:ext cx="2649024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BBE06B8-2DB0-398E-1117-853D83654D68}"/>
              </a:ext>
            </a:extLst>
          </p:cNvPr>
          <p:cNvSpPr txBox="1"/>
          <p:nvPr/>
        </p:nvSpPr>
        <p:spPr>
          <a:xfrm>
            <a:off x="1366924" y="1939725"/>
            <a:ext cx="4955176" cy="230832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>
                <a:solidFill>
                  <a:schemeClr val="tx1"/>
                </a:solidFill>
              </a:rPr>
              <a:t>日次　</a:t>
            </a:r>
            <a:r>
              <a:rPr lang="en-US" altLang="zh-TW">
                <a:solidFill>
                  <a:schemeClr val="tx1"/>
                </a:solidFill>
              </a:rPr>
              <a:t>21</a:t>
            </a:r>
            <a:r>
              <a:rPr lang="zh-TW" altLang="en-US">
                <a:solidFill>
                  <a:schemeClr val="tx1"/>
                </a:solidFill>
              </a:rPr>
              <a:t>時</a:t>
            </a:r>
            <a:r>
              <a:rPr lang="en-US" altLang="zh-TW">
                <a:solidFill>
                  <a:schemeClr val="tx1"/>
                </a:solidFill>
              </a:rPr>
              <a:t>30</a:t>
            </a:r>
            <a:r>
              <a:rPr lang="zh-TW" altLang="en-US">
                <a:solidFill>
                  <a:schemeClr val="tx1"/>
                </a:solidFill>
              </a:rPr>
              <a:t>分</a:t>
            </a:r>
            <a:endParaRPr lang="ja-JP" altLang="en-US">
              <a:solidFill>
                <a:schemeClr val="tx1"/>
              </a:solidFill>
            </a:endParaRP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14A954B9-8524-269F-48DF-B3F2A3BB1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99769"/>
              </p:ext>
            </p:extLst>
          </p:nvPr>
        </p:nvGraphicFramePr>
        <p:xfrm>
          <a:off x="1366924" y="2191724"/>
          <a:ext cx="4955176" cy="1666875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329490">
                  <a:extLst>
                    <a:ext uri="{9D8B030D-6E8A-4147-A177-3AD203B41FA5}">
                      <a16:colId xmlns:a16="http://schemas.microsoft.com/office/drawing/2014/main" val="571023404"/>
                    </a:ext>
                  </a:extLst>
                </a:gridCol>
                <a:gridCol w="1354007">
                  <a:extLst>
                    <a:ext uri="{9D8B030D-6E8A-4147-A177-3AD203B41FA5}">
                      <a16:colId xmlns:a16="http://schemas.microsoft.com/office/drawing/2014/main" val="1011858231"/>
                    </a:ext>
                  </a:extLst>
                </a:gridCol>
                <a:gridCol w="2271679">
                  <a:extLst>
                    <a:ext uri="{9D8B030D-6E8A-4147-A177-3AD203B41FA5}">
                      <a16:colId xmlns:a16="http://schemas.microsoft.com/office/drawing/2014/main" val="3955295376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ＰＬＵメンテ 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GHPLUM.CSV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商品マスタの更新情報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069935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企画メンテ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GHEVENTM.CSV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プロモーション情報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628631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組合せメンテ 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GHBUNDLEM.CSV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ミックスマッチ情報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794182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特売メンテ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GHDISCOUNTM.CSV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特売マスタ更新情報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1087556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商品階層メンテデータ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GMMDSEM.CSV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品群、品種、分類情報</a:t>
                      </a:r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254665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商品ポイント加算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GHPLUPOINT.CSV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WAON</a:t>
                      </a:r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単品ポイント情報　（現在は未作成）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065149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POP</a:t>
                      </a:r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マスター</a:t>
                      </a:r>
                      <a:r>
                        <a:rPr lang="en-US" altLang="ja-JP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商品情報</a:t>
                      </a:r>
                      <a:r>
                        <a:rPr lang="en-US" altLang="ja-JP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  <a:endParaRPr lang="en-US" altLang="ja-JP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P001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POP</a:t>
                      </a:r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24291118"/>
                  </a:ext>
                </a:extLst>
              </a:tr>
            </a:tbl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C523C2E-FDCC-5003-C961-1CD9993FDB30}"/>
              </a:ext>
            </a:extLst>
          </p:cNvPr>
          <p:cNvSpPr txBox="1"/>
          <p:nvPr/>
        </p:nvSpPr>
        <p:spPr>
          <a:xfrm>
            <a:off x="6465168" y="1939725"/>
            <a:ext cx="2232248" cy="230832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>
                <a:solidFill>
                  <a:schemeClr val="tx1"/>
                </a:solidFill>
              </a:rPr>
              <a:t>月次（月末日</a:t>
            </a:r>
            <a:r>
              <a:rPr lang="en-US" altLang="zh-TW">
                <a:solidFill>
                  <a:schemeClr val="tx1"/>
                </a:solidFill>
              </a:rPr>
              <a:t>5</a:t>
            </a:r>
            <a:r>
              <a:rPr lang="zh-TW" altLang="en-US">
                <a:solidFill>
                  <a:schemeClr val="tx1"/>
                </a:solidFill>
              </a:rPr>
              <a:t>日前）　</a:t>
            </a:r>
            <a:r>
              <a:rPr lang="en-US" altLang="zh-TW">
                <a:solidFill>
                  <a:schemeClr val="tx1"/>
                </a:solidFill>
              </a:rPr>
              <a:t>18</a:t>
            </a:r>
            <a:r>
              <a:rPr lang="zh-TW" altLang="en-US">
                <a:solidFill>
                  <a:schemeClr val="tx1"/>
                </a:solidFill>
              </a:rPr>
              <a:t>時</a:t>
            </a:r>
            <a:r>
              <a:rPr lang="en-US" altLang="zh-TW">
                <a:solidFill>
                  <a:schemeClr val="tx1"/>
                </a:solidFill>
              </a:rPr>
              <a:t>00</a:t>
            </a:r>
            <a:r>
              <a:rPr lang="zh-TW" altLang="en-US">
                <a:solidFill>
                  <a:schemeClr val="tx1"/>
                </a:solidFill>
              </a:rPr>
              <a:t>分</a:t>
            </a:r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B4B8527-F4BC-4CDE-0153-FBB5B97616E4}"/>
              </a:ext>
            </a:extLst>
          </p:cNvPr>
          <p:cNvSpPr txBox="1"/>
          <p:nvPr/>
        </p:nvSpPr>
        <p:spPr>
          <a:xfrm>
            <a:off x="6465168" y="2238282"/>
            <a:ext cx="22322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b="0" i="0" u="none" strike="noStrike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予算</a:t>
            </a:r>
            <a:r>
              <a:rPr lang="ja-JP" altLang="en-US" sz="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800" b="0" i="0" u="none" strike="noStrike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plbc9176.</a:t>
            </a:r>
            <a:r>
              <a:rPr lang="en-US" altLang="ja-JP" sz="800">
                <a:solidFill>
                  <a:schemeClr val="dk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s01</a:t>
            </a:r>
            <a:r>
              <a:rPr lang="en-US" altLang="ja-JP" sz="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sz="800" b="0" i="0" u="none" strike="noStrike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予算情報（翌月）</a:t>
            </a:r>
            <a:r>
              <a:rPr lang="ja-JP" altLang="en-US" sz="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15216AF-9C74-5665-2D94-93A6AD778F0B}"/>
              </a:ext>
            </a:extLst>
          </p:cNvPr>
          <p:cNvSpPr/>
          <p:nvPr/>
        </p:nvSpPr>
        <p:spPr>
          <a:xfrm>
            <a:off x="872400" y="1412912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OpenCentral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BIPROGY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株式会社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BE6F34A-993B-0EF4-98B7-4AD3FCB4833E}"/>
              </a:ext>
            </a:extLst>
          </p:cNvPr>
          <p:cNvSpPr/>
          <p:nvPr/>
        </p:nvSpPr>
        <p:spPr>
          <a:xfrm>
            <a:off x="5321424" y="1412912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POSServer2.0</a:t>
            </a:r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7" name="コネクタ: カギ線 52">
            <a:extLst>
              <a:ext uri="{FF2B5EF4-FFF2-40B4-BE49-F238E27FC236}">
                <a16:creationId xmlns:a16="http://schemas.microsoft.com/office/drawing/2014/main" id="{847A9C07-3EA0-B243-8FE0-6D9AFB9F7A62}"/>
              </a:ext>
            </a:extLst>
          </p:cNvPr>
          <p:cNvCxnSpPr>
            <a:cxnSpLocks/>
            <a:stCxn id="16" idx="1"/>
            <a:endCxn id="15" idx="3"/>
          </p:cNvCxnSpPr>
          <p:nvPr/>
        </p:nvCxnSpPr>
        <p:spPr>
          <a:xfrm flipH="1">
            <a:off x="2672400" y="1664912"/>
            <a:ext cx="2649024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8DAF349-A951-0704-3D72-DE56082A51F5}"/>
              </a:ext>
            </a:extLst>
          </p:cNvPr>
          <p:cNvSpPr txBox="1"/>
          <p:nvPr/>
        </p:nvSpPr>
        <p:spPr>
          <a:xfrm>
            <a:off x="1366924" y="4645648"/>
            <a:ext cx="4955176" cy="230832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>
                <a:solidFill>
                  <a:schemeClr val="tx1"/>
                </a:solidFill>
              </a:rPr>
              <a:t>日次　</a:t>
            </a:r>
            <a:r>
              <a:rPr lang="en-US" altLang="zh-TW">
                <a:solidFill>
                  <a:schemeClr val="tx1"/>
                </a:solidFill>
              </a:rPr>
              <a:t>2</a:t>
            </a:r>
            <a:r>
              <a:rPr lang="zh-TW" altLang="en-US">
                <a:solidFill>
                  <a:schemeClr val="tx1"/>
                </a:solidFill>
              </a:rPr>
              <a:t>時</a:t>
            </a:r>
            <a:r>
              <a:rPr lang="en-US" altLang="zh-TW">
                <a:solidFill>
                  <a:schemeClr val="tx1"/>
                </a:solidFill>
              </a:rPr>
              <a:t>15</a:t>
            </a:r>
            <a:r>
              <a:rPr lang="zh-TW" altLang="en-US">
                <a:solidFill>
                  <a:schemeClr val="tx1"/>
                </a:solidFill>
              </a:rPr>
              <a:t>分</a:t>
            </a:r>
            <a:endParaRPr lang="ja-JP" altLang="en-US">
              <a:solidFill>
                <a:schemeClr val="tx1"/>
              </a:solidFill>
            </a:endParaRPr>
          </a:p>
        </p:txBody>
      </p:sp>
      <p:graphicFrame>
        <p:nvGraphicFramePr>
          <p:cNvPr id="26" name="表 25">
            <a:extLst>
              <a:ext uri="{FF2B5EF4-FFF2-40B4-BE49-F238E27FC236}">
                <a16:creationId xmlns:a16="http://schemas.microsoft.com/office/drawing/2014/main" id="{D69C6433-44B5-8B9F-4501-50A80B9EF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366936"/>
              </p:ext>
            </p:extLst>
          </p:nvPr>
        </p:nvGraphicFramePr>
        <p:xfrm>
          <a:off x="1366921" y="5013064"/>
          <a:ext cx="4955177" cy="14287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1517">
                  <a:extLst>
                    <a:ext uri="{9D8B030D-6E8A-4147-A177-3AD203B41FA5}">
                      <a16:colId xmlns:a16="http://schemas.microsoft.com/office/drawing/2014/main" val="289467299"/>
                    </a:ext>
                  </a:extLst>
                </a:gridCol>
                <a:gridCol w="1348465">
                  <a:extLst>
                    <a:ext uri="{9D8B030D-6E8A-4147-A177-3AD203B41FA5}">
                      <a16:colId xmlns:a16="http://schemas.microsoft.com/office/drawing/2014/main" val="2119623563"/>
                    </a:ext>
                  </a:extLst>
                </a:gridCol>
                <a:gridCol w="2405195">
                  <a:extLst>
                    <a:ext uri="{9D8B030D-6E8A-4147-A177-3AD203B41FA5}">
                      <a16:colId xmlns:a16="http://schemas.microsoft.com/office/drawing/2014/main" val="4267742772"/>
                    </a:ext>
                  </a:extLst>
                </a:gridCol>
              </a:tblGrid>
              <a:tr h="238124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単品別売上合計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GHPLUSUM.CSV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単品売上実績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8257355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単品別売上値引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GHPLUDISC.CSV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単品売上値引実績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5921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特売実施実績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KDISCRESULT.CSV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ストコン特売マスタ更新情報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465090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廃棄実施実績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KSCRAPSND.CSV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廃棄実績情報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930457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レジ精算データ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KSTORECLOSE.CSV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レジ精算情報、部門別金額、部門別売上税額情報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442168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店内使用（経費）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GHPLUTASTE.CSV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経費実績情報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76642119"/>
                  </a:ext>
                </a:extLst>
              </a:tr>
            </a:tbl>
          </a:graphicData>
        </a:graphic>
      </p:graphicFrame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BF712F7-4FA8-71F4-92E5-EABCF64F719F}"/>
              </a:ext>
            </a:extLst>
          </p:cNvPr>
          <p:cNvSpPr txBox="1"/>
          <p:nvPr/>
        </p:nvSpPr>
        <p:spPr>
          <a:xfrm>
            <a:off x="6513387" y="4645648"/>
            <a:ext cx="2232248" cy="367416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>
                <a:solidFill>
                  <a:schemeClr val="tx1"/>
                </a:solidFill>
              </a:rPr>
              <a:t>・毎時：９時～２４時に毎時５分</a:t>
            </a:r>
          </a:p>
          <a:p>
            <a:r>
              <a:rPr lang="ja-JP" altLang="en-US">
                <a:solidFill>
                  <a:schemeClr val="tx1"/>
                </a:solidFill>
              </a:rPr>
              <a:t>・前日分：</a:t>
            </a:r>
            <a:r>
              <a:rPr lang="en-US" altLang="ja-JP">
                <a:solidFill>
                  <a:schemeClr val="tx1"/>
                </a:solidFill>
              </a:rPr>
              <a:t>AM</a:t>
            </a:r>
            <a:r>
              <a:rPr lang="ja-JP" altLang="en-US">
                <a:solidFill>
                  <a:schemeClr val="tx1"/>
                </a:solidFill>
              </a:rPr>
              <a:t>７時５分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FE0D881-445B-A261-2994-1B8F037BB1D9}"/>
              </a:ext>
            </a:extLst>
          </p:cNvPr>
          <p:cNvSpPr txBox="1"/>
          <p:nvPr/>
        </p:nvSpPr>
        <p:spPr>
          <a:xfrm>
            <a:off x="6489888" y="5046464"/>
            <a:ext cx="22804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800" b="0" i="0" u="none" strike="noStrike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zh-TW" altLang="en-US"/>
              <a:t>単品別時間帯別	</a:t>
            </a:r>
            <a:endParaRPr lang="en-US" altLang="zh-TW"/>
          </a:p>
          <a:p>
            <a:r>
              <a:rPr lang="en-US" altLang="zh-TW"/>
              <a:t>PLUFLASH_20210603.CSV	</a:t>
            </a:r>
          </a:p>
          <a:p>
            <a:r>
              <a:rPr lang="zh-TW" altLang="en-US"/>
              <a:t>単品時間帯別売上</a:t>
            </a:r>
          </a:p>
        </p:txBody>
      </p:sp>
    </p:spTree>
    <p:extLst>
      <p:ext uri="{BB962C8B-B14F-4D97-AF65-F5344CB8AC3E}">
        <p14:creationId xmlns:p14="http://schemas.microsoft.com/office/powerpoint/2010/main" val="1096415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D2392-628E-C43C-4860-3CB4507E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システム構成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いなげや様＆カスミ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B460EA0-DC6E-0E0B-EE4D-51B006A389C6}"/>
              </a:ext>
            </a:extLst>
          </p:cNvPr>
          <p:cNvSpPr/>
          <p:nvPr/>
        </p:nvSpPr>
        <p:spPr>
          <a:xfrm>
            <a:off x="1260000" y="1080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40B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基幹システム</a:t>
            </a:r>
            <a:b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BC4C93E-8BF8-514A-D297-16504341E2FC}"/>
              </a:ext>
            </a:extLst>
          </p:cNvPr>
          <p:cNvSpPr/>
          <p:nvPr/>
        </p:nvSpPr>
        <p:spPr>
          <a:xfrm>
            <a:off x="1260000" y="1908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40B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集配信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0EFC1A6-2597-9387-199F-1C0442187BB3}"/>
              </a:ext>
            </a:extLst>
          </p:cNvPr>
          <p:cNvSpPr/>
          <p:nvPr/>
        </p:nvSpPr>
        <p:spPr>
          <a:xfrm>
            <a:off x="1260000" y="280283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40B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POS-SV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B848C10-376B-B2AC-7D7E-CFAE3B8ECBCF}"/>
              </a:ext>
            </a:extLst>
          </p:cNvPr>
          <p:cNvSpPr/>
          <p:nvPr/>
        </p:nvSpPr>
        <p:spPr>
          <a:xfrm>
            <a:off x="1260000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40B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セミセルフ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CCEC77C-C13A-60C0-5B51-4B4325F25802}"/>
              </a:ext>
            </a:extLst>
          </p:cNvPr>
          <p:cNvSpPr/>
          <p:nvPr/>
        </p:nvSpPr>
        <p:spPr>
          <a:xfrm>
            <a:off x="2393999" y="280283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Go-SV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&amp;VTI)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217A035-FABF-6DE4-34D2-1A0F0792ACF5}"/>
              </a:ext>
            </a:extLst>
          </p:cNvPr>
          <p:cNvSpPr/>
          <p:nvPr/>
        </p:nvSpPr>
        <p:spPr>
          <a:xfrm>
            <a:off x="2393997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Go-APP</a:t>
            </a:r>
            <a:b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(VTI)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532EF03-E99F-7EF1-2CAB-41CB6B9E1507}"/>
              </a:ext>
            </a:extLst>
          </p:cNvPr>
          <p:cNvSpPr/>
          <p:nvPr/>
        </p:nvSpPr>
        <p:spPr>
          <a:xfrm>
            <a:off x="3519081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POS-Android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(Luvina)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122700A-1E5D-DBFB-753D-31E1F03D3ACD}"/>
              </a:ext>
            </a:extLst>
          </p:cNvPr>
          <p:cNvSpPr/>
          <p:nvPr/>
        </p:nvSpPr>
        <p:spPr>
          <a:xfrm>
            <a:off x="4623136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POS-Windows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00BE4560-4BDC-DF1E-D7F1-1CCA1BD695E4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1746000" y="1656064"/>
            <a:ext cx="0" cy="2519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63D18AD8-4B6D-55D1-4DE0-CD5FAD3A4FEB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1746000" y="2484064"/>
            <a:ext cx="0" cy="31876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932503CE-97B6-598E-85B3-3DEA0B6E2D08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1746000" y="3378894"/>
            <a:ext cx="0" cy="12962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B3B78528-592D-5980-DCD8-3E1B4FA80DF7}"/>
              </a:ext>
            </a:extLst>
          </p:cNvPr>
          <p:cNvCxnSpPr>
            <a:cxnSpLocks/>
            <a:stCxn id="4" idx="2"/>
            <a:endCxn id="25" idx="0"/>
          </p:cNvCxnSpPr>
          <p:nvPr/>
        </p:nvCxnSpPr>
        <p:spPr>
          <a:xfrm rot="16200000" flipH="1">
            <a:off x="1950226" y="2279837"/>
            <a:ext cx="390766" cy="79921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E79BAA4D-EFDF-2BD8-6493-ECBAF095F48D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2879997" y="3378894"/>
            <a:ext cx="2" cy="12962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D7F8A824-C670-537D-5A8A-451372A9779B}"/>
              </a:ext>
            </a:extLst>
          </p:cNvPr>
          <p:cNvSpPr/>
          <p:nvPr/>
        </p:nvSpPr>
        <p:spPr>
          <a:xfrm>
            <a:off x="3519081" y="280283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POS-SV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CAE5E5F6-B972-7ECC-0449-8BA5319084C9}"/>
              </a:ext>
            </a:extLst>
          </p:cNvPr>
          <p:cNvCxnSpPr>
            <a:cxnSpLocks/>
            <a:stCxn id="4" idx="2"/>
            <a:endCxn id="37" idx="0"/>
          </p:cNvCxnSpPr>
          <p:nvPr/>
        </p:nvCxnSpPr>
        <p:spPr>
          <a:xfrm rot="16200000" flipH="1">
            <a:off x="2610683" y="1619380"/>
            <a:ext cx="390766" cy="212013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B6AE335B-4763-5D53-9A76-392F4997A366}"/>
              </a:ext>
            </a:extLst>
          </p:cNvPr>
          <p:cNvCxnSpPr>
            <a:cxnSpLocks/>
            <a:stCxn id="35" idx="2"/>
            <a:endCxn id="10" idx="0"/>
          </p:cNvCxnSpPr>
          <p:nvPr/>
        </p:nvCxnSpPr>
        <p:spPr>
          <a:xfrm>
            <a:off x="4005081" y="3378894"/>
            <a:ext cx="0" cy="12962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コネクタ: カギ線 41">
            <a:extLst>
              <a:ext uri="{FF2B5EF4-FFF2-40B4-BE49-F238E27FC236}">
                <a16:creationId xmlns:a16="http://schemas.microsoft.com/office/drawing/2014/main" id="{7DD86C3D-2E12-B0DE-966F-3BE38AC749BE}"/>
              </a:ext>
            </a:extLst>
          </p:cNvPr>
          <p:cNvCxnSpPr>
            <a:cxnSpLocks/>
            <a:stCxn id="35" idx="2"/>
            <a:endCxn id="11" idx="0"/>
          </p:cNvCxnSpPr>
          <p:nvPr/>
        </p:nvCxnSpPr>
        <p:spPr>
          <a:xfrm rot="16200000" flipH="1">
            <a:off x="3909005" y="3474969"/>
            <a:ext cx="1296207" cy="110405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3F6BE62-89AA-5087-BA96-25C2F7799256}"/>
              </a:ext>
            </a:extLst>
          </p:cNvPr>
          <p:cNvSpPr/>
          <p:nvPr/>
        </p:nvSpPr>
        <p:spPr>
          <a:xfrm>
            <a:off x="4503439" y="1080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E6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基幹システム</a:t>
            </a:r>
            <a:b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(OC)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3B925E3-9064-125D-13F0-7327A08B5F12}"/>
              </a:ext>
            </a:extLst>
          </p:cNvPr>
          <p:cNvSpPr/>
          <p:nvPr/>
        </p:nvSpPr>
        <p:spPr>
          <a:xfrm>
            <a:off x="4503439" y="1908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E6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MVIF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？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マルチベンダー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IF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6" name="コネクタ: カギ線 12">
            <a:extLst>
              <a:ext uri="{FF2B5EF4-FFF2-40B4-BE49-F238E27FC236}">
                <a16:creationId xmlns:a16="http://schemas.microsoft.com/office/drawing/2014/main" id="{26B274E6-B08F-596D-49F7-D88645BD0EE1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>
            <a:off x="4989439" y="1656064"/>
            <a:ext cx="0" cy="2519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EA412C9F-0204-0089-E112-BA2986FF181A}"/>
              </a:ext>
            </a:extLst>
          </p:cNvPr>
          <p:cNvCxnSpPr>
            <a:cxnSpLocks/>
            <a:stCxn id="16" idx="2"/>
            <a:endCxn id="38" idx="0"/>
          </p:cNvCxnSpPr>
          <p:nvPr/>
        </p:nvCxnSpPr>
        <p:spPr>
          <a:xfrm rot="5400000">
            <a:off x="4482307" y="2223698"/>
            <a:ext cx="246766" cy="767499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A883713-EE9E-0150-E831-0AB57AAB8FE6}"/>
              </a:ext>
            </a:extLst>
          </p:cNvPr>
          <p:cNvSpPr/>
          <p:nvPr/>
        </p:nvSpPr>
        <p:spPr>
          <a:xfrm>
            <a:off x="5748218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POP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発行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383992CE-E2C1-06E2-56C9-AEB33E81D56E}"/>
              </a:ext>
            </a:extLst>
          </p:cNvPr>
          <p:cNvCxnSpPr>
            <a:cxnSpLocks/>
            <a:stCxn id="84" idx="3"/>
            <a:endCxn id="22" idx="0"/>
          </p:cNvCxnSpPr>
          <p:nvPr/>
        </p:nvCxnSpPr>
        <p:spPr>
          <a:xfrm>
            <a:off x="4480819" y="3375690"/>
            <a:ext cx="1753399" cy="1299411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30F6771-C32E-8639-F378-56D61C6AEFC1}"/>
              </a:ext>
            </a:extLst>
          </p:cNvPr>
          <p:cNvSpPr/>
          <p:nvPr/>
        </p:nvSpPr>
        <p:spPr>
          <a:xfrm>
            <a:off x="2473211" y="287483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04CA207-1750-F52D-699C-E1362F25C59E}"/>
              </a:ext>
            </a:extLst>
          </p:cNvPr>
          <p:cNvSpPr/>
          <p:nvPr/>
        </p:nvSpPr>
        <p:spPr>
          <a:xfrm>
            <a:off x="2829018" y="273083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FAC3DEF0-4605-E207-B72F-D51EDD467666}"/>
              </a:ext>
            </a:extLst>
          </p:cNvPr>
          <p:cNvCxnSpPr>
            <a:cxnSpLocks/>
            <a:stCxn id="16" idx="2"/>
            <a:endCxn id="28" idx="0"/>
          </p:cNvCxnSpPr>
          <p:nvPr/>
        </p:nvCxnSpPr>
        <p:spPr>
          <a:xfrm rot="5400000">
            <a:off x="3821850" y="1563241"/>
            <a:ext cx="246766" cy="208841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AAE7F9C8-AB66-D83C-0C93-855C5BACFF2E}"/>
              </a:ext>
            </a:extLst>
          </p:cNvPr>
          <p:cNvSpPr/>
          <p:nvPr/>
        </p:nvSpPr>
        <p:spPr>
          <a:xfrm>
            <a:off x="3794125" y="287483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86C1EFA3-E9A5-230E-1608-E438F967BA7B}"/>
              </a:ext>
            </a:extLst>
          </p:cNvPr>
          <p:cNvSpPr/>
          <p:nvPr/>
        </p:nvSpPr>
        <p:spPr>
          <a:xfrm>
            <a:off x="4149932" y="273083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5830EE1F-AFAC-C3C1-D1CF-677271D3E793}"/>
              </a:ext>
            </a:extLst>
          </p:cNvPr>
          <p:cNvSpPr/>
          <p:nvPr/>
        </p:nvSpPr>
        <p:spPr>
          <a:xfrm>
            <a:off x="2393997" y="5616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クレジット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SV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？</a:t>
            </a:r>
          </a:p>
        </p:txBody>
      </p:sp>
      <p:cxnSp>
        <p:nvCxnSpPr>
          <p:cNvPr id="57" name="コネクタ: カギ線 56">
            <a:extLst>
              <a:ext uri="{FF2B5EF4-FFF2-40B4-BE49-F238E27FC236}">
                <a16:creationId xmlns:a16="http://schemas.microsoft.com/office/drawing/2014/main" id="{96BBCEDF-8F28-2652-5116-2AFD2ABFD28C}"/>
              </a:ext>
            </a:extLst>
          </p:cNvPr>
          <p:cNvCxnSpPr>
            <a:cxnSpLocks/>
            <a:stCxn id="9" idx="2"/>
            <a:endCxn id="56" idx="0"/>
          </p:cNvCxnSpPr>
          <p:nvPr/>
        </p:nvCxnSpPr>
        <p:spPr>
          <a:xfrm rot="5400000">
            <a:off x="2697580" y="5433582"/>
            <a:ext cx="364835" cy="127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9505734A-9BBC-8FAC-2583-9E9813E5743A}"/>
              </a:ext>
            </a:extLst>
          </p:cNvPr>
          <p:cNvSpPr/>
          <p:nvPr/>
        </p:nvSpPr>
        <p:spPr>
          <a:xfrm>
            <a:off x="5594564" y="2636985"/>
            <a:ext cx="972000" cy="576064"/>
          </a:xfrm>
          <a:prstGeom prst="rect">
            <a:avLst/>
          </a:prstGeom>
          <a:solidFill>
            <a:srgbClr val="86D0ED"/>
          </a:solidFill>
          <a:ln w="28575">
            <a:solidFill>
              <a:srgbClr val="86D0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b="1">
                <a:solidFill>
                  <a:srgbClr val="EF3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</a:p>
          <a:p>
            <a:pPr algn="ctr"/>
            <a:r>
              <a:rPr kumimoji="1" lang="en-US" altLang="ja-JP" sz="1000" b="1">
                <a:solidFill>
                  <a:srgbClr val="EF3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SV</a:t>
            </a:r>
            <a:endParaRPr kumimoji="1" lang="ja-JP" altLang="en-US" sz="1000" b="1">
              <a:solidFill>
                <a:srgbClr val="EF312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2" name="コネクタ: カギ線 38">
            <a:extLst>
              <a:ext uri="{FF2B5EF4-FFF2-40B4-BE49-F238E27FC236}">
                <a16:creationId xmlns:a16="http://schemas.microsoft.com/office/drawing/2014/main" id="{D161CF01-7C39-E3EB-859D-32EC5B6F6344}"/>
              </a:ext>
            </a:extLst>
          </p:cNvPr>
          <p:cNvCxnSpPr>
            <a:cxnSpLocks/>
            <a:stCxn id="61" idx="1"/>
            <a:endCxn id="11" idx="0"/>
          </p:cNvCxnSpPr>
          <p:nvPr/>
        </p:nvCxnSpPr>
        <p:spPr>
          <a:xfrm rot="10800000" flipV="1">
            <a:off x="5109136" y="2925017"/>
            <a:ext cx="485428" cy="175008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B15BC794-A9AF-60A9-29BB-DC151452CEC2}"/>
              </a:ext>
            </a:extLst>
          </p:cNvPr>
          <p:cNvSpPr/>
          <p:nvPr/>
        </p:nvSpPr>
        <p:spPr>
          <a:xfrm>
            <a:off x="6873300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PDA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業務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6" name="コネクタ: カギ線 65">
            <a:extLst>
              <a:ext uri="{FF2B5EF4-FFF2-40B4-BE49-F238E27FC236}">
                <a16:creationId xmlns:a16="http://schemas.microsoft.com/office/drawing/2014/main" id="{F14C23DC-2326-2223-98A7-55FB4B694CC6}"/>
              </a:ext>
            </a:extLst>
          </p:cNvPr>
          <p:cNvCxnSpPr>
            <a:cxnSpLocks/>
            <a:stCxn id="84" idx="3"/>
            <a:endCxn id="65" idx="0"/>
          </p:cNvCxnSpPr>
          <p:nvPr/>
        </p:nvCxnSpPr>
        <p:spPr>
          <a:xfrm>
            <a:off x="4480819" y="3375690"/>
            <a:ext cx="2878481" cy="1299411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0A0FFE6E-2B2A-1294-489D-4D5CA381C5EC}"/>
              </a:ext>
            </a:extLst>
          </p:cNvPr>
          <p:cNvSpPr/>
          <p:nvPr/>
        </p:nvSpPr>
        <p:spPr>
          <a:xfrm>
            <a:off x="4336803" y="330369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11" name="直線コネクタ 110">
            <a:extLst>
              <a:ext uri="{FF2B5EF4-FFF2-40B4-BE49-F238E27FC236}">
                <a16:creationId xmlns:a16="http://schemas.microsoft.com/office/drawing/2014/main" id="{F092C904-454D-5E73-50D4-9CCE44E87A07}"/>
              </a:ext>
            </a:extLst>
          </p:cNvPr>
          <p:cNvCxnSpPr>
            <a:cxnSpLocks/>
          </p:cNvCxnSpPr>
          <p:nvPr/>
        </p:nvCxnSpPr>
        <p:spPr>
          <a:xfrm>
            <a:off x="560512" y="3789040"/>
            <a:ext cx="8864932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四角形: 角を丸くする 112">
            <a:extLst>
              <a:ext uri="{FF2B5EF4-FFF2-40B4-BE49-F238E27FC236}">
                <a16:creationId xmlns:a16="http://schemas.microsoft.com/office/drawing/2014/main" id="{B12D40F3-093A-CA73-241D-C0ED78236C04}"/>
              </a:ext>
            </a:extLst>
          </p:cNvPr>
          <p:cNvSpPr/>
          <p:nvPr/>
        </p:nvSpPr>
        <p:spPr>
          <a:xfrm>
            <a:off x="560512" y="3861048"/>
            <a:ext cx="971996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店舗内</a:t>
            </a:r>
          </a:p>
        </p:txBody>
      </p:sp>
      <p:sp>
        <p:nvSpPr>
          <p:cNvPr id="114" name="四角形: 角を丸くする 113">
            <a:extLst>
              <a:ext uri="{FF2B5EF4-FFF2-40B4-BE49-F238E27FC236}">
                <a16:creationId xmlns:a16="http://schemas.microsoft.com/office/drawing/2014/main" id="{BDA475B7-3438-CDB8-1A8E-94FB9131CAAB}"/>
              </a:ext>
            </a:extLst>
          </p:cNvPr>
          <p:cNvSpPr/>
          <p:nvPr/>
        </p:nvSpPr>
        <p:spPr>
          <a:xfrm>
            <a:off x="562823" y="3456064"/>
            <a:ext cx="971996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データセンタ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A159D619-AEE4-1D16-16C3-5459A1F62913}"/>
              </a:ext>
            </a:extLst>
          </p:cNvPr>
          <p:cNvSpPr/>
          <p:nvPr/>
        </p:nvSpPr>
        <p:spPr>
          <a:xfrm>
            <a:off x="6566564" y="2638456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クレジット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SV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644C20A-0F01-48BE-6B7F-585E6000494B}"/>
              </a:ext>
            </a:extLst>
          </p:cNvPr>
          <p:cNvSpPr/>
          <p:nvPr/>
        </p:nvSpPr>
        <p:spPr>
          <a:xfrm>
            <a:off x="7744385" y="3877544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アデンダント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3" name="吹き出し: 四角形 42">
            <a:extLst>
              <a:ext uri="{FF2B5EF4-FFF2-40B4-BE49-F238E27FC236}">
                <a16:creationId xmlns:a16="http://schemas.microsoft.com/office/drawing/2014/main" id="{6ABDB8E2-5C03-8FCE-8ABA-0097C427FFDB}"/>
              </a:ext>
            </a:extLst>
          </p:cNvPr>
          <p:cNvSpPr/>
          <p:nvPr/>
        </p:nvSpPr>
        <p:spPr>
          <a:xfrm>
            <a:off x="4623136" y="5616000"/>
            <a:ext cx="3426208" cy="805995"/>
          </a:xfrm>
          <a:prstGeom prst="wedgeRectCallout">
            <a:avLst>
              <a:gd name="adj1" fmla="val -43709"/>
              <a:gd name="adj2" fmla="val -9849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OFF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ラインの時（実績は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でプールする。）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商品の売り上げ、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MM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はできる。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マスタダウンロードは、常時動いている。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更新は、随時し、更新後次の会計から反映。</a:t>
            </a:r>
          </a:p>
        </p:txBody>
      </p: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B475A422-A956-6732-5627-E073A6C56C34}"/>
              </a:ext>
            </a:extLst>
          </p:cNvPr>
          <p:cNvCxnSpPr>
            <a:cxnSpLocks/>
            <a:stCxn id="51" idx="1"/>
            <a:endCxn id="35" idx="3"/>
          </p:cNvCxnSpPr>
          <p:nvPr/>
        </p:nvCxnSpPr>
        <p:spPr>
          <a:xfrm rot="10800000">
            <a:off x="4491082" y="3090862"/>
            <a:ext cx="4154919" cy="303450"/>
          </a:xfrm>
          <a:prstGeom prst="bentConnector3">
            <a:avLst>
              <a:gd name="adj1" fmla="val 50000"/>
            </a:avLst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93ABA1FE-17B7-00C7-5D00-5F77B44F30D7}"/>
              </a:ext>
            </a:extLst>
          </p:cNvPr>
          <p:cNvSpPr/>
          <p:nvPr/>
        </p:nvSpPr>
        <p:spPr>
          <a:xfrm>
            <a:off x="8646000" y="310628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お店の</a:t>
            </a:r>
            <a:b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画面</a:t>
            </a:r>
          </a:p>
        </p:txBody>
      </p:sp>
      <p:sp>
        <p:nvSpPr>
          <p:cNvPr id="54" name="吹き出し: 四角形 53">
            <a:extLst>
              <a:ext uri="{FF2B5EF4-FFF2-40B4-BE49-F238E27FC236}">
                <a16:creationId xmlns:a16="http://schemas.microsoft.com/office/drawing/2014/main" id="{88D8FB65-B493-3904-2FFC-405E8BA96777}"/>
              </a:ext>
            </a:extLst>
          </p:cNvPr>
          <p:cNvSpPr/>
          <p:nvPr/>
        </p:nvSpPr>
        <p:spPr>
          <a:xfrm>
            <a:off x="6336240" y="1462820"/>
            <a:ext cx="1591045" cy="805995"/>
          </a:xfrm>
          <a:prstGeom prst="wedgeRectCallout">
            <a:avLst>
              <a:gd name="adj1" fmla="val -171224"/>
              <a:gd name="adj2" fmla="val 1262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実績集計などの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</a:t>
            </a:r>
          </a:p>
        </p:txBody>
      </p:sp>
      <p:sp>
        <p:nvSpPr>
          <p:cNvPr id="55" name="吹き出し: 四角形 54">
            <a:extLst>
              <a:ext uri="{FF2B5EF4-FFF2-40B4-BE49-F238E27FC236}">
                <a16:creationId xmlns:a16="http://schemas.microsoft.com/office/drawing/2014/main" id="{87CD1C5B-49ED-8D74-3375-3C005E206FFB}"/>
              </a:ext>
            </a:extLst>
          </p:cNvPr>
          <p:cNvSpPr/>
          <p:nvPr/>
        </p:nvSpPr>
        <p:spPr>
          <a:xfrm>
            <a:off x="8478562" y="1684313"/>
            <a:ext cx="1591045" cy="770582"/>
          </a:xfrm>
          <a:prstGeom prst="wedgeRectCallout">
            <a:avLst>
              <a:gd name="adj1" fmla="val -6472"/>
              <a:gd name="adj2" fmla="val 1397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連携実績などを見れる画面があるとよい。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ストコンへも確認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DB356C6A-3842-4650-1AFC-6AA5D7B3C4BE}"/>
              </a:ext>
            </a:extLst>
          </p:cNvPr>
          <p:cNvSpPr/>
          <p:nvPr/>
        </p:nvSpPr>
        <p:spPr>
          <a:xfrm>
            <a:off x="4005081" y="5395126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POS-Windows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サービスカウンタ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6D778C01-112C-5995-850A-2ABA910EB402}"/>
              </a:ext>
            </a:extLst>
          </p:cNvPr>
          <p:cNvSpPr/>
          <p:nvPr/>
        </p:nvSpPr>
        <p:spPr>
          <a:xfrm>
            <a:off x="6254744" y="725923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E6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ダイソー様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A3E5B625-A0F1-0B36-BD60-CD5235E92CE4}"/>
              </a:ext>
            </a:extLst>
          </p:cNvPr>
          <p:cNvSpPr/>
          <p:nvPr/>
        </p:nvSpPr>
        <p:spPr>
          <a:xfrm>
            <a:off x="7340504" y="686757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E6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ウェルシア様</a:t>
            </a:r>
          </a:p>
        </p:txBody>
      </p:sp>
      <p:cxnSp>
        <p:nvCxnSpPr>
          <p:cNvPr id="18" name="コネクタ: カギ線 38">
            <a:extLst>
              <a:ext uri="{FF2B5EF4-FFF2-40B4-BE49-F238E27FC236}">
                <a16:creationId xmlns:a16="http://schemas.microsoft.com/office/drawing/2014/main" id="{AD620F9E-6117-157B-C7F0-1CC09BB8638D}"/>
              </a:ext>
            </a:extLst>
          </p:cNvPr>
          <p:cNvCxnSpPr>
            <a:cxnSpLocks/>
            <a:stCxn id="35" idx="1"/>
            <a:endCxn id="7" idx="3"/>
          </p:cNvCxnSpPr>
          <p:nvPr/>
        </p:nvCxnSpPr>
        <p:spPr>
          <a:xfrm flipH="1">
            <a:off x="3365999" y="3090862"/>
            <a:ext cx="15308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911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681C0A-F3A4-7EEA-2DD1-3E36B12CC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DB</a:t>
            </a:r>
            <a:r>
              <a:rPr kumimoji="1" lang="ja-JP" altLang="en-US"/>
              <a:t>構成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E3A73F-0AA5-79B0-EEBD-7553F3238F0F}"/>
              </a:ext>
            </a:extLst>
          </p:cNvPr>
          <p:cNvSpPr/>
          <p:nvPr/>
        </p:nvSpPr>
        <p:spPr>
          <a:xfrm>
            <a:off x="720410" y="1364503"/>
            <a:ext cx="8409053" cy="777806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各種マスタデータを保存する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商品マスタ、店舗マスタ、担当者マスタなどなど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EF6BF5B-3258-E6FC-1C15-4E059A37D878}"/>
              </a:ext>
            </a:extLst>
          </p:cNvPr>
          <p:cNvSpPr/>
          <p:nvPr/>
        </p:nvSpPr>
        <p:spPr>
          <a:xfrm>
            <a:off x="720000" y="1080000"/>
            <a:ext cx="1640712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43C594C-540D-96D7-52C8-6188031F0A7D}"/>
              </a:ext>
            </a:extLst>
          </p:cNvPr>
          <p:cNvSpPr/>
          <p:nvPr/>
        </p:nvSpPr>
        <p:spPr>
          <a:xfrm>
            <a:off x="720410" y="2819938"/>
            <a:ext cx="8409053" cy="777806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売上に関するデータを保存する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</a:p>
          <a:p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店舗名、商品名は、生データ（テキスト）を保存する。→売上時の店舗名、商品名称をそのまま保存するため。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同じ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JAN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コードでも、商品名（値引等含む）が変わった場合でも、売上当時の名称を表示できるようする。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同様に店舗名等、その他必要なものも、同様。　分類名については検討。。。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82D5A57-B2BE-1ACA-181C-54750DCC5687}"/>
              </a:ext>
            </a:extLst>
          </p:cNvPr>
          <p:cNvSpPr/>
          <p:nvPr/>
        </p:nvSpPr>
        <p:spPr>
          <a:xfrm>
            <a:off x="720000" y="2535435"/>
            <a:ext cx="1640712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トランザクション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B4C49B9-4C8D-3861-C3F9-C280AE05908F}"/>
              </a:ext>
            </a:extLst>
          </p:cNvPr>
          <p:cNvSpPr/>
          <p:nvPr/>
        </p:nvSpPr>
        <p:spPr>
          <a:xfrm>
            <a:off x="720000" y="3886470"/>
            <a:ext cx="8409053" cy="777806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〇分ける目的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ある程度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を分散することにより、マスタ連携と、トランザクション集計との負荷を分散し、夜間バッチ処理をスムーズにする。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FB41E4B-2C40-09F8-C28F-7273950F309D}"/>
              </a:ext>
            </a:extLst>
          </p:cNvPr>
          <p:cNvSpPr/>
          <p:nvPr/>
        </p:nvSpPr>
        <p:spPr>
          <a:xfrm>
            <a:off x="720000" y="4797152"/>
            <a:ext cx="8409053" cy="1368152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〇バックアップをどうするか？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１．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のコピーを用意し、３０分ごとに連携する。→サーバーを用意する場合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２．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の場合は、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内でのバックアップ設定を行う。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既存の方法を知りたい。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0473275-511D-BF2D-9BDE-9482418AAFFE}"/>
              </a:ext>
            </a:extLst>
          </p:cNvPr>
          <p:cNvSpPr/>
          <p:nvPr/>
        </p:nvSpPr>
        <p:spPr>
          <a:xfrm>
            <a:off x="6321152" y="4941168"/>
            <a:ext cx="864096" cy="2880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SV1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6878A70-31F4-6993-B4C0-552C0CF20BF7}"/>
              </a:ext>
            </a:extLst>
          </p:cNvPr>
          <p:cNvSpPr/>
          <p:nvPr/>
        </p:nvSpPr>
        <p:spPr>
          <a:xfrm>
            <a:off x="7369254" y="4927483"/>
            <a:ext cx="864096" cy="2880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SV2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6DFDEE9-9063-55EA-7823-A3776F5F885B}"/>
              </a:ext>
            </a:extLst>
          </p:cNvPr>
          <p:cNvSpPr/>
          <p:nvPr/>
        </p:nvSpPr>
        <p:spPr>
          <a:xfrm>
            <a:off x="6825208" y="5552019"/>
            <a:ext cx="864096" cy="2880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DB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953A5D4F-0E51-47A7-1B51-480EEF9837A1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6753200" y="5229200"/>
            <a:ext cx="504056" cy="322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BCA67A1-9303-286E-7A19-7271801D7FB3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7257256" y="5215515"/>
            <a:ext cx="544046" cy="322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フローチャート: 磁気ディスク 16">
            <a:extLst>
              <a:ext uri="{FF2B5EF4-FFF2-40B4-BE49-F238E27FC236}">
                <a16:creationId xmlns:a16="http://schemas.microsoft.com/office/drawing/2014/main" id="{95AB0B47-35BC-6B63-57A5-9EC436DFFA8D}"/>
              </a:ext>
            </a:extLst>
          </p:cNvPr>
          <p:cNvSpPr/>
          <p:nvPr/>
        </p:nvSpPr>
        <p:spPr>
          <a:xfrm>
            <a:off x="6825208" y="5916819"/>
            <a:ext cx="360040" cy="352623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>
                <a:solidFill>
                  <a:schemeClr val="tx1"/>
                </a:solidFill>
              </a:rPr>
              <a:t>DB1</a:t>
            </a:r>
            <a:endParaRPr kumimoji="1" lang="ja-JP" altLang="en-US" sz="800">
              <a:solidFill>
                <a:schemeClr val="tx1"/>
              </a:solidFill>
            </a:endParaRPr>
          </a:p>
        </p:txBody>
      </p:sp>
      <p:sp>
        <p:nvSpPr>
          <p:cNvPr id="18" name="フローチャート: 磁気ディスク 17">
            <a:extLst>
              <a:ext uri="{FF2B5EF4-FFF2-40B4-BE49-F238E27FC236}">
                <a16:creationId xmlns:a16="http://schemas.microsoft.com/office/drawing/2014/main" id="{FF97ECF0-94CD-6C15-E935-CDCA85213530}"/>
              </a:ext>
            </a:extLst>
          </p:cNvPr>
          <p:cNvSpPr/>
          <p:nvPr/>
        </p:nvSpPr>
        <p:spPr>
          <a:xfrm>
            <a:off x="7369254" y="5916818"/>
            <a:ext cx="360040" cy="352623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>
                <a:solidFill>
                  <a:schemeClr val="tx1"/>
                </a:solidFill>
              </a:rPr>
              <a:t>DB2</a:t>
            </a:r>
            <a:endParaRPr kumimoji="1" lang="ja-JP" altLang="en-US" sz="800">
              <a:solidFill>
                <a:schemeClr val="tx1"/>
              </a:solidFill>
            </a:endParaRPr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DCB1E682-3A07-D434-44D8-BCA12838A821}"/>
              </a:ext>
            </a:extLst>
          </p:cNvPr>
          <p:cNvCxnSpPr>
            <a:cxnSpLocks/>
            <a:stCxn id="17" idx="3"/>
            <a:endCxn id="18" idx="3"/>
          </p:cNvCxnSpPr>
          <p:nvPr/>
        </p:nvCxnSpPr>
        <p:spPr>
          <a:xfrm rot="5400000" flipH="1" flipV="1">
            <a:off x="7277250" y="5997419"/>
            <a:ext cx="1" cy="544046"/>
          </a:xfrm>
          <a:prstGeom prst="bentConnector3">
            <a:avLst>
              <a:gd name="adj1" fmla="val -228600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025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2A85859-16AF-B873-E0E4-968FB1DA6DDE}"/>
              </a:ext>
            </a:extLst>
          </p:cNvPr>
          <p:cNvSpPr/>
          <p:nvPr/>
        </p:nvSpPr>
        <p:spPr>
          <a:xfrm>
            <a:off x="720000" y="2808000"/>
            <a:ext cx="3240000" cy="1440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頂戴したファイルを、そのまま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に取り込みを実施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6EA994A-4E78-7229-E613-DA4B0D62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マスタ系取込の考えたか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87996C6-5A83-1FEA-7A50-973E7376ADCF}"/>
              </a:ext>
            </a:extLst>
          </p:cNvPr>
          <p:cNvSpPr/>
          <p:nvPr/>
        </p:nvSpPr>
        <p:spPr>
          <a:xfrm>
            <a:off x="720000" y="1260000"/>
            <a:ext cx="3240000" cy="1296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同じファイル名で、拡張子が「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.end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」のファイルが作成された場合、転送完了の認識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プロトコルは、「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SFTP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」とする。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AC5E28E-EC7C-847F-E3BF-B57753BECEB5}"/>
              </a:ext>
            </a:extLst>
          </p:cNvPr>
          <p:cNvSpPr/>
          <p:nvPr/>
        </p:nvSpPr>
        <p:spPr>
          <a:xfrm>
            <a:off x="720000" y="1080000"/>
            <a:ext cx="971996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FTP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受信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89F4406-FF28-8684-2165-FCFDDD8BC197}"/>
              </a:ext>
            </a:extLst>
          </p:cNvPr>
          <p:cNvSpPr/>
          <p:nvPr/>
        </p:nvSpPr>
        <p:spPr>
          <a:xfrm>
            <a:off x="720000" y="2664000"/>
            <a:ext cx="1152128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レプリカへ取込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D5A513D-C7F6-7FA2-6C6B-5AF6AA77A75A}"/>
              </a:ext>
            </a:extLst>
          </p:cNvPr>
          <p:cNvSpPr/>
          <p:nvPr/>
        </p:nvSpPr>
        <p:spPr>
          <a:xfrm>
            <a:off x="720000" y="4500000"/>
            <a:ext cx="3240000" cy="792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レプリカより、マスタ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へ必要に応じてコンバート作業を行い、取り込みの実施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BD64E44-5992-51D4-6B16-B1B59FC2EE1E}"/>
              </a:ext>
            </a:extLst>
          </p:cNvPr>
          <p:cNvSpPr/>
          <p:nvPr/>
        </p:nvSpPr>
        <p:spPr>
          <a:xfrm>
            <a:off x="720000" y="4356000"/>
            <a:ext cx="1152128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へ取込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666E449-3DDE-AFDC-D02A-CD784C46E3B4}"/>
              </a:ext>
            </a:extLst>
          </p:cNvPr>
          <p:cNvSpPr/>
          <p:nvPr/>
        </p:nvSpPr>
        <p:spPr>
          <a:xfrm>
            <a:off x="3960000" y="2808000"/>
            <a:ext cx="5400000" cy="1440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なぜ？必要か？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28600" indent="-228600">
              <a:buFont typeface="+mj-lt"/>
              <a:buAutoNum type="arabicPeriod"/>
            </a:pP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ファイルのレコード数と、取込レコード数のチェックのため。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lvl="1"/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件数差異がある場合は、アラートを発報する。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28600" indent="-228600">
              <a:buFont typeface="+mj-lt"/>
              <a:buAutoNum type="arabicPeriod"/>
            </a:pP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障害時に、インポート履歴の追跡と、リカバリ操作を簡素化するため。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lvl="1"/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フラグとするか？インポート日次、更新日時とするか？検討中ですが、レプリカ上のデータ更新のみにより、再連携を可能とする。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lvl="1"/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いちいち、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CSV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を探さなくてもよく、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CSV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の再加工も不要とする。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A8C9A1B-E151-B8A9-4F8F-E00FAB289809}"/>
              </a:ext>
            </a:extLst>
          </p:cNvPr>
          <p:cNvSpPr/>
          <p:nvPr/>
        </p:nvSpPr>
        <p:spPr>
          <a:xfrm>
            <a:off x="3960000" y="1260000"/>
            <a:ext cx="5400000" cy="1296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負荷状況も考慮に入れるがする。、連携される予定の、常時、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分バッチにて、「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.end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」ファイルの存在確認を行い、「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.end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」ファイルが存在した場合、インポート処理が作動するように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指定時間内に、「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.end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」ファイルが到着しない場合は、アラートを発報する。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ースケジュールマスタテーブルが必要かも？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2817586-E456-F92B-9506-C47281A400C9}"/>
              </a:ext>
            </a:extLst>
          </p:cNvPr>
          <p:cNvSpPr/>
          <p:nvPr/>
        </p:nvSpPr>
        <p:spPr>
          <a:xfrm>
            <a:off x="3960000" y="4500000"/>
            <a:ext cx="5400000" cy="792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レプリカ更新完了と連携するか？パラレルで実施するか？検討。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エラー時の発報も必要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2D737B0-3FFA-3E13-0A53-975C0348734B}"/>
              </a:ext>
            </a:extLst>
          </p:cNvPr>
          <p:cNvSpPr/>
          <p:nvPr/>
        </p:nvSpPr>
        <p:spPr>
          <a:xfrm>
            <a:off x="720000" y="5328000"/>
            <a:ext cx="8640000" cy="450994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移行各種バッチ処理に移行。これらも、エラー時にアラート発報する。　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OK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時も件数を報告する。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3814DA5-03DC-5E58-B8BD-DB4D23BDD9AA}"/>
              </a:ext>
            </a:extLst>
          </p:cNvPr>
          <p:cNvSpPr/>
          <p:nvPr/>
        </p:nvSpPr>
        <p:spPr>
          <a:xfrm>
            <a:off x="720000" y="5832000"/>
            <a:ext cx="8640000" cy="45099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アラート発報は、メールでの通知とする。また、メールのあて先は、１つとし、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ML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側で宛先をコントロールすようにする。</a:t>
            </a:r>
            <a:endParaRPr kumimoji="1" lang="en-US" altLang="ja-JP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r"/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宛先に編集に、ソースコードの修正が必要となる可能性があるため。</a:t>
            </a:r>
            <a:endParaRPr kumimoji="1" lang="en-US" altLang="ja-JP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7923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7BF93F9D-E539-A279-C020-231EBB15E1A0}"/>
              </a:ext>
            </a:extLst>
          </p:cNvPr>
          <p:cNvCxnSpPr>
            <a:cxnSpLocks/>
            <a:stCxn id="11" idx="3"/>
            <a:endCxn id="34" idx="1"/>
          </p:cNvCxnSpPr>
          <p:nvPr/>
        </p:nvCxnSpPr>
        <p:spPr>
          <a:xfrm flipV="1">
            <a:off x="3456000" y="1692000"/>
            <a:ext cx="3492000" cy="2556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機能全体像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94A1E18-F42A-A613-A478-520C5BD4198D}"/>
              </a:ext>
            </a:extLst>
          </p:cNvPr>
          <p:cNvSpPr/>
          <p:nvPr/>
        </p:nvSpPr>
        <p:spPr>
          <a:xfrm>
            <a:off x="540000" y="1124744"/>
            <a:ext cx="360000" cy="5436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いらっしゃいませ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C2EFA4-3B12-D930-2661-37523BF92C53}"/>
              </a:ext>
            </a:extLst>
          </p:cNvPr>
          <p:cNvSpPr/>
          <p:nvPr/>
        </p:nvSpPr>
        <p:spPr>
          <a:xfrm>
            <a:off x="1152000" y="1512000"/>
            <a:ext cx="1296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kumimoji="1" lang="en-US" altLang="ja-JP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</a:t>
            </a: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(QR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7FE0006-B50C-0CD0-592C-D80AB77E5C70}"/>
              </a:ext>
            </a:extLst>
          </p:cNvPr>
          <p:cNvSpPr/>
          <p:nvPr/>
        </p:nvSpPr>
        <p:spPr>
          <a:xfrm>
            <a:off x="1152000" y="2376000"/>
            <a:ext cx="1296000" cy="360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手動登録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紐付けなし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4851C34-4DF1-87A0-DE57-23433718C6EB}"/>
              </a:ext>
            </a:extLst>
          </p:cNvPr>
          <p:cNvSpPr/>
          <p:nvPr/>
        </p:nvSpPr>
        <p:spPr>
          <a:xfrm>
            <a:off x="1152000" y="3672000"/>
            <a:ext cx="1260000" cy="756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 err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(QR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DC0BF86-518F-EC2C-E8A0-AA204B9AC3A0}"/>
              </a:ext>
            </a:extLst>
          </p:cNvPr>
          <p:cNvSpPr/>
          <p:nvPr/>
        </p:nvSpPr>
        <p:spPr>
          <a:xfrm>
            <a:off x="1152000" y="4932000"/>
            <a:ext cx="1260000" cy="75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 </a:t>
            </a:r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マネー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9B3CF6A-FB3E-BCAB-07EF-CEEABEFFB2BE}"/>
              </a:ext>
            </a:extLst>
          </p:cNvPr>
          <p:cNvSpPr/>
          <p:nvPr/>
        </p:nvSpPr>
        <p:spPr>
          <a:xfrm>
            <a:off x="2448000" y="4068000"/>
            <a:ext cx="1008000" cy="360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チャージ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E340600-C347-5C1A-E101-D872588DBE09}"/>
              </a:ext>
            </a:extLst>
          </p:cNvPr>
          <p:cNvSpPr/>
          <p:nvPr/>
        </p:nvSpPr>
        <p:spPr>
          <a:xfrm>
            <a:off x="2448000" y="3672000"/>
            <a:ext cx="1008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残高照会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4AE4EF1-3472-0D8F-614F-36AA5AF48DFF}"/>
              </a:ext>
            </a:extLst>
          </p:cNvPr>
          <p:cNvSpPr/>
          <p:nvPr/>
        </p:nvSpPr>
        <p:spPr>
          <a:xfrm>
            <a:off x="2448000" y="4932000"/>
            <a:ext cx="1008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チャージ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55096C7-9E68-960A-FEC7-C7985C61A817}"/>
              </a:ext>
            </a:extLst>
          </p:cNvPr>
          <p:cNvSpPr/>
          <p:nvPr/>
        </p:nvSpPr>
        <p:spPr>
          <a:xfrm>
            <a:off x="2448000" y="4500000"/>
            <a:ext cx="1008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残高照会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56986F7-4ECF-D4CC-E1AA-0FF4601B7DA0}"/>
              </a:ext>
            </a:extLst>
          </p:cNvPr>
          <p:cNvSpPr/>
          <p:nvPr/>
        </p:nvSpPr>
        <p:spPr>
          <a:xfrm>
            <a:off x="4500000" y="1512000"/>
            <a:ext cx="180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なし</a:t>
            </a:r>
            <a:br>
              <a:rPr kumimoji="1" lang="en-US" altLang="ja-JP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（紐付けなし）</a:t>
            </a:r>
            <a:endParaRPr kumimoji="1" lang="en-US" altLang="ja-JP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850BB21-68AB-8C50-256F-3ED23AA8BF90}"/>
              </a:ext>
            </a:extLst>
          </p:cNvPr>
          <p:cNvSpPr/>
          <p:nvPr/>
        </p:nvSpPr>
        <p:spPr>
          <a:xfrm>
            <a:off x="4500000" y="2808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赤</a:t>
            </a:r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バーコードスキャン）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DC1CEF3-88FB-EC6C-2241-3DAF3B1275C2}"/>
              </a:ext>
            </a:extLst>
          </p:cNvPr>
          <p:cNvSpPr/>
          <p:nvPr/>
        </p:nvSpPr>
        <p:spPr>
          <a:xfrm>
            <a:off x="4500000" y="3240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青</a:t>
            </a:r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磁気スワイプ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70433E1-35B9-295D-9154-2F6AA6322E7E}"/>
              </a:ext>
            </a:extLst>
          </p:cNvPr>
          <p:cNvSpPr/>
          <p:nvPr/>
        </p:nvSpPr>
        <p:spPr>
          <a:xfrm>
            <a:off x="9006000" y="1119134"/>
            <a:ext cx="360000" cy="5436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ありがとうございました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41CC6DB6-8771-B335-FE7A-D3E753BE7ECD}"/>
              </a:ext>
            </a:extLst>
          </p:cNvPr>
          <p:cNvSpPr/>
          <p:nvPr/>
        </p:nvSpPr>
        <p:spPr>
          <a:xfrm>
            <a:off x="1008000" y="1260406"/>
            <a:ext cx="2196754" cy="1584000"/>
          </a:xfrm>
          <a:prstGeom prst="roundRect">
            <a:avLst>
              <a:gd name="adj" fmla="val 658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5D22CA1-E97D-F5BD-1720-24FBAA56C930}"/>
              </a:ext>
            </a:extLst>
          </p:cNvPr>
          <p:cNvSpPr/>
          <p:nvPr/>
        </p:nvSpPr>
        <p:spPr>
          <a:xfrm>
            <a:off x="1152000" y="1124744"/>
            <a:ext cx="1260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商品登録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4F1CE25A-3E92-770B-40F9-94F44A761889}"/>
              </a:ext>
            </a:extLst>
          </p:cNvPr>
          <p:cNvSpPr/>
          <p:nvPr/>
        </p:nvSpPr>
        <p:spPr>
          <a:xfrm>
            <a:off x="1008000" y="3492000"/>
            <a:ext cx="2556000" cy="2304000"/>
          </a:xfrm>
          <a:prstGeom prst="roundRect">
            <a:avLst>
              <a:gd name="adj" fmla="val 658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15DEF18-2635-BC06-0680-AB9F15B42FDB}"/>
              </a:ext>
            </a:extLst>
          </p:cNvPr>
          <p:cNvSpPr/>
          <p:nvPr/>
        </p:nvSpPr>
        <p:spPr>
          <a:xfrm>
            <a:off x="1152000" y="3312000"/>
            <a:ext cx="1260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ポイントサービス</a:t>
            </a:r>
          </a:p>
        </p:txBody>
      </p:sp>
      <p:sp>
        <p:nvSpPr>
          <p:cNvPr id="31" name="矢印: 右 30">
            <a:extLst>
              <a:ext uri="{FF2B5EF4-FFF2-40B4-BE49-F238E27FC236}">
                <a16:creationId xmlns:a16="http://schemas.microsoft.com/office/drawing/2014/main" id="{6AEA6182-2F02-4841-C5A3-F649766018C7}"/>
              </a:ext>
            </a:extLst>
          </p:cNvPr>
          <p:cNvSpPr/>
          <p:nvPr/>
        </p:nvSpPr>
        <p:spPr>
          <a:xfrm>
            <a:off x="989471" y="5999585"/>
            <a:ext cx="7923969" cy="46188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26716A5F-C739-0E49-9504-623945C22C9E}"/>
              </a:ext>
            </a:extLst>
          </p:cNvPr>
          <p:cNvSpPr/>
          <p:nvPr/>
        </p:nvSpPr>
        <p:spPr>
          <a:xfrm>
            <a:off x="4320000" y="1260000"/>
            <a:ext cx="2160000" cy="2844000"/>
          </a:xfrm>
          <a:prstGeom prst="roundRect">
            <a:avLst>
              <a:gd name="adj" fmla="val 658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71EDA3-B26E-004A-6981-61B244DF08E8}"/>
              </a:ext>
            </a:extLst>
          </p:cNvPr>
          <p:cNvSpPr/>
          <p:nvPr/>
        </p:nvSpPr>
        <p:spPr>
          <a:xfrm>
            <a:off x="4500000" y="1130568"/>
            <a:ext cx="1260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ポイント付与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36F2EECC-C746-156F-B317-75B1665AC69F}"/>
              </a:ext>
            </a:extLst>
          </p:cNvPr>
          <p:cNvSpPr/>
          <p:nvPr/>
        </p:nvSpPr>
        <p:spPr>
          <a:xfrm>
            <a:off x="6769616" y="1260000"/>
            <a:ext cx="2160000" cy="4623620"/>
          </a:xfrm>
          <a:prstGeom prst="roundRect">
            <a:avLst>
              <a:gd name="adj" fmla="val 658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83ACB06-D7A4-2E2B-FBF3-3F0A0108E882}"/>
              </a:ext>
            </a:extLst>
          </p:cNvPr>
          <p:cNvSpPr/>
          <p:nvPr/>
        </p:nvSpPr>
        <p:spPr>
          <a:xfrm>
            <a:off x="6948000" y="1124744"/>
            <a:ext cx="1260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支払方法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A0B7F64-5145-6C41-456C-68C3869104B1}"/>
              </a:ext>
            </a:extLst>
          </p:cNvPr>
          <p:cNvSpPr/>
          <p:nvPr/>
        </p:nvSpPr>
        <p:spPr>
          <a:xfrm>
            <a:off x="6948000" y="1512000"/>
            <a:ext cx="180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現金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2D00D4A-ED94-EC49-AF27-61618143C90A}"/>
              </a:ext>
            </a:extLst>
          </p:cNvPr>
          <p:cNvSpPr/>
          <p:nvPr/>
        </p:nvSpPr>
        <p:spPr>
          <a:xfrm>
            <a:off x="6948000" y="1944000"/>
            <a:ext cx="180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 err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(QR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0E3BEB07-F085-97EB-8AB9-A38E9725FD39}"/>
              </a:ext>
            </a:extLst>
          </p:cNvPr>
          <p:cNvSpPr/>
          <p:nvPr/>
        </p:nvSpPr>
        <p:spPr>
          <a:xfrm>
            <a:off x="6948000" y="2376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ポイント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バーコードスキャン）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03364D3-6DD4-AC0D-0E35-CD649F58A141}"/>
              </a:ext>
            </a:extLst>
          </p:cNvPr>
          <p:cNvSpPr/>
          <p:nvPr/>
        </p:nvSpPr>
        <p:spPr>
          <a:xfrm>
            <a:off x="6948000" y="2808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マネー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6D0004CA-C38C-8987-2AB5-04D43033C98E}"/>
              </a:ext>
            </a:extLst>
          </p:cNvPr>
          <p:cNvSpPr/>
          <p:nvPr/>
        </p:nvSpPr>
        <p:spPr>
          <a:xfrm>
            <a:off x="6948000" y="3240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AEON Pay</a:t>
            </a: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35F2A565-3AC1-DD43-F864-0E06151356DF}"/>
              </a:ext>
            </a:extLst>
          </p:cNvPr>
          <p:cNvSpPr/>
          <p:nvPr/>
        </p:nvSpPr>
        <p:spPr>
          <a:xfrm>
            <a:off x="6948000" y="4104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クレジットカード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 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or 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スワイプ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7A958812-C6A9-6CB1-6984-64475B442135}"/>
              </a:ext>
            </a:extLst>
          </p:cNvPr>
          <p:cNvSpPr/>
          <p:nvPr/>
        </p:nvSpPr>
        <p:spPr>
          <a:xfrm>
            <a:off x="6948000" y="3672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交通系</a:t>
            </a:r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IC</a:t>
            </a: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 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or 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スワイプ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81BF10F7-43B7-2A16-26AA-66228BD603FE}"/>
              </a:ext>
            </a:extLst>
          </p:cNvPr>
          <p:cNvSpPr/>
          <p:nvPr/>
        </p:nvSpPr>
        <p:spPr>
          <a:xfrm>
            <a:off x="6948000" y="4968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金券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AFCB153B-0D86-8978-0049-75AD6CADF09E}"/>
              </a:ext>
            </a:extLst>
          </p:cNvPr>
          <p:cNvSpPr/>
          <p:nvPr/>
        </p:nvSpPr>
        <p:spPr>
          <a:xfrm>
            <a:off x="6948000" y="5400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クーポン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FB690CD4-32C0-DA32-2642-DA99E7F983F6}"/>
              </a:ext>
            </a:extLst>
          </p:cNvPr>
          <p:cNvSpPr/>
          <p:nvPr/>
        </p:nvSpPr>
        <p:spPr>
          <a:xfrm>
            <a:off x="6948000" y="4536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イオンギフトカード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0511E81-BAC2-EDFA-84B0-7B80F6B1B485}"/>
              </a:ext>
            </a:extLst>
          </p:cNvPr>
          <p:cNvSpPr/>
          <p:nvPr/>
        </p:nvSpPr>
        <p:spPr>
          <a:xfrm>
            <a:off x="4500000" y="3672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オーナーズカード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磁気スワイプ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8D155661-EE69-DC2D-1188-B71C996E8F33}"/>
              </a:ext>
            </a:extLst>
          </p:cNvPr>
          <p:cNvSpPr/>
          <p:nvPr/>
        </p:nvSpPr>
        <p:spPr>
          <a:xfrm>
            <a:off x="1152000" y="4500000"/>
            <a:ext cx="126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ポイント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バーコードスキャン）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25485CA0-A24C-53F1-33D1-FC420F4C1151}"/>
              </a:ext>
            </a:extLst>
          </p:cNvPr>
          <p:cNvSpPr/>
          <p:nvPr/>
        </p:nvSpPr>
        <p:spPr>
          <a:xfrm>
            <a:off x="2448000" y="5328000"/>
            <a:ext cx="1008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残高照会</a:t>
            </a:r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08509629-D43A-307B-90BD-ACC9659C259D}"/>
              </a:ext>
            </a:extLst>
          </p:cNvPr>
          <p:cNvCxnSpPr>
            <a:stCxn id="5" idx="3"/>
            <a:endCxn id="17" idx="1"/>
          </p:cNvCxnSpPr>
          <p:nvPr/>
        </p:nvCxnSpPr>
        <p:spPr>
          <a:xfrm>
            <a:off x="2448000" y="1692000"/>
            <a:ext cx="2052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7A74C20D-49CD-239E-025C-F7260B50548D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>
            <a:off x="2448000" y="1692000"/>
            <a:ext cx="2052000" cy="4320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80816CFC-478C-0282-3075-584363B11D07}"/>
              </a:ext>
            </a:extLst>
          </p:cNvPr>
          <p:cNvCxnSpPr>
            <a:cxnSpLocks/>
            <a:stCxn id="19" idx="3"/>
            <a:endCxn id="34" idx="1"/>
          </p:cNvCxnSpPr>
          <p:nvPr/>
        </p:nvCxnSpPr>
        <p:spPr>
          <a:xfrm flipV="1">
            <a:off x="6300000" y="1692000"/>
            <a:ext cx="648000" cy="4320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矢印コネクタ 60">
            <a:extLst>
              <a:ext uri="{FF2B5EF4-FFF2-40B4-BE49-F238E27FC236}">
                <a16:creationId xmlns:a16="http://schemas.microsoft.com/office/drawing/2014/main" id="{F0986583-AD10-29C9-C746-CF0AC4075C8B}"/>
              </a:ext>
            </a:extLst>
          </p:cNvPr>
          <p:cNvCxnSpPr>
            <a:cxnSpLocks/>
            <a:stCxn id="17" idx="3"/>
            <a:endCxn id="35" idx="1"/>
          </p:cNvCxnSpPr>
          <p:nvPr/>
        </p:nvCxnSpPr>
        <p:spPr>
          <a:xfrm>
            <a:off x="6300000" y="1692000"/>
            <a:ext cx="648000" cy="4320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36F3CABA-2E50-A14C-33A5-50679F36ED23}"/>
              </a:ext>
            </a:extLst>
          </p:cNvPr>
          <p:cNvCxnSpPr>
            <a:cxnSpLocks/>
            <a:stCxn id="6" idx="3"/>
            <a:endCxn id="80" idx="1"/>
          </p:cNvCxnSpPr>
          <p:nvPr/>
        </p:nvCxnSpPr>
        <p:spPr>
          <a:xfrm>
            <a:off x="2448000" y="2556000"/>
            <a:ext cx="20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6C996EB-AEC6-7F63-5D95-E00EC1A40F42}"/>
              </a:ext>
            </a:extLst>
          </p:cNvPr>
          <p:cNvSpPr/>
          <p:nvPr/>
        </p:nvSpPr>
        <p:spPr>
          <a:xfrm>
            <a:off x="4500000" y="1944000"/>
            <a:ext cx="180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 err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紐付け済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95CFCAE9-648E-C30A-58C7-C7A691FACE57}"/>
              </a:ext>
            </a:extLst>
          </p:cNvPr>
          <p:cNvSpPr/>
          <p:nvPr/>
        </p:nvSpPr>
        <p:spPr>
          <a:xfrm>
            <a:off x="4500000" y="2376000"/>
            <a:ext cx="1800000" cy="360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 err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(QR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1550258C-8816-F092-C15D-00F104A6CF90}"/>
              </a:ext>
            </a:extLst>
          </p:cNvPr>
          <p:cNvCxnSpPr>
            <a:cxnSpLocks/>
            <a:stCxn id="80" idx="3"/>
            <a:endCxn id="35" idx="1"/>
          </p:cNvCxnSpPr>
          <p:nvPr/>
        </p:nvCxnSpPr>
        <p:spPr>
          <a:xfrm flipV="1">
            <a:off x="6300000" y="2124000"/>
            <a:ext cx="648000" cy="432000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54">
            <a:extLst>
              <a:ext uri="{FF2B5EF4-FFF2-40B4-BE49-F238E27FC236}">
                <a16:creationId xmlns:a16="http://schemas.microsoft.com/office/drawing/2014/main" id="{C734AC2E-ACB6-082F-4C5B-8E56F0E611AF}"/>
              </a:ext>
            </a:extLst>
          </p:cNvPr>
          <p:cNvCxnSpPr>
            <a:cxnSpLocks/>
            <a:stCxn id="90" idx="3"/>
            <a:endCxn id="88" idx="1"/>
          </p:cNvCxnSpPr>
          <p:nvPr/>
        </p:nvCxnSpPr>
        <p:spPr>
          <a:xfrm flipV="1">
            <a:off x="2446200" y="1818001"/>
            <a:ext cx="2053800" cy="630446"/>
          </a:xfrm>
          <a:prstGeom prst="bentConnector3">
            <a:avLst>
              <a:gd name="adj1" fmla="val 25407"/>
            </a:avLst>
          </a:prstGeom>
          <a:ln w="3810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F6F3D6C1-E32B-E7BC-7CD3-74860D902E3C}"/>
              </a:ext>
            </a:extLst>
          </p:cNvPr>
          <p:cNvSpPr/>
          <p:nvPr/>
        </p:nvSpPr>
        <p:spPr>
          <a:xfrm>
            <a:off x="4500000" y="1764001"/>
            <a:ext cx="108000" cy="10800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11678CEA-9FAA-CA78-300A-F5A46BD89920}"/>
              </a:ext>
            </a:extLst>
          </p:cNvPr>
          <p:cNvSpPr/>
          <p:nvPr/>
        </p:nvSpPr>
        <p:spPr>
          <a:xfrm>
            <a:off x="2338200" y="2394447"/>
            <a:ext cx="108000" cy="10800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6650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Props1.xml><?xml version="1.0" encoding="utf-8"?>
<ds:datastoreItem xmlns:ds="http://schemas.openxmlformats.org/officeDocument/2006/customXml" ds:itemID="{E5BEE554-5D37-42F3-B3BB-E6690423FEE1}"/>
</file>

<file path=customXml/itemProps2.xml><?xml version="1.0" encoding="utf-8"?>
<ds:datastoreItem xmlns:ds="http://schemas.openxmlformats.org/officeDocument/2006/customXml" ds:itemID="{70D6FA0F-7047-4DED-9BCC-8A0BCAF078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CCEF71-4DE4-4376-9794-E02C8ECB6C39}">
  <ds:schemaRefs>
    <ds:schemaRef ds:uri="2dd5972e-fc8f-47aa-916d-ced3529f73a8"/>
    <ds:schemaRef ds:uri="c25985f6-738a-4fbb-ade1-fdbe81c9268b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3018</Words>
  <Application>Microsoft Office PowerPoint</Application>
  <PresentationFormat>A4 210 x 297 mm</PresentationFormat>
  <Paragraphs>684</Paragraphs>
  <Slides>21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6" baseType="lpstr">
      <vt:lpstr>BIZ UDPゴシック</vt:lpstr>
      <vt:lpstr>Yu Gothic UI</vt:lpstr>
      <vt:lpstr>Arial</vt:lpstr>
      <vt:lpstr>Calibri</vt:lpstr>
      <vt:lpstr>Office Theme</vt:lpstr>
      <vt:lpstr>2025/03/27（プレイヤー）</vt:lpstr>
      <vt:lpstr>いなげやオフライン機能</vt:lpstr>
      <vt:lpstr>①Scan＆Goサーバー to POS Server2.0</vt:lpstr>
      <vt:lpstr>②全１２ファイルの取込</vt:lpstr>
      <vt:lpstr>③POSアプリで使用情報へ変換</vt:lpstr>
      <vt:lpstr>④POSアプリで使用情報の作成</vt:lpstr>
      <vt:lpstr>⑤POSアプリへの送信機能</vt:lpstr>
      <vt:lpstr>⑤売価生成</vt:lpstr>
      <vt:lpstr>⑥売上生成</vt:lpstr>
      <vt:lpstr>⑦実績送信</vt:lpstr>
      <vt:lpstr>⑧実績集計機能　</vt:lpstr>
      <vt:lpstr>⑨POS状況確認機能</vt:lpstr>
      <vt:lpstr>※参考（USMH全社構成）</vt:lpstr>
      <vt:lpstr>※参考（USMH全社構成）</vt:lpstr>
      <vt:lpstr>※参考（いなげやPOSネットワーク構成図）</vt:lpstr>
      <vt:lpstr>PowerPoint プレゼンテーション</vt:lpstr>
      <vt:lpstr>OpenCentral ー BIPROGY株式会社</vt:lpstr>
      <vt:lpstr>システム構成(いなげや様＆カスミ)</vt:lpstr>
      <vt:lpstr>DB構成</vt:lpstr>
      <vt:lpstr>マスタ系取込の考えたか</vt:lpstr>
      <vt:lpstr>機能全体像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Thanh Nguyên</cp:lastModifiedBy>
  <cp:revision>1</cp:revision>
  <dcterms:created xsi:type="dcterms:W3CDTF">2021-10-28T06:38:14Z</dcterms:created>
  <dcterms:modified xsi:type="dcterms:W3CDTF">2025-04-23T11:46:54Z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