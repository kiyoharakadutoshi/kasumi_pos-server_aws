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1" r:id="rId5"/>
  </p:sldMasterIdLst>
  <p:notesMasterIdLst>
    <p:notesMasterId r:id="rId16"/>
  </p:notesMasterIdLst>
  <p:sldIdLst>
    <p:sldId id="261" r:id="rId6"/>
    <p:sldId id="2147380508" r:id="rId7"/>
    <p:sldId id="263" r:id="rId8"/>
    <p:sldId id="2147380510" r:id="rId9"/>
    <p:sldId id="2147380511" r:id="rId10"/>
    <p:sldId id="2147380509" r:id="rId11"/>
    <p:sldId id="2147380507" r:id="rId12"/>
    <p:sldId id="712" r:id="rId13"/>
    <p:sldId id="260" r:id="rId14"/>
    <p:sldId id="262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2F2F2"/>
    <a:srgbClr val="FF3300"/>
    <a:srgbClr val="E9560D"/>
    <a:srgbClr val="CE4D0C"/>
    <a:srgbClr val="FF6600"/>
    <a:srgbClr val="FF9966"/>
    <a:srgbClr val="BC4D0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64F33-95D6-0728-AFB8-867D552F5411}" v="10" dt="2025-03-25T09:10:05.718"/>
    <p1510:client id="{DCCE7F45-3213-A97D-C9F8-F76E1CFC0EF6}" v="2" dt="2025-03-26T10:57:09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 Thai Son" userId="S::tranthaison_luvina.net#ext#@usmh.onmicrosoft.com::ed9ab2d2-ed22-4633-9fc6-49e3bc6316b7" providerId="AD" clId="Web-{DAB64F33-95D6-0728-AFB8-867D552F5411}"/>
    <pc:docChg chg="modSld">
      <pc:chgData name="Tran Thai Son" userId="S::tranthaison_luvina.net#ext#@usmh.onmicrosoft.com::ed9ab2d2-ed22-4633-9fc6-49e3bc6316b7" providerId="AD" clId="Web-{DAB64F33-95D6-0728-AFB8-867D552F5411}" dt="2025-03-25T09:10:05.718" v="9" actId="14100"/>
      <pc:docMkLst>
        <pc:docMk/>
      </pc:docMkLst>
      <pc:sldChg chg="modSp">
        <pc:chgData name="Tran Thai Son" userId="S::tranthaison_luvina.net#ext#@usmh.onmicrosoft.com::ed9ab2d2-ed22-4633-9fc6-49e3bc6316b7" providerId="AD" clId="Web-{DAB64F33-95D6-0728-AFB8-867D552F5411}" dt="2025-03-25T09:10:05.718" v="9" actId="14100"/>
        <pc:sldMkLst>
          <pc:docMk/>
          <pc:sldMk cId="3761509702" sldId="261"/>
        </pc:sldMkLst>
        <pc:spChg chg="mod">
          <ac:chgData name="Tran Thai Son" userId="S::tranthaison_luvina.net#ext#@usmh.onmicrosoft.com::ed9ab2d2-ed22-4633-9fc6-49e3bc6316b7" providerId="AD" clId="Web-{DAB64F33-95D6-0728-AFB8-867D552F5411}" dt="2025-03-25T09:09:30.295" v="3" actId="14100"/>
          <ac:spMkLst>
            <pc:docMk/>
            <pc:sldMk cId="3761509702" sldId="261"/>
            <ac:spMk id="5" creationId="{0A837252-5873-E137-A039-26429AD7F902}"/>
          </ac:spMkLst>
        </pc:spChg>
        <pc:spChg chg="mod">
          <ac:chgData name="Tran Thai Son" userId="S::tranthaison_luvina.net#ext#@usmh.onmicrosoft.com::ed9ab2d2-ed22-4633-9fc6-49e3bc6316b7" providerId="AD" clId="Web-{DAB64F33-95D6-0728-AFB8-867D552F5411}" dt="2025-03-25T09:09:54.749" v="7" actId="14100"/>
          <ac:spMkLst>
            <pc:docMk/>
            <pc:sldMk cId="3761509702" sldId="261"/>
            <ac:spMk id="7" creationId="{22408F24-AECB-7553-09CF-FCD9A067C539}"/>
          </ac:spMkLst>
        </pc:spChg>
        <pc:spChg chg="mod">
          <ac:chgData name="Tran Thai Son" userId="S::tranthaison_luvina.net#ext#@usmh.onmicrosoft.com::ed9ab2d2-ed22-4633-9fc6-49e3bc6316b7" providerId="AD" clId="Web-{DAB64F33-95D6-0728-AFB8-867D552F5411}" dt="2025-03-25T09:10:05.718" v="9" actId="14100"/>
          <ac:spMkLst>
            <pc:docMk/>
            <pc:sldMk cId="3761509702" sldId="261"/>
            <ac:spMk id="8" creationId="{1B21224E-1C71-4020-C145-743ED2225484}"/>
          </ac:spMkLst>
        </pc:spChg>
      </pc:sldChg>
    </pc:docChg>
  </pc:docChgLst>
  <pc:docChgLst>
    <pc:chgData name="佐々木  大助" userId="c870486a-dad7-4694-ac78-9bbc4445935f" providerId="ADAL" clId="{A237534B-32B1-466E-A729-C2123D2BDFE1}"/>
    <pc:docChg chg="undo custSel addSld modSld sldOrd">
      <pc:chgData name="佐々木  大助" userId="c870486a-dad7-4694-ac78-9bbc4445935f" providerId="ADAL" clId="{A237534B-32B1-466E-A729-C2123D2BDFE1}" dt="2024-01-05T01:39:20.121" v="2586" actId="13926"/>
      <pc:docMkLst>
        <pc:docMk/>
      </pc:docMkLst>
      <pc:sldChg chg="ord">
        <pc:chgData name="佐々木  大助" userId="c870486a-dad7-4694-ac78-9bbc4445935f" providerId="ADAL" clId="{A237534B-32B1-466E-A729-C2123D2BDFE1}" dt="2023-12-29T05:17:45.427" v="1424"/>
        <pc:sldMkLst>
          <pc:docMk/>
          <pc:sldMk cId="2821798218" sldId="260"/>
        </pc:sldMkLst>
      </pc:sldChg>
      <pc:sldChg chg="addSp modSp mod">
        <pc:chgData name="佐々木  大助" userId="c870486a-dad7-4694-ac78-9bbc4445935f" providerId="ADAL" clId="{A237534B-32B1-466E-A729-C2123D2BDFE1}" dt="2024-01-05T01:39:20.121" v="2586" actId="13926"/>
        <pc:sldMkLst>
          <pc:docMk/>
          <pc:sldMk cId="3761509702" sldId="261"/>
        </pc:sldMkLst>
        <pc:spChg chg="add mod">
          <ac:chgData name="佐々木  大助" userId="c870486a-dad7-4694-ac78-9bbc4445935f" providerId="ADAL" clId="{A237534B-32B1-466E-A729-C2123D2BDFE1}" dt="2024-01-05T01:39:20.121" v="2586" actId="13926"/>
          <ac:spMkLst>
            <pc:docMk/>
            <pc:sldMk cId="3761509702" sldId="261"/>
            <ac:spMk id="13" creationId="{62A6214E-D037-587C-77DA-F84D10550E1D}"/>
          </ac:spMkLst>
        </pc:spChg>
      </pc:sldChg>
      <pc:sldChg chg="ord">
        <pc:chgData name="佐々木  大助" userId="c870486a-dad7-4694-ac78-9bbc4445935f" providerId="ADAL" clId="{A237534B-32B1-466E-A729-C2123D2BDFE1}" dt="2023-12-29T05:17:47.633" v="1426"/>
        <pc:sldMkLst>
          <pc:docMk/>
          <pc:sldMk cId="951777480" sldId="262"/>
        </pc:sldMkLst>
      </pc:sldChg>
      <pc:sldChg chg="addSp modSp mod ord">
        <pc:chgData name="佐々木  大助" userId="c870486a-dad7-4694-ac78-9bbc4445935f" providerId="ADAL" clId="{A237534B-32B1-466E-A729-C2123D2BDFE1}" dt="2023-12-29T05:54:07.299" v="1798" actId="207"/>
        <pc:sldMkLst>
          <pc:docMk/>
          <pc:sldMk cId="1602907748" sldId="263"/>
        </pc:sldMkLst>
        <pc:spChg chg="add mod">
          <ac:chgData name="佐々木  大助" userId="c870486a-dad7-4694-ac78-9bbc4445935f" providerId="ADAL" clId="{A237534B-32B1-466E-A729-C2123D2BDFE1}" dt="2023-12-29T02:33:39.882" v="365" actId="1035"/>
          <ac:spMkLst>
            <pc:docMk/>
            <pc:sldMk cId="1602907748" sldId="263"/>
            <ac:spMk id="2" creationId="{F5AF6637-17A0-3E2D-5796-D10BA4722495}"/>
          </ac:spMkLst>
        </pc:spChg>
        <pc:spChg chg="add mod">
          <ac:chgData name="佐々木  大助" userId="c870486a-dad7-4694-ac78-9bbc4445935f" providerId="ADAL" clId="{A237534B-32B1-466E-A729-C2123D2BDFE1}" dt="2023-12-29T02:34:01.061" v="367" actId="1076"/>
          <ac:spMkLst>
            <pc:docMk/>
            <pc:sldMk cId="1602907748" sldId="263"/>
            <ac:spMk id="3" creationId="{8C479463-C342-7C1E-3036-286852B39027}"/>
          </ac:spMkLst>
        </pc:spChg>
        <pc:spChg chg="mod">
          <ac:chgData name="佐々木  大助" userId="c870486a-dad7-4694-ac78-9bbc4445935f" providerId="ADAL" clId="{A237534B-32B1-466E-A729-C2123D2BDFE1}" dt="2023-12-29T02:37:30.517" v="393" actId="20577"/>
          <ac:spMkLst>
            <pc:docMk/>
            <pc:sldMk cId="1602907748" sldId="263"/>
            <ac:spMk id="4" creationId="{AD6EBE28-EE43-40EC-0FC8-4849459C208F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5" creationId="{0DA41D33-2BFB-A2A3-CF75-2772C474DD28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6" creationId="{D9575F36-B6B3-3F38-D921-20B3E1148B27}"/>
          </ac:spMkLst>
        </pc:spChg>
        <pc:spChg chg="add mod">
          <ac:chgData name="佐々木  大助" userId="c870486a-dad7-4694-ac78-9bbc4445935f" providerId="ADAL" clId="{A237534B-32B1-466E-A729-C2123D2BDFE1}" dt="2023-12-29T02:34:09.591" v="368" actId="1076"/>
          <ac:spMkLst>
            <pc:docMk/>
            <pc:sldMk cId="1602907748" sldId="263"/>
            <ac:spMk id="7" creationId="{ABCE4F0E-A086-6D3F-C437-94E1D953BE38}"/>
          </ac:spMkLst>
        </pc:spChg>
        <pc:spChg chg="add mod">
          <ac:chgData name="佐々木  大助" userId="c870486a-dad7-4694-ac78-9bbc4445935f" providerId="ADAL" clId="{A237534B-32B1-466E-A729-C2123D2BDFE1}" dt="2023-12-29T02:34:26.237" v="371" actId="1076"/>
          <ac:spMkLst>
            <pc:docMk/>
            <pc:sldMk cId="1602907748" sldId="263"/>
            <ac:spMk id="8" creationId="{574A4AA7-D298-0B04-3851-6A9E8F07851A}"/>
          </ac:spMkLst>
        </pc:spChg>
        <pc:spChg chg="add mod">
          <ac:chgData name="佐々木  大助" userId="c870486a-dad7-4694-ac78-9bbc4445935f" providerId="ADAL" clId="{A237534B-32B1-466E-A729-C2123D2BDFE1}" dt="2023-12-29T05:22:23.185" v="1509" actId="20577"/>
          <ac:spMkLst>
            <pc:docMk/>
            <pc:sldMk cId="1602907748" sldId="263"/>
            <ac:spMk id="9" creationId="{99E73BFE-D1A3-E3B3-813A-E94A94CBCB90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0" creationId="{A9B52A24-25D4-7C77-39D8-A569FCB37BB0}"/>
          </ac:spMkLst>
        </pc:spChg>
        <pc:spChg chg="mod">
          <ac:chgData name="佐々木  大助" userId="c870486a-dad7-4694-ac78-9bbc4445935f" providerId="ADAL" clId="{A237534B-32B1-466E-A729-C2123D2BDFE1}" dt="2023-12-29T05:18:49.084" v="1433"/>
          <ac:spMkLst>
            <pc:docMk/>
            <pc:sldMk cId="1602907748" sldId="263"/>
            <ac:spMk id="11" creationId="{4BB3E7CF-52E3-B80A-3E04-EF0B61CA1156}"/>
          </ac:spMkLst>
        </pc:spChg>
        <pc:spChg chg="add mod">
          <ac:chgData name="佐々木  大助" userId="c870486a-dad7-4694-ac78-9bbc4445935f" providerId="ADAL" clId="{A237534B-32B1-466E-A729-C2123D2BDFE1}" dt="2023-12-29T05:54:07.299" v="1798" actId="207"/>
          <ac:spMkLst>
            <pc:docMk/>
            <pc:sldMk cId="1602907748" sldId="263"/>
            <ac:spMk id="12" creationId="{17CE8C5B-3F1E-1E4A-8607-60A3E870DFC6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3" creationId="{3516203C-5784-6785-7738-2941DBF7C7A8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5" creationId="{0B0CA5A4-10FD-FE53-FD05-AC403E3AE7E3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6" creationId="{71D454D6-CEA7-F623-69DE-1A17C2A23CE5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0" creationId="{41BEAF94-864A-E275-039F-A6E0899C9ED6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3" creationId="{1E6C7DC2-43C3-288F-9691-E8ED7BDB7F3B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5" creationId="{22E6E77A-7130-0E14-F415-FB0C9CA6980B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6" creationId="{CEA933A6-174F-4062-F198-99581CC27E51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7" creationId="{E0A9251D-9611-B079-B0B4-63B9F8CC14C0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44" creationId="{0740C5CA-F957-F75A-2929-FE701138E463}"/>
          </ac:spMkLst>
        </pc:spChg>
        <pc:spChg chg="mod">
          <ac:chgData name="佐々木  大助" userId="c870486a-dad7-4694-ac78-9bbc4445935f" providerId="ADAL" clId="{A237534B-32B1-466E-A729-C2123D2BDFE1}" dt="2023-12-29T05:21:15.431" v="1500" actId="20577"/>
          <ac:spMkLst>
            <pc:docMk/>
            <pc:sldMk cId="1602907748" sldId="263"/>
            <ac:spMk id="81" creationId="{C9735163-3139-9BD9-76D8-B5D781F55FAD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86" creationId="{3B526034-D07E-34AD-AF54-FC830545B7D3}"/>
          </ac:spMkLst>
        </pc:spChg>
        <pc:spChg chg="mod">
          <ac:chgData name="佐々木  大助" userId="c870486a-dad7-4694-ac78-9bbc4445935f" providerId="ADAL" clId="{A237534B-32B1-466E-A729-C2123D2BDFE1}" dt="2023-12-29T02:38:56.556" v="395" actId="1076"/>
          <ac:spMkLst>
            <pc:docMk/>
            <pc:sldMk cId="1602907748" sldId="263"/>
            <ac:spMk id="87" creationId="{08D1EEE8-90FF-CB7F-1119-09B0FC0451EA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88" creationId="{C29B4294-09E1-EF50-F618-D3E29C5D0AB5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90" creationId="{E5D74A48-D2F5-B2D9-91D3-2E54882E2ED2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91" creationId="{47A02F19-67DB-F72C-FC53-71BC0892AD6D}"/>
          </ac:spMkLst>
        </pc:spChg>
        <pc:spChg chg="mod">
          <ac:chgData name="佐々木  大助" userId="c870486a-dad7-4694-ac78-9bbc4445935f" providerId="ADAL" clId="{A237534B-32B1-466E-A729-C2123D2BDFE1}" dt="2023-12-29T05:32:44.521" v="1621" actId="20577"/>
          <ac:spMkLst>
            <pc:docMk/>
            <pc:sldMk cId="1602907748" sldId="263"/>
            <ac:spMk id="224" creationId="{ED36E680-376F-C1AD-F794-1A3A9CA725CA}"/>
          </ac:spMkLst>
        </pc:spChg>
        <pc:spChg chg="mod">
          <ac:chgData name="佐々木  大助" userId="c870486a-dad7-4694-ac78-9bbc4445935f" providerId="ADAL" clId="{A237534B-32B1-466E-A729-C2123D2BDFE1}" dt="2023-12-29T02:33:39.882" v="365" actId="1035"/>
          <ac:spMkLst>
            <pc:docMk/>
            <pc:sldMk cId="1602907748" sldId="263"/>
            <ac:spMk id="229" creationId="{4276F9CA-3C50-2BF4-22BD-2FF43064F422}"/>
          </ac:spMkLst>
        </pc:spChg>
        <pc:spChg chg="mod">
          <ac:chgData name="佐々木  大助" userId="c870486a-dad7-4694-ac78-9bbc4445935f" providerId="ADAL" clId="{A237534B-32B1-466E-A729-C2123D2BDFE1}" dt="2023-12-29T02:33:50.726" v="366" actId="1076"/>
          <ac:spMkLst>
            <pc:docMk/>
            <pc:sldMk cId="1602907748" sldId="263"/>
            <ac:spMk id="230" creationId="{559C71E2-1565-87E6-518F-BECA4B78F749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33" creationId="{86CB5363-C35C-39CD-D48F-86967194B95E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37" creationId="{300363DB-1135-3943-7B77-52A46E9BB13D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40" creationId="{AC9B72B6-2551-910C-6A0E-53F7218C015C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41" creationId="{E47F0965-6E8A-D4F5-94A9-4333601D480C}"/>
          </ac:spMkLst>
        </pc:spChg>
        <pc:spChg chg="mod">
          <ac:chgData name="佐々木  大助" userId="c870486a-dad7-4694-ac78-9bbc4445935f" providerId="ADAL" clId="{A237534B-32B1-466E-A729-C2123D2BDFE1}" dt="2023-12-29T05:35:29.128" v="1670" actId="20577"/>
          <ac:spMkLst>
            <pc:docMk/>
            <pc:sldMk cId="1602907748" sldId="263"/>
            <ac:spMk id="244" creationId="{08D99E32-D58C-1D05-8423-13C07E14A0CC}"/>
          </ac:spMkLst>
        </pc:spChg>
        <pc:spChg chg="mod">
          <ac:chgData name="佐々木  大助" userId="c870486a-dad7-4694-ac78-9bbc4445935f" providerId="ADAL" clId="{A237534B-32B1-466E-A729-C2123D2BDFE1}" dt="2023-12-29T05:33:56.815" v="1629" actId="6549"/>
          <ac:spMkLst>
            <pc:docMk/>
            <pc:sldMk cId="1602907748" sldId="263"/>
            <ac:spMk id="246" creationId="{E3B698C0-421C-6A7F-F620-02D57A3A94FE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47" creationId="{7201E1BC-DD70-85C8-2EE6-29A4CB4A529E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56" creationId="{CC42DA51-63D6-25DC-FF8D-1FFCF5E559D3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57" creationId="{36FD9172-06C9-0C94-F71D-A4AD6A87EBA4}"/>
          </ac:spMkLst>
        </pc:spChg>
        <pc:spChg chg="mod">
          <ac:chgData name="佐々木  大助" userId="c870486a-dad7-4694-ac78-9bbc4445935f" providerId="ADAL" clId="{A237534B-32B1-466E-A729-C2123D2BDFE1}" dt="2023-12-29T05:24:44.791" v="1597" actId="20577"/>
          <ac:spMkLst>
            <pc:docMk/>
            <pc:sldMk cId="1602907748" sldId="263"/>
            <ac:spMk id="258" creationId="{93D7676F-2817-4AB2-15D7-D07AAF92A2F4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61" creationId="{636CFDC0-0CDA-046E-29BC-DA94E2B7458B}"/>
          </ac:spMkLst>
        </pc:sp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14" creationId="{9995DC0A-9F09-DC7F-0A87-D8C185CF09C4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19" creationId="{4577DA3D-792E-0902-21C8-6FD26C132C72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8" creationId="{2AF8E5E1-1B36-45C9-0F09-ECA33C32222B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30" creationId="{754FD5B6-804F-8068-97FF-8252D5EDBBEA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31" creationId="{51BB7432-6936-A74E-04B9-C30ED17741EA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47" creationId="{CEEB9B1D-593F-45B1-EA42-6AE81F6DDF07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80" creationId="{9512983F-D327-5B29-29D1-B148A8700F13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89" creationId="{B81C05D5-690E-E384-D3C5-2C866E91CDAE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92" creationId="{56EFBB92-97EF-DBA0-2236-F28610665614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93" creationId="{C0C339BD-AC16-0E99-9A11-17A207C80A5E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25" creationId="{5D74816C-1E0B-7F36-0A62-EF5C0D6BE0A4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28" creationId="{717F4624-C439-11EA-6A60-DE7AD78158B7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43" creationId="{4E8125C5-E981-F0EB-E3A9-E6B8A6203D55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45" creationId="{0DF0EFFC-95DE-A40C-3262-B298749CB488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53" creationId="{7EEADA73-1C88-C577-91A9-94800DAC0974}"/>
          </ac:cxnSpMkLst>
        </pc:cxnChg>
      </pc:sldChg>
      <pc:sldChg chg="modSp mod ord">
        <pc:chgData name="佐々木  大助" userId="c870486a-dad7-4694-ac78-9bbc4445935f" providerId="ADAL" clId="{A237534B-32B1-466E-A729-C2123D2BDFE1}" dt="2023-12-29T05:11:35.110" v="1385" actId="1076"/>
        <pc:sldMkLst>
          <pc:docMk/>
          <pc:sldMk cId="2555304810" sldId="2147380508"/>
        </pc:sldMkLst>
        <pc:spChg chg="mod">
          <ac:chgData name="佐々木  大助" userId="c870486a-dad7-4694-ac78-9bbc4445935f" providerId="ADAL" clId="{A237534B-32B1-466E-A729-C2123D2BDFE1}" dt="2023-12-29T05:11:35.110" v="1385" actId="1076"/>
          <ac:spMkLst>
            <pc:docMk/>
            <pc:sldMk cId="2555304810" sldId="2147380508"/>
            <ac:spMk id="1038" creationId="{4DE83CFF-C27E-ABF4-0386-839AF122BE76}"/>
          </ac:spMkLst>
        </pc:spChg>
      </pc:sldChg>
      <pc:sldChg chg="addSp delSp modSp mod ord">
        <pc:chgData name="佐々木  大助" userId="c870486a-dad7-4694-ac78-9bbc4445935f" providerId="ADAL" clId="{A237534B-32B1-466E-A729-C2123D2BDFE1}" dt="2023-12-29T06:19:08.340" v="2581" actId="21"/>
        <pc:sldMkLst>
          <pc:docMk/>
          <pc:sldMk cId="2512555999" sldId="2147380509"/>
        </pc:sldMkLst>
        <pc:spChg chg="del">
          <ac:chgData name="佐々木  大助" userId="c870486a-dad7-4694-ac78-9bbc4445935f" providerId="ADAL" clId="{A237534B-32B1-466E-A729-C2123D2BDFE1}" dt="2023-12-29T05:00:46.403" v="679" actId="21"/>
          <ac:spMkLst>
            <pc:docMk/>
            <pc:sldMk cId="2512555999" sldId="2147380509"/>
            <ac:spMk id="2" creationId="{F5AF6637-17A0-3E2D-5796-D10BA4722495}"/>
          </ac:spMkLst>
        </pc:spChg>
        <pc:spChg chg="del mod">
          <ac:chgData name="佐々木  大助" userId="c870486a-dad7-4694-ac78-9bbc4445935f" providerId="ADAL" clId="{A237534B-32B1-466E-A729-C2123D2BDFE1}" dt="2023-12-29T06:02:08.658" v="1910" actId="478"/>
          <ac:spMkLst>
            <pc:docMk/>
            <pc:sldMk cId="2512555999" sldId="2147380509"/>
            <ac:spMk id="3" creationId="{8C479463-C342-7C1E-3036-286852B39027}"/>
          </ac:spMkLst>
        </pc:spChg>
        <pc:spChg chg="del">
          <ac:chgData name="佐々木  大助" userId="c870486a-dad7-4694-ac78-9bbc4445935f" providerId="ADAL" clId="{A237534B-32B1-466E-A729-C2123D2BDFE1}" dt="2023-12-29T04:57:30.014" v="637" actId="478"/>
          <ac:spMkLst>
            <pc:docMk/>
            <pc:sldMk cId="2512555999" sldId="2147380509"/>
            <ac:spMk id="4" creationId="{AD6EBE28-EE43-40EC-0FC8-4849459C208F}"/>
          </ac:spMkLst>
        </pc:spChg>
        <pc:spChg chg="del">
          <ac:chgData name="佐々木  大助" userId="c870486a-dad7-4694-ac78-9bbc4445935f" providerId="ADAL" clId="{A237534B-32B1-466E-A729-C2123D2BDFE1}" dt="2023-12-29T04:56:54.832" v="634" actId="478"/>
          <ac:spMkLst>
            <pc:docMk/>
            <pc:sldMk cId="2512555999" sldId="2147380509"/>
            <ac:spMk id="5" creationId="{0DA41D33-2BFB-A2A3-CF75-2772C474DD28}"/>
          </ac:spMkLst>
        </pc:spChg>
        <pc:spChg chg="del">
          <ac:chgData name="佐々木  大助" userId="c870486a-dad7-4694-ac78-9bbc4445935f" providerId="ADAL" clId="{A237534B-32B1-466E-A729-C2123D2BDFE1}" dt="2023-12-29T04:57:21.346" v="636" actId="478"/>
          <ac:spMkLst>
            <pc:docMk/>
            <pc:sldMk cId="2512555999" sldId="2147380509"/>
            <ac:spMk id="6" creationId="{D9575F36-B6B3-3F38-D921-20B3E1148B27}"/>
          </ac:spMkLst>
        </pc:spChg>
        <pc:spChg chg="del">
          <ac:chgData name="佐々木  大助" userId="c870486a-dad7-4694-ac78-9bbc4445935f" providerId="ADAL" clId="{A237534B-32B1-466E-A729-C2123D2BDFE1}" dt="2023-12-29T06:02:08.658" v="1910" actId="478"/>
          <ac:spMkLst>
            <pc:docMk/>
            <pc:sldMk cId="2512555999" sldId="2147380509"/>
            <ac:spMk id="7" creationId="{ABCE4F0E-A086-6D3F-C437-94E1D953BE38}"/>
          </ac:spMkLst>
        </pc:spChg>
        <pc:spChg chg="del">
          <ac:chgData name="佐々木  大助" userId="c870486a-dad7-4694-ac78-9bbc4445935f" providerId="ADAL" clId="{A237534B-32B1-466E-A729-C2123D2BDFE1}" dt="2023-12-29T06:02:08.658" v="1910" actId="478"/>
          <ac:spMkLst>
            <pc:docMk/>
            <pc:sldMk cId="2512555999" sldId="2147380509"/>
            <ac:spMk id="8" creationId="{574A4AA7-D298-0B04-3851-6A9E8F07851A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9" creationId="{99E73BFE-D1A3-E3B3-813A-E94A94CBCB90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0" creationId="{A9B52A24-25D4-7C77-39D8-A569FCB37BB0}"/>
          </ac:spMkLst>
        </pc:spChg>
        <pc:spChg chg="mod">
          <ac:chgData name="佐々木  大助" userId="c870486a-dad7-4694-ac78-9bbc4445935f" providerId="ADAL" clId="{A237534B-32B1-466E-A729-C2123D2BDFE1}" dt="2023-12-29T04:56:47.610" v="633" actId="20577"/>
          <ac:spMkLst>
            <pc:docMk/>
            <pc:sldMk cId="2512555999" sldId="2147380509"/>
            <ac:spMk id="11" creationId="{4BB3E7CF-52E3-B80A-3E04-EF0B61CA1156}"/>
          </ac:spMkLst>
        </pc:spChg>
        <pc:spChg chg="add del mod">
          <ac:chgData name="佐々木  大助" userId="c870486a-dad7-4694-ac78-9bbc4445935f" providerId="ADAL" clId="{A237534B-32B1-466E-A729-C2123D2BDFE1}" dt="2023-12-29T06:01:42.052" v="1907" actId="478"/>
          <ac:spMkLst>
            <pc:docMk/>
            <pc:sldMk cId="2512555999" sldId="2147380509"/>
            <ac:spMk id="12" creationId="{286FB30B-39E4-D590-1DE4-56704D9C407E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3" creationId="{3516203C-5784-6785-7738-2941DBF7C7A8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5" creationId="{0B0CA5A4-10FD-FE53-FD05-AC403E3AE7E3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6" creationId="{71D454D6-CEA7-F623-69DE-1A17C2A23CE5}"/>
          </ac:spMkLst>
        </pc:spChg>
        <pc:spChg chg="add del mod">
          <ac:chgData name="佐々木  大助" userId="c870486a-dad7-4694-ac78-9bbc4445935f" providerId="ADAL" clId="{A237534B-32B1-466E-A729-C2123D2BDFE1}" dt="2023-12-29T06:01:42.052" v="1907" actId="478"/>
          <ac:spMkLst>
            <pc:docMk/>
            <pc:sldMk cId="2512555999" sldId="2147380509"/>
            <ac:spMk id="17" creationId="{670C0BAE-DE0C-E175-5509-C9A0A60F1470}"/>
          </ac:spMkLst>
        </pc:spChg>
        <pc:spChg chg="del">
          <ac:chgData name="佐々木  大助" userId="c870486a-dad7-4694-ac78-9bbc4445935f" providerId="ADAL" clId="{A237534B-32B1-466E-A729-C2123D2BDFE1}" dt="2023-12-29T04:56:54.832" v="634" actId="478"/>
          <ac:spMkLst>
            <pc:docMk/>
            <pc:sldMk cId="2512555999" sldId="2147380509"/>
            <ac:spMk id="20" creationId="{41BEAF94-864A-E275-039F-A6E0899C9ED6}"/>
          </ac:spMkLst>
        </pc:spChg>
        <pc:spChg chg="add del">
          <ac:chgData name="佐々木  大助" userId="c870486a-dad7-4694-ac78-9bbc4445935f" providerId="ADAL" clId="{A237534B-32B1-466E-A729-C2123D2BDFE1}" dt="2023-12-29T05:58:04.011" v="1887" actId="22"/>
          <ac:spMkLst>
            <pc:docMk/>
            <pc:sldMk cId="2512555999" sldId="2147380509"/>
            <ac:spMk id="22" creationId="{29ACFD55-2C59-C52F-6976-94713AE81238}"/>
          </ac:spMkLst>
        </pc:spChg>
        <pc:spChg chg="del">
          <ac:chgData name="佐々木  大助" userId="c870486a-dad7-4694-ac78-9bbc4445935f" providerId="ADAL" clId="{A237534B-32B1-466E-A729-C2123D2BDFE1}" dt="2023-12-29T04:57:21.346" v="636" actId="478"/>
          <ac:spMkLst>
            <pc:docMk/>
            <pc:sldMk cId="2512555999" sldId="2147380509"/>
            <ac:spMk id="23" creationId="{1E6C7DC2-43C3-288F-9691-E8ED7BDB7F3B}"/>
          </ac:spMkLst>
        </pc:spChg>
        <pc:spChg chg="del">
          <ac:chgData name="佐々木  大助" userId="c870486a-dad7-4694-ac78-9bbc4445935f" providerId="ADAL" clId="{A237534B-32B1-466E-A729-C2123D2BDFE1}" dt="2023-12-29T04:56:54.832" v="634" actId="478"/>
          <ac:spMkLst>
            <pc:docMk/>
            <pc:sldMk cId="2512555999" sldId="2147380509"/>
            <ac:spMk id="25" creationId="{22E6E77A-7130-0E14-F415-FB0C9CA6980B}"/>
          </ac:spMkLst>
        </pc:spChg>
        <pc:spChg chg="del">
          <ac:chgData name="佐々木  大助" userId="c870486a-dad7-4694-ac78-9bbc4445935f" providerId="ADAL" clId="{A237534B-32B1-466E-A729-C2123D2BDFE1}" dt="2023-12-29T04:57:30.014" v="637" actId="478"/>
          <ac:spMkLst>
            <pc:docMk/>
            <pc:sldMk cId="2512555999" sldId="2147380509"/>
            <ac:spMk id="26" creationId="{CEA933A6-174F-4062-F198-99581CC27E51}"/>
          </ac:spMkLst>
        </pc:spChg>
        <pc:spChg chg="del">
          <ac:chgData name="佐々木  大助" userId="c870486a-dad7-4694-ac78-9bbc4445935f" providerId="ADAL" clId="{A237534B-32B1-466E-A729-C2123D2BDFE1}" dt="2023-12-29T04:57:21.346" v="636" actId="478"/>
          <ac:spMkLst>
            <pc:docMk/>
            <pc:sldMk cId="2512555999" sldId="2147380509"/>
            <ac:spMk id="27" creationId="{E0A9251D-9611-B079-B0B4-63B9F8CC14C0}"/>
          </ac:spMkLst>
        </pc:spChg>
        <pc:spChg chg="add del">
          <ac:chgData name="佐々木  大助" userId="c870486a-dad7-4694-ac78-9bbc4445935f" providerId="ADAL" clId="{A237534B-32B1-466E-A729-C2123D2BDFE1}" dt="2023-12-29T06:01:37.121" v="1905" actId="22"/>
          <ac:spMkLst>
            <pc:docMk/>
            <pc:sldMk cId="2512555999" sldId="2147380509"/>
            <ac:spMk id="29" creationId="{33AD5EAE-EFC1-0BC5-D63B-2F5957D794FA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44" creationId="{0740C5CA-F957-F75A-2929-FE701138E463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1" creationId="{C9735163-3139-9BD9-76D8-B5D781F55FAD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6" creationId="{3B526034-D07E-34AD-AF54-FC830545B7D3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7" creationId="{08D1EEE8-90FF-CB7F-1119-09B0FC0451EA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8" creationId="{C29B4294-09E1-EF50-F618-D3E29C5D0AB5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90" creationId="{E5D74A48-D2F5-B2D9-91D3-2E54882E2ED2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91" creationId="{47A02F19-67DB-F72C-FC53-71BC0892AD6D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24" creationId="{ED36E680-376F-C1AD-F794-1A3A9CA725CA}"/>
          </ac:spMkLst>
        </pc:spChg>
        <pc:spChg chg="del">
          <ac:chgData name="佐々木  大助" userId="c870486a-dad7-4694-ac78-9bbc4445935f" providerId="ADAL" clId="{A237534B-32B1-466E-A729-C2123D2BDFE1}" dt="2023-12-29T04:57:09.284" v="635" actId="478"/>
          <ac:spMkLst>
            <pc:docMk/>
            <pc:sldMk cId="2512555999" sldId="2147380509"/>
            <ac:spMk id="229" creationId="{4276F9CA-3C50-2BF4-22BD-2FF43064F422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30" creationId="{559C71E2-1565-87E6-518F-BECA4B78F749}"/>
          </ac:spMkLst>
        </pc:spChg>
        <pc:spChg chg="del">
          <ac:chgData name="佐々木  大助" userId="c870486a-dad7-4694-ac78-9bbc4445935f" providerId="ADAL" clId="{A237534B-32B1-466E-A729-C2123D2BDFE1}" dt="2023-12-29T04:57:09.284" v="635" actId="478"/>
          <ac:spMkLst>
            <pc:docMk/>
            <pc:sldMk cId="2512555999" sldId="2147380509"/>
            <ac:spMk id="233" creationId="{86CB5363-C35C-39CD-D48F-86967194B95E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37" creationId="{300363DB-1135-3943-7B77-52A46E9BB13D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0" creationId="{AC9B72B6-2551-910C-6A0E-53F7218C015C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1" creationId="{E47F0965-6E8A-D4F5-94A9-4333601D480C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4" creationId="{08D99E32-D58C-1D05-8423-13C07E14A0CC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6" creationId="{E3B698C0-421C-6A7F-F620-02D57A3A94FE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7" creationId="{7201E1BC-DD70-85C8-2EE6-29A4CB4A529E}"/>
          </ac:spMkLst>
        </pc:spChg>
        <pc:spChg chg="del mod">
          <ac:chgData name="佐々木  大助" userId="c870486a-dad7-4694-ac78-9bbc4445935f" providerId="ADAL" clId="{A237534B-32B1-466E-A729-C2123D2BDFE1}" dt="2023-12-29T06:01:42.052" v="1907" actId="478"/>
          <ac:spMkLst>
            <pc:docMk/>
            <pc:sldMk cId="2512555999" sldId="2147380509"/>
            <ac:spMk id="256" creationId="{CC42DA51-63D6-25DC-FF8D-1FFCF5E559D3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57" creationId="{36FD9172-06C9-0C94-F71D-A4AD6A87EBA4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58" creationId="{93D7676F-2817-4AB2-15D7-D07AAF92A2F4}"/>
          </ac:spMkLst>
        </pc:spChg>
        <pc:spChg chg="del">
          <ac:chgData name="佐々木  大助" userId="c870486a-dad7-4694-ac78-9bbc4445935f" providerId="ADAL" clId="{A237534B-32B1-466E-A729-C2123D2BDFE1}" dt="2023-12-29T06:19:08.340" v="2581" actId="21"/>
          <ac:spMkLst>
            <pc:docMk/>
            <pc:sldMk cId="2512555999" sldId="2147380509"/>
            <ac:spMk id="261" creationId="{636CFDC0-0CDA-046E-29BC-DA94E2B7458B}"/>
          </ac:spMkLst>
        </pc:spChg>
        <pc:graphicFrameChg chg="add mod modGraphic">
          <ac:chgData name="佐々木  大助" userId="c870486a-dad7-4694-ac78-9bbc4445935f" providerId="ADAL" clId="{A237534B-32B1-466E-A729-C2123D2BDFE1}" dt="2023-12-29T06:19:03.471" v="2580" actId="14734"/>
          <ac:graphicFrameMkLst>
            <pc:docMk/>
            <pc:sldMk cId="2512555999" sldId="2147380509"/>
            <ac:graphicFrameMk id="18" creationId="{0124FE10-05F1-F7A3-EB03-93BCFA57A550}"/>
          </ac:graphicFrameMkLst>
        </pc:graphicFrame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14" creationId="{9995DC0A-9F09-DC7F-0A87-D8C185CF09C4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19" creationId="{4577DA3D-792E-0902-21C8-6FD26C132C72}"/>
          </ac:cxnSpMkLst>
        </pc:cxnChg>
        <pc:cxnChg chg="del mod">
          <ac:chgData name="佐々木  大助" userId="c870486a-dad7-4694-ac78-9bbc4445935f" providerId="ADAL" clId="{A237534B-32B1-466E-A729-C2123D2BDFE1}" dt="2023-12-29T04:57:09.284" v="635" actId="478"/>
          <ac:cxnSpMkLst>
            <pc:docMk/>
            <pc:sldMk cId="2512555999" sldId="2147380509"/>
            <ac:cxnSpMk id="28" creationId="{2AF8E5E1-1B36-45C9-0F09-ECA33C32222B}"/>
          </ac:cxnSpMkLst>
        </pc:cxnChg>
        <pc:cxnChg chg="del mod">
          <ac:chgData name="佐々木  大助" userId="c870486a-dad7-4694-ac78-9bbc4445935f" providerId="ADAL" clId="{A237534B-32B1-466E-A729-C2123D2BDFE1}" dt="2023-12-29T04:57:09.284" v="635" actId="478"/>
          <ac:cxnSpMkLst>
            <pc:docMk/>
            <pc:sldMk cId="2512555999" sldId="2147380509"/>
            <ac:cxnSpMk id="30" creationId="{754FD5B6-804F-8068-97FF-8252D5EDBBEA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31" creationId="{51BB7432-6936-A74E-04B9-C30ED17741EA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47" creationId="{CEEB9B1D-593F-45B1-EA42-6AE81F6DDF07}"/>
          </ac:cxnSpMkLst>
        </pc:cxnChg>
        <pc:cxnChg chg="del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80" creationId="{9512983F-D327-5B29-29D1-B148A8700F13}"/>
          </ac:cxnSpMkLst>
        </pc:cxnChg>
        <pc:cxnChg chg="del mod">
          <ac:chgData name="佐々木  大助" userId="c870486a-dad7-4694-ac78-9bbc4445935f" providerId="ADAL" clId="{A237534B-32B1-466E-A729-C2123D2BDFE1}" dt="2023-12-29T06:01:56.138" v="1909" actId="478"/>
          <ac:cxnSpMkLst>
            <pc:docMk/>
            <pc:sldMk cId="2512555999" sldId="2147380509"/>
            <ac:cxnSpMk id="89" creationId="{B81C05D5-690E-E384-D3C5-2C866E91CDAE}"/>
          </ac:cxnSpMkLst>
        </pc:cxnChg>
        <pc:cxnChg chg="del mod">
          <ac:chgData name="佐々木  大助" userId="c870486a-dad7-4694-ac78-9bbc4445935f" providerId="ADAL" clId="{A237534B-32B1-466E-A729-C2123D2BDFE1}" dt="2023-12-29T06:01:56.138" v="1909" actId="478"/>
          <ac:cxnSpMkLst>
            <pc:docMk/>
            <pc:sldMk cId="2512555999" sldId="2147380509"/>
            <ac:cxnSpMk id="92" creationId="{56EFBB92-97EF-DBA0-2236-F28610665614}"/>
          </ac:cxnSpMkLst>
        </pc:cxnChg>
        <pc:cxnChg chg="del mod">
          <ac:chgData name="佐々木  大助" userId="c870486a-dad7-4694-ac78-9bbc4445935f" providerId="ADAL" clId="{A237534B-32B1-466E-A729-C2123D2BDFE1}" dt="2023-12-29T06:01:56.138" v="1909" actId="478"/>
          <ac:cxnSpMkLst>
            <pc:docMk/>
            <pc:sldMk cId="2512555999" sldId="2147380509"/>
            <ac:cxnSpMk id="93" creationId="{C0C339BD-AC16-0E99-9A11-17A207C80A5E}"/>
          </ac:cxnSpMkLst>
        </pc:cxnChg>
        <pc:cxnChg chg="del">
          <ac:chgData name="佐々木  大助" userId="c870486a-dad7-4694-ac78-9bbc4445935f" providerId="ADAL" clId="{A237534B-32B1-466E-A729-C2123D2BDFE1}" dt="2023-12-29T05:01:26.268" v="721" actId="478"/>
          <ac:cxnSpMkLst>
            <pc:docMk/>
            <pc:sldMk cId="2512555999" sldId="2147380509"/>
            <ac:cxnSpMk id="225" creationId="{5D74816C-1E0B-7F36-0A62-EF5C0D6BE0A4}"/>
          </ac:cxnSpMkLst>
        </pc:cxnChg>
        <pc:cxnChg chg="del mod">
          <ac:chgData name="佐々木  大助" userId="c870486a-dad7-4694-ac78-9bbc4445935f" providerId="ADAL" clId="{A237534B-32B1-466E-A729-C2123D2BDFE1}" dt="2023-12-29T04:57:09.284" v="635" actId="478"/>
          <ac:cxnSpMkLst>
            <pc:docMk/>
            <pc:sldMk cId="2512555999" sldId="2147380509"/>
            <ac:cxnSpMk id="228" creationId="{717F4624-C439-11EA-6A60-DE7AD78158B7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243" creationId="{4E8125C5-E981-F0EB-E3A9-E6B8A6203D55}"/>
          </ac:cxnSpMkLst>
        </pc:cxnChg>
        <pc:cxnChg chg="del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245" creationId="{0DF0EFFC-95DE-A40C-3262-B298749CB488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253" creationId="{7EEADA73-1C88-C577-91A9-94800DAC0974}"/>
          </ac:cxnSpMkLst>
        </pc:cxnChg>
      </pc:sldChg>
      <pc:sldChg chg="addSp delSp modSp add mod">
        <pc:chgData name="佐々木  大助" userId="c870486a-dad7-4694-ac78-9bbc4445935f" providerId="ADAL" clId="{A237534B-32B1-466E-A729-C2123D2BDFE1}" dt="2023-12-29T05:15:29.388" v="1409" actId="21"/>
        <pc:sldMkLst>
          <pc:docMk/>
          <pc:sldMk cId="4101963923" sldId="2147380510"/>
        </pc:sldMkLst>
        <pc:spChg chg="add mod">
          <ac:chgData name="佐々木  大助" userId="c870486a-dad7-4694-ac78-9bbc4445935f" providerId="ADAL" clId="{A237534B-32B1-466E-A729-C2123D2BDFE1}" dt="2023-12-29T05:07:56.977" v="1281" actId="1076"/>
          <ac:spMkLst>
            <pc:docMk/>
            <pc:sldMk cId="4101963923" sldId="2147380510"/>
            <ac:spMk id="3" creationId="{E602CA4A-B3FD-E43C-C81B-C293C766B91D}"/>
          </ac:spMkLst>
        </pc:spChg>
        <pc:spChg chg="del">
          <ac:chgData name="佐々木  大助" userId="c870486a-dad7-4694-ac78-9bbc4445935f" providerId="ADAL" clId="{A237534B-32B1-466E-A729-C2123D2BDFE1}" dt="2023-12-29T05:09:10.136" v="1293" actId="21"/>
          <ac:spMkLst>
            <pc:docMk/>
            <pc:sldMk cId="4101963923" sldId="2147380510"/>
            <ac:spMk id="4" creationId="{0D53B073-7B85-2817-A8BB-6B8918FA3515}"/>
          </ac:spMkLst>
        </pc:spChg>
        <pc:spChg chg="add mod">
          <ac:chgData name="佐々木  大助" userId="c870486a-dad7-4694-ac78-9bbc4445935f" providerId="ADAL" clId="{A237534B-32B1-466E-A729-C2123D2BDFE1}" dt="2023-12-29T05:07:56.977" v="1281" actId="1076"/>
          <ac:spMkLst>
            <pc:docMk/>
            <pc:sldMk cId="4101963923" sldId="2147380510"/>
            <ac:spMk id="5" creationId="{CA3CAE82-892C-BA42-D7B0-8D0DF230B22E}"/>
          </ac:spMkLst>
        </pc:spChg>
        <pc:spChg chg="add mod">
          <ac:chgData name="佐々木  大助" userId="c870486a-dad7-4694-ac78-9bbc4445935f" providerId="ADAL" clId="{A237534B-32B1-466E-A729-C2123D2BDFE1}" dt="2023-12-29T05:07:56.977" v="1281" actId="1076"/>
          <ac:spMkLst>
            <pc:docMk/>
            <pc:sldMk cId="4101963923" sldId="2147380510"/>
            <ac:spMk id="6" creationId="{7EC1337B-4C30-4A72-D263-86D936B966D2}"/>
          </ac:spMkLst>
        </pc:spChg>
        <pc:spChg chg="del">
          <ac:chgData name="佐々木  大助" userId="c870486a-dad7-4694-ac78-9bbc4445935f" providerId="ADAL" clId="{A237534B-32B1-466E-A729-C2123D2BDFE1}" dt="2023-12-29T05:12:54.334" v="1393" actId="478"/>
          <ac:spMkLst>
            <pc:docMk/>
            <pc:sldMk cId="4101963923" sldId="2147380510"/>
            <ac:spMk id="8" creationId="{CA26E866-7E09-FF35-4963-02C93AA6BCEC}"/>
          </ac:spMkLst>
        </pc:spChg>
        <pc:spChg chg="add del mod">
          <ac:chgData name="佐々木  大助" userId="c870486a-dad7-4694-ac78-9bbc4445935f" providerId="ADAL" clId="{A237534B-32B1-466E-A729-C2123D2BDFE1}" dt="2023-12-29T05:08:03.833" v="1283"/>
          <ac:spMkLst>
            <pc:docMk/>
            <pc:sldMk cId="4101963923" sldId="2147380510"/>
            <ac:spMk id="9" creationId="{9F3332CD-2400-B5B5-CDEB-29EDB4BEFDFD}"/>
          </ac:spMkLst>
        </pc:spChg>
        <pc:spChg chg="del">
          <ac:chgData name="佐々木  大助" userId="c870486a-dad7-4694-ac78-9bbc4445935f" providerId="ADAL" clId="{A237534B-32B1-466E-A729-C2123D2BDFE1}" dt="2023-12-29T05:09:14.086" v="1294" actId="478"/>
          <ac:spMkLst>
            <pc:docMk/>
            <pc:sldMk cId="4101963923" sldId="2147380510"/>
            <ac:spMk id="10" creationId="{42CA765A-443C-7137-13E8-831F3CBC0CC1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11" creationId="{8ED036CB-AF6B-CE32-D5C5-149DF82C3CF6}"/>
          </ac:spMkLst>
        </pc:spChg>
        <pc:spChg chg="mod">
          <ac:chgData name="佐々木  大助" userId="c870486a-dad7-4694-ac78-9bbc4445935f" providerId="ADAL" clId="{A237534B-32B1-466E-A729-C2123D2BDFE1}" dt="2023-12-29T05:08:50.630" v="1291" actId="6549"/>
          <ac:spMkLst>
            <pc:docMk/>
            <pc:sldMk cId="4101963923" sldId="2147380510"/>
            <ac:spMk id="13" creationId="{08A70FAA-54C0-122E-EADC-B900FFAC2CE4}"/>
          </ac:spMkLst>
        </pc:spChg>
        <pc:spChg chg="add del mod">
          <ac:chgData name="佐々木  大助" userId="c870486a-dad7-4694-ac78-9bbc4445935f" providerId="ADAL" clId="{A237534B-32B1-466E-A729-C2123D2BDFE1}" dt="2023-12-29T05:08:03.833" v="1283"/>
          <ac:spMkLst>
            <pc:docMk/>
            <pc:sldMk cId="4101963923" sldId="2147380510"/>
            <ac:spMk id="16" creationId="{66181DB2-9434-5F34-777B-D6E53A2A0F13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17" creationId="{4618F37B-BE9A-6976-E7AE-C4E301938B70}"/>
          </ac:spMkLst>
        </pc:spChg>
        <pc:spChg chg="add del mod">
          <ac:chgData name="佐々木  大助" userId="c870486a-dad7-4694-ac78-9bbc4445935f" providerId="ADAL" clId="{A237534B-32B1-466E-A729-C2123D2BDFE1}" dt="2023-12-29T05:08:03.833" v="1283"/>
          <ac:spMkLst>
            <pc:docMk/>
            <pc:sldMk cId="4101963923" sldId="2147380510"/>
            <ac:spMk id="18" creationId="{7343099B-62CB-FC59-B086-98ECE41E420F}"/>
          </ac:spMkLst>
        </pc:spChg>
        <pc:spChg chg="add mod">
          <ac:chgData name="佐々木  大助" userId="c870486a-dad7-4694-ac78-9bbc4445935f" providerId="ADAL" clId="{A237534B-32B1-466E-A729-C2123D2BDFE1}" dt="2023-12-29T05:08:15.555" v="1285" actId="1076"/>
          <ac:spMkLst>
            <pc:docMk/>
            <pc:sldMk cId="4101963923" sldId="2147380510"/>
            <ac:spMk id="19" creationId="{D518AB19-906A-4537-C942-73C790D1AD2C}"/>
          </ac:spMkLst>
        </pc:spChg>
        <pc:spChg chg="add mod">
          <ac:chgData name="佐々木  大助" userId="c870486a-dad7-4694-ac78-9bbc4445935f" providerId="ADAL" clId="{A237534B-32B1-466E-A729-C2123D2BDFE1}" dt="2023-12-29T05:13:30.358" v="1399" actId="6549"/>
          <ac:spMkLst>
            <pc:docMk/>
            <pc:sldMk cId="4101963923" sldId="2147380510"/>
            <ac:spMk id="20" creationId="{4945E175-EE6F-B6DF-8737-C42A647D372F}"/>
          </ac:spMkLst>
        </pc:spChg>
        <pc:spChg chg="mod">
          <ac:chgData name="佐々木  大助" userId="c870486a-dad7-4694-ac78-9bbc4445935f" providerId="ADAL" clId="{A237534B-32B1-466E-A729-C2123D2BDFE1}" dt="2023-12-29T05:12:37.406" v="1390" actId="207"/>
          <ac:spMkLst>
            <pc:docMk/>
            <pc:sldMk cId="4101963923" sldId="2147380510"/>
            <ac:spMk id="23" creationId="{F34B8BDA-A30D-E92A-2EC4-177F61CEB4FC}"/>
          </ac:spMkLst>
        </pc:spChg>
        <pc:spChg chg="mod">
          <ac:chgData name="佐々木  大助" userId="c870486a-dad7-4694-ac78-9bbc4445935f" providerId="ADAL" clId="{A237534B-32B1-466E-A729-C2123D2BDFE1}" dt="2023-12-29T05:12:09.678" v="1389" actId="1076"/>
          <ac:spMkLst>
            <pc:docMk/>
            <pc:sldMk cId="4101963923" sldId="2147380510"/>
            <ac:spMk id="26" creationId="{A651EF14-B6BA-88D2-1AF2-271DDB1340B2}"/>
          </ac:spMkLst>
        </pc:spChg>
        <pc:spChg chg="del">
          <ac:chgData name="佐々木  大助" userId="c870486a-dad7-4694-ac78-9bbc4445935f" providerId="ADAL" clId="{A237534B-32B1-466E-A729-C2123D2BDFE1}" dt="2023-12-29T05:09:14.086" v="1294" actId="478"/>
          <ac:spMkLst>
            <pc:docMk/>
            <pc:sldMk cId="4101963923" sldId="2147380510"/>
            <ac:spMk id="39" creationId="{0A15E7E2-56A8-603A-3A60-52CDA4CEF44D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49" creationId="{7D323823-48FB-EC03-09BB-25CFD2CD8A05}"/>
          </ac:spMkLst>
        </pc:spChg>
        <pc:spChg chg="del">
          <ac:chgData name="佐々木  大助" userId="c870486a-dad7-4694-ac78-9bbc4445935f" providerId="ADAL" clId="{A237534B-32B1-466E-A729-C2123D2BDFE1}" dt="2023-12-29T05:09:14.086" v="1294" actId="478"/>
          <ac:spMkLst>
            <pc:docMk/>
            <pc:sldMk cId="4101963923" sldId="2147380510"/>
            <ac:spMk id="50" creationId="{9A689018-AB97-1B1C-7F57-1C6A6C541E72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56" creationId="{E8B54034-4C21-668F-A2A4-1948DDFDFE8B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69" creationId="{FDF47365-1E8E-2892-5E3F-156816636F81}"/>
          </ac:spMkLst>
        </pc:spChg>
        <pc:spChg chg="del mod">
          <ac:chgData name="佐々木  大助" userId="c870486a-dad7-4694-ac78-9bbc4445935f" providerId="ADAL" clId="{A237534B-32B1-466E-A729-C2123D2BDFE1}" dt="2023-12-29T05:15:29.388" v="1409" actId="21"/>
          <ac:spMkLst>
            <pc:docMk/>
            <pc:sldMk cId="4101963923" sldId="2147380510"/>
            <ac:spMk id="93" creationId="{338D7219-5F48-8073-1DC4-62082AADCA3E}"/>
          </ac:spMkLst>
        </pc:spChg>
        <pc:spChg chg="del">
          <ac:chgData name="佐々木  大助" userId="c870486a-dad7-4694-ac78-9bbc4445935f" providerId="ADAL" clId="{A237534B-32B1-466E-A729-C2123D2BDFE1}" dt="2023-12-29T05:11:43.321" v="1387" actId="21"/>
          <ac:spMkLst>
            <pc:docMk/>
            <pc:sldMk cId="4101963923" sldId="2147380510"/>
            <ac:spMk id="1038" creationId="{4DE83CFF-C27E-ABF4-0386-839AF122BE76}"/>
          </ac:spMkLst>
        </pc:spChg>
        <pc:grpChg chg="add mod">
          <ac:chgData name="佐々木  大助" userId="c870486a-dad7-4694-ac78-9bbc4445935f" providerId="ADAL" clId="{A237534B-32B1-466E-A729-C2123D2BDFE1}" dt="2023-12-29T05:12:37.406" v="1390" actId="207"/>
          <ac:grpSpMkLst>
            <pc:docMk/>
            <pc:sldMk cId="4101963923" sldId="2147380510"/>
            <ac:grpSpMk id="21" creationId="{2B7E9B5F-4AA1-576D-350C-1B246ABD232C}"/>
          </ac:grpSpMkLst>
        </pc:grpChg>
        <pc:grpChg chg="add mod">
          <ac:chgData name="佐々木  大助" userId="c870486a-dad7-4694-ac78-9bbc4445935f" providerId="ADAL" clId="{A237534B-32B1-466E-A729-C2123D2BDFE1}" dt="2023-12-29T05:12:44.346" v="1391" actId="207"/>
          <ac:grpSpMkLst>
            <pc:docMk/>
            <pc:sldMk cId="4101963923" sldId="2147380510"/>
            <ac:grpSpMk id="25" creationId="{9BCBB590-6AAE-3E3C-9175-E97F89763371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33" creationId="{F1B7BA3E-FA4A-16BA-657B-1DCB10AB2E5D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89" creationId="{8A64BA71-AFD2-DD34-2151-FA17780F2B74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1025" creationId="{7B7B116C-2E23-6B8C-EE9B-7532FDB5C80C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1027" creationId="{11CD9332-B6F4-79DE-4FE8-3B80E3C501C7}"/>
          </ac:grpSpMkLst>
        </pc:grpChg>
        <pc:picChg chg="mod">
          <ac:chgData name="佐々木  大助" userId="c870486a-dad7-4694-ac78-9bbc4445935f" providerId="ADAL" clId="{A237534B-32B1-466E-A729-C2123D2BDFE1}" dt="2023-12-29T05:12:37.406" v="1390" actId="207"/>
          <ac:picMkLst>
            <pc:docMk/>
            <pc:sldMk cId="4101963923" sldId="2147380510"/>
            <ac:picMk id="24" creationId="{ABEDB288-B07F-390F-5960-144121FCA234}"/>
          </ac:picMkLst>
        </pc:picChg>
        <pc:picChg chg="mod">
          <ac:chgData name="佐々木  大助" userId="c870486a-dad7-4694-ac78-9bbc4445935f" providerId="ADAL" clId="{A237534B-32B1-466E-A729-C2123D2BDFE1}" dt="2023-12-29T05:12:09.678" v="1389" actId="1076"/>
          <ac:picMkLst>
            <pc:docMk/>
            <pc:sldMk cId="4101963923" sldId="2147380510"/>
            <ac:picMk id="27" creationId="{EF53494C-DEA8-DD19-B07E-F61F1A713B37}"/>
          </ac:picMkLst>
        </pc:picChg>
        <pc:cxnChg chg="del mod">
          <ac:chgData name="佐々木  大助" userId="c870486a-dad7-4694-ac78-9bbc4445935f" providerId="ADAL" clId="{A237534B-32B1-466E-A729-C2123D2BDFE1}" dt="2023-12-29T05:13:04.369" v="1394" actId="478"/>
          <ac:cxnSpMkLst>
            <pc:docMk/>
            <pc:sldMk cId="4101963923" sldId="2147380510"/>
            <ac:cxnSpMk id="42" creationId="{26BA1866-9545-D266-FEC9-97B558A48C52}"/>
          </ac:cxnSpMkLst>
        </pc:cxnChg>
        <pc:cxnChg chg="mod">
          <ac:chgData name="佐々木  大助" userId="c870486a-dad7-4694-ac78-9bbc4445935f" providerId="ADAL" clId="{A237534B-32B1-466E-A729-C2123D2BDFE1}" dt="2023-12-29T05:09:07.334" v="1292" actId="1076"/>
          <ac:cxnSpMkLst>
            <pc:docMk/>
            <pc:sldMk cId="4101963923" sldId="2147380510"/>
            <ac:cxnSpMk id="76" creationId="{7F5CFB39-F987-5913-F8B8-DA4C053D0DC5}"/>
          </ac:cxnSpMkLst>
        </pc:cxnChg>
      </pc:sldChg>
      <pc:sldChg chg="addSp delSp modSp add mod ord">
        <pc:chgData name="佐々木  大助" userId="c870486a-dad7-4694-ac78-9bbc4445935f" providerId="ADAL" clId="{A237534B-32B1-466E-A729-C2123D2BDFE1}" dt="2023-12-29T05:54:50.482" v="1822" actId="14100"/>
        <pc:sldMkLst>
          <pc:docMk/>
          <pc:sldMk cId="1376677041" sldId="2147380511"/>
        </pc:sldMkLst>
        <pc:spChg chg="del">
          <ac:chgData name="佐々木  大助" userId="c870486a-dad7-4694-ac78-9bbc4445935f" providerId="ADAL" clId="{A237534B-32B1-466E-A729-C2123D2BDFE1}" dt="2023-12-29T05:27:19.743" v="1598" actId="478"/>
          <ac:spMkLst>
            <pc:docMk/>
            <pc:sldMk cId="1376677041" sldId="2147380511"/>
            <ac:spMk id="9" creationId="{99E73BFE-D1A3-E3B3-813A-E94A94CBCB90}"/>
          </ac:spMkLst>
        </pc:spChg>
        <pc:spChg chg="mod">
          <ac:chgData name="佐々木  大助" userId="c870486a-dad7-4694-ac78-9bbc4445935f" providerId="ADAL" clId="{A237534B-32B1-466E-A729-C2123D2BDFE1}" dt="2023-12-29T05:54:50.482" v="1822" actId="14100"/>
          <ac:spMkLst>
            <pc:docMk/>
            <pc:sldMk cId="1376677041" sldId="2147380511"/>
            <ac:spMk id="11" creationId="{4BB3E7CF-52E3-B80A-3E04-EF0B61CA1156}"/>
          </ac:spMkLst>
        </pc:spChg>
        <pc:spChg chg="add mod">
          <ac:chgData name="佐々木  大助" userId="c870486a-dad7-4694-ac78-9bbc4445935f" providerId="ADAL" clId="{A237534B-32B1-466E-A729-C2123D2BDFE1}" dt="2023-12-29T05:27:48.141" v="1600"/>
          <ac:spMkLst>
            <pc:docMk/>
            <pc:sldMk cId="1376677041" sldId="2147380511"/>
            <ac:spMk id="12" creationId="{E395E880-FA15-74DD-6884-C32FA0F37269}"/>
          </ac:spMkLst>
        </pc:spChg>
        <pc:spChg chg="add mod">
          <ac:chgData name="佐々木  大助" userId="c870486a-dad7-4694-ac78-9bbc4445935f" providerId="ADAL" clId="{A237534B-32B1-466E-A729-C2123D2BDFE1}" dt="2023-12-29T05:27:48.141" v="1600"/>
          <ac:spMkLst>
            <pc:docMk/>
            <pc:sldMk cId="1376677041" sldId="2147380511"/>
            <ac:spMk id="17" creationId="{F2F32904-5B53-F6A0-1B76-C95EBA71C7DC}"/>
          </ac:spMkLst>
        </pc:spChg>
        <pc:spChg chg="add del mod">
          <ac:chgData name="佐々木  大助" userId="c870486a-dad7-4694-ac78-9bbc4445935f" providerId="ADAL" clId="{A237534B-32B1-466E-A729-C2123D2BDFE1}" dt="2023-12-29T05:36:47.643" v="1674" actId="21"/>
          <ac:spMkLst>
            <pc:docMk/>
            <pc:sldMk cId="1376677041" sldId="2147380511"/>
            <ac:spMk id="18" creationId="{6FC2FA50-9EC3-9F5D-64CF-190509D9C40D}"/>
          </ac:spMkLst>
        </pc:spChg>
        <pc:spChg chg="add mod">
          <ac:chgData name="佐々木  大助" userId="c870486a-dad7-4694-ac78-9bbc4445935f" providerId="ADAL" clId="{A237534B-32B1-466E-A729-C2123D2BDFE1}" dt="2023-12-29T05:28:12.739" v="1602"/>
          <ac:spMkLst>
            <pc:docMk/>
            <pc:sldMk cId="1376677041" sldId="2147380511"/>
            <ac:spMk id="21" creationId="{4506379F-9482-3416-7B57-D2546CAEDF67}"/>
          </ac:spMkLst>
        </pc:spChg>
        <pc:spChg chg="add mod">
          <ac:chgData name="佐々木  大助" userId="c870486a-dad7-4694-ac78-9bbc4445935f" providerId="ADAL" clId="{A237534B-32B1-466E-A729-C2123D2BDFE1}" dt="2023-12-29T05:36:19.543" v="1673"/>
          <ac:spMkLst>
            <pc:docMk/>
            <pc:sldMk cId="1376677041" sldId="2147380511"/>
            <ac:spMk id="22" creationId="{09C7285D-28F3-713C-AC97-85140DC3CB89}"/>
          </ac:spMkLst>
        </pc:spChg>
        <pc:spChg chg="add mod">
          <ac:chgData name="佐々木  大助" userId="c870486a-dad7-4694-ac78-9bbc4445935f" providerId="ADAL" clId="{A237534B-32B1-466E-A729-C2123D2BDFE1}" dt="2023-12-29T05:36:55.790" v="1675"/>
          <ac:spMkLst>
            <pc:docMk/>
            <pc:sldMk cId="1376677041" sldId="2147380511"/>
            <ac:spMk id="24" creationId="{1963D13A-3ABA-EC64-FF53-7923A0C8250D}"/>
          </ac:spMkLst>
        </pc:spChg>
        <pc:spChg chg="add mod">
          <ac:chgData name="佐々木  大助" userId="c870486a-dad7-4694-ac78-9bbc4445935f" providerId="ADAL" clId="{A237534B-32B1-466E-A729-C2123D2BDFE1}" dt="2023-12-29T05:36:55.790" v="1675"/>
          <ac:spMkLst>
            <pc:docMk/>
            <pc:sldMk cId="1376677041" sldId="2147380511"/>
            <ac:spMk id="29" creationId="{E3AC1A82-31CD-637B-3E54-7E11AA2B3444}"/>
          </ac:spMkLst>
        </pc:spChg>
        <pc:spChg chg="del">
          <ac:chgData name="佐々木  大助" userId="c870486a-dad7-4694-ac78-9bbc4445935f" providerId="ADAL" clId="{A237534B-32B1-466E-A729-C2123D2BDFE1}" dt="2023-12-29T05:28:05.500" v="1601" actId="478"/>
          <ac:spMkLst>
            <pc:docMk/>
            <pc:sldMk cId="1376677041" sldId="2147380511"/>
            <ac:spMk id="81" creationId="{C9735163-3139-9BD9-76D8-B5D781F55FAD}"/>
          </ac:spMkLst>
        </pc:spChg>
        <pc:spChg chg="del">
          <ac:chgData name="佐々木  大助" userId="c870486a-dad7-4694-ac78-9bbc4445935f" providerId="ADAL" clId="{A237534B-32B1-466E-A729-C2123D2BDFE1}" dt="2023-12-29T05:36:47.643" v="1674" actId="21"/>
          <ac:spMkLst>
            <pc:docMk/>
            <pc:sldMk cId="1376677041" sldId="2147380511"/>
            <ac:spMk id="224" creationId="{ED36E680-376F-C1AD-F794-1A3A9CA725CA}"/>
          </ac:spMkLst>
        </pc:spChg>
        <pc:spChg chg="del mod">
          <ac:chgData name="佐々木  大助" userId="c870486a-dad7-4694-ac78-9bbc4445935f" providerId="ADAL" clId="{A237534B-32B1-466E-A729-C2123D2BDFE1}" dt="2023-12-29T05:36:12.783" v="1672" actId="21"/>
          <ac:spMkLst>
            <pc:docMk/>
            <pc:sldMk cId="1376677041" sldId="2147380511"/>
            <ac:spMk id="244" creationId="{08D99E32-D58C-1D05-8423-13C07E14A0CC}"/>
          </ac:spMkLst>
        </pc:spChg>
        <pc:spChg chg="del">
          <ac:chgData name="佐々木  大助" userId="c870486a-dad7-4694-ac78-9bbc4445935f" providerId="ADAL" clId="{A237534B-32B1-466E-A729-C2123D2BDFE1}" dt="2023-12-29T05:28:05.500" v="1601" actId="478"/>
          <ac:spMkLst>
            <pc:docMk/>
            <pc:sldMk cId="1376677041" sldId="2147380511"/>
            <ac:spMk id="246" creationId="{E3B698C0-421C-6A7F-F620-02D57A3A94FE}"/>
          </ac:spMkLst>
        </pc:spChg>
        <pc:spChg chg="del">
          <ac:chgData name="佐々木  大助" userId="c870486a-dad7-4694-ac78-9bbc4445935f" providerId="ADAL" clId="{A237534B-32B1-466E-A729-C2123D2BDFE1}" dt="2023-12-29T05:27:39.059" v="1599" actId="478"/>
          <ac:spMkLst>
            <pc:docMk/>
            <pc:sldMk cId="1376677041" sldId="2147380511"/>
            <ac:spMk id="258" creationId="{93D7676F-2817-4AB2-15D7-D07AAF92A2F4}"/>
          </ac:spMkLst>
        </pc:spChg>
      </pc:sldChg>
    </pc:docChg>
  </pc:docChgLst>
  <pc:docChgLst>
    <pc:chgData name="佐々木  大助" userId="S::daisuke.sasaki@kasumi.co.jp::c870486a-dad7-4694-ac78-9bbc4445935f" providerId="AD" clId="Web-{DF8833DA-A94F-8460-B963-606ACA5FDC13}"/>
    <pc:docChg chg="modSld">
      <pc:chgData name="佐々木  大助" userId="S::daisuke.sasaki@kasumi.co.jp::c870486a-dad7-4694-ac78-9bbc4445935f" providerId="AD" clId="Web-{DF8833DA-A94F-8460-B963-606ACA5FDC13}" dt="2024-01-03T23:19:04.662" v="2" actId="1076"/>
      <pc:docMkLst>
        <pc:docMk/>
      </pc:docMkLst>
      <pc:sldChg chg="modSp">
        <pc:chgData name="佐々木  大助" userId="S::daisuke.sasaki@kasumi.co.jp::c870486a-dad7-4694-ac78-9bbc4445935f" providerId="AD" clId="Web-{DF8833DA-A94F-8460-B963-606ACA5FDC13}" dt="2024-01-03T23:19:04.662" v="2" actId="1076"/>
        <pc:sldMkLst>
          <pc:docMk/>
          <pc:sldMk cId="1602907748" sldId="263"/>
        </pc:sldMkLst>
        <pc:spChg chg="mod">
          <ac:chgData name="佐々木  大助" userId="S::daisuke.sasaki@kasumi.co.jp::c870486a-dad7-4694-ac78-9bbc4445935f" providerId="AD" clId="Web-{DF8833DA-A94F-8460-B963-606ACA5FDC13}" dt="2024-01-03T23:19:04.662" v="2" actId="1076"/>
          <ac:spMkLst>
            <pc:docMk/>
            <pc:sldMk cId="1602907748" sldId="263"/>
            <ac:spMk id="12" creationId="{17CE8C5B-3F1E-1E4A-8607-60A3E870DFC6}"/>
          </ac:spMkLst>
        </pc:spChg>
      </pc:sldChg>
    </pc:docChg>
  </pc:docChgLst>
  <pc:docChgLst>
    <pc:chgData name="kiyohara" userId="97cc6578-a8e5-494a-bf9e-9f550a3dbfc5" providerId="ADAL" clId="{AB602DDD-88A8-45BE-A1B2-611E433FF161}"/>
    <pc:docChg chg="modSld">
      <pc:chgData name="kiyohara" userId="97cc6578-a8e5-494a-bf9e-9f550a3dbfc5" providerId="ADAL" clId="{AB602DDD-88A8-45BE-A1B2-611E433FF161}" dt="2024-01-16T12:35:38.187" v="0" actId="1076"/>
      <pc:docMkLst>
        <pc:docMk/>
      </pc:docMkLst>
      <pc:sldChg chg="modSp mod">
        <pc:chgData name="kiyohara" userId="97cc6578-a8e5-494a-bf9e-9f550a3dbfc5" providerId="ADAL" clId="{AB602DDD-88A8-45BE-A1B2-611E433FF161}" dt="2024-01-16T12:35:38.187" v="0" actId="1076"/>
        <pc:sldMkLst>
          <pc:docMk/>
          <pc:sldMk cId="3761509702" sldId="261"/>
        </pc:sldMkLst>
        <pc:spChg chg="mod">
          <ac:chgData name="kiyohara" userId="97cc6578-a8e5-494a-bf9e-9f550a3dbfc5" providerId="ADAL" clId="{AB602DDD-88A8-45BE-A1B2-611E433FF161}" dt="2024-01-16T12:35:38.187" v="0" actId="1076"/>
          <ac:spMkLst>
            <pc:docMk/>
            <pc:sldMk cId="3761509702" sldId="261"/>
            <ac:spMk id="5" creationId="{0A837252-5873-E137-A039-26429AD7F902}"/>
          </ac:spMkLst>
        </pc:spChg>
      </pc:sldChg>
    </pc:docChg>
  </pc:docChgLst>
  <pc:docChgLst>
    <pc:chgData name="Tran Thai Son" userId="S::tranthaison_luvina.net#ext#@usmh.onmicrosoft.com::ed9ab2d2-ed22-4633-9fc6-49e3bc6316b7" providerId="AD" clId="Web-{DCCE7F45-3213-A97D-C9F8-F76E1CFC0EF6}"/>
    <pc:docChg chg="modSld">
      <pc:chgData name="Tran Thai Son" userId="S::tranthaison_luvina.net#ext#@usmh.onmicrosoft.com::ed9ab2d2-ed22-4633-9fc6-49e3bc6316b7" providerId="AD" clId="Web-{DCCE7F45-3213-A97D-C9F8-F76E1CFC0EF6}" dt="2025-03-26T10:57:09.239" v="1" actId="1076"/>
      <pc:docMkLst>
        <pc:docMk/>
      </pc:docMkLst>
      <pc:sldChg chg="modSp">
        <pc:chgData name="Tran Thai Son" userId="S::tranthaison_luvina.net#ext#@usmh.onmicrosoft.com::ed9ab2d2-ed22-4633-9fc6-49e3bc6316b7" providerId="AD" clId="Web-{DCCE7F45-3213-A97D-C9F8-F76E1CFC0EF6}" dt="2025-03-26T10:57:09.239" v="1" actId="1076"/>
        <pc:sldMkLst>
          <pc:docMk/>
          <pc:sldMk cId="2555304810" sldId="2147380508"/>
        </pc:sldMkLst>
        <pc:spChg chg="mod">
          <ac:chgData name="Tran Thai Son" userId="S::tranthaison_luvina.net#ext#@usmh.onmicrosoft.com::ed9ab2d2-ed22-4633-9fc6-49e3bc6316b7" providerId="AD" clId="Web-{DCCE7F45-3213-A97D-C9F8-F76E1CFC0EF6}" dt="2025-03-26T10:57:09.239" v="1" actId="1076"/>
          <ac:spMkLst>
            <pc:docMk/>
            <pc:sldMk cId="2555304810" sldId="2147380508"/>
            <ac:spMk id="1033" creationId="{54548E81-7E95-2FED-4380-6B8E94E53FA9}"/>
          </ac:spMkLst>
        </pc:spChg>
        <pc:cxnChg chg="mod">
          <ac:chgData name="Tran Thai Son" userId="S::tranthaison_luvina.net#ext#@usmh.onmicrosoft.com::ed9ab2d2-ed22-4633-9fc6-49e3bc6316b7" providerId="AD" clId="Web-{DCCE7F45-3213-A97D-C9F8-F76E1CFC0EF6}" dt="2025-03-26T10:57:09.239" v="1" actId="1076"/>
          <ac:cxnSpMkLst>
            <pc:docMk/>
            <pc:sldMk cId="2555304810" sldId="2147380508"/>
            <ac:cxnSpMk id="1035" creationId="{8068AA01-C4FD-D163-8C37-33FA45777CA6}"/>
          </ac:cxnSpMkLst>
        </pc:cxnChg>
      </pc:sldChg>
    </pc:docChg>
  </pc:docChgLst>
  <pc:docChgLst>
    <pc:chgData name="佐々木  大助" userId="S::daisuke.sasaki_kasumi.co.jp#ext#@usmh.onmicrosoft.com::3abe477e-7fe6-4d71-843b-fea31b2fdabd" providerId="AD" clId="Web-{DA72D2C8-2D8E-340D-D332-07B3F6B1EC02}"/>
    <pc:docChg chg="modSld">
      <pc:chgData name="佐々木  大助" userId="S::daisuke.sasaki_kasumi.co.jp#ext#@usmh.onmicrosoft.com::3abe477e-7fe6-4d71-843b-fea31b2fdabd" providerId="AD" clId="Web-{DA72D2C8-2D8E-340D-D332-07B3F6B1EC02}" dt="2025-02-17T04:47:00.908" v="1" actId="14100"/>
      <pc:docMkLst>
        <pc:docMk/>
      </pc:docMkLst>
      <pc:sldChg chg="modSp">
        <pc:chgData name="佐々木  大助" userId="S::daisuke.sasaki_kasumi.co.jp#ext#@usmh.onmicrosoft.com::3abe477e-7fe6-4d71-843b-fea31b2fdabd" providerId="AD" clId="Web-{DA72D2C8-2D8E-340D-D332-07B3F6B1EC02}" dt="2025-02-17T04:47:00.908" v="1" actId="14100"/>
        <pc:sldMkLst>
          <pc:docMk/>
          <pc:sldMk cId="1376677041" sldId="2147380511"/>
        </pc:sldMkLst>
        <pc:spChg chg="mod">
          <ac:chgData name="佐々木  大助" userId="S::daisuke.sasaki_kasumi.co.jp#ext#@usmh.onmicrosoft.com::3abe477e-7fe6-4d71-843b-fea31b2fdabd" providerId="AD" clId="Web-{DA72D2C8-2D8E-340D-D332-07B3F6B1EC02}" dt="2025-02-17T04:47:00.908" v="1" actId="14100"/>
          <ac:spMkLst>
            <pc:docMk/>
            <pc:sldMk cId="1376677041" sldId="2147380511"/>
            <ac:spMk id="11" creationId="{4BB3E7CF-52E3-B80A-3E04-EF0B61CA1156}"/>
          </ac:spMkLst>
        </pc:spChg>
      </pc:sldChg>
    </pc:docChg>
  </pc:docChgLst>
  <pc:docChgLst>
    <pc:chgData name="佐々木  大助" userId="S::daisuke.sasaki_kasumi.co.jp#ext#@usmh.onmicrosoft.com::3abe477e-7fe6-4d71-843b-fea31b2fdabd" providerId="AD" clId="Web-{A9349720-C0C2-3F7A-C8D8-071AD53EFB64}"/>
    <pc:docChg chg="mod modSld modMainMaster">
      <pc:chgData name="佐々木  大助" userId="S::daisuke.sasaki_kasumi.co.jp#ext#@usmh.onmicrosoft.com::3abe477e-7fe6-4d71-843b-fea31b2fdabd" providerId="AD" clId="Web-{A9349720-C0C2-3F7A-C8D8-071AD53EFB64}" dt="2024-01-15T05:01:39.412" v="8"/>
      <pc:docMkLst>
        <pc:docMk/>
      </pc:docMkLst>
      <pc:sldChg chg="modSp">
        <pc:chgData name="佐々木  大助" userId="S::daisuke.sasaki_kasumi.co.jp#ext#@usmh.onmicrosoft.com::3abe477e-7fe6-4d71-843b-fea31b2fdabd" providerId="AD" clId="Web-{A9349720-C0C2-3F7A-C8D8-071AD53EFB64}" dt="2024-01-15T04:57:32.969" v="1" actId="1076"/>
        <pc:sldMkLst>
          <pc:docMk/>
          <pc:sldMk cId="1602907748" sldId="263"/>
        </pc:sldMkLst>
        <pc:spChg chg="mod">
          <ac:chgData name="佐々木  大助" userId="S::daisuke.sasaki_kasumi.co.jp#ext#@usmh.onmicrosoft.com::3abe477e-7fe6-4d71-843b-fea31b2fdabd" providerId="AD" clId="Web-{A9349720-C0C2-3F7A-C8D8-071AD53EFB64}" dt="2024-01-15T04:57:32.969" v="1" actId="1076"/>
          <ac:spMkLst>
            <pc:docMk/>
            <pc:sldMk cId="1602907748" sldId="263"/>
            <ac:spMk id="12" creationId="{17CE8C5B-3F1E-1E4A-8607-60A3E870DFC6}"/>
          </ac:spMkLst>
        </pc:spChg>
      </pc:sldChg>
      <pc:sldChg chg="addSp delSp modSp">
        <pc:chgData name="佐々木  大助" userId="S::daisuke.sasaki_kasumi.co.jp#ext#@usmh.onmicrosoft.com::3abe477e-7fe6-4d71-843b-fea31b2fdabd" providerId="AD" clId="Web-{A9349720-C0C2-3F7A-C8D8-071AD53EFB64}" dt="2024-01-15T05:01:29.521" v="7"/>
        <pc:sldMkLst>
          <pc:docMk/>
          <pc:sldMk cId="2555304810" sldId="2147380508"/>
        </pc:sldMkLst>
        <pc:spChg chg="del">
          <ac:chgData name="佐々木  大助" userId="S::daisuke.sasaki_kasumi.co.jp#ext#@usmh.onmicrosoft.com::3abe477e-7fe6-4d71-843b-fea31b2fdabd" providerId="AD" clId="Web-{A9349720-C0C2-3F7A-C8D8-071AD53EFB64}" dt="2024-01-15T05:01:09.270" v="2"/>
          <ac:spMkLst>
            <pc:docMk/>
            <pc:sldMk cId="2555304810" sldId="2147380508"/>
            <ac:spMk id="2" creationId="{00000000-0000-0000-0000-000000000000}"/>
          </ac:spMkLst>
        </pc:spChg>
        <pc:spChg chg="add del mod">
          <ac:chgData name="佐々木  大助" userId="S::daisuke.sasaki_kasumi.co.jp#ext#@usmh.onmicrosoft.com::3abe477e-7fe6-4d71-843b-fea31b2fdabd" providerId="AD" clId="Web-{A9349720-C0C2-3F7A-C8D8-071AD53EFB64}" dt="2024-01-15T05:01:28.130" v="6"/>
          <ac:spMkLst>
            <pc:docMk/>
            <pc:sldMk cId="2555304810" sldId="2147380508"/>
            <ac:spMk id="3" creationId="{2F944690-0926-CBAA-4172-A0C837DF3290}"/>
          </ac:spMkLst>
        </pc:spChg>
        <pc:spChg chg="add mod">
          <ac:chgData name="佐々木  大助" userId="S::daisuke.sasaki_kasumi.co.jp#ext#@usmh.onmicrosoft.com::3abe477e-7fe6-4d71-843b-fea31b2fdabd" providerId="AD" clId="Web-{A9349720-C0C2-3F7A-C8D8-071AD53EFB64}" dt="2024-01-15T05:01:29.521" v="7"/>
          <ac:spMkLst>
            <pc:docMk/>
            <pc:sldMk cId="2555304810" sldId="2147380508"/>
            <ac:spMk id="5" creationId="{8EAE85E1-B517-CE76-5C9E-09F55F2186F2}"/>
          </ac:spMkLst>
        </pc:spChg>
      </pc:sldChg>
      <pc:sldMasterChg chg="mod modSldLayout">
        <pc:chgData name="佐々木  大助" userId="S::daisuke.sasaki_kasumi.co.jp#ext#@usmh.onmicrosoft.com::3abe477e-7fe6-4d71-843b-fea31b2fdabd" providerId="AD" clId="Web-{A9349720-C0C2-3F7A-C8D8-071AD53EFB64}" dt="2024-01-15T05:01:39.412" v="8"/>
        <pc:sldMasterMkLst>
          <pc:docMk/>
          <pc:sldMasterMk cId="1512079002" sldId="2147483660"/>
        </pc:sldMasterMkLst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2651381257" sldId="2147483661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2113483814" sldId="2147483662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1209343783" sldId="2147483663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2586492503" sldId="2147483664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4276203604" sldId="2147483666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3968747392" sldId="2147483667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2668321372" sldId="2147483669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418985182" sldId="2147483670"/>
          </pc:sldLayoutMkLst>
        </pc:sldLayoutChg>
      </pc:sldMasterChg>
      <pc:sldMasterChg chg="mod modSldLayout">
        <pc:chgData name="佐々木  大助" userId="S::daisuke.sasaki_kasumi.co.jp#ext#@usmh.onmicrosoft.com::3abe477e-7fe6-4d71-843b-fea31b2fdabd" providerId="AD" clId="Web-{A9349720-C0C2-3F7A-C8D8-071AD53EFB64}" dt="2024-01-15T05:01:39.412" v="8"/>
        <pc:sldMasterMkLst>
          <pc:docMk/>
          <pc:sldMasterMk cId="3540084592" sldId="2147483671"/>
        </pc:sldMasterMkLst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3745619032" sldId="2147483672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4274944440" sldId="2147483673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1008945931" sldId="2147483674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2647165395" sldId="2147483675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3791492326" sldId="2147483676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2516571695" sldId="2147483677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218840517" sldId="214748367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10505-29F3-4817-A654-B55014098BEF}" type="datetimeFigureOut">
              <a:rPr kumimoji="1" lang="ja-JP" altLang="en-US" smtClean="0"/>
              <a:t>2025/3/26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93335-684B-4E69-98A7-E833F2769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7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2998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6446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136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5137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58750" y="606425"/>
            <a:ext cx="7056438" cy="39703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C30D30-6E87-4095-9B34-CED26FF332F8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174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93335-684B-4E69-98A7-E833F2769094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0038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3903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50385" y="2519421"/>
            <a:ext cx="10363200" cy="1470025"/>
          </a:xfrm>
        </p:spPr>
        <p:txBody>
          <a:bodyPr/>
          <a:lstStyle>
            <a:lvl1pPr algn="ctr">
              <a:defRPr sz="3600"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118253" y="161682"/>
            <a:ext cx="6838968" cy="1392798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8125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 b="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43841" y="556954"/>
            <a:ext cx="11715120" cy="56775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11348381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3429001"/>
            <a:ext cx="10363200" cy="1362075"/>
          </a:xfrm>
        </p:spPr>
        <p:txBody>
          <a:bodyPr anchor="ctr"/>
          <a:lstStyle>
            <a:lvl1pPr algn="l">
              <a:defRPr sz="3000" b="0" cap="all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4400" y="1928812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0934378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93057" y="606827"/>
            <a:ext cx="5753121" cy="56581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205840" y="606827"/>
            <a:ext cx="5753121" cy="56581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86492503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76203604"/>
      </p:ext>
    </p:extLst>
  </p:cSld>
  <p:clrMapOvr>
    <a:masterClrMapping/>
  </p:clrMapOvr>
  <p:transition>
    <p:zoom/>
  </p:transition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74739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F84EA4-4943-4335-B156-92246BE8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8985182"/>
      </p:ext>
    </p:extLst>
  </p:cSld>
  <p:clrMapOvr>
    <a:masterClrMapping/>
  </p:clrMapOvr>
  <p:transition>
    <p:zoom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タイトル、テキスト、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8422" y="127753"/>
            <a:ext cx="11815157" cy="3793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195811" y="619299"/>
            <a:ext cx="5778269" cy="54864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6217920" y="619299"/>
            <a:ext cx="5778269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3"/>
          </p:nvPr>
        </p:nvSpPr>
        <p:spPr>
          <a:xfrm>
            <a:off x="6217920" y="3438699"/>
            <a:ext cx="5778269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6832137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619032"/>
      </p:ext>
    </p:extLst>
  </p:cSld>
  <p:clrMapOvr>
    <a:masterClrMapping/>
  </p:clrMapOvr>
  <p:transition>
    <p:fade/>
  </p:transition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74944440"/>
      </p:ext>
    </p:extLst>
  </p:cSld>
  <p:clrMapOvr>
    <a:masterClrMapping/>
  </p:clrMapOvr>
  <p:transition>
    <p:fade/>
  </p:transition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08945931"/>
      </p:ext>
    </p:extLst>
  </p:cSld>
  <p:clrMapOvr>
    <a:masterClrMapping/>
  </p:clrMapOvr>
  <p:transition>
    <p:fade/>
  </p:transition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7165395"/>
      </p:ext>
    </p:extLst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91492326"/>
      </p:ext>
    </p:extLst>
  </p:cSld>
  <p:clrMapOvr>
    <a:masterClrMapping/>
  </p:clrMapOvr>
  <p:transition>
    <p:fade/>
  </p:transition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5C0A4CD4-083C-4963-ADEC-4D9E920B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CAD6135E-38A4-4479-A6DA-B3F82735CC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569" y="5805491"/>
            <a:ext cx="4224867" cy="82867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ja-JP" sz="18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</a:t>
            </a:r>
          </a:p>
          <a:p>
            <a:pPr algn="ctr" eaLnBrk="1" hangingPunct="1">
              <a:defRPr/>
            </a:pPr>
            <a:r>
              <a:rPr kumimoji="0" lang="en-US" altLang="ja-JP" sz="9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BDCC19-67FA-4BF4-A977-CCFDFC41A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0014-E06D-46A6-88E1-F9C02FA5A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A6F01A-24FA-41C0-9544-ABF48303FDE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16571695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6AB895B-DBF5-49B7-B103-C06F9C55C1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C61C9F8-CF2C-45E8-8541-52EC99C23D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37EA1-3FC9-4A0A-8578-FB012C5D174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884051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00" b="0" i="1" baseline="0">
                <a:solidFill>
                  <a:schemeClr val="bg1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Art, Science, Craft, New Business Model</a:t>
            </a:r>
            <a:endParaRPr lang="ja-JP" altLang="en-US" sz="900" b="0" i="1">
              <a:solidFill>
                <a:schemeClr val="bg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243841" y="131005"/>
            <a:ext cx="11715120" cy="370640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288828" y="664843"/>
            <a:ext cx="11686316" cy="56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32" name="テキスト ボックス 11"/>
          <p:cNvSpPr txBox="1">
            <a:spLocks noChangeArrowheads="1"/>
          </p:cNvSpPr>
          <p:nvPr/>
        </p:nvSpPr>
        <p:spPr bwMode="auto">
          <a:xfrm>
            <a:off x="2245926" y="6608617"/>
            <a:ext cx="5016007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CONFIDENTIAL.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　</a:t>
            </a: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United Super Market Holdings Inc. All Rights Reserved.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13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BFABE208-647F-40BE-B248-15B2DCFB63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531" y="6519184"/>
            <a:ext cx="1828800" cy="24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1465E4-7A52-4BD6-9B17-AAE8073F4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2111" y="65516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C4011EC6-74A0-4115-8BAE-80F68B10E8D9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1207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70" r:id="rId7"/>
    <p:sldLayoutId id="2147483669" r:id="rId8"/>
  </p:sldLayoutIdLst>
  <p:transition>
    <p:zoom/>
  </p:transition>
  <p:hf hd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kumimoji="1" sz="2000" b="0" kern="12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8" y="642922"/>
            <a:ext cx="11713633" cy="142876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18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51"/>
            <a:ext cx="11664949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3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9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4"/>
            <a:ext cx="1143000" cy="2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825" kern="0">
                <a:solidFill>
                  <a:schemeClr val="bg1">
                    <a:lumMod val="50000"/>
                  </a:schemeClr>
                </a:solidFill>
              </a:rPr>
              <a:t>Copyright © KASUMI CO., LTD. All Rights Reserved.</a:t>
            </a:r>
            <a:endParaRPr lang="en-US" altLang="ja-JP" sz="825" ker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08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transition>
    <p:fade/>
  </p:transition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2417" indent="-35241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251">
          <a:solidFill>
            <a:schemeClr val="tx1"/>
          </a:solidFill>
          <a:latin typeface="+mn-lt"/>
          <a:ea typeface="+mn-ea"/>
          <a:cs typeface="+mn-cs"/>
        </a:defRPr>
      </a:lvl1pPr>
      <a:lvl2pPr marL="681022" indent="-32741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951">
          <a:solidFill>
            <a:schemeClr val="tx1"/>
          </a:solidFill>
          <a:latin typeface="+mn-lt"/>
          <a:ea typeface="+mn-ea"/>
        </a:defRPr>
      </a:lvl2pPr>
      <a:lvl3pPr marL="978670" indent="-29645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1725">
          <a:solidFill>
            <a:schemeClr val="tx1"/>
          </a:solidFill>
          <a:latin typeface="+mn-lt"/>
          <a:ea typeface="+mn-ea"/>
        </a:defRPr>
      </a:lvl3pPr>
      <a:lvl4pPr marL="1270366" indent="-29050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395" indent="-298839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フローチャート: 磁気ディスク 215">
            <a:extLst>
              <a:ext uri="{FF2B5EF4-FFF2-40B4-BE49-F238E27FC236}">
                <a16:creationId xmlns:a16="http://schemas.microsoft.com/office/drawing/2014/main" id="{FD521049-68F3-41A4-A776-3701FD2A0394}"/>
              </a:ext>
            </a:extLst>
          </p:cNvPr>
          <p:cNvSpPr/>
          <p:nvPr/>
        </p:nvSpPr>
        <p:spPr>
          <a:xfrm>
            <a:off x="3804773" y="2990473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151637" y="134128"/>
            <a:ext cx="2245334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夜間処理の流れ</a:t>
            </a: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D744C4D8-223E-9CE3-22C5-B6F90F38362D}"/>
              </a:ext>
            </a:extLst>
          </p:cNvPr>
          <p:cNvGraphicFramePr>
            <a:graphicFrameLocks noGrp="1"/>
          </p:cNvGraphicFramePr>
          <p:nvPr/>
        </p:nvGraphicFramePr>
        <p:xfrm>
          <a:off x="2100284" y="923276"/>
          <a:ext cx="97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275606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9191376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12461232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9075732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80766776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99085281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3320298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01829411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76500029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4512839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07199953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9843857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21886668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16961893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76660732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20223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21:00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22:00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23:00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4</a:t>
                      </a:r>
                      <a:r>
                        <a:rPr kumimoji="1" lang="ja-JP" altLang="en-US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：</a:t>
                      </a: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5</a:t>
                      </a:r>
                      <a:r>
                        <a:rPr kumimoji="1" lang="ja-JP" altLang="en-US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：</a:t>
                      </a: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6</a:t>
                      </a:r>
                      <a:r>
                        <a:rPr kumimoji="1" lang="ja-JP" altLang="en-US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：</a:t>
                      </a: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7</a:t>
                      </a:r>
                      <a:r>
                        <a:rPr kumimoji="1" lang="ja-JP" altLang="en-US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：</a:t>
                      </a: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00</a:t>
                      </a:r>
                      <a:endParaRPr kumimoji="1" lang="ja-JP" altLang="en-US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11:00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12:00</a:t>
                      </a:r>
                      <a:endParaRPr kumimoji="1" lang="ja-JP" altLang="en-US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13:00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14:00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545705"/>
                  </a:ext>
                </a:extLst>
              </a:tr>
            </a:tbl>
          </a:graphicData>
        </a:graphic>
      </p:graphicFrame>
      <p:sp>
        <p:nvSpPr>
          <p:cNvPr id="18" name="フローチャート: 磁気ディスク 17">
            <a:extLst>
              <a:ext uri="{FF2B5EF4-FFF2-40B4-BE49-F238E27FC236}">
                <a16:creationId xmlns:a16="http://schemas.microsoft.com/office/drawing/2014/main" id="{68C2547E-9580-2002-A187-287DD527202D}"/>
              </a:ext>
            </a:extLst>
          </p:cNvPr>
          <p:cNvSpPr/>
          <p:nvPr/>
        </p:nvSpPr>
        <p:spPr>
          <a:xfrm>
            <a:off x="2645546" y="2080070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1BEAF94-864A-E275-039F-A6E0899C9ED6}"/>
              </a:ext>
            </a:extLst>
          </p:cNvPr>
          <p:cNvSpPr/>
          <p:nvPr/>
        </p:nvSpPr>
        <p:spPr>
          <a:xfrm>
            <a:off x="173116" y="3132277"/>
            <a:ext cx="1664562" cy="866357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Ignica</a:t>
            </a: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 POS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センターサーバ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2E6E77A-7130-0E14-F415-FB0C9CA6980B}"/>
              </a:ext>
            </a:extLst>
          </p:cNvPr>
          <p:cNvSpPr/>
          <p:nvPr/>
        </p:nvSpPr>
        <p:spPr>
          <a:xfrm>
            <a:off x="151637" y="1778446"/>
            <a:ext cx="1664562" cy="866357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基幹システム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D769D2E-AA7F-E95E-6B90-DAE9A90F7801}"/>
              </a:ext>
            </a:extLst>
          </p:cNvPr>
          <p:cNvCxnSpPr>
            <a:cxnSpLocks/>
          </p:cNvCxnSpPr>
          <p:nvPr/>
        </p:nvCxnSpPr>
        <p:spPr>
          <a:xfrm flipH="1">
            <a:off x="3269558" y="1294692"/>
            <a:ext cx="50691" cy="5307276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AB568295-4FBA-14B9-91A7-4AEB35228712}"/>
              </a:ext>
            </a:extLst>
          </p:cNvPr>
          <p:cNvCxnSpPr>
            <a:cxnSpLocks/>
          </p:cNvCxnSpPr>
          <p:nvPr/>
        </p:nvCxnSpPr>
        <p:spPr>
          <a:xfrm>
            <a:off x="5147505" y="1253247"/>
            <a:ext cx="0" cy="5348721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2233671-8812-5583-DF5E-8F581175F905}"/>
              </a:ext>
            </a:extLst>
          </p:cNvPr>
          <p:cNvCxnSpPr>
            <a:cxnSpLocks/>
          </p:cNvCxnSpPr>
          <p:nvPr/>
        </p:nvCxnSpPr>
        <p:spPr>
          <a:xfrm flipV="1">
            <a:off x="1816199" y="2377674"/>
            <a:ext cx="82934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C65576B-9020-B232-CC33-1A285010E649}"/>
              </a:ext>
            </a:extLst>
          </p:cNvPr>
          <p:cNvSpPr/>
          <p:nvPr/>
        </p:nvSpPr>
        <p:spPr>
          <a:xfrm>
            <a:off x="1866887" y="2412505"/>
            <a:ext cx="727969" cy="15321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配信データ作成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5A5FA054-7F0C-9D5F-6166-1FA31C597D11}"/>
              </a:ext>
            </a:extLst>
          </p:cNvPr>
          <p:cNvSpPr/>
          <p:nvPr/>
        </p:nvSpPr>
        <p:spPr>
          <a:xfrm>
            <a:off x="2602446" y="2668702"/>
            <a:ext cx="727969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商品マスタ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特売マスタ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MM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企画マスタ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分類マスタ</a:t>
            </a:r>
            <a:endParaRPr kumimoji="1" lang="ja-JP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FAEC20CF-B4C0-2DC4-A41E-FE137176D6C1}"/>
              </a:ext>
            </a:extLst>
          </p:cNvPr>
          <p:cNvCxnSpPr>
            <a:cxnSpLocks/>
            <a:stCxn id="18" idx="4"/>
            <a:endCxn id="55" idx="1"/>
          </p:cNvCxnSpPr>
          <p:nvPr/>
        </p:nvCxnSpPr>
        <p:spPr>
          <a:xfrm>
            <a:off x="3269558" y="2392772"/>
            <a:ext cx="384176" cy="91040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A3DE1812-6DB7-6D8B-DAFB-0D1D0B4697D6}"/>
              </a:ext>
            </a:extLst>
          </p:cNvPr>
          <p:cNvCxnSpPr>
            <a:cxnSpLocks/>
          </p:cNvCxnSpPr>
          <p:nvPr/>
        </p:nvCxnSpPr>
        <p:spPr>
          <a:xfrm>
            <a:off x="1866887" y="4093282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フローチャート: 磁気ディスク 54">
            <a:extLst>
              <a:ext uri="{FF2B5EF4-FFF2-40B4-BE49-F238E27FC236}">
                <a16:creationId xmlns:a16="http://schemas.microsoft.com/office/drawing/2014/main" id="{EA63CD32-BA6F-BCE8-7EA9-1CB7B88B7D1E}"/>
              </a:ext>
            </a:extLst>
          </p:cNvPr>
          <p:cNvSpPr/>
          <p:nvPr/>
        </p:nvSpPr>
        <p:spPr>
          <a:xfrm>
            <a:off x="3341728" y="3303175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68" name="フローチャート: 磁気ディスク 67">
            <a:extLst>
              <a:ext uri="{FF2B5EF4-FFF2-40B4-BE49-F238E27FC236}">
                <a16:creationId xmlns:a16="http://schemas.microsoft.com/office/drawing/2014/main" id="{FEEE9D49-5A51-362A-45E0-D9AFCCBA110A}"/>
              </a:ext>
            </a:extLst>
          </p:cNvPr>
          <p:cNvSpPr/>
          <p:nvPr/>
        </p:nvSpPr>
        <p:spPr>
          <a:xfrm>
            <a:off x="5201481" y="330317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76" name="コネクタ: カギ線 75">
            <a:extLst>
              <a:ext uri="{FF2B5EF4-FFF2-40B4-BE49-F238E27FC236}">
                <a16:creationId xmlns:a16="http://schemas.microsoft.com/office/drawing/2014/main" id="{CF088888-5DDC-812B-F1B0-6AA748B24290}"/>
              </a:ext>
            </a:extLst>
          </p:cNvPr>
          <p:cNvCxnSpPr>
            <a:cxnSpLocks/>
            <a:stCxn id="68" idx="1"/>
          </p:cNvCxnSpPr>
          <p:nvPr/>
        </p:nvCxnSpPr>
        <p:spPr>
          <a:xfrm rot="16200000" flipV="1">
            <a:off x="3056049" y="845737"/>
            <a:ext cx="1293040" cy="36218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DC564821-8CC3-0892-F129-3B4DE45DCA2F}"/>
              </a:ext>
            </a:extLst>
          </p:cNvPr>
          <p:cNvSpPr/>
          <p:nvPr/>
        </p:nvSpPr>
        <p:spPr>
          <a:xfrm>
            <a:off x="3137637" y="3908689"/>
            <a:ext cx="1679061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23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時全店配信マスタ受信⇒取込処理</a:t>
            </a:r>
            <a:endParaRPr kumimoji="1" lang="ja-JP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707CD68E-0489-146B-9701-C407743AD8B8}"/>
              </a:ext>
            </a:extLst>
          </p:cNvPr>
          <p:cNvSpPr/>
          <p:nvPr/>
        </p:nvSpPr>
        <p:spPr>
          <a:xfrm>
            <a:off x="5468154" y="3904027"/>
            <a:ext cx="45619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 本文"/>
                <a:ea typeface="メイリオ" panose="020B0604030504040204" pitchFamily="50" charset="-128"/>
                <a:cs typeface="+mn-cs"/>
              </a:rPr>
              <a:t>2:10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 本文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7FCD1CCD-BDC9-251A-1AA8-9270D5E4866F}"/>
              </a:ext>
            </a:extLst>
          </p:cNvPr>
          <p:cNvSpPr/>
          <p:nvPr/>
        </p:nvSpPr>
        <p:spPr>
          <a:xfrm>
            <a:off x="3723255" y="5373658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0:10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8FEBDE07-DF62-6DF2-E548-2A06956138FA}"/>
              </a:ext>
            </a:extLst>
          </p:cNvPr>
          <p:cNvSpPr/>
          <p:nvPr/>
        </p:nvSpPr>
        <p:spPr>
          <a:xfrm>
            <a:off x="4458125" y="6328602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1:00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89FAD10C-089E-C743-1EED-5AC740D4A3A2}"/>
              </a:ext>
            </a:extLst>
          </p:cNvPr>
          <p:cNvCxnSpPr>
            <a:cxnSpLocks/>
          </p:cNvCxnSpPr>
          <p:nvPr/>
        </p:nvCxnSpPr>
        <p:spPr>
          <a:xfrm rot="10800000">
            <a:off x="5341594" y="2010137"/>
            <a:ext cx="4468245" cy="1640511"/>
          </a:xfrm>
          <a:prstGeom prst="bentConnector3">
            <a:avLst>
              <a:gd name="adj1" fmla="val -956"/>
            </a:avLst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フローチャート: 磁気ディスク 118">
            <a:extLst>
              <a:ext uri="{FF2B5EF4-FFF2-40B4-BE49-F238E27FC236}">
                <a16:creationId xmlns:a16="http://schemas.microsoft.com/office/drawing/2014/main" id="{620F2C9C-57B4-EA84-7D67-E7D6C4E31CD5}"/>
              </a:ext>
            </a:extLst>
          </p:cNvPr>
          <p:cNvSpPr/>
          <p:nvPr/>
        </p:nvSpPr>
        <p:spPr>
          <a:xfrm>
            <a:off x="5513487" y="1334052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売上日報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20" name="フローチャート: 磁気ディスク 119">
            <a:extLst>
              <a:ext uri="{FF2B5EF4-FFF2-40B4-BE49-F238E27FC236}">
                <a16:creationId xmlns:a16="http://schemas.microsoft.com/office/drawing/2014/main" id="{8A9CC9F2-8A2A-F425-87A3-7213E311788B}"/>
              </a:ext>
            </a:extLst>
          </p:cNvPr>
          <p:cNvSpPr/>
          <p:nvPr/>
        </p:nvSpPr>
        <p:spPr>
          <a:xfrm>
            <a:off x="10896077" y="1334052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売上確定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E08E04C0-C3D7-34C6-A239-45CA418D1EBA}"/>
              </a:ext>
            </a:extLst>
          </p:cNvPr>
          <p:cNvCxnSpPr>
            <a:stCxn id="25" idx="0"/>
            <a:endCxn id="119" idx="2"/>
          </p:cNvCxnSpPr>
          <p:nvPr/>
        </p:nvCxnSpPr>
        <p:spPr>
          <a:xfrm rot="5400000" flipH="1" flipV="1">
            <a:off x="3182856" y="-552184"/>
            <a:ext cx="131692" cy="45295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B964F446-9653-018D-7BDB-773FC96AB72F}"/>
              </a:ext>
            </a:extLst>
          </p:cNvPr>
          <p:cNvCxnSpPr>
            <a:cxnSpLocks/>
            <a:stCxn id="119" idx="4"/>
            <a:endCxn id="120" idx="2"/>
          </p:cNvCxnSpPr>
          <p:nvPr/>
        </p:nvCxnSpPr>
        <p:spPr>
          <a:xfrm>
            <a:off x="6137499" y="1646754"/>
            <a:ext cx="47585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9E73D1EA-9320-5C2B-0126-4E1DCCBBE6D9}"/>
              </a:ext>
            </a:extLst>
          </p:cNvPr>
          <p:cNvSpPr/>
          <p:nvPr/>
        </p:nvSpPr>
        <p:spPr>
          <a:xfrm>
            <a:off x="5801071" y="3413058"/>
            <a:ext cx="727969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レジ精算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単品売上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単品売上値引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廃棄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特売実施実績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DAA5CA6-EC4F-595E-EEB9-23335388FA22}"/>
              </a:ext>
            </a:extLst>
          </p:cNvPr>
          <p:cNvSpPr/>
          <p:nvPr/>
        </p:nvSpPr>
        <p:spPr>
          <a:xfrm>
            <a:off x="6550781" y="2178177"/>
            <a:ext cx="2956472" cy="14111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レジ精算：店舗別売上日報、部門別売上日報、店舗会計</a:t>
            </a: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単品売上：</a:t>
            </a: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MD</a:t>
            </a: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単品売上実績</a:t>
            </a: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単品売上値引：</a:t>
            </a: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MD</a:t>
            </a: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単品売上値引</a:t>
            </a: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廃棄：</a:t>
            </a: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MD</a:t>
            </a: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廃棄</a:t>
            </a: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577F10DC-4F2B-FA73-7647-70216A2C87DB}"/>
              </a:ext>
            </a:extLst>
          </p:cNvPr>
          <p:cNvSpPr/>
          <p:nvPr/>
        </p:nvSpPr>
        <p:spPr>
          <a:xfrm>
            <a:off x="3694854" y="5056939"/>
            <a:ext cx="680815" cy="361109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8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９店舗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閉店処理開始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92" name="四角形: 角を丸くする 91">
            <a:extLst>
              <a:ext uri="{FF2B5EF4-FFF2-40B4-BE49-F238E27FC236}">
                <a16:creationId xmlns:a16="http://schemas.microsoft.com/office/drawing/2014/main" id="{AEACD12F-ED4F-D98C-6CAC-58A80D7BD2E3}"/>
              </a:ext>
            </a:extLst>
          </p:cNvPr>
          <p:cNvSpPr/>
          <p:nvPr/>
        </p:nvSpPr>
        <p:spPr>
          <a:xfrm>
            <a:off x="4429724" y="6007271"/>
            <a:ext cx="680815" cy="361109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８２店舗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閉店処理開始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47" name="フローチャート: 磁気ディスク 146">
            <a:extLst>
              <a:ext uri="{FF2B5EF4-FFF2-40B4-BE49-F238E27FC236}">
                <a16:creationId xmlns:a16="http://schemas.microsoft.com/office/drawing/2014/main" id="{2D09B87B-162B-4F8A-9A7E-1FD88FE48115}"/>
              </a:ext>
            </a:extLst>
          </p:cNvPr>
          <p:cNvSpPr/>
          <p:nvPr/>
        </p:nvSpPr>
        <p:spPr>
          <a:xfrm>
            <a:off x="8186996" y="3310391"/>
            <a:ext cx="624012" cy="625403"/>
          </a:xfrm>
          <a:prstGeom prst="flowChartMagneticDisk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差分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149" name="直線コネクタ 148">
            <a:extLst>
              <a:ext uri="{FF2B5EF4-FFF2-40B4-BE49-F238E27FC236}">
                <a16:creationId xmlns:a16="http://schemas.microsoft.com/office/drawing/2014/main" id="{7BD7E40F-1620-0C33-6561-7CD34680A4ED}"/>
              </a:ext>
            </a:extLst>
          </p:cNvPr>
          <p:cNvCxnSpPr>
            <a:cxnSpLocks/>
            <a:endCxn id="147" idx="1"/>
          </p:cNvCxnSpPr>
          <p:nvPr/>
        </p:nvCxnSpPr>
        <p:spPr>
          <a:xfrm>
            <a:off x="8499002" y="2010134"/>
            <a:ext cx="0" cy="1300257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846A41AD-5E8A-0EB5-38A9-652BDCC987CA}"/>
              </a:ext>
            </a:extLst>
          </p:cNvPr>
          <p:cNvSpPr/>
          <p:nvPr/>
        </p:nvSpPr>
        <p:spPr>
          <a:xfrm>
            <a:off x="2296666" y="2148694"/>
            <a:ext cx="350776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➀</a:t>
            </a:r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B8EF6DF2-CD39-5CEA-496E-9E5DF4D9A753}"/>
              </a:ext>
            </a:extLst>
          </p:cNvPr>
          <p:cNvSpPr/>
          <p:nvPr/>
        </p:nvSpPr>
        <p:spPr>
          <a:xfrm>
            <a:off x="3281479" y="3059098"/>
            <a:ext cx="350776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②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9BB14A1A-1673-4045-42BE-66BD6116E399}"/>
              </a:ext>
            </a:extLst>
          </p:cNvPr>
          <p:cNvSpPr/>
          <p:nvPr/>
        </p:nvSpPr>
        <p:spPr>
          <a:xfrm>
            <a:off x="5117378" y="3093409"/>
            <a:ext cx="350776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③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13" name="フローチャート: 磁気ディスク 112">
            <a:extLst>
              <a:ext uri="{FF2B5EF4-FFF2-40B4-BE49-F238E27FC236}">
                <a16:creationId xmlns:a16="http://schemas.microsoft.com/office/drawing/2014/main" id="{8CD0A8C8-CA60-6487-04D6-E442F252223C}"/>
              </a:ext>
            </a:extLst>
          </p:cNvPr>
          <p:cNvSpPr/>
          <p:nvPr/>
        </p:nvSpPr>
        <p:spPr>
          <a:xfrm>
            <a:off x="9507253" y="3303175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差分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70" name="正方形/長方形 169">
            <a:extLst>
              <a:ext uri="{FF2B5EF4-FFF2-40B4-BE49-F238E27FC236}">
                <a16:creationId xmlns:a16="http://schemas.microsoft.com/office/drawing/2014/main" id="{9716B7D5-4D63-2D30-D6EE-CE4703498734}"/>
              </a:ext>
            </a:extLst>
          </p:cNvPr>
          <p:cNvSpPr/>
          <p:nvPr/>
        </p:nvSpPr>
        <p:spPr>
          <a:xfrm>
            <a:off x="8219573" y="3311943"/>
            <a:ext cx="600643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追加処理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171" name="コネクタ: カギ線 170">
            <a:extLst>
              <a:ext uri="{FF2B5EF4-FFF2-40B4-BE49-F238E27FC236}">
                <a16:creationId xmlns:a16="http://schemas.microsoft.com/office/drawing/2014/main" id="{7AAEB3CA-C150-F2BB-01BC-76F8A038DF98}"/>
              </a:ext>
            </a:extLst>
          </p:cNvPr>
          <p:cNvCxnSpPr>
            <a:cxnSpLocks/>
            <a:stCxn id="127" idx="4"/>
            <a:endCxn id="113" idx="3"/>
          </p:cNvCxnSpPr>
          <p:nvPr/>
        </p:nvCxnSpPr>
        <p:spPr>
          <a:xfrm flipV="1">
            <a:off x="5082137" y="3928578"/>
            <a:ext cx="4737122" cy="1270748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コネクタ: カギ線 172">
            <a:extLst>
              <a:ext uri="{FF2B5EF4-FFF2-40B4-BE49-F238E27FC236}">
                <a16:creationId xmlns:a16="http://schemas.microsoft.com/office/drawing/2014/main" id="{DD411F21-E74C-F020-4079-FE8EF8AC88C9}"/>
              </a:ext>
            </a:extLst>
          </p:cNvPr>
          <p:cNvCxnSpPr>
            <a:cxnSpLocks/>
          </p:cNvCxnSpPr>
          <p:nvPr/>
        </p:nvCxnSpPr>
        <p:spPr>
          <a:xfrm flipV="1">
            <a:off x="5805186" y="4726903"/>
            <a:ext cx="4014073" cy="1464176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フローチャート: 磁気ディスク 126">
            <a:extLst>
              <a:ext uri="{FF2B5EF4-FFF2-40B4-BE49-F238E27FC236}">
                <a16:creationId xmlns:a16="http://schemas.microsoft.com/office/drawing/2014/main" id="{233F7B5B-E0A1-7E52-285A-485B6A985625}"/>
              </a:ext>
            </a:extLst>
          </p:cNvPr>
          <p:cNvSpPr/>
          <p:nvPr/>
        </p:nvSpPr>
        <p:spPr>
          <a:xfrm>
            <a:off x="4458125" y="4886624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29" name="フローチャート: 磁気ディスク 128">
            <a:extLst>
              <a:ext uri="{FF2B5EF4-FFF2-40B4-BE49-F238E27FC236}">
                <a16:creationId xmlns:a16="http://schemas.microsoft.com/office/drawing/2014/main" id="{D5C2DBBF-D584-E361-CD52-214544A3F5C1}"/>
              </a:ext>
            </a:extLst>
          </p:cNvPr>
          <p:cNvSpPr/>
          <p:nvPr/>
        </p:nvSpPr>
        <p:spPr>
          <a:xfrm>
            <a:off x="5183193" y="5875123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88" name="四角形: 角を丸くする 187">
            <a:extLst>
              <a:ext uri="{FF2B5EF4-FFF2-40B4-BE49-F238E27FC236}">
                <a16:creationId xmlns:a16="http://schemas.microsoft.com/office/drawing/2014/main" id="{29BA9DDA-618A-F9D0-BBEC-35A29C2EE3F0}"/>
              </a:ext>
            </a:extLst>
          </p:cNvPr>
          <p:cNvSpPr/>
          <p:nvPr/>
        </p:nvSpPr>
        <p:spPr>
          <a:xfrm>
            <a:off x="6844025" y="4381999"/>
            <a:ext cx="680815" cy="361109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POS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への配信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04" name="直線矢印コネクタ 203">
            <a:extLst>
              <a:ext uri="{FF2B5EF4-FFF2-40B4-BE49-F238E27FC236}">
                <a16:creationId xmlns:a16="http://schemas.microsoft.com/office/drawing/2014/main" id="{E48A8E01-02EE-58A4-BF03-D0923C6C64C9}"/>
              </a:ext>
            </a:extLst>
          </p:cNvPr>
          <p:cNvCxnSpPr>
            <a:stCxn id="68" idx="3"/>
            <a:endCxn id="129" idx="1"/>
          </p:cNvCxnSpPr>
          <p:nvPr/>
        </p:nvCxnSpPr>
        <p:spPr>
          <a:xfrm flipH="1">
            <a:off x="5495199" y="3928578"/>
            <a:ext cx="18288" cy="19465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四角形: 角を丸くする 204">
            <a:extLst>
              <a:ext uri="{FF2B5EF4-FFF2-40B4-BE49-F238E27FC236}">
                <a16:creationId xmlns:a16="http://schemas.microsoft.com/office/drawing/2014/main" id="{C339A242-D8EA-4088-0141-FA2058194456}"/>
              </a:ext>
            </a:extLst>
          </p:cNvPr>
          <p:cNvSpPr/>
          <p:nvPr/>
        </p:nvSpPr>
        <p:spPr>
          <a:xfrm>
            <a:off x="6844025" y="5418048"/>
            <a:ext cx="680815" cy="361109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POS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への配信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07" name="直線矢印コネクタ 206">
            <a:extLst>
              <a:ext uri="{FF2B5EF4-FFF2-40B4-BE49-F238E27FC236}">
                <a16:creationId xmlns:a16="http://schemas.microsoft.com/office/drawing/2014/main" id="{EBF51469-C121-6B23-F61A-77EE7C57228D}"/>
              </a:ext>
            </a:extLst>
          </p:cNvPr>
          <p:cNvCxnSpPr>
            <a:cxnSpLocks/>
            <a:stCxn id="189" idx="4"/>
          </p:cNvCxnSpPr>
          <p:nvPr/>
        </p:nvCxnSpPr>
        <p:spPr>
          <a:xfrm>
            <a:off x="5258028" y="4544506"/>
            <a:ext cx="15542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線矢印コネクタ 221">
            <a:extLst>
              <a:ext uri="{FF2B5EF4-FFF2-40B4-BE49-F238E27FC236}">
                <a16:creationId xmlns:a16="http://schemas.microsoft.com/office/drawing/2014/main" id="{C46F0B13-FD4A-7536-EDE8-77EA53924521}"/>
              </a:ext>
            </a:extLst>
          </p:cNvPr>
          <p:cNvCxnSpPr>
            <a:stCxn id="153" idx="4"/>
            <a:endCxn id="205" idx="1"/>
          </p:cNvCxnSpPr>
          <p:nvPr/>
        </p:nvCxnSpPr>
        <p:spPr>
          <a:xfrm>
            <a:off x="6178232" y="5587619"/>
            <a:ext cx="665793" cy="109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フローチャート: 磁気ディスク 223">
            <a:extLst>
              <a:ext uri="{FF2B5EF4-FFF2-40B4-BE49-F238E27FC236}">
                <a16:creationId xmlns:a16="http://schemas.microsoft.com/office/drawing/2014/main" id="{F4FA49D2-AE7F-A0DA-14B2-0C1D13AD7AE0}"/>
              </a:ext>
            </a:extLst>
          </p:cNvPr>
          <p:cNvSpPr/>
          <p:nvPr/>
        </p:nvSpPr>
        <p:spPr>
          <a:xfrm>
            <a:off x="7603391" y="4865509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差分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2E92B24E-F297-2985-4369-DBD320640854}"/>
              </a:ext>
            </a:extLst>
          </p:cNvPr>
          <p:cNvSpPr/>
          <p:nvPr/>
        </p:nvSpPr>
        <p:spPr>
          <a:xfrm>
            <a:off x="7580915" y="4839506"/>
            <a:ext cx="600643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リカバリ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26" name="フローチャート: 磁気ディスク 225">
            <a:extLst>
              <a:ext uri="{FF2B5EF4-FFF2-40B4-BE49-F238E27FC236}">
                <a16:creationId xmlns:a16="http://schemas.microsoft.com/office/drawing/2014/main" id="{7A242952-A31C-5255-B59C-A34A7CC08B75}"/>
              </a:ext>
            </a:extLst>
          </p:cNvPr>
          <p:cNvSpPr/>
          <p:nvPr/>
        </p:nvSpPr>
        <p:spPr>
          <a:xfrm>
            <a:off x="7603391" y="5851427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差分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C440784C-3801-07D6-E0A4-742C81F3F302}"/>
              </a:ext>
            </a:extLst>
          </p:cNvPr>
          <p:cNvSpPr/>
          <p:nvPr/>
        </p:nvSpPr>
        <p:spPr>
          <a:xfrm>
            <a:off x="7580915" y="5825424"/>
            <a:ext cx="600643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リカバリ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28" name="直線コネクタ 227">
            <a:extLst>
              <a:ext uri="{FF2B5EF4-FFF2-40B4-BE49-F238E27FC236}">
                <a16:creationId xmlns:a16="http://schemas.microsoft.com/office/drawing/2014/main" id="{467926B1-836E-7C4D-F216-FC3032BE505D}"/>
              </a:ext>
            </a:extLst>
          </p:cNvPr>
          <p:cNvCxnSpPr>
            <a:cxnSpLocks/>
            <a:stCxn id="147" idx="3"/>
          </p:cNvCxnSpPr>
          <p:nvPr/>
        </p:nvCxnSpPr>
        <p:spPr>
          <a:xfrm>
            <a:off x="8499002" y="3935794"/>
            <a:ext cx="0" cy="1263532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線コネクタ 229">
            <a:extLst>
              <a:ext uri="{FF2B5EF4-FFF2-40B4-BE49-F238E27FC236}">
                <a16:creationId xmlns:a16="http://schemas.microsoft.com/office/drawing/2014/main" id="{2BA0FDDB-D823-E6ED-E2AF-EE43CCF290C7}"/>
              </a:ext>
            </a:extLst>
          </p:cNvPr>
          <p:cNvCxnSpPr>
            <a:cxnSpLocks/>
            <a:stCxn id="224" idx="3"/>
          </p:cNvCxnSpPr>
          <p:nvPr/>
        </p:nvCxnSpPr>
        <p:spPr>
          <a:xfrm>
            <a:off x="7915397" y="5490912"/>
            <a:ext cx="0" cy="390301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フローチャート: 磁気ディスク 233">
            <a:extLst>
              <a:ext uri="{FF2B5EF4-FFF2-40B4-BE49-F238E27FC236}">
                <a16:creationId xmlns:a16="http://schemas.microsoft.com/office/drawing/2014/main" id="{E5576191-094B-4C93-F538-0E3C7F47D9EC}"/>
              </a:ext>
            </a:extLst>
          </p:cNvPr>
          <p:cNvSpPr/>
          <p:nvPr/>
        </p:nvSpPr>
        <p:spPr>
          <a:xfrm>
            <a:off x="8198680" y="1334052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売上日報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35" name="フローチャート: 磁気ディスク 234">
            <a:extLst>
              <a:ext uri="{FF2B5EF4-FFF2-40B4-BE49-F238E27FC236}">
                <a16:creationId xmlns:a16="http://schemas.microsoft.com/office/drawing/2014/main" id="{F350F063-DD21-A3F1-532D-15565950BC92}"/>
              </a:ext>
            </a:extLst>
          </p:cNvPr>
          <p:cNvSpPr/>
          <p:nvPr/>
        </p:nvSpPr>
        <p:spPr>
          <a:xfrm>
            <a:off x="4873978" y="4142300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89" name="フローチャート: 磁気ディスク 188">
            <a:extLst>
              <a:ext uri="{FF2B5EF4-FFF2-40B4-BE49-F238E27FC236}">
                <a16:creationId xmlns:a16="http://schemas.microsoft.com/office/drawing/2014/main" id="{61F18A36-EEEE-C130-5A11-9D1B02E4BDFD}"/>
              </a:ext>
            </a:extLst>
          </p:cNvPr>
          <p:cNvSpPr/>
          <p:nvPr/>
        </p:nvSpPr>
        <p:spPr>
          <a:xfrm>
            <a:off x="4634016" y="4231804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店舗配信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更新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36" name="フローチャート: 磁気ディスク 235">
            <a:extLst>
              <a:ext uri="{FF2B5EF4-FFF2-40B4-BE49-F238E27FC236}">
                <a16:creationId xmlns:a16="http://schemas.microsoft.com/office/drawing/2014/main" id="{F2C01105-5658-555C-F192-5ED4B611FA02}"/>
              </a:ext>
            </a:extLst>
          </p:cNvPr>
          <p:cNvSpPr/>
          <p:nvPr/>
        </p:nvSpPr>
        <p:spPr>
          <a:xfrm>
            <a:off x="5761360" y="5138089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53" name="フローチャート: 磁気ディスク 152">
            <a:extLst>
              <a:ext uri="{FF2B5EF4-FFF2-40B4-BE49-F238E27FC236}">
                <a16:creationId xmlns:a16="http://schemas.microsoft.com/office/drawing/2014/main" id="{5785B990-64C7-D46A-63CE-29E8480C6D98}"/>
              </a:ext>
            </a:extLst>
          </p:cNvPr>
          <p:cNvSpPr/>
          <p:nvPr/>
        </p:nvSpPr>
        <p:spPr>
          <a:xfrm>
            <a:off x="5554220" y="5274917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店舗配信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更新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4583E4B-74D9-CD57-42B6-ED89D1733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27" y="4250771"/>
            <a:ext cx="2162348" cy="43526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AB48EE8-54FA-5010-1F0C-03204E7F2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559" y="5038488"/>
            <a:ext cx="2208938" cy="929527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08ECB96-22EA-84B5-AF3A-E670FC044CC0}"/>
              </a:ext>
            </a:extLst>
          </p:cNvPr>
          <p:cNvSpPr/>
          <p:nvPr/>
        </p:nvSpPr>
        <p:spPr>
          <a:xfrm>
            <a:off x="8619501" y="3125949"/>
            <a:ext cx="350776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</a:t>
            </a: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0A837252-5873-E137-A039-26429AD7F902}"/>
              </a:ext>
            </a:extLst>
          </p:cNvPr>
          <p:cNvSpPr/>
          <p:nvPr/>
        </p:nvSpPr>
        <p:spPr>
          <a:xfrm>
            <a:off x="401743" y="4227060"/>
            <a:ext cx="2452125" cy="1425901"/>
          </a:xfrm>
          <a:prstGeom prst="wedgeRoundRectCallout">
            <a:avLst>
              <a:gd name="adj1" fmla="val 46073"/>
              <a:gd name="adj2" fmla="val -150032"/>
              <a:gd name="adj3" fmla="val 16667"/>
            </a:avLst>
          </a:prstGeom>
          <a:solidFill>
            <a:srgbClr val="FFFF99"/>
          </a:solidFill>
          <a:ln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2408F24-AECB-7553-09CF-FCD9A067C539}"/>
              </a:ext>
            </a:extLst>
          </p:cNvPr>
          <p:cNvSpPr txBox="1"/>
          <p:nvPr/>
        </p:nvSpPr>
        <p:spPr>
          <a:xfrm>
            <a:off x="527602" y="4554031"/>
            <a:ext cx="2197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・月末月初、処理時間前倒し</a:t>
            </a: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　→</a:t>
            </a:r>
            <a:r>
              <a:rPr kumimoji="1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21</a:t>
            </a: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時から</a:t>
            </a:r>
            <a:r>
              <a:rPr kumimoji="1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20</a:t>
            </a: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時へ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B21224E-1C71-4020-C145-743ED2225484}"/>
              </a:ext>
            </a:extLst>
          </p:cNvPr>
          <p:cNvSpPr txBox="1"/>
          <p:nvPr/>
        </p:nvSpPr>
        <p:spPr>
          <a:xfrm>
            <a:off x="523492" y="5037889"/>
            <a:ext cx="2529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・仕入関連情報は対象外とする。</a:t>
            </a: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AD17BCC8-B467-E39A-3827-7D1F6432D9F5}"/>
              </a:ext>
            </a:extLst>
          </p:cNvPr>
          <p:cNvSpPr/>
          <p:nvPr/>
        </p:nvSpPr>
        <p:spPr>
          <a:xfrm>
            <a:off x="9939757" y="2168346"/>
            <a:ext cx="2111167" cy="1421022"/>
          </a:xfrm>
          <a:prstGeom prst="wedgeRoundRectCallout">
            <a:avLst>
              <a:gd name="adj1" fmla="val -102140"/>
              <a:gd name="adj2" fmla="val 43080"/>
              <a:gd name="adj3" fmla="val 16667"/>
            </a:avLst>
          </a:prstGeom>
          <a:solidFill>
            <a:srgbClr val="FFFF99"/>
          </a:solidFill>
          <a:ln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9AA99D0-3DB1-5335-02E5-D9DC52ADCA79}"/>
              </a:ext>
            </a:extLst>
          </p:cNvPr>
          <p:cNvSpPr txBox="1"/>
          <p:nvPr/>
        </p:nvSpPr>
        <p:spPr>
          <a:xfrm>
            <a:off x="10003927" y="2298362"/>
            <a:ext cx="2235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・処理時間は前倒し</a:t>
            </a: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　→</a:t>
            </a:r>
            <a:r>
              <a:rPr kumimoji="1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11</a:t>
            </a: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時から</a:t>
            </a:r>
            <a:r>
              <a:rPr kumimoji="1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7</a:t>
            </a: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時へ</a:t>
            </a: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0980054-6525-4B03-0188-347032CF1803}"/>
              </a:ext>
            </a:extLst>
          </p:cNvPr>
          <p:cNvSpPr txBox="1"/>
          <p:nvPr/>
        </p:nvSpPr>
        <p:spPr>
          <a:xfrm>
            <a:off x="9975715" y="2891426"/>
            <a:ext cx="2235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・店舗会計差分の取込</a:t>
            </a:r>
          </a:p>
        </p:txBody>
      </p:sp>
      <p:sp>
        <p:nvSpPr>
          <p:cNvPr id="13" name="フローチャート: 磁気ディスク 12">
            <a:extLst>
              <a:ext uri="{FF2B5EF4-FFF2-40B4-BE49-F238E27FC236}">
                <a16:creationId xmlns:a16="http://schemas.microsoft.com/office/drawing/2014/main" id="{62A6214E-D037-587C-77DA-F84D10550E1D}"/>
              </a:ext>
            </a:extLst>
          </p:cNvPr>
          <p:cNvSpPr/>
          <p:nvPr/>
        </p:nvSpPr>
        <p:spPr>
          <a:xfrm>
            <a:off x="8820216" y="1338160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highlight>
                <a:srgbClr val="00FFFF"/>
              </a:highlight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売上確定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highlight>
                <a:srgbClr val="00FFFF"/>
              </a:highlight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150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53B073-7B85-2817-A8BB-6B8918FA3515}"/>
              </a:ext>
            </a:extLst>
          </p:cNvPr>
          <p:cNvSpPr/>
          <p:nvPr/>
        </p:nvSpPr>
        <p:spPr>
          <a:xfrm>
            <a:off x="913285" y="996353"/>
            <a:ext cx="1676400" cy="17420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2CA765A-443C-7137-13E8-831F3CBC0CC1}"/>
              </a:ext>
            </a:extLst>
          </p:cNvPr>
          <p:cNvSpPr/>
          <p:nvPr/>
        </p:nvSpPr>
        <p:spPr>
          <a:xfrm>
            <a:off x="913285" y="1031383"/>
            <a:ext cx="71920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OC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8A70FAA-54C0-122E-EADC-B900FFAC2CE4}"/>
              </a:ext>
            </a:extLst>
          </p:cNvPr>
          <p:cNvSpPr/>
          <p:nvPr/>
        </p:nvSpPr>
        <p:spPr>
          <a:xfrm>
            <a:off x="151636" y="134128"/>
            <a:ext cx="2911604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新サーバ切替過渡期（</a:t>
            </a: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windows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レジ設置時）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E846192-004F-B04D-8D3D-9EC8CDCB340F}"/>
              </a:ext>
            </a:extLst>
          </p:cNvPr>
          <p:cNvSpPr/>
          <p:nvPr/>
        </p:nvSpPr>
        <p:spPr>
          <a:xfrm>
            <a:off x="8626437" y="1054505"/>
            <a:ext cx="1676400" cy="16839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E24AC8B-6762-BD4C-B540-5D741192878F}"/>
              </a:ext>
            </a:extLst>
          </p:cNvPr>
          <p:cNvSpPr/>
          <p:nvPr/>
        </p:nvSpPr>
        <p:spPr>
          <a:xfrm>
            <a:off x="8515350" y="1022427"/>
            <a:ext cx="131737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S&amp;G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A26E866-7E09-FF35-4963-02C93AA6BCEC}"/>
              </a:ext>
            </a:extLst>
          </p:cNvPr>
          <p:cNvSpPr/>
          <p:nvPr/>
        </p:nvSpPr>
        <p:spPr>
          <a:xfrm>
            <a:off x="3998644" y="1047997"/>
            <a:ext cx="2266660" cy="16583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ED036CB-AF6B-CE32-D5C5-149DF82C3CF6}"/>
              </a:ext>
            </a:extLst>
          </p:cNvPr>
          <p:cNvSpPr/>
          <p:nvPr/>
        </p:nvSpPr>
        <p:spPr>
          <a:xfrm>
            <a:off x="3998644" y="1031383"/>
            <a:ext cx="131737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kern="0" err="1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Ignica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7" name="フローチャート : 磁気ディスク 6">
            <a:extLst>
              <a:ext uri="{FF2B5EF4-FFF2-40B4-BE49-F238E27FC236}">
                <a16:creationId xmlns:a16="http://schemas.microsoft.com/office/drawing/2014/main" id="{4618F37B-BE9A-6976-E7AE-C4E301938B70}"/>
              </a:ext>
            </a:extLst>
          </p:cNvPr>
          <p:cNvSpPr/>
          <p:nvPr/>
        </p:nvSpPr>
        <p:spPr>
          <a:xfrm>
            <a:off x="4201060" y="1416363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E568CD6-CB40-573B-B760-35B5CFC704D2}"/>
              </a:ext>
            </a:extLst>
          </p:cNvPr>
          <p:cNvSpPr/>
          <p:nvPr/>
        </p:nvSpPr>
        <p:spPr>
          <a:xfrm>
            <a:off x="3998645" y="3479759"/>
            <a:ext cx="2266660" cy="16583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16E84FE-97B8-A644-6333-BFCD359447F9}"/>
              </a:ext>
            </a:extLst>
          </p:cNvPr>
          <p:cNvSpPr/>
          <p:nvPr/>
        </p:nvSpPr>
        <p:spPr>
          <a:xfrm>
            <a:off x="3998644" y="3479759"/>
            <a:ext cx="1781219" cy="51127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新サーバー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E605BCC6-A1B0-799E-0FA0-10B987C12E33}"/>
              </a:ext>
            </a:extLst>
          </p:cNvPr>
          <p:cNvCxnSpPr>
            <a:cxnSpLocks/>
            <a:stCxn id="7" idx="3"/>
            <a:endCxn id="14" idx="2"/>
          </p:cNvCxnSpPr>
          <p:nvPr/>
        </p:nvCxnSpPr>
        <p:spPr>
          <a:xfrm flipV="1">
            <a:off x="6265305" y="2738450"/>
            <a:ext cx="3199332" cy="1570497"/>
          </a:xfrm>
          <a:prstGeom prst="bentConnector2">
            <a:avLst/>
          </a:prstGeom>
          <a:ln w="63500">
            <a:solidFill>
              <a:schemeClr val="accent3">
                <a:lumMod val="60000"/>
                <a:lumOff val="40000"/>
              </a:schemeClr>
            </a:solidFill>
            <a:headEnd type="triangl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F1B7BA3E-FA4A-16BA-657B-1DCB10AB2E5D}"/>
              </a:ext>
            </a:extLst>
          </p:cNvPr>
          <p:cNvGrpSpPr/>
          <p:nvPr/>
        </p:nvGrpSpPr>
        <p:grpSpPr>
          <a:xfrm>
            <a:off x="4237415" y="2515695"/>
            <a:ext cx="1431980" cy="642938"/>
            <a:chOff x="7628200" y="2892100"/>
            <a:chExt cx="1431980" cy="642938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D4ED0A57-3525-DF73-64A8-DAF9D04AF5D7}"/>
                </a:ext>
              </a:extLst>
            </p:cNvPr>
            <p:cNvSpPr/>
            <p:nvPr/>
          </p:nvSpPr>
          <p:spPr>
            <a:xfrm>
              <a:off x="7628200" y="2892100"/>
              <a:ext cx="1431980" cy="64293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1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Ignica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レジ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034F2BE1-4993-640C-BED7-1B7BC0EBD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15350" y="3082639"/>
              <a:ext cx="379413" cy="439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025DFDDD-B457-C73B-73DE-81ADED8F612B}"/>
              </a:ext>
            </a:extLst>
          </p:cNvPr>
          <p:cNvGrpSpPr/>
          <p:nvPr/>
        </p:nvGrpSpPr>
        <p:grpSpPr>
          <a:xfrm>
            <a:off x="4237415" y="5011297"/>
            <a:ext cx="1431980" cy="642938"/>
            <a:chOff x="7628200" y="2892100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FBDA8CC8-4BAC-D585-0DB7-B01A42AC4742}"/>
                </a:ext>
              </a:extLst>
            </p:cNvPr>
            <p:cNvSpPr/>
            <p:nvPr/>
          </p:nvSpPr>
          <p:spPr>
            <a:xfrm>
              <a:off x="7628200" y="289210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Ｗ</a:t>
              </a:r>
              <a:r>
                <a:rPr kumimoji="0" lang="en-US" altLang="ja-JP" sz="11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indows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レジ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064DBE07-AC87-AE41-BEC8-98CB92367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15350" y="3082639"/>
              <a:ext cx="379413" cy="4397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9" name="フローチャート : 磁気ディスク 6">
            <a:extLst>
              <a:ext uri="{FF2B5EF4-FFF2-40B4-BE49-F238E27FC236}">
                <a16:creationId xmlns:a16="http://schemas.microsoft.com/office/drawing/2014/main" id="{0A15E7E2-56A8-603A-3A60-52CDA4CEF44D}"/>
              </a:ext>
            </a:extLst>
          </p:cNvPr>
          <p:cNvSpPr/>
          <p:nvPr/>
        </p:nvSpPr>
        <p:spPr>
          <a:xfrm>
            <a:off x="1922194" y="1416362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6BA1866-9545-D266-FEC9-97B558A48C52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6265304" y="1877185"/>
            <a:ext cx="2361133" cy="0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フローチャート : 磁気ディスク 6">
            <a:extLst>
              <a:ext uri="{FF2B5EF4-FFF2-40B4-BE49-F238E27FC236}">
                <a16:creationId xmlns:a16="http://schemas.microsoft.com/office/drawing/2014/main" id="{4D622DCE-1513-4D5F-B823-DD4B191C9E78}"/>
              </a:ext>
            </a:extLst>
          </p:cNvPr>
          <p:cNvSpPr/>
          <p:nvPr/>
        </p:nvSpPr>
        <p:spPr>
          <a:xfrm>
            <a:off x="9093100" y="1467853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49" name="フローチャート : 磁気ディスク 6">
            <a:extLst>
              <a:ext uri="{FF2B5EF4-FFF2-40B4-BE49-F238E27FC236}">
                <a16:creationId xmlns:a16="http://schemas.microsoft.com/office/drawing/2014/main" id="{7D323823-48FB-EC03-09BB-25CFD2CD8A05}"/>
              </a:ext>
            </a:extLst>
          </p:cNvPr>
          <p:cNvSpPr/>
          <p:nvPr/>
        </p:nvSpPr>
        <p:spPr>
          <a:xfrm>
            <a:off x="4201060" y="201407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50" name="フローチャート : 磁気ディスク 6">
            <a:extLst>
              <a:ext uri="{FF2B5EF4-FFF2-40B4-BE49-F238E27FC236}">
                <a16:creationId xmlns:a16="http://schemas.microsoft.com/office/drawing/2014/main" id="{9A689018-AB97-1B1C-7F57-1C6A6C541E72}"/>
              </a:ext>
            </a:extLst>
          </p:cNvPr>
          <p:cNvSpPr/>
          <p:nvPr/>
        </p:nvSpPr>
        <p:spPr>
          <a:xfrm>
            <a:off x="1935865" y="201407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56" name="フローチャート : 磁気ディスク 6">
            <a:extLst>
              <a:ext uri="{FF2B5EF4-FFF2-40B4-BE49-F238E27FC236}">
                <a16:creationId xmlns:a16="http://schemas.microsoft.com/office/drawing/2014/main" id="{E8B54034-4C21-668F-A2A4-1948DDFDFE8B}"/>
              </a:ext>
            </a:extLst>
          </p:cNvPr>
          <p:cNvSpPr/>
          <p:nvPr/>
        </p:nvSpPr>
        <p:spPr>
          <a:xfrm>
            <a:off x="5494262" y="201407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sp>
        <p:nvSpPr>
          <p:cNvPr id="62" name="フローチャート : 磁気ディスク 6">
            <a:extLst>
              <a:ext uri="{FF2B5EF4-FFF2-40B4-BE49-F238E27FC236}">
                <a16:creationId xmlns:a16="http://schemas.microsoft.com/office/drawing/2014/main" id="{FF98C8D7-917C-2494-E139-5627FD791CC5}"/>
              </a:ext>
            </a:extLst>
          </p:cNvPr>
          <p:cNvSpPr/>
          <p:nvPr/>
        </p:nvSpPr>
        <p:spPr>
          <a:xfrm>
            <a:off x="9093100" y="201407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sp>
        <p:nvSpPr>
          <p:cNvPr id="69" name="フローチャート : 磁気ディスク 6">
            <a:extLst>
              <a:ext uri="{FF2B5EF4-FFF2-40B4-BE49-F238E27FC236}">
                <a16:creationId xmlns:a16="http://schemas.microsoft.com/office/drawing/2014/main" id="{FDF47365-1E8E-2892-5E3F-156816636F81}"/>
              </a:ext>
            </a:extLst>
          </p:cNvPr>
          <p:cNvSpPr/>
          <p:nvPr/>
        </p:nvSpPr>
        <p:spPr>
          <a:xfrm>
            <a:off x="5503881" y="1416363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7F5CFB39-F987-5913-F8B8-DA4C053D0DC5}"/>
              </a:ext>
            </a:extLst>
          </p:cNvPr>
          <p:cNvCxnSpPr>
            <a:cxnSpLocks/>
          </p:cNvCxnSpPr>
          <p:nvPr/>
        </p:nvCxnSpPr>
        <p:spPr>
          <a:xfrm>
            <a:off x="2571133" y="1871621"/>
            <a:ext cx="1420468" cy="7359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フローチャート : 磁気ディスク 6">
            <a:extLst>
              <a:ext uri="{FF2B5EF4-FFF2-40B4-BE49-F238E27FC236}">
                <a16:creationId xmlns:a16="http://schemas.microsoft.com/office/drawing/2014/main" id="{29D3BE26-E530-BA94-875F-13AFBCA02022}"/>
              </a:ext>
            </a:extLst>
          </p:cNvPr>
          <p:cNvSpPr/>
          <p:nvPr/>
        </p:nvSpPr>
        <p:spPr>
          <a:xfrm>
            <a:off x="4871578" y="4473834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sp>
        <p:nvSpPr>
          <p:cNvPr id="80" name="フローチャート : 磁気ディスク 6">
            <a:extLst>
              <a:ext uri="{FF2B5EF4-FFF2-40B4-BE49-F238E27FC236}">
                <a16:creationId xmlns:a16="http://schemas.microsoft.com/office/drawing/2014/main" id="{17BB4978-DF97-BFAF-ADBD-663A77E0ED9F}"/>
              </a:ext>
            </a:extLst>
          </p:cNvPr>
          <p:cNvSpPr/>
          <p:nvPr/>
        </p:nvSpPr>
        <p:spPr>
          <a:xfrm>
            <a:off x="4881197" y="3876120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8A64BA71-AFD2-DD34-2151-FA17780F2B74}"/>
              </a:ext>
            </a:extLst>
          </p:cNvPr>
          <p:cNvGrpSpPr/>
          <p:nvPr/>
        </p:nvGrpSpPr>
        <p:grpSpPr>
          <a:xfrm>
            <a:off x="3232000" y="2515695"/>
            <a:ext cx="825368" cy="627696"/>
            <a:chOff x="7129125" y="2936728"/>
            <a:chExt cx="1431980" cy="642938"/>
          </a:xfrm>
        </p:grpSpPr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63521C7E-DF3A-90FA-5B50-7004DECBA99D}"/>
                </a:ext>
              </a:extLst>
            </p:cNvPr>
            <p:cNvSpPr/>
            <p:nvPr/>
          </p:nvSpPr>
          <p:spPr>
            <a:xfrm>
              <a:off x="7129125" y="2936728"/>
              <a:ext cx="1431980" cy="64293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画面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</p:txBody>
        </p:sp>
        <p:pic>
          <p:nvPicPr>
            <p:cNvPr id="88" name="Picture 4" descr="パソコンイラスト｜無料イラスト・フリー素材なら「イラストAC」">
              <a:extLst>
                <a:ext uri="{FF2B5EF4-FFF2-40B4-BE49-F238E27FC236}">
                  <a16:creationId xmlns:a16="http://schemas.microsoft.com/office/drawing/2014/main" id="{60F05CD9-F759-4DE6-12A7-695DBDA4B1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397" y="3113198"/>
              <a:ext cx="551964" cy="3965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418EA2D1-B231-8268-B7A1-F6F669757699}"/>
              </a:ext>
            </a:extLst>
          </p:cNvPr>
          <p:cNvGrpSpPr/>
          <p:nvPr/>
        </p:nvGrpSpPr>
        <p:grpSpPr>
          <a:xfrm>
            <a:off x="3260081" y="5007520"/>
            <a:ext cx="825368" cy="642939"/>
            <a:chOff x="7129125" y="2936728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03880D66-AFED-4C63-1913-355B3433AF67}"/>
                </a:ext>
              </a:extLst>
            </p:cNvPr>
            <p:cNvSpPr/>
            <p:nvPr/>
          </p:nvSpPr>
          <p:spPr>
            <a:xfrm>
              <a:off x="7129125" y="2936728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画面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</p:txBody>
        </p:sp>
        <p:pic>
          <p:nvPicPr>
            <p:cNvPr id="92" name="Picture 4" descr="パソコンイラスト｜無料イラスト・フリー素材なら「イラストAC」">
              <a:extLst>
                <a:ext uri="{FF2B5EF4-FFF2-40B4-BE49-F238E27FC236}">
                  <a16:creationId xmlns:a16="http://schemas.microsoft.com/office/drawing/2014/main" id="{A5DBBDFD-1AC8-B128-D98E-583A3ADC21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397" y="3113198"/>
              <a:ext cx="551964" cy="396557"/>
            </a:xfrm>
            <a:prstGeom prst="rect">
              <a:avLst/>
            </a:prstGeom>
            <a:grpFill/>
          </p:spPr>
        </p:pic>
      </p:grp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338D7219-5F48-8073-1DC4-62082AADCA3E}"/>
              </a:ext>
            </a:extLst>
          </p:cNvPr>
          <p:cNvSpPr/>
          <p:nvPr/>
        </p:nvSpPr>
        <p:spPr>
          <a:xfrm>
            <a:off x="3123720" y="5826616"/>
            <a:ext cx="2922506" cy="244077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切替過渡期は新サーバー画面は照会のみ</a:t>
            </a:r>
            <a:endParaRPr kumimoji="0" lang="en-US" altLang="ja-JP" sz="11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pSp>
        <p:nvGrpSpPr>
          <p:cNvPr id="1025" name="グループ化 1024">
            <a:extLst>
              <a:ext uri="{FF2B5EF4-FFF2-40B4-BE49-F238E27FC236}">
                <a16:creationId xmlns:a16="http://schemas.microsoft.com/office/drawing/2014/main" id="{7B7B116C-2E23-6B8C-EE9B-7532FDB5C80C}"/>
              </a:ext>
            </a:extLst>
          </p:cNvPr>
          <p:cNvGrpSpPr/>
          <p:nvPr/>
        </p:nvGrpSpPr>
        <p:grpSpPr>
          <a:xfrm>
            <a:off x="5800148" y="2500452"/>
            <a:ext cx="1001100" cy="642939"/>
            <a:chOff x="8724900" y="5045559"/>
            <a:chExt cx="1001100" cy="642939"/>
          </a:xfrm>
          <a:solidFill>
            <a:srgbClr val="FFFF00"/>
          </a:solidFill>
        </p:grpSpPr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11142558-98C6-4E1C-6A11-EAC32C1A84DA}"/>
                </a:ext>
              </a:extLst>
            </p:cNvPr>
            <p:cNvSpPr/>
            <p:nvPr/>
          </p:nvSpPr>
          <p:spPr>
            <a:xfrm>
              <a:off x="8724900" y="5045559"/>
              <a:ext cx="1001100" cy="642939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kern="0">
                  <a:solidFill>
                    <a:prstClr val="black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PDA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</p:txBody>
        </p:sp>
        <p:pic>
          <p:nvPicPr>
            <p:cNvPr id="1030" name="Picture 6" descr="82,644件の「Ｐｄａ」の画像、写真素材、3Dオブジェクト ...">
              <a:extLst>
                <a:ext uri="{FF2B5EF4-FFF2-40B4-BE49-F238E27FC236}">
                  <a16:creationId xmlns:a16="http://schemas.microsoft.com/office/drawing/2014/main" id="{12CB8BF3-FDC5-9C09-48A7-40788FCAD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4036" y="5074370"/>
              <a:ext cx="551964" cy="551964"/>
            </a:xfrm>
            <a:prstGeom prst="rect">
              <a:avLst/>
            </a:prstGeom>
            <a:grpFill/>
          </p:spPr>
        </p:pic>
      </p:grpSp>
      <p:grpSp>
        <p:nvGrpSpPr>
          <p:cNvPr id="1027" name="グループ化 1026">
            <a:extLst>
              <a:ext uri="{FF2B5EF4-FFF2-40B4-BE49-F238E27FC236}">
                <a16:creationId xmlns:a16="http://schemas.microsoft.com/office/drawing/2014/main" id="{11CD9332-B6F4-79DE-4FE8-3B80E3C501C7}"/>
              </a:ext>
            </a:extLst>
          </p:cNvPr>
          <p:cNvGrpSpPr/>
          <p:nvPr/>
        </p:nvGrpSpPr>
        <p:grpSpPr>
          <a:xfrm>
            <a:off x="6912335" y="2500452"/>
            <a:ext cx="825368" cy="627696"/>
            <a:chOff x="7129125" y="2936728"/>
            <a:chExt cx="1431980" cy="642938"/>
          </a:xfrm>
        </p:grpSpPr>
        <p:sp>
          <p:nvSpPr>
            <p:cNvPr id="1029" name="正方形/長方形 1028">
              <a:extLst>
                <a:ext uri="{FF2B5EF4-FFF2-40B4-BE49-F238E27FC236}">
                  <a16:creationId xmlns:a16="http://schemas.microsoft.com/office/drawing/2014/main" id="{FC65C002-2BB0-3BD4-E074-B9116D0B20EC}"/>
                </a:ext>
              </a:extLst>
            </p:cNvPr>
            <p:cNvSpPr/>
            <p:nvPr/>
          </p:nvSpPr>
          <p:spPr>
            <a:xfrm>
              <a:off x="7129125" y="2936728"/>
              <a:ext cx="1431980" cy="64293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POP</a:t>
              </a:r>
            </a:p>
          </p:txBody>
        </p:sp>
        <p:pic>
          <p:nvPicPr>
            <p:cNvPr id="1031" name="Picture 4" descr="パソコンイラスト｜無料イラスト・フリー素材なら「イラストAC」">
              <a:extLst>
                <a:ext uri="{FF2B5EF4-FFF2-40B4-BE49-F238E27FC236}">
                  <a16:creationId xmlns:a16="http://schemas.microsoft.com/office/drawing/2014/main" id="{84D75316-97E2-AE18-6473-0F69CBDADD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397" y="3113198"/>
              <a:ext cx="551964" cy="3965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2" name="グループ化 1031">
            <a:extLst>
              <a:ext uri="{FF2B5EF4-FFF2-40B4-BE49-F238E27FC236}">
                <a16:creationId xmlns:a16="http://schemas.microsoft.com/office/drawing/2014/main" id="{D3E440BF-F212-D900-5D80-4A3840E35911}"/>
              </a:ext>
            </a:extLst>
          </p:cNvPr>
          <p:cNvGrpSpPr/>
          <p:nvPr/>
        </p:nvGrpSpPr>
        <p:grpSpPr>
          <a:xfrm>
            <a:off x="8626436" y="5068678"/>
            <a:ext cx="1676399" cy="642938"/>
            <a:chOff x="7628200" y="2892100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1033" name="正方形/長方形 1032">
              <a:extLst>
                <a:ext uri="{FF2B5EF4-FFF2-40B4-BE49-F238E27FC236}">
                  <a16:creationId xmlns:a16="http://schemas.microsoft.com/office/drawing/2014/main" id="{54548E81-7E95-2FED-4380-6B8E94E53FA9}"/>
                </a:ext>
              </a:extLst>
            </p:cNvPr>
            <p:cNvSpPr/>
            <p:nvPr/>
          </p:nvSpPr>
          <p:spPr>
            <a:xfrm>
              <a:off x="7628200" y="289210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kern="0">
                  <a:solidFill>
                    <a:prstClr val="black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アンドロイド</a:t>
              </a:r>
              <a:endParaRPr kumimoji="0" lang="en-US" altLang="ja-JP" sz="11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レジ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1034" name="図 1033">
              <a:extLst>
                <a:ext uri="{FF2B5EF4-FFF2-40B4-BE49-F238E27FC236}">
                  <a16:creationId xmlns:a16="http://schemas.microsoft.com/office/drawing/2014/main" id="{F64AF950-19DD-DDD6-7089-803F3F9A6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15350" y="3082639"/>
              <a:ext cx="379413" cy="4397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1035" name="直線矢印コネクタ 1034">
            <a:extLst>
              <a:ext uri="{FF2B5EF4-FFF2-40B4-BE49-F238E27FC236}">
                <a16:creationId xmlns:a16="http://schemas.microsoft.com/office/drawing/2014/main" id="{8068AA01-C4FD-D163-8C37-33FA45777CA6}"/>
              </a:ext>
            </a:extLst>
          </p:cNvPr>
          <p:cNvCxnSpPr>
            <a:cxnSpLocks/>
            <a:stCxn id="1033" idx="0"/>
            <a:endCxn id="14" idx="2"/>
          </p:cNvCxnSpPr>
          <p:nvPr/>
        </p:nvCxnSpPr>
        <p:spPr>
          <a:xfrm flipV="1">
            <a:off x="9464636" y="2738450"/>
            <a:ext cx="1" cy="2330228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正方形/長方形 1037">
            <a:extLst>
              <a:ext uri="{FF2B5EF4-FFF2-40B4-BE49-F238E27FC236}">
                <a16:creationId xmlns:a16="http://schemas.microsoft.com/office/drawing/2014/main" id="{4DE83CFF-C27E-ABF4-0386-839AF122BE76}"/>
              </a:ext>
            </a:extLst>
          </p:cNvPr>
          <p:cNvSpPr/>
          <p:nvPr/>
        </p:nvSpPr>
        <p:spPr>
          <a:xfrm>
            <a:off x="6375773" y="3441251"/>
            <a:ext cx="2972413" cy="65081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＜課題＞</a:t>
            </a: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kern="0">
                <a:solidFill>
                  <a:srgbClr val="FF0000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・連携マスタ：</a:t>
            </a:r>
            <a:r>
              <a:rPr kumimoji="0" lang="en-US" altLang="ja-JP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S&amp;G</a:t>
            </a: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サーバー　 ⇒ 　新サーバー</a:t>
            </a:r>
            <a:endParaRPr kumimoji="0" lang="en-US" altLang="ja-JP" sz="1000" b="1" kern="0">
              <a:solidFill>
                <a:srgbClr val="FF0000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・連携ログ　 ：新サーバー　⇒　</a:t>
            </a:r>
            <a:r>
              <a:rPr kumimoji="0" lang="en-US" altLang="ja-JP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 S&amp;G</a:t>
            </a: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サーバー　 </a:t>
            </a: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E85E1-B517-CE76-5C9E-09F55F2186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0481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151636" y="134128"/>
            <a:ext cx="4450844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新サーバ（</a:t>
            </a: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windows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レジ設置時）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1BEAF94-864A-E275-039F-A6E0899C9ED6}"/>
              </a:ext>
            </a:extLst>
          </p:cNvPr>
          <p:cNvSpPr/>
          <p:nvPr/>
        </p:nvSpPr>
        <p:spPr>
          <a:xfrm>
            <a:off x="3520516" y="749888"/>
            <a:ext cx="5038811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新センターサーバ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2E6E77A-7130-0E14-F415-FB0C9CA6980B}"/>
              </a:ext>
            </a:extLst>
          </p:cNvPr>
          <p:cNvSpPr/>
          <p:nvPr/>
        </p:nvSpPr>
        <p:spPr>
          <a:xfrm>
            <a:off x="945866" y="74988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基幹システム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6" name="フローチャート: 磁気ディスク 25">
            <a:extLst>
              <a:ext uri="{FF2B5EF4-FFF2-40B4-BE49-F238E27FC236}">
                <a16:creationId xmlns:a16="http://schemas.microsoft.com/office/drawing/2014/main" id="{CEA933A6-174F-4062-F198-99581CC27E51}"/>
              </a:ext>
            </a:extLst>
          </p:cNvPr>
          <p:cNvSpPr/>
          <p:nvPr/>
        </p:nvSpPr>
        <p:spPr>
          <a:xfrm>
            <a:off x="1478651" y="151400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切替店</a:t>
            </a:r>
            <a:endParaRPr lang="en-US" altLang="ja-JP" sz="800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全件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7" name="フローチャート: 磁気ディスク 26">
            <a:extLst>
              <a:ext uri="{FF2B5EF4-FFF2-40B4-BE49-F238E27FC236}">
                <a16:creationId xmlns:a16="http://schemas.microsoft.com/office/drawing/2014/main" id="{E0A9251D-9611-B079-B0B4-63B9F8CC14C0}"/>
              </a:ext>
            </a:extLst>
          </p:cNvPr>
          <p:cNvSpPr/>
          <p:nvPr/>
        </p:nvSpPr>
        <p:spPr>
          <a:xfrm>
            <a:off x="3520517" y="151400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54FD5B6-804F-8068-97FF-8252D5EDBBEA}"/>
              </a:ext>
            </a:extLst>
          </p:cNvPr>
          <p:cNvCxnSpPr>
            <a:cxnSpLocks/>
            <a:stCxn id="26" idx="4"/>
            <a:endCxn id="27" idx="2"/>
          </p:cNvCxnSpPr>
          <p:nvPr/>
        </p:nvCxnSpPr>
        <p:spPr>
          <a:xfrm>
            <a:off x="2102663" y="1826703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300363DB-1135-3943-7B77-52A46E9BB13D}"/>
              </a:ext>
            </a:extLst>
          </p:cNvPr>
          <p:cNvSpPr/>
          <p:nvPr/>
        </p:nvSpPr>
        <p:spPr>
          <a:xfrm>
            <a:off x="2012025" y="2778115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22:30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DA41D33-2BFB-A2A3-CF75-2772C474DD28}"/>
              </a:ext>
            </a:extLst>
          </p:cNvPr>
          <p:cNvSpPr/>
          <p:nvPr/>
        </p:nvSpPr>
        <p:spPr>
          <a:xfrm>
            <a:off x="9469415" y="74988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富士通サーバー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6" name="フローチャート: 磁気ディスク 5">
            <a:extLst>
              <a:ext uri="{FF2B5EF4-FFF2-40B4-BE49-F238E27FC236}">
                <a16:creationId xmlns:a16="http://schemas.microsoft.com/office/drawing/2014/main" id="{D9575F36-B6B3-3F38-D921-20B3E1148B27}"/>
              </a:ext>
            </a:extLst>
          </p:cNvPr>
          <p:cNvSpPr/>
          <p:nvPr/>
        </p:nvSpPr>
        <p:spPr>
          <a:xfrm>
            <a:off x="6490025" y="1513999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3" name="フローチャート: 定義済み処理 22">
            <a:extLst>
              <a:ext uri="{FF2B5EF4-FFF2-40B4-BE49-F238E27FC236}">
                <a16:creationId xmlns:a16="http://schemas.microsoft.com/office/drawing/2014/main" id="{1E6C7DC2-43C3-288F-9691-E8ED7BDB7F3B}"/>
              </a:ext>
            </a:extLst>
          </p:cNvPr>
          <p:cNvSpPr/>
          <p:nvPr/>
        </p:nvSpPr>
        <p:spPr>
          <a:xfrm>
            <a:off x="4404579" y="1513999"/>
            <a:ext cx="1825396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AF8E5E1-1B36-45C9-0F09-ECA33C32222B}"/>
              </a:ext>
            </a:extLst>
          </p:cNvPr>
          <p:cNvCxnSpPr>
            <a:cxnSpLocks/>
            <a:stCxn id="27" idx="4"/>
            <a:endCxn id="23" idx="1"/>
          </p:cNvCxnSpPr>
          <p:nvPr/>
        </p:nvCxnSpPr>
        <p:spPr>
          <a:xfrm flipV="1">
            <a:off x="4144529" y="1826701"/>
            <a:ext cx="260050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線矢印コネクタ 227">
            <a:extLst>
              <a:ext uri="{FF2B5EF4-FFF2-40B4-BE49-F238E27FC236}">
                <a16:creationId xmlns:a16="http://schemas.microsoft.com/office/drawing/2014/main" id="{717F4624-C439-11EA-6A60-DE7AD78158B7}"/>
              </a:ext>
            </a:extLst>
          </p:cNvPr>
          <p:cNvCxnSpPr>
            <a:cxnSpLocks/>
            <a:stCxn id="23" idx="3"/>
            <a:endCxn id="6" idx="2"/>
          </p:cNvCxnSpPr>
          <p:nvPr/>
        </p:nvCxnSpPr>
        <p:spPr>
          <a:xfrm>
            <a:off x="6229975" y="1826701"/>
            <a:ext cx="2600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D6EBE28-EE43-40EC-0FC8-4849459C208F}"/>
              </a:ext>
            </a:extLst>
          </p:cNvPr>
          <p:cNvSpPr/>
          <p:nvPr/>
        </p:nvSpPr>
        <p:spPr>
          <a:xfrm>
            <a:off x="2090283" y="1779149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＜切替店全件マスタ＞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商品マスタ　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P001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プロモーション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階層マスタ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0" name="フローチャート: 磁気ディスク 9">
            <a:extLst>
              <a:ext uri="{FF2B5EF4-FFF2-40B4-BE49-F238E27FC236}">
                <a16:creationId xmlns:a16="http://schemas.microsoft.com/office/drawing/2014/main" id="{A9B52A24-25D4-7C77-39D8-A569FCB37BB0}"/>
              </a:ext>
            </a:extLst>
          </p:cNvPr>
          <p:cNvSpPr/>
          <p:nvPr/>
        </p:nvSpPr>
        <p:spPr>
          <a:xfrm>
            <a:off x="1478651" y="278479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全店差分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3" name="フローチャート: 磁気ディスク 12">
            <a:extLst>
              <a:ext uri="{FF2B5EF4-FFF2-40B4-BE49-F238E27FC236}">
                <a16:creationId xmlns:a16="http://schemas.microsoft.com/office/drawing/2014/main" id="{3516203C-5784-6785-7738-2941DBF7C7A8}"/>
              </a:ext>
            </a:extLst>
          </p:cNvPr>
          <p:cNvSpPr/>
          <p:nvPr/>
        </p:nvSpPr>
        <p:spPr>
          <a:xfrm>
            <a:off x="3520517" y="278479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995DC0A-9F09-DC7F-0A87-D8C185CF09C4}"/>
              </a:ext>
            </a:extLst>
          </p:cNvPr>
          <p:cNvCxnSpPr>
            <a:cxnSpLocks/>
            <a:stCxn id="10" idx="4"/>
            <a:endCxn id="13" idx="2"/>
          </p:cNvCxnSpPr>
          <p:nvPr/>
        </p:nvCxnSpPr>
        <p:spPr>
          <a:xfrm>
            <a:off x="2102663" y="3097497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フローチャート: 磁気ディスク 14">
            <a:extLst>
              <a:ext uri="{FF2B5EF4-FFF2-40B4-BE49-F238E27FC236}">
                <a16:creationId xmlns:a16="http://schemas.microsoft.com/office/drawing/2014/main" id="{0B0CA5A4-10FD-FE53-FD05-AC403E3AE7E3}"/>
              </a:ext>
            </a:extLst>
          </p:cNvPr>
          <p:cNvSpPr/>
          <p:nvPr/>
        </p:nvSpPr>
        <p:spPr>
          <a:xfrm>
            <a:off x="6490025" y="279147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6" name="フローチャート: 定義済み処理 15">
            <a:extLst>
              <a:ext uri="{FF2B5EF4-FFF2-40B4-BE49-F238E27FC236}">
                <a16:creationId xmlns:a16="http://schemas.microsoft.com/office/drawing/2014/main" id="{71D454D6-CEA7-F623-69DE-1A17C2A23CE5}"/>
              </a:ext>
            </a:extLst>
          </p:cNvPr>
          <p:cNvSpPr/>
          <p:nvPr/>
        </p:nvSpPr>
        <p:spPr>
          <a:xfrm>
            <a:off x="4398483" y="2784793"/>
            <a:ext cx="1831492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4577DA3D-792E-0902-21C8-6FD26C132C72}"/>
              </a:ext>
            </a:extLst>
          </p:cNvPr>
          <p:cNvCxnSpPr>
            <a:cxnSpLocks/>
            <a:stCxn id="13" idx="4"/>
            <a:endCxn id="16" idx="1"/>
          </p:cNvCxnSpPr>
          <p:nvPr/>
        </p:nvCxnSpPr>
        <p:spPr>
          <a:xfrm flipV="1">
            <a:off x="4144529" y="3097495"/>
            <a:ext cx="25395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51BB7432-6936-A74E-04B9-C30ED17741EA}"/>
              </a:ext>
            </a:extLst>
          </p:cNvPr>
          <p:cNvCxnSpPr>
            <a:cxnSpLocks/>
            <a:stCxn id="16" idx="3"/>
            <a:endCxn id="15" idx="2"/>
          </p:cNvCxnSpPr>
          <p:nvPr/>
        </p:nvCxnSpPr>
        <p:spPr>
          <a:xfrm>
            <a:off x="6229975" y="3097495"/>
            <a:ext cx="260050" cy="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正方形/長方形 223">
            <a:extLst>
              <a:ext uri="{FF2B5EF4-FFF2-40B4-BE49-F238E27FC236}">
                <a16:creationId xmlns:a16="http://schemas.microsoft.com/office/drawing/2014/main" id="{ED36E680-376F-C1AD-F794-1A3A9CA725CA}"/>
              </a:ext>
            </a:extLst>
          </p:cNvPr>
          <p:cNvSpPr/>
          <p:nvPr/>
        </p:nvSpPr>
        <p:spPr>
          <a:xfrm>
            <a:off x="2092228" y="3019316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＜全店差分マスタ＞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商品マスタ　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P001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　</a:t>
            </a: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P003(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全件</a:t>
            </a: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プロモーション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階層マスタ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25" name="直線コネクタ 224">
            <a:extLst>
              <a:ext uri="{FF2B5EF4-FFF2-40B4-BE49-F238E27FC236}">
                <a16:creationId xmlns:a16="http://schemas.microsoft.com/office/drawing/2014/main" id="{5D74816C-1E0B-7F36-0A62-EF5C0D6BE0A4}"/>
              </a:ext>
            </a:extLst>
          </p:cNvPr>
          <p:cNvCxnSpPr>
            <a:cxnSpLocks/>
          </p:cNvCxnSpPr>
          <p:nvPr/>
        </p:nvCxnSpPr>
        <p:spPr>
          <a:xfrm>
            <a:off x="958730" y="2435517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4276F9CA-3C50-2BF4-22BD-2FF43064F422}"/>
              </a:ext>
            </a:extLst>
          </p:cNvPr>
          <p:cNvSpPr/>
          <p:nvPr/>
        </p:nvSpPr>
        <p:spPr>
          <a:xfrm>
            <a:off x="924821" y="1301954"/>
            <a:ext cx="1719918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</a:t>
            </a:r>
            <a:r>
              <a:rPr lang="en-US" altLang="ja-JP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N</a:t>
            </a:r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日前日中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にマスタ連携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559C71E2-1565-87E6-518F-BECA4B78F749}"/>
              </a:ext>
            </a:extLst>
          </p:cNvPr>
          <p:cNvSpPr/>
          <p:nvPr/>
        </p:nvSpPr>
        <p:spPr>
          <a:xfrm>
            <a:off x="932345" y="2466738"/>
            <a:ext cx="1719918" cy="244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</a:t>
            </a:r>
            <a:r>
              <a:rPr lang="en-US" altLang="ja-JP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N</a:t>
            </a:r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日前夜間より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マスタ連携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86CB5363-C35C-39CD-D48F-86967194B95E}"/>
              </a:ext>
            </a:extLst>
          </p:cNvPr>
          <p:cNvSpPr/>
          <p:nvPr/>
        </p:nvSpPr>
        <p:spPr>
          <a:xfrm>
            <a:off x="2020727" y="1552099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10:</a:t>
            </a:r>
            <a:r>
              <a:rPr lang="en-US" altLang="ja-JP" sz="700" b="1">
                <a:solidFill>
                  <a:prstClr val="black"/>
                </a:solidFill>
                <a:latin typeface="Century Gothic" panose="020F0302020204030204"/>
                <a:ea typeface="メイリオ" panose="020B0604030504040204" pitchFamily="50" charset="-128"/>
              </a:rPr>
              <a:t>0</a:t>
            </a: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40" name="フローチャート: 磁気ディスク 239">
            <a:extLst>
              <a:ext uri="{FF2B5EF4-FFF2-40B4-BE49-F238E27FC236}">
                <a16:creationId xmlns:a16="http://schemas.microsoft.com/office/drawing/2014/main" id="{AC9B72B6-2551-910C-6A0E-53F7218C015C}"/>
              </a:ext>
            </a:extLst>
          </p:cNvPr>
          <p:cNvSpPr/>
          <p:nvPr/>
        </p:nvSpPr>
        <p:spPr>
          <a:xfrm>
            <a:off x="4690217" y="4071629"/>
            <a:ext cx="624012" cy="652306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41" name="フローチャート: 定義済み処理 240">
            <a:extLst>
              <a:ext uri="{FF2B5EF4-FFF2-40B4-BE49-F238E27FC236}">
                <a16:creationId xmlns:a16="http://schemas.microsoft.com/office/drawing/2014/main" id="{E47F0965-6E8A-D4F5-94A9-4333601D480C}"/>
              </a:ext>
            </a:extLst>
          </p:cNvPr>
          <p:cNvSpPr/>
          <p:nvPr/>
        </p:nvSpPr>
        <p:spPr>
          <a:xfrm>
            <a:off x="5704195" y="4081351"/>
            <a:ext cx="1882140" cy="65367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富士通サーバーマスタ取込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243" name="直線矢印コネクタ 242">
            <a:extLst>
              <a:ext uri="{FF2B5EF4-FFF2-40B4-BE49-F238E27FC236}">
                <a16:creationId xmlns:a16="http://schemas.microsoft.com/office/drawing/2014/main" id="{4E8125C5-E981-F0EB-E3A9-E6B8A6203D55}"/>
              </a:ext>
            </a:extLst>
          </p:cNvPr>
          <p:cNvCxnSpPr>
            <a:cxnSpLocks/>
            <a:stCxn id="247" idx="2"/>
            <a:endCxn id="44" idx="4"/>
          </p:cNvCxnSpPr>
          <p:nvPr/>
        </p:nvCxnSpPr>
        <p:spPr>
          <a:xfrm flipH="1" flipV="1">
            <a:off x="8471978" y="4408187"/>
            <a:ext cx="997437" cy="13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正方形/長方形 243">
            <a:extLst>
              <a:ext uri="{FF2B5EF4-FFF2-40B4-BE49-F238E27FC236}">
                <a16:creationId xmlns:a16="http://schemas.microsoft.com/office/drawing/2014/main" id="{08D99E32-D58C-1D05-8423-13C07E14A0CC}"/>
              </a:ext>
            </a:extLst>
          </p:cNvPr>
          <p:cNvSpPr/>
          <p:nvPr/>
        </p:nvSpPr>
        <p:spPr>
          <a:xfrm>
            <a:off x="8520426" y="4361743"/>
            <a:ext cx="1120723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＜切替店全件マスタ＞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プロモーション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特売マスタ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ミックスマッチ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商品マスタ（売価更新のみ）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45" name="直線コネクタ 244">
            <a:extLst>
              <a:ext uri="{FF2B5EF4-FFF2-40B4-BE49-F238E27FC236}">
                <a16:creationId xmlns:a16="http://schemas.microsoft.com/office/drawing/2014/main" id="{0DF0EFFC-95DE-A40C-3262-B298749CB488}"/>
              </a:ext>
            </a:extLst>
          </p:cNvPr>
          <p:cNvCxnSpPr>
            <a:cxnSpLocks/>
          </p:cNvCxnSpPr>
          <p:nvPr/>
        </p:nvCxnSpPr>
        <p:spPr>
          <a:xfrm>
            <a:off x="958729" y="3704571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正方形/長方形 245">
            <a:extLst>
              <a:ext uri="{FF2B5EF4-FFF2-40B4-BE49-F238E27FC236}">
                <a16:creationId xmlns:a16="http://schemas.microsoft.com/office/drawing/2014/main" id="{E3B698C0-421C-6A7F-F620-02D57A3A94FE}"/>
              </a:ext>
            </a:extLst>
          </p:cNvPr>
          <p:cNvSpPr/>
          <p:nvPr/>
        </p:nvSpPr>
        <p:spPr>
          <a:xfrm>
            <a:off x="932345" y="3704538"/>
            <a:ext cx="1719918" cy="244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マスタ連携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47" name="フローチャート: 磁気ディスク 246">
            <a:extLst>
              <a:ext uri="{FF2B5EF4-FFF2-40B4-BE49-F238E27FC236}">
                <a16:creationId xmlns:a16="http://schemas.microsoft.com/office/drawing/2014/main" id="{7201E1BC-DD70-85C8-2EE6-29A4CB4A529E}"/>
              </a:ext>
            </a:extLst>
          </p:cNvPr>
          <p:cNvSpPr/>
          <p:nvPr/>
        </p:nvSpPr>
        <p:spPr>
          <a:xfrm>
            <a:off x="9469415" y="4071630"/>
            <a:ext cx="624012" cy="699338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53" name="直線矢印コネクタ 252">
            <a:extLst>
              <a:ext uri="{FF2B5EF4-FFF2-40B4-BE49-F238E27FC236}">
                <a16:creationId xmlns:a16="http://schemas.microsoft.com/office/drawing/2014/main" id="{7EEADA73-1C88-C577-91A9-94800DAC0974}"/>
              </a:ext>
            </a:extLst>
          </p:cNvPr>
          <p:cNvCxnSpPr>
            <a:cxnSpLocks/>
            <a:stCxn id="241" idx="1"/>
            <a:endCxn id="240" idx="4"/>
          </p:cNvCxnSpPr>
          <p:nvPr/>
        </p:nvCxnSpPr>
        <p:spPr>
          <a:xfrm flipH="1" flipV="1">
            <a:off x="5314229" y="4397782"/>
            <a:ext cx="389966" cy="10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フローチャート: 磁気ディスク 43">
            <a:extLst>
              <a:ext uri="{FF2B5EF4-FFF2-40B4-BE49-F238E27FC236}">
                <a16:creationId xmlns:a16="http://schemas.microsoft.com/office/drawing/2014/main" id="{0740C5CA-F957-F75A-2929-FE701138E463}"/>
              </a:ext>
            </a:extLst>
          </p:cNvPr>
          <p:cNvSpPr/>
          <p:nvPr/>
        </p:nvSpPr>
        <p:spPr>
          <a:xfrm>
            <a:off x="7847966" y="4081351"/>
            <a:ext cx="624012" cy="653672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EEB9B1D-593F-45B1-EA42-6AE81F6DDF07}"/>
              </a:ext>
            </a:extLst>
          </p:cNvPr>
          <p:cNvCxnSpPr>
            <a:cxnSpLocks/>
            <a:stCxn id="44" idx="2"/>
            <a:endCxn id="241" idx="3"/>
          </p:cNvCxnSpPr>
          <p:nvPr/>
        </p:nvCxnSpPr>
        <p:spPr>
          <a:xfrm flipH="1">
            <a:off x="7586335" y="4408187"/>
            <a:ext cx="26163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9512983F-D327-5B29-29D1-B148A8700F13}"/>
              </a:ext>
            </a:extLst>
          </p:cNvPr>
          <p:cNvCxnSpPr>
            <a:cxnSpLocks/>
          </p:cNvCxnSpPr>
          <p:nvPr/>
        </p:nvCxnSpPr>
        <p:spPr>
          <a:xfrm>
            <a:off x="932345" y="5080101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C9735163-3139-9BD9-76D8-B5D781F55FAD}"/>
              </a:ext>
            </a:extLst>
          </p:cNvPr>
          <p:cNvSpPr/>
          <p:nvPr/>
        </p:nvSpPr>
        <p:spPr>
          <a:xfrm>
            <a:off x="932345" y="5124774"/>
            <a:ext cx="2274516" cy="244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切替後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マスタ連携（前月末日５営業日前分）</a:t>
            </a:r>
            <a:endParaRPr kumimoji="1" lang="en-US" altLang="ja-JP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r>
              <a:rPr lang="en-US" altLang="ja-JP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※</a:t>
            </a:r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切替日によっては事前処理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86" name="フローチャート: 磁気ディスク 85">
            <a:extLst>
              <a:ext uri="{FF2B5EF4-FFF2-40B4-BE49-F238E27FC236}">
                <a16:creationId xmlns:a16="http://schemas.microsoft.com/office/drawing/2014/main" id="{3B526034-D07E-34AD-AF54-FC830545B7D3}"/>
              </a:ext>
            </a:extLst>
          </p:cNvPr>
          <p:cNvSpPr/>
          <p:nvPr/>
        </p:nvSpPr>
        <p:spPr>
          <a:xfrm>
            <a:off x="1478651" y="5447159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切替店</a:t>
            </a:r>
            <a:endParaRPr lang="en-US" altLang="ja-JP" sz="800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08D1EEE8-90FF-CB7F-1119-09B0FC0451EA}"/>
              </a:ext>
            </a:extLst>
          </p:cNvPr>
          <p:cNvSpPr/>
          <p:nvPr/>
        </p:nvSpPr>
        <p:spPr>
          <a:xfrm>
            <a:off x="1964400" y="5610459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＜切替店＞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予算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8" name="フローチャート: 磁気ディスク 87">
            <a:extLst>
              <a:ext uri="{FF2B5EF4-FFF2-40B4-BE49-F238E27FC236}">
                <a16:creationId xmlns:a16="http://schemas.microsoft.com/office/drawing/2014/main" id="{C29B4294-09E1-EF50-F618-D3E29C5D0AB5}"/>
              </a:ext>
            </a:extLst>
          </p:cNvPr>
          <p:cNvSpPr/>
          <p:nvPr/>
        </p:nvSpPr>
        <p:spPr>
          <a:xfrm>
            <a:off x="3510617" y="5431642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B81C05D5-690E-E384-D3C5-2C866E91CDAE}"/>
              </a:ext>
            </a:extLst>
          </p:cNvPr>
          <p:cNvCxnSpPr>
            <a:cxnSpLocks/>
            <a:endCxn id="88" idx="2"/>
          </p:cNvCxnSpPr>
          <p:nvPr/>
        </p:nvCxnSpPr>
        <p:spPr>
          <a:xfrm>
            <a:off x="2092763" y="5744344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フローチャート: 磁気ディスク 89">
            <a:extLst>
              <a:ext uri="{FF2B5EF4-FFF2-40B4-BE49-F238E27FC236}">
                <a16:creationId xmlns:a16="http://schemas.microsoft.com/office/drawing/2014/main" id="{E5D74A48-D2F5-B2D9-91D3-2E54882E2ED2}"/>
              </a:ext>
            </a:extLst>
          </p:cNvPr>
          <p:cNvSpPr/>
          <p:nvPr/>
        </p:nvSpPr>
        <p:spPr>
          <a:xfrm>
            <a:off x="6470225" y="5446194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91" name="フローチャート: 定義済み処理 90">
            <a:extLst>
              <a:ext uri="{FF2B5EF4-FFF2-40B4-BE49-F238E27FC236}">
                <a16:creationId xmlns:a16="http://schemas.microsoft.com/office/drawing/2014/main" id="{47A02F19-67DB-F72C-FC53-71BC0892AD6D}"/>
              </a:ext>
            </a:extLst>
          </p:cNvPr>
          <p:cNvSpPr/>
          <p:nvPr/>
        </p:nvSpPr>
        <p:spPr>
          <a:xfrm>
            <a:off x="4378683" y="5439512"/>
            <a:ext cx="1831492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56EFBB92-97EF-DBA0-2236-F28610665614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4124729" y="5752214"/>
            <a:ext cx="25395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C0C339BD-AC16-0E99-9A11-17A207C80A5E}"/>
              </a:ext>
            </a:extLst>
          </p:cNvPr>
          <p:cNvCxnSpPr>
            <a:cxnSpLocks/>
            <a:stCxn id="91" idx="3"/>
            <a:endCxn id="90" idx="2"/>
          </p:cNvCxnSpPr>
          <p:nvPr/>
        </p:nvCxnSpPr>
        <p:spPr>
          <a:xfrm>
            <a:off x="6210175" y="5752214"/>
            <a:ext cx="260050" cy="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CC42DA51-63D6-25DC-FF8D-1FFCF5E559D3}"/>
              </a:ext>
            </a:extLst>
          </p:cNvPr>
          <p:cNvSpPr/>
          <p:nvPr/>
        </p:nvSpPr>
        <p:spPr>
          <a:xfrm>
            <a:off x="7951765" y="1481528"/>
            <a:ext cx="2911170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サーバーマスタ取込内容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連携の切替店全件マスタ取込を行う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※</a:t>
            </a: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日中処理可能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36FD9172-06C9-0C94-F71D-A4AD6A87EBA4}"/>
              </a:ext>
            </a:extLst>
          </p:cNvPr>
          <p:cNvSpPr/>
          <p:nvPr/>
        </p:nvSpPr>
        <p:spPr>
          <a:xfrm>
            <a:off x="7951765" y="2631738"/>
            <a:ext cx="2911170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サーバーマスタ取込内容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連携の全店差分マスタより切替店マスタ取込を行う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93D7676F-2817-4AB2-15D7-D07AAF92A2F4}"/>
              </a:ext>
            </a:extLst>
          </p:cNvPr>
          <p:cNvSpPr/>
          <p:nvPr/>
        </p:nvSpPr>
        <p:spPr>
          <a:xfrm>
            <a:off x="998040" y="4078260"/>
            <a:ext cx="3308446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富士通サーバーマスタ取込内容：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・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全件マスタ取込を行う（プロモーション・特売・ミックスマッチ）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※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全件削除　全件新規登録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・定番売価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取込を行う（商品マスタ）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※</a:t>
            </a: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ヴィンクス社ストコンより富士通サーバー連携時間確認要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636CFDC0-0CDA-046E-29BC-DA94E2B7458B}"/>
              </a:ext>
            </a:extLst>
          </p:cNvPr>
          <p:cNvSpPr/>
          <p:nvPr/>
        </p:nvSpPr>
        <p:spPr>
          <a:xfrm>
            <a:off x="7951765" y="5230541"/>
            <a:ext cx="2911170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サーバーマスタ取込内容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前月末に受信した予算マスタ取込を行う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5AF6637-17A0-3E2D-5796-D10BA4722495}"/>
              </a:ext>
            </a:extLst>
          </p:cNvPr>
          <p:cNvSpPr/>
          <p:nvPr/>
        </p:nvSpPr>
        <p:spPr>
          <a:xfrm>
            <a:off x="230264" y="1125132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①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C479463-C342-7C1E-3036-286852B39027}"/>
              </a:ext>
            </a:extLst>
          </p:cNvPr>
          <p:cNvSpPr/>
          <p:nvPr/>
        </p:nvSpPr>
        <p:spPr>
          <a:xfrm>
            <a:off x="230264" y="2350929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②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BCE4F0E-A086-6D3F-C437-94E1D953BE38}"/>
              </a:ext>
            </a:extLst>
          </p:cNvPr>
          <p:cNvSpPr/>
          <p:nvPr/>
        </p:nvSpPr>
        <p:spPr>
          <a:xfrm>
            <a:off x="230264" y="3553116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③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4A4AA7-D298-0B04-3851-6A9E8F07851A}"/>
              </a:ext>
            </a:extLst>
          </p:cNvPr>
          <p:cNvSpPr/>
          <p:nvPr/>
        </p:nvSpPr>
        <p:spPr>
          <a:xfrm>
            <a:off x="230264" y="4991370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④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99E73BFE-D1A3-E3B3-813A-E94A94CBCB90}"/>
              </a:ext>
            </a:extLst>
          </p:cNvPr>
          <p:cNvSpPr/>
          <p:nvPr/>
        </p:nvSpPr>
        <p:spPr>
          <a:xfrm>
            <a:off x="10141877" y="3790352"/>
            <a:ext cx="1719918" cy="1030452"/>
          </a:xfrm>
          <a:prstGeom prst="wedgeRoundRectCallout">
            <a:avLst>
              <a:gd name="adj1" fmla="val -56449"/>
              <a:gd name="adj2" fmla="val 37055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00" b="1">
                <a:solidFill>
                  <a:srgbClr val="FF0000"/>
                </a:solidFill>
              </a:rPr>
              <a:t>＜マスタ</a:t>
            </a:r>
            <a:r>
              <a:rPr kumimoji="1" lang="en-US" altLang="ja-JP" sz="800" b="1">
                <a:solidFill>
                  <a:srgbClr val="FF0000"/>
                </a:solidFill>
              </a:rPr>
              <a:t>C</a:t>
            </a:r>
            <a:r>
              <a:rPr kumimoji="1" lang="ja-JP" altLang="en-US" sz="800" b="1">
                <a:solidFill>
                  <a:srgbClr val="FF0000"/>
                </a:solidFill>
              </a:rPr>
              <a:t>ＳＶ出力追加依頼＞</a:t>
            </a:r>
            <a:endParaRPr kumimoji="1" lang="en-US" altLang="ja-JP" sz="800" b="1">
              <a:solidFill>
                <a:srgbClr val="FF0000"/>
              </a:solidFill>
            </a:endParaRPr>
          </a:p>
          <a:p>
            <a:r>
              <a:rPr lang="ja-JP" altLang="en-US" sz="800" b="1">
                <a:solidFill>
                  <a:srgbClr val="FF0000"/>
                </a:solidFill>
              </a:rPr>
              <a:t>特売マスタ（あり）</a:t>
            </a:r>
            <a:endParaRPr lang="en-US" altLang="ja-JP" sz="800" b="1">
              <a:solidFill>
                <a:srgbClr val="FF0000"/>
              </a:solidFill>
            </a:endParaRPr>
          </a:p>
          <a:p>
            <a:r>
              <a:rPr kumimoji="1" lang="ja-JP" altLang="en-US" sz="800" b="1">
                <a:solidFill>
                  <a:srgbClr val="FF0000"/>
                </a:solidFill>
              </a:rPr>
              <a:t>ミックスマッチマスタ</a:t>
            </a:r>
            <a:endParaRPr kumimoji="1" lang="en-US" altLang="ja-JP" sz="800" b="1">
              <a:solidFill>
                <a:srgbClr val="FF0000"/>
              </a:solidFill>
            </a:endParaRPr>
          </a:p>
          <a:p>
            <a:r>
              <a:rPr lang="ja-JP" altLang="en-US" sz="800" b="1">
                <a:solidFill>
                  <a:srgbClr val="FF0000"/>
                </a:solidFill>
              </a:rPr>
              <a:t>プロモーションマスタ</a:t>
            </a:r>
            <a:endParaRPr lang="en-US" altLang="ja-JP" sz="800" b="1">
              <a:solidFill>
                <a:srgbClr val="FF0000"/>
              </a:solidFill>
            </a:endParaRPr>
          </a:p>
          <a:p>
            <a:r>
              <a:rPr kumimoji="1" lang="en-US" altLang="ja-JP" sz="800" b="1">
                <a:solidFill>
                  <a:srgbClr val="FF0000"/>
                </a:solidFill>
              </a:rPr>
              <a:t>※ </a:t>
            </a:r>
            <a:r>
              <a:rPr kumimoji="1" lang="ja-JP" altLang="en-US" sz="800" b="1">
                <a:solidFill>
                  <a:srgbClr val="FF0000"/>
                </a:solidFill>
              </a:rPr>
              <a:t>その他マスタ確認要</a:t>
            </a:r>
            <a:endParaRPr kumimoji="1" lang="en-US" altLang="ja-JP" sz="800" b="1">
              <a:solidFill>
                <a:srgbClr val="FF0000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7CE8C5B-3F1E-1E4A-8607-60A3E870DFC6}"/>
              </a:ext>
            </a:extLst>
          </p:cNvPr>
          <p:cNvSpPr/>
          <p:nvPr/>
        </p:nvSpPr>
        <p:spPr>
          <a:xfrm>
            <a:off x="921956" y="-800729"/>
            <a:ext cx="12065309" cy="5777808"/>
          </a:xfrm>
          <a:prstGeom prst="rect">
            <a:avLst/>
          </a:prstGeom>
          <a:solidFill>
            <a:schemeClr val="accent1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コンバートするか富士通サーバーより取得するか検討要</a:t>
            </a:r>
            <a:endParaRPr kumimoji="1" lang="en-US" altLang="ja-JP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90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1"/>
          </p:nvPr>
        </p:nvSpPr>
        <p:spPr bwMode="auto">
          <a:xfrm>
            <a:off x="7019925" y="6453188"/>
            <a:ext cx="1981200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D586B9-E441-4144-B65D-F4D696F7796F}" type="slidenum">
              <a:rPr kumimoji="0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8A70FAA-54C0-122E-EADC-B900FFAC2CE4}"/>
              </a:ext>
            </a:extLst>
          </p:cNvPr>
          <p:cNvSpPr/>
          <p:nvPr/>
        </p:nvSpPr>
        <p:spPr>
          <a:xfrm>
            <a:off x="151636" y="134128"/>
            <a:ext cx="2911604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新サーバ切替過渡期</a:t>
            </a:r>
            <a:endParaRPr kumimoji="1" lang="en-US" altLang="ja-JP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（</a:t>
            </a:r>
            <a:r>
              <a:rPr lang="ja-JP" altLang="en-US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レジ切替店）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E846192-004F-B04D-8D3D-9EC8CDCB340F}"/>
              </a:ext>
            </a:extLst>
          </p:cNvPr>
          <p:cNvSpPr/>
          <p:nvPr/>
        </p:nvSpPr>
        <p:spPr>
          <a:xfrm>
            <a:off x="8626437" y="1054505"/>
            <a:ext cx="1676400" cy="16839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E24AC8B-6762-BD4C-B540-5D741192878F}"/>
              </a:ext>
            </a:extLst>
          </p:cNvPr>
          <p:cNvSpPr/>
          <p:nvPr/>
        </p:nvSpPr>
        <p:spPr>
          <a:xfrm>
            <a:off x="8515350" y="1022427"/>
            <a:ext cx="131737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S&amp;G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E568CD6-CB40-573B-B760-35B5CFC704D2}"/>
              </a:ext>
            </a:extLst>
          </p:cNvPr>
          <p:cNvSpPr/>
          <p:nvPr/>
        </p:nvSpPr>
        <p:spPr>
          <a:xfrm>
            <a:off x="3998645" y="3479759"/>
            <a:ext cx="2266660" cy="16583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16E84FE-97B8-A644-6333-BFCD359447F9}"/>
              </a:ext>
            </a:extLst>
          </p:cNvPr>
          <p:cNvSpPr/>
          <p:nvPr/>
        </p:nvSpPr>
        <p:spPr>
          <a:xfrm>
            <a:off x="3998644" y="3479759"/>
            <a:ext cx="1781219" cy="51127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新サーバー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E605BCC6-A1B0-799E-0FA0-10B987C12E33}"/>
              </a:ext>
            </a:extLst>
          </p:cNvPr>
          <p:cNvCxnSpPr>
            <a:cxnSpLocks/>
            <a:stCxn id="7" idx="3"/>
            <a:endCxn id="14" idx="2"/>
          </p:cNvCxnSpPr>
          <p:nvPr/>
        </p:nvCxnSpPr>
        <p:spPr>
          <a:xfrm flipV="1">
            <a:off x="6265305" y="2738450"/>
            <a:ext cx="3199332" cy="1570497"/>
          </a:xfrm>
          <a:prstGeom prst="bentConnector2">
            <a:avLst/>
          </a:prstGeom>
          <a:ln w="63500">
            <a:solidFill>
              <a:schemeClr val="accent3">
                <a:lumMod val="60000"/>
                <a:lumOff val="40000"/>
              </a:schemeClr>
            </a:solidFill>
            <a:headEnd type="triangl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025DFDDD-B457-C73B-73DE-81ADED8F612B}"/>
              </a:ext>
            </a:extLst>
          </p:cNvPr>
          <p:cNvGrpSpPr/>
          <p:nvPr/>
        </p:nvGrpSpPr>
        <p:grpSpPr>
          <a:xfrm>
            <a:off x="4237415" y="5011297"/>
            <a:ext cx="1431980" cy="642938"/>
            <a:chOff x="7628200" y="2892100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FBDA8CC8-4BAC-D585-0DB7-B01A42AC4742}"/>
                </a:ext>
              </a:extLst>
            </p:cNvPr>
            <p:cNvSpPr/>
            <p:nvPr/>
          </p:nvSpPr>
          <p:spPr>
            <a:xfrm>
              <a:off x="7628200" y="289210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Ｗ</a:t>
              </a:r>
              <a:r>
                <a:rPr kumimoji="0" lang="en-US" altLang="ja-JP" sz="11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indows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レジ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064DBE07-AC87-AE41-BEC8-98CB92367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15350" y="3082639"/>
              <a:ext cx="379413" cy="4397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3" name="フローチャート : 磁気ディスク 6">
            <a:extLst>
              <a:ext uri="{FF2B5EF4-FFF2-40B4-BE49-F238E27FC236}">
                <a16:creationId xmlns:a16="http://schemas.microsoft.com/office/drawing/2014/main" id="{4D622DCE-1513-4D5F-B823-DD4B191C9E78}"/>
              </a:ext>
            </a:extLst>
          </p:cNvPr>
          <p:cNvSpPr/>
          <p:nvPr/>
        </p:nvSpPr>
        <p:spPr>
          <a:xfrm>
            <a:off x="9093100" y="1467853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62" name="フローチャート : 磁気ディスク 6">
            <a:extLst>
              <a:ext uri="{FF2B5EF4-FFF2-40B4-BE49-F238E27FC236}">
                <a16:creationId xmlns:a16="http://schemas.microsoft.com/office/drawing/2014/main" id="{FF98C8D7-917C-2494-E139-5627FD791CC5}"/>
              </a:ext>
            </a:extLst>
          </p:cNvPr>
          <p:cNvSpPr/>
          <p:nvPr/>
        </p:nvSpPr>
        <p:spPr>
          <a:xfrm>
            <a:off x="9093100" y="201407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7F5CFB39-F987-5913-F8B8-DA4C053D0DC5}"/>
              </a:ext>
            </a:extLst>
          </p:cNvPr>
          <p:cNvCxnSpPr>
            <a:cxnSpLocks/>
          </p:cNvCxnSpPr>
          <p:nvPr/>
        </p:nvCxnSpPr>
        <p:spPr>
          <a:xfrm>
            <a:off x="2632783" y="4304745"/>
            <a:ext cx="1420468" cy="7359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フローチャート : 磁気ディスク 6">
            <a:extLst>
              <a:ext uri="{FF2B5EF4-FFF2-40B4-BE49-F238E27FC236}">
                <a16:creationId xmlns:a16="http://schemas.microsoft.com/office/drawing/2014/main" id="{29D3BE26-E530-BA94-875F-13AFBCA02022}"/>
              </a:ext>
            </a:extLst>
          </p:cNvPr>
          <p:cNvSpPr/>
          <p:nvPr/>
        </p:nvSpPr>
        <p:spPr>
          <a:xfrm>
            <a:off x="4871578" y="4473834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sp>
        <p:nvSpPr>
          <p:cNvPr id="80" name="フローチャート : 磁気ディスク 6">
            <a:extLst>
              <a:ext uri="{FF2B5EF4-FFF2-40B4-BE49-F238E27FC236}">
                <a16:creationId xmlns:a16="http://schemas.microsoft.com/office/drawing/2014/main" id="{17BB4978-DF97-BFAF-ADBD-663A77E0ED9F}"/>
              </a:ext>
            </a:extLst>
          </p:cNvPr>
          <p:cNvSpPr/>
          <p:nvPr/>
        </p:nvSpPr>
        <p:spPr>
          <a:xfrm>
            <a:off x="4881197" y="3876120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418EA2D1-B231-8268-B7A1-F6F669757699}"/>
              </a:ext>
            </a:extLst>
          </p:cNvPr>
          <p:cNvGrpSpPr/>
          <p:nvPr/>
        </p:nvGrpSpPr>
        <p:grpSpPr>
          <a:xfrm>
            <a:off x="3260081" y="5007520"/>
            <a:ext cx="825368" cy="642939"/>
            <a:chOff x="7129125" y="2936728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03880D66-AFED-4C63-1913-355B3433AF67}"/>
                </a:ext>
              </a:extLst>
            </p:cNvPr>
            <p:cNvSpPr/>
            <p:nvPr/>
          </p:nvSpPr>
          <p:spPr>
            <a:xfrm>
              <a:off x="7129125" y="2936728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画面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</p:txBody>
        </p:sp>
        <p:pic>
          <p:nvPicPr>
            <p:cNvPr id="92" name="Picture 4" descr="パソコンイラスト｜無料イラスト・フリー素材なら「イラストAC」">
              <a:extLst>
                <a:ext uri="{FF2B5EF4-FFF2-40B4-BE49-F238E27FC236}">
                  <a16:creationId xmlns:a16="http://schemas.microsoft.com/office/drawing/2014/main" id="{A5DBBDFD-1AC8-B128-D98E-583A3ADC21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397" y="3113198"/>
              <a:ext cx="551964" cy="396557"/>
            </a:xfrm>
            <a:prstGeom prst="rect">
              <a:avLst/>
            </a:prstGeom>
            <a:grpFill/>
          </p:spPr>
        </p:pic>
      </p:grpSp>
      <p:grpSp>
        <p:nvGrpSpPr>
          <p:cNvPr id="1032" name="グループ化 1031">
            <a:extLst>
              <a:ext uri="{FF2B5EF4-FFF2-40B4-BE49-F238E27FC236}">
                <a16:creationId xmlns:a16="http://schemas.microsoft.com/office/drawing/2014/main" id="{D3E440BF-F212-D900-5D80-4A3840E35911}"/>
              </a:ext>
            </a:extLst>
          </p:cNvPr>
          <p:cNvGrpSpPr/>
          <p:nvPr/>
        </p:nvGrpSpPr>
        <p:grpSpPr>
          <a:xfrm>
            <a:off x="8626436" y="5068678"/>
            <a:ext cx="1676399" cy="642938"/>
            <a:chOff x="7628200" y="2892100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1033" name="正方形/長方形 1032">
              <a:extLst>
                <a:ext uri="{FF2B5EF4-FFF2-40B4-BE49-F238E27FC236}">
                  <a16:creationId xmlns:a16="http://schemas.microsoft.com/office/drawing/2014/main" id="{54548E81-7E95-2FED-4380-6B8E94E53FA9}"/>
                </a:ext>
              </a:extLst>
            </p:cNvPr>
            <p:cNvSpPr/>
            <p:nvPr/>
          </p:nvSpPr>
          <p:spPr>
            <a:xfrm>
              <a:off x="7628200" y="289210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kern="0">
                  <a:solidFill>
                    <a:prstClr val="black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アンドロイド</a:t>
              </a:r>
              <a:endParaRPr kumimoji="0" lang="en-US" altLang="ja-JP" sz="11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レジ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1034" name="図 1033">
              <a:extLst>
                <a:ext uri="{FF2B5EF4-FFF2-40B4-BE49-F238E27FC236}">
                  <a16:creationId xmlns:a16="http://schemas.microsoft.com/office/drawing/2014/main" id="{F64AF950-19DD-DDD6-7089-803F3F9A6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15350" y="3082639"/>
              <a:ext cx="379413" cy="4397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1035" name="直線矢印コネクタ 1034">
            <a:extLst>
              <a:ext uri="{FF2B5EF4-FFF2-40B4-BE49-F238E27FC236}">
                <a16:creationId xmlns:a16="http://schemas.microsoft.com/office/drawing/2014/main" id="{8068AA01-C4FD-D163-8C37-33FA45777CA6}"/>
              </a:ext>
            </a:extLst>
          </p:cNvPr>
          <p:cNvCxnSpPr>
            <a:cxnSpLocks/>
            <a:stCxn id="1033" idx="0"/>
            <a:endCxn id="14" idx="2"/>
          </p:cNvCxnSpPr>
          <p:nvPr/>
        </p:nvCxnSpPr>
        <p:spPr>
          <a:xfrm flipV="1">
            <a:off x="9464636" y="2738450"/>
            <a:ext cx="1" cy="2330228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602CA4A-B3FD-E43C-C81B-C293C766B91D}"/>
              </a:ext>
            </a:extLst>
          </p:cNvPr>
          <p:cNvSpPr/>
          <p:nvPr/>
        </p:nvSpPr>
        <p:spPr>
          <a:xfrm>
            <a:off x="913285" y="3479759"/>
            <a:ext cx="1676400" cy="17420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フローチャート : 磁気ディスク 6">
            <a:extLst>
              <a:ext uri="{FF2B5EF4-FFF2-40B4-BE49-F238E27FC236}">
                <a16:creationId xmlns:a16="http://schemas.microsoft.com/office/drawing/2014/main" id="{CA3CAE82-892C-BA42-D7B0-8D0DF230B22E}"/>
              </a:ext>
            </a:extLst>
          </p:cNvPr>
          <p:cNvSpPr/>
          <p:nvPr/>
        </p:nvSpPr>
        <p:spPr>
          <a:xfrm>
            <a:off x="1922194" y="3899768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6" name="フローチャート : 磁気ディスク 6">
            <a:extLst>
              <a:ext uri="{FF2B5EF4-FFF2-40B4-BE49-F238E27FC236}">
                <a16:creationId xmlns:a16="http://schemas.microsoft.com/office/drawing/2014/main" id="{7EC1337B-4C30-4A72-D263-86D936B966D2}"/>
              </a:ext>
            </a:extLst>
          </p:cNvPr>
          <p:cNvSpPr/>
          <p:nvPr/>
        </p:nvSpPr>
        <p:spPr>
          <a:xfrm>
            <a:off x="1935865" y="4497483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518AB19-906A-4537-C942-73C790D1AD2C}"/>
              </a:ext>
            </a:extLst>
          </p:cNvPr>
          <p:cNvSpPr/>
          <p:nvPr/>
        </p:nvSpPr>
        <p:spPr>
          <a:xfrm>
            <a:off x="905036" y="3471143"/>
            <a:ext cx="71920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OC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945E175-EE6F-B6DF-8737-C42A647D372F}"/>
              </a:ext>
            </a:extLst>
          </p:cNvPr>
          <p:cNvSpPr/>
          <p:nvPr/>
        </p:nvSpPr>
        <p:spPr>
          <a:xfrm>
            <a:off x="6375773" y="3441251"/>
            <a:ext cx="2972413" cy="65081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＜課題＞</a:t>
            </a: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kern="0">
                <a:solidFill>
                  <a:srgbClr val="FF0000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・連携マスタ：</a:t>
            </a: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新サーバー　⇒　</a:t>
            </a:r>
            <a:r>
              <a:rPr kumimoji="0" lang="en-US" altLang="ja-JP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 S&amp;G</a:t>
            </a: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サーバー　</a:t>
            </a:r>
            <a:endParaRPr kumimoji="0" lang="en-US" altLang="ja-JP" sz="1000" b="1" kern="0">
              <a:solidFill>
                <a:srgbClr val="FF0000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・連携ログ　 ：</a:t>
            </a:r>
            <a:r>
              <a:rPr kumimoji="0" lang="en-US" altLang="ja-JP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S&amp;G</a:t>
            </a: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サーバー　 ⇒ 　新サーバー</a:t>
            </a: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2B7E9B5F-4AA1-576D-350C-1B246ABD232C}"/>
              </a:ext>
            </a:extLst>
          </p:cNvPr>
          <p:cNvGrpSpPr/>
          <p:nvPr/>
        </p:nvGrpSpPr>
        <p:grpSpPr>
          <a:xfrm>
            <a:off x="5764754" y="5013757"/>
            <a:ext cx="1001100" cy="642939"/>
            <a:chOff x="8724900" y="5045559"/>
            <a:chExt cx="1001100" cy="642939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F34B8BDA-A30D-E92A-2EC4-177F61CEB4FC}"/>
                </a:ext>
              </a:extLst>
            </p:cNvPr>
            <p:cNvSpPr/>
            <p:nvPr/>
          </p:nvSpPr>
          <p:spPr>
            <a:xfrm>
              <a:off x="8724900" y="5045559"/>
              <a:ext cx="1001100" cy="642939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kern="0">
                  <a:solidFill>
                    <a:prstClr val="black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PDA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</p:txBody>
        </p:sp>
        <p:pic>
          <p:nvPicPr>
            <p:cNvPr id="24" name="Picture 6" descr="82,644件の「Ｐｄａ」の画像、写真素材、3Dオブジェクト ...">
              <a:extLst>
                <a:ext uri="{FF2B5EF4-FFF2-40B4-BE49-F238E27FC236}">
                  <a16:creationId xmlns:a16="http://schemas.microsoft.com/office/drawing/2014/main" id="{ABEDB288-B07F-390F-5960-144121FCA2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4036" y="5074370"/>
              <a:ext cx="551964" cy="551964"/>
            </a:xfrm>
            <a:prstGeom prst="rect">
              <a:avLst/>
            </a:prstGeom>
            <a:grpFill/>
          </p:spPr>
        </p:pic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9BCBB590-6AAE-3E3C-9175-E97F89763371}"/>
              </a:ext>
            </a:extLst>
          </p:cNvPr>
          <p:cNvGrpSpPr/>
          <p:nvPr/>
        </p:nvGrpSpPr>
        <p:grpSpPr>
          <a:xfrm>
            <a:off x="6876941" y="5013757"/>
            <a:ext cx="825368" cy="627696"/>
            <a:chOff x="7129125" y="2936728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651EF14-B6BA-88D2-1AF2-271DDB1340B2}"/>
                </a:ext>
              </a:extLst>
            </p:cNvPr>
            <p:cNvSpPr/>
            <p:nvPr/>
          </p:nvSpPr>
          <p:spPr>
            <a:xfrm>
              <a:off x="7129125" y="2936728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POP</a:t>
              </a:r>
            </a:p>
          </p:txBody>
        </p:sp>
        <p:pic>
          <p:nvPicPr>
            <p:cNvPr id="27" name="Picture 4" descr="パソコンイラスト｜無料イラスト・フリー素材なら「イラストAC」">
              <a:extLst>
                <a:ext uri="{FF2B5EF4-FFF2-40B4-BE49-F238E27FC236}">
                  <a16:creationId xmlns:a16="http://schemas.microsoft.com/office/drawing/2014/main" id="{EF53494C-DEA8-DD19-B07E-F61F1A713B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397" y="3113198"/>
              <a:ext cx="551964" cy="396557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410196392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218871" y="134128"/>
            <a:ext cx="4461141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/>
                <a:ea typeface="UD デジタル 教科書体 NK-B"/>
              </a:rPr>
              <a:t>新サーバ切替時マスタコンバート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1BEAF94-864A-E275-039F-A6E0899C9ED6}"/>
              </a:ext>
            </a:extLst>
          </p:cNvPr>
          <p:cNvSpPr/>
          <p:nvPr/>
        </p:nvSpPr>
        <p:spPr>
          <a:xfrm>
            <a:off x="3520516" y="749888"/>
            <a:ext cx="5038811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新センターサーバ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2E6E77A-7130-0E14-F415-FB0C9CA6980B}"/>
              </a:ext>
            </a:extLst>
          </p:cNvPr>
          <p:cNvSpPr/>
          <p:nvPr/>
        </p:nvSpPr>
        <p:spPr>
          <a:xfrm>
            <a:off x="945866" y="74988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基幹システム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6" name="フローチャート: 磁気ディスク 25">
            <a:extLst>
              <a:ext uri="{FF2B5EF4-FFF2-40B4-BE49-F238E27FC236}">
                <a16:creationId xmlns:a16="http://schemas.microsoft.com/office/drawing/2014/main" id="{CEA933A6-174F-4062-F198-99581CC27E51}"/>
              </a:ext>
            </a:extLst>
          </p:cNvPr>
          <p:cNvSpPr/>
          <p:nvPr/>
        </p:nvSpPr>
        <p:spPr>
          <a:xfrm>
            <a:off x="1478651" y="151400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切替店</a:t>
            </a:r>
            <a:endParaRPr lang="en-US" altLang="ja-JP" sz="800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全件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7" name="フローチャート: 磁気ディスク 26">
            <a:extLst>
              <a:ext uri="{FF2B5EF4-FFF2-40B4-BE49-F238E27FC236}">
                <a16:creationId xmlns:a16="http://schemas.microsoft.com/office/drawing/2014/main" id="{E0A9251D-9611-B079-B0B4-63B9F8CC14C0}"/>
              </a:ext>
            </a:extLst>
          </p:cNvPr>
          <p:cNvSpPr/>
          <p:nvPr/>
        </p:nvSpPr>
        <p:spPr>
          <a:xfrm>
            <a:off x="3520517" y="151400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54FD5B6-804F-8068-97FF-8252D5EDBBEA}"/>
              </a:ext>
            </a:extLst>
          </p:cNvPr>
          <p:cNvCxnSpPr>
            <a:cxnSpLocks/>
            <a:stCxn id="26" idx="4"/>
            <a:endCxn id="27" idx="2"/>
          </p:cNvCxnSpPr>
          <p:nvPr/>
        </p:nvCxnSpPr>
        <p:spPr>
          <a:xfrm>
            <a:off x="2102663" y="1826703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300363DB-1135-3943-7B77-52A46E9BB13D}"/>
              </a:ext>
            </a:extLst>
          </p:cNvPr>
          <p:cNvSpPr/>
          <p:nvPr/>
        </p:nvSpPr>
        <p:spPr>
          <a:xfrm>
            <a:off x="2012025" y="2778115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22:30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DA41D33-2BFB-A2A3-CF75-2772C474DD28}"/>
              </a:ext>
            </a:extLst>
          </p:cNvPr>
          <p:cNvSpPr/>
          <p:nvPr/>
        </p:nvSpPr>
        <p:spPr>
          <a:xfrm>
            <a:off x="9469415" y="74988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富士通サーバー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6" name="フローチャート: 磁気ディスク 5">
            <a:extLst>
              <a:ext uri="{FF2B5EF4-FFF2-40B4-BE49-F238E27FC236}">
                <a16:creationId xmlns:a16="http://schemas.microsoft.com/office/drawing/2014/main" id="{D9575F36-B6B3-3F38-D921-20B3E1148B27}"/>
              </a:ext>
            </a:extLst>
          </p:cNvPr>
          <p:cNvSpPr/>
          <p:nvPr/>
        </p:nvSpPr>
        <p:spPr>
          <a:xfrm>
            <a:off x="6490025" y="1513999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3" name="フローチャート: 定義済み処理 22">
            <a:extLst>
              <a:ext uri="{FF2B5EF4-FFF2-40B4-BE49-F238E27FC236}">
                <a16:creationId xmlns:a16="http://schemas.microsoft.com/office/drawing/2014/main" id="{1E6C7DC2-43C3-288F-9691-E8ED7BDB7F3B}"/>
              </a:ext>
            </a:extLst>
          </p:cNvPr>
          <p:cNvSpPr/>
          <p:nvPr/>
        </p:nvSpPr>
        <p:spPr>
          <a:xfrm>
            <a:off x="4404579" y="1513999"/>
            <a:ext cx="1825396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AF8E5E1-1B36-45C9-0F09-ECA33C32222B}"/>
              </a:ext>
            </a:extLst>
          </p:cNvPr>
          <p:cNvCxnSpPr>
            <a:cxnSpLocks/>
            <a:stCxn id="27" idx="4"/>
            <a:endCxn id="23" idx="1"/>
          </p:cNvCxnSpPr>
          <p:nvPr/>
        </p:nvCxnSpPr>
        <p:spPr>
          <a:xfrm flipV="1">
            <a:off x="4144529" y="1826701"/>
            <a:ext cx="260050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線矢印コネクタ 227">
            <a:extLst>
              <a:ext uri="{FF2B5EF4-FFF2-40B4-BE49-F238E27FC236}">
                <a16:creationId xmlns:a16="http://schemas.microsoft.com/office/drawing/2014/main" id="{717F4624-C439-11EA-6A60-DE7AD78158B7}"/>
              </a:ext>
            </a:extLst>
          </p:cNvPr>
          <p:cNvCxnSpPr>
            <a:cxnSpLocks/>
            <a:stCxn id="23" idx="3"/>
            <a:endCxn id="6" idx="2"/>
          </p:cNvCxnSpPr>
          <p:nvPr/>
        </p:nvCxnSpPr>
        <p:spPr>
          <a:xfrm>
            <a:off x="6229975" y="1826701"/>
            <a:ext cx="2600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D6EBE28-EE43-40EC-0FC8-4849459C208F}"/>
              </a:ext>
            </a:extLst>
          </p:cNvPr>
          <p:cNvSpPr/>
          <p:nvPr/>
        </p:nvSpPr>
        <p:spPr>
          <a:xfrm>
            <a:off x="2090283" y="1779149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＜切替店全件マスタ＞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商品マスタ　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P001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プロモーション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階層マスタ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0" name="フローチャート: 磁気ディスク 9">
            <a:extLst>
              <a:ext uri="{FF2B5EF4-FFF2-40B4-BE49-F238E27FC236}">
                <a16:creationId xmlns:a16="http://schemas.microsoft.com/office/drawing/2014/main" id="{A9B52A24-25D4-7C77-39D8-A569FCB37BB0}"/>
              </a:ext>
            </a:extLst>
          </p:cNvPr>
          <p:cNvSpPr/>
          <p:nvPr/>
        </p:nvSpPr>
        <p:spPr>
          <a:xfrm>
            <a:off x="1478651" y="278479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全店差分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3" name="フローチャート: 磁気ディスク 12">
            <a:extLst>
              <a:ext uri="{FF2B5EF4-FFF2-40B4-BE49-F238E27FC236}">
                <a16:creationId xmlns:a16="http://schemas.microsoft.com/office/drawing/2014/main" id="{3516203C-5784-6785-7738-2941DBF7C7A8}"/>
              </a:ext>
            </a:extLst>
          </p:cNvPr>
          <p:cNvSpPr/>
          <p:nvPr/>
        </p:nvSpPr>
        <p:spPr>
          <a:xfrm>
            <a:off x="3520517" y="278479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995DC0A-9F09-DC7F-0A87-D8C185CF09C4}"/>
              </a:ext>
            </a:extLst>
          </p:cNvPr>
          <p:cNvCxnSpPr>
            <a:cxnSpLocks/>
            <a:stCxn id="10" idx="4"/>
            <a:endCxn id="13" idx="2"/>
          </p:cNvCxnSpPr>
          <p:nvPr/>
        </p:nvCxnSpPr>
        <p:spPr>
          <a:xfrm>
            <a:off x="2102663" y="3097497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フローチャート: 磁気ディスク 14">
            <a:extLst>
              <a:ext uri="{FF2B5EF4-FFF2-40B4-BE49-F238E27FC236}">
                <a16:creationId xmlns:a16="http://schemas.microsoft.com/office/drawing/2014/main" id="{0B0CA5A4-10FD-FE53-FD05-AC403E3AE7E3}"/>
              </a:ext>
            </a:extLst>
          </p:cNvPr>
          <p:cNvSpPr/>
          <p:nvPr/>
        </p:nvSpPr>
        <p:spPr>
          <a:xfrm>
            <a:off x="6490025" y="279147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6" name="フローチャート: 定義済み処理 15">
            <a:extLst>
              <a:ext uri="{FF2B5EF4-FFF2-40B4-BE49-F238E27FC236}">
                <a16:creationId xmlns:a16="http://schemas.microsoft.com/office/drawing/2014/main" id="{71D454D6-CEA7-F623-69DE-1A17C2A23CE5}"/>
              </a:ext>
            </a:extLst>
          </p:cNvPr>
          <p:cNvSpPr/>
          <p:nvPr/>
        </p:nvSpPr>
        <p:spPr>
          <a:xfrm>
            <a:off x="4398483" y="2784793"/>
            <a:ext cx="1831492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4577DA3D-792E-0902-21C8-6FD26C132C72}"/>
              </a:ext>
            </a:extLst>
          </p:cNvPr>
          <p:cNvCxnSpPr>
            <a:cxnSpLocks/>
            <a:stCxn id="13" idx="4"/>
            <a:endCxn id="16" idx="1"/>
          </p:cNvCxnSpPr>
          <p:nvPr/>
        </p:nvCxnSpPr>
        <p:spPr>
          <a:xfrm flipV="1">
            <a:off x="4144529" y="3097495"/>
            <a:ext cx="25395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51BB7432-6936-A74E-04B9-C30ED17741EA}"/>
              </a:ext>
            </a:extLst>
          </p:cNvPr>
          <p:cNvCxnSpPr>
            <a:cxnSpLocks/>
            <a:stCxn id="16" idx="3"/>
            <a:endCxn id="15" idx="2"/>
          </p:cNvCxnSpPr>
          <p:nvPr/>
        </p:nvCxnSpPr>
        <p:spPr>
          <a:xfrm>
            <a:off x="6229975" y="3097495"/>
            <a:ext cx="260050" cy="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線コネクタ 224">
            <a:extLst>
              <a:ext uri="{FF2B5EF4-FFF2-40B4-BE49-F238E27FC236}">
                <a16:creationId xmlns:a16="http://schemas.microsoft.com/office/drawing/2014/main" id="{5D74816C-1E0B-7F36-0A62-EF5C0D6BE0A4}"/>
              </a:ext>
            </a:extLst>
          </p:cNvPr>
          <p:cNvCxnSpPr>
            <a:cxnSpLocks/>
          </p:cNvCxnSpPr>
          <p:nvPr/>
        </p:nvCxnSpPr>
        <p:spPr>
          <a:xfrm>
            <a:off x="958730" y="2435517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4276F9CA-3C50-2BF4-22BD-2FF43064F422}"/>
              </a:ext>
            </a:extLst>
          </p:cNvPr>
          <p:cNvSpPr/>
          <p:nvPr/>
        </p:nvSpPr>
        <p:spPr>
          <a:xfrm>
            <a:off x="924821" y="1301954"/>
            <a:ext cx="1719918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</a:t>
            </a:r>
            <a:r>
              <a:rPr lang="en-US" altLang="ja-JP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N</a:t>
            </a:r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日前日中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にマスタ連携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559C71E2-1565-87E6-518F-BECA4B78F749}"/>
              </a:ext>
            </a:extLst>
          </p:cNvPr>
          <p:cNvSpPr/>
          <p:nvPr/>
        </p:nvSpPr>
        <p:spPr>
          <a:xfrm>
            <a:off x="932345" y="2466738"/>
            <a:ext cx="1719918" cy="244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</a:t>
            </a:r>
            <a:r>
              <a:rPr lang="en-US" altLang="ja-JP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N</a:t>
            </a:r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日前夜間より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マスタ連携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86CB5363-C35C-39CD-D48F-86967194B95E}"/>
              </a:ext>
            </a:extLst>
          </p:cNvPr>
          <p:cNvSpPr/>
          <p:nvPr/>
        </p:nvSpPr>
        <p:spPr>
          <a:xfrm>
            <a:off x="2020727" y="1552099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10:</a:t>
            </a:r>
            <a:r>
              <a:rPr lang="en-US" altLang="ja-JP" sz="700" b="1">
                <a:solidFill>
                  <a:prstClr val="black"/>
                </a:solidFill>
                <a:latin typeface="Century Gothic" panose="020F0302020204030204"/>
                <a:ea typeface="メイリオ" panose="020B0604030504040204" pitchFamily="50" charset="-128"/>
              </a:rPr>
              <a:t>0</a:t>
            </a: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40" name="フローチャート: 磁気ディスク 239">
            <a:extLst>
              <a:ext uri="{FF2B5EF4-FFF2-40B4-BE49-F238E27FC236}">
                <a16:creationId xmlns:a16="http://schemas.microsoft.com/office/drawing/2014/main" id="{AC9B72B6-2551-910C-6A0E-53F7218C015C}"/>
              </a:ext>
            </a:extLst>
          </p:cNvPr>
          <p:cNvSpPr/>
          <p:nvPr/>
        </p:nvSpPr>
        <p:spPr>
          <a:xfrm>
            <a:off x="4690217" y="4071629"/>
            <a:ext cx="624012" cy="652306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41" name="フローチャート: 定義済み処理 240">
            <a:extLst>
              <a:ext uri="{FF2B5EF4-FFF2-40B4-BE49-F238E27FC236}">
                <a16:creationId xmlns:a16="http://schemas.microsoft.com/office/drawing/2014/main" id="{E47F0965-6E8A-D4F5-94A9-4333601D480C}"/>
              </a:ext>
            </a:extLst>
          </p:cNvPr>
          <p:cNvSpPr/>
          <p:nvPr/>
        </p:nvSpPr>
        <p:spPr>
          <a:xfrm>
            <a:off x="5704195" y="4081351"/>
            <a:ext cx="1882140" cy="65367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富士通サーバーマスタ取込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243" name="直線矢印コネクタ 242">
            <a:extLst>
              <a:ext uri="{FF2B5EF4-FFF2-40B4-BE49-F238E27FC236}">
                <a16:creationId xmlns:a16="http://schemas.microsoft.com/office/drawing/2014/main" id="{4E8125C5-E981-F0EB-E3A9-E6B8A6203D55}"/>
              </a:ext>
            </a:extLst>
          </p:cNvPr>
          <p:cNvCxnSpPr>
            <a:cxnSpLocks/>
            <a:stCxn id="247" idx="2"/>
            <a:endCxn id="44" idx="4"/>
          </p:cNvCxnSpPr>
          <p:nvPr/>
        </p:nvCxnSpPr>
        <p:spPr>
          <a:xfrm flipH="1" flipV="1">
            <a:off x="8471978" y="4408187"/>
            <a:ext cx="997437" cy="13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線コネクタ 244">
            <a:extLst>
              <a:ext uri="{FF2B5EF4-FFF2-40B4-BE49-F238E27FC236}">
                <a16:creationId xmlns:a16="http://schemas.microsoft.com/office/drawing/2014/main" id="{0DF0EFFC-95DE-A40C-3262-B298749CB488}"/>
              </a:ext>
            </a:extLst>
          </p:cNvPr>
          <p:cNvCxnSpPr>
            <a:cxnSpLocks/>
          </p:cNvCxnSpPr>
          <p:nvPr/>
        </p:nvCxnSpPr>
        <p:spPr>
          <a:xfrm>
            <a:off x="958729" y="3704571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フローチャート: 磁気ディスク 246">
            <a:extLst>
              <a:ext uri="{FF2B5EF4-FFF2-40B4-BE49-F238E27FC236}">
                <a16:creationId xmlns:a16="http://schemas.microsoft.com/office/drawing/2014/main" id="{7201E1BC-DD70-85C8-2EE6-29A4CB4A529E}"/>
              </a:ext>
            </a:extLst>
          </p:cNvPr>
          <p:cNvSpPr/>
          <p:nvPr/>
        </p:nvSpPr>
        <p:spPr>
          <a:xfrm>
            <a:off x="9469415" y="4071630"/>
            <a:ext cx="624012" cy="699338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53" name="直線矢印コネクタ 252">
            <a:extLst>
              <a:ext uri="{FF2B5EF4-FFF2-40B4-BE49-F238E27FC236}">
                <a16:creationId xmlns:a16="http://schemas.microsoft.com/office/drawing/2014/main" id="{7EEADA73-1C88-C577-91A9-94800DAC0974}"/>
              </a:ext>
            </a:extLst>
          </p:cNvPr>
          <p:cNvCxnSpPr>
            <a:cxnSpLocks/>
            <a:stCxn id="241" idx="1"/>
            <a:endCxn id="240" idx="4"/>
          </p:cNvCxnSpPr>
          <p:nvPr/>
        </p:nvCxnSpPr>
        <p:spPr>
          <a:xfrm flipH="1" flipV="1">
            <a:off x="5314229" y="4397782"/>
            <a:ext cx="389966" cy="10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フローチャート: 磁気ディスク 43">
            <a:extLst>
              <a:ext uri="{FF2B5EF4-FFF2-40B4-BE49-F238E27FC236}">
                <a16:creationId xmlns:a16="http://schemas.microsoft.com/office/drawing/2014/main" id="{0740C5CA-F957-F75A-2929-FE701138E463}"/>
              </a:ext>
            </a:extLst>
          </p:cNvPr>
          <p:cNvSpPr/>
          <p:nvPr/>
        </p:nvSpPr>
        <p:spPr>
          <a:xfrm>
            <a:off x="7847966" y="4081351"/>
            <a:ext cx="624012" cy="653672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EEB9B1D-593F-45B1-EA42-6AE81F6DDF07}"/>
              </a:ext>
            </a:extLst>
          </p:cNvPr>
          <p:cNvCxnSpPr>
            <a:cxnSpLocks/>
            <a:stCxn id="44" idx="2"/>
            <a:endCxn id="241" idx="3"/>
          </p:cNvCxnSpPr>
          <p:nvPr/>
        </p:nvCxnSpPr>
        <p:spPr>
          <a:xfrm flipH="1">
            <a:off x="7586335" y="4408187"/>
            <a:ext cx="26163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9512983F-D327-5B29-29D1-B148A8700F13}"/>
              </a:ext>
            </a:extLst>
          </p:cNvPr>
          <p:cNvCxnSpPr>
            <a:cxnSpLocks/>
          </p:cNvCxnSpPr>
          <p:nvPr/>
        </p:nvCxnSpPr>
        <p:spPr>
          <a:xfrm>
            <a:off x="932345" y="5080101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フローチャート: 磁気ディスク 85">
            <a:extLst>
              <a:ext uri="{FF2B5EF4-FFF2-40B4-BE49-F238E27FC236}">
                <a16:creationId xmlns:a16="http://schemas.microsoft.com/office/drawing/2014/main" id="{3B526034-D07E-34AD-AF54-FC830545B7D3}"/>
              </a:ext>
            </a:extLst>
          </p:cNvPr>
          <p:cNvSpPr/>
          <p:nvPr/>
        </p:nvSpPr>
        <p:spPr>
          <a:xfrm>
            <a:off x="1478651" y="5447159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切替店</a:t>
            </a:r>
            <a:endParaRPr lang="en-US" altLang="ja-JP" sz="800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08D1EEE8-90FF-CB7F-1119-09B0FC0451EA}"/>
              </a:ext>
            </a:extLst>
          </p:cNvPr>
          <p:cNvSpPr/>
          <p:nvPr/>
        </p:nvSpPr>
        <p:spPr>
          <a:xfrm>
            <a:off x="1964400" y="5610459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＜切替店＞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予算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8" name="フローチャート: 磁気ディスク 87">
            <a:extLst>
              <a:ext uri="{FF2B5EF4-FFF2-40B4-BE49-F238E27FC236}">
                <a16:creationId xmlns:a16="http://schemas.microsoft.com/office/drawing/2014/main" id="{C29B4294-09E1-EF50-F618-D3E29C5D0AB5}"/>
              </a:ext>
            </a:extLst>
          </p:cNvPr>
          <p:cNvSpPr/>
          <p:nvPr/>
        </p:nvSpPr>
        <p:spPr>
          <a:xfrm>
            <a:off x="3510617" y="5431642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B81C05D5-690E-E384-D3C5-2C866E91CDAE}"/>
              </a:ext>
            </a:extLst>
          </p:cNvPr>
          <p:cNvCxnSpPr>
            <a:cxnSpLocks/>
            <a:endCxn id="88" idx="2"/>
          </p:cNvCxnSpPr>
          <p:nvPr/>
        </p:nvCxnSpPr>
        <p:spPr>
          <a:xfrm>
            <a:off x="2092763" y="5744344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フローチャート: 磁気ディスク 89">
            <a:extLst>
              <a:ext uri="{FF2B5EF4-FFF2-40B4-BE49-F238E27FC236}">
                <a16:creationId xmlns:a16="http://schemas.microsoft.com/office/drawing/2014/main" id="{E5D74A48-D2F5-B2D9-91D3-2E54882E2ED2}"/>
              </a:ext>
            </a:extLst>
          </p:cNvPr>
          <p:cNvSpPr/>
          <p:nvPr/>
        </p:nvSpPr>
        <p:spPr>
          <a:xfrm>
            <a:off x="6470225" y="5446194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91" name="フローチャート: 定義済み処理 90">
            <a:extLst>
              <a:ext uri="{FF2B5EF4-FFF2-40B4-BE49-F238E27FC236}">
                <a16:creationId xmlns:a16="http://schemas.microsoft.com/office/drawing/2014/main" id="{47A02F19-67DB-F72C-FC53-71BC0892AD6D}"/>
              </a:ext>
            </a:extLst>
          </p:cNvPr>
          <p:cNvSpPr/>
          <p:nvPr/>
        </p:nvSpPr>
        <p:spPr>
          <a:xfrm>
            <a:off x="4378683" y="5439512"/>
            <a:ext cx="1831492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56EFBB92-97EF-DBA0-2236-F28610665614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4124729" y="5752214"/>
            <a:ext cx="25395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C0C339BD-AC16-0E99-9A11-17A207C80A5E}"/>
              </a:ext>
            </a:extLst>
          </p:cNvPr>
          <p:cNvCxnSpPr>
            <a:cxnSpLocks/>
            <a:stCxn id="91" idx="3"/>
            <a:endCxn id="90" idx="2"/>
          </p:cNvCxnSpPr>
          <p:nvPr/>
        </p:nvCxnSpPr>
        <p:spPr>
          <a:xfrm>
            <a:off x="6210175" y="5752214"/>
            <a:ext cx="260050" cy="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CC42DA51-63D6-25DC-FF8D-1FFCF5E559D3}"/>
              </a:ext>
            </a:extLst>
          </p:cNvPr>
          <p:cNvSpPr/>
          <p:nvPr/>
        </p:nvSpPr>
        <p:spPr>
          <a:xfrm>
            <a:off x="7951765" y="1481528"/>
            <a:ext cx="2911170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サーバーマスタ取込内容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連携の切替店全件マスタ取込を行う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※</a:t>
            </a: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日中処理可能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36FD9172-06C9-0C94-F71D-A4AD6A87EBA4}"/>
              </a:ext>
            </a:extLst>
          </p:cNvPr>
          <p:cNvSpPr/>
          <p:nvPr/>
        </p:nvSpPr>
        <p:spPr>
          <a:xfrm>
            <a:off x="7951765" y="2631738"/>
            <a:ext cx="2911170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サーバーマスタ取込内容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連携の全店差分マスタより切替店マスタ取込を行う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636CFDC0-0CDA-046E-29BC-DA94E2B7458B}"/>
              </a:ext>
            </a:extLst>
          </p:cNvPr>
          <p:cNvSpPr/>
          <p:nvPr/>
        </p:nvSpPr>
        <p:spPr>
          <a:xfrm>
            <a:off x="7951765" y="5230541"/>
            <a:ext cx="2911170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サーバーマスタ取込内容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前月末に受信した予算マスタ取込を行う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5AF6637-17A0-3E2D-5796-D10BA4722495}"/>
              </a:ext>
            </a:extLst>
          </p:cNvPr>
          <p:cNvSpPr/>
          <p:nvPr/>
        </p:nvSpPr>
        <p:spPr>
          <a:xfrm>
            <a:off x="230264" y="1125132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①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C479463-C342-7C1E-3036-286852B39027}"/>
              </a:ext>
            </a:extLst>
          </p:cNvPr>
          <p:cNvSpPr/>
          <p:nvPr/>
        </p:nvSpPr>
        <p:spPr>
          <a:xfrm>
            <a:off x="230264" y="2350929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②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BCE4F0E-A086-6D3F-C437-94E1D953BE38}"/>
              </a:ext>
            </a:extLst>
          </p:cNvPr>
          <p:cNvSpPr/>
          <p:nvPr/>
        </p:nvSpPr>
        <p:spPr>
          <a:xfrm>
            <a:off x="230264" y="3553116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③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4A4AA7-D298-0B04-3851-6A9E8F07851A}"/>
              </a:ext>
            </a:extLst>
          </p:cNvPr>
          <p:cNvSpPr/>
          <p:nvPr/>
        </p:nvSpPr>
        <p:spPr>
          <a:xfrm>
            <a:off x="230264" y="4991370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④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395E880-FA15-74DD-6884-C32FA0F37269}"/>
              </a:ext>
            </a:extLst>
          </p:cNvPr>
          <p:cNvSpPr/>
          <p:nvPr/>
        </p:nvSpPr>
        <p:spPr>
          <a:xfrm>
            <a:off x="998040" y="4078260"/>
            <a:ext cx="3308446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富士通サーバーマスタ取込内容：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・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全件マスタ取込を行う（プロモーション・特売・ミックスマッチ）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※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全件削除　全件新規登録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・定番売価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取込を行う（商品マスタ）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※</a:t>
            </a: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ヴィンクス社ストコンより富士通サーバー連携時間確認要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F2F32904-5B53-F6A0-1B76-C95EBA71C7DC}"/>
              </a:ext>
            </a:extLst>
          </p:cNvPr>
          <p:cNvSpPr/>
          <p:nvPr/>
        </p:nvSpPr>
        <p:spPr>
          <a:xfrm>
            <a:off x="10141877" y="3790352"/>
            <a:ext cx="1719918" cy="1030452"/>
          </a:xfrm>
          <a:prstGeom prst="wedgeRoundRectCallout">
            <a:avLst>
              <a:gd name="adj1" fmla="val -56449"/>
              <a:gd name="adj2" fmla="val 37055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00" b="1">
                <a:solidFill>
                  <a:srgbClr val="FF0000"/>
                </a:solidFill>
              </a:rPr>
              <a:t>＜マスタ</a:t>
            </a:r>
            <a:r>
              <a:rPr kumimoji="1" lang="en-US" altLang="ja-JP" sz="800" b="1">
                <a:solidFill>
                  <a:srgbClr val="FF0000"/>
                </a:solidFill>
              </a:rPr>
              <a:t>C</a:t>
            </a:r>
            <a:r>
              <a:rPr kumimoji="1" lang="ja-JP" altLang="en-US" sz="800" b="1">
                <a:solidFill>
                  <a:srgbClr val="FF0000"/>
                </a:solidFill>
              </a:rPr>
              <a:t>ＳＶ出力追加依頼＞</a:t>
            </a:r>
            <a:endParaRPr kumimoji="1" lang="en-US" altLang="ja-JP" sz="800" b="1">
              <a:solidFill>
                <a:srgbClr val="FF0000"/>
              </a:solidFill>
            </a:endParaRPr>
          </a:p>
          <a:p>
            <a:r>
              <a:rPr lang="ja-JP" altLang="en-US" sz="800" b="1">
                <a:solidFill>
                  <a:srgbClr val="FF0000"/>
                </a:solidFill>
              </a:rPr>
              <a:t>特売マスタ（あり）</a:t>
            </a:r>
            <a:endParaRPr lang="en-US" altLang="ja-JP" sz="800" b="1">
              <a:solidFill>
                <a:srgbClr val="FF0000"/>
              </a:solidFill>
            </a:endParaRPr>
          </a:p>
          <a:p>
            <a:r>
              <a:rPr kumimoji="1" lang="ja-JP" altLang="en-US" sz="800" b="1">
                <a:solidFill>
                  <a:srgbClr val="FF0000"/>
                </a:solidFill>
              </a:rPr>
              <a:t>ミックスマッチマスタ</a:t>
            </a:r>
            <a:endParaRPr kumimoji="1" lang="en-US" altLang="ja-JP" sz="800" b="1">
              <a:solidFill>
                <a:srgbClr val="FF0000"/>
              </a:solidFill>
            </a:endParaRPr>
          </a:p>
          <a:p>
            <a:r>
              <a:rPr lang="ja-JP" altLang="en-US" sz="800" b="1">
                <a:solidFill>
                  <a:srgbClr val="FF0000"/>
                </a:solidFill>
              </a:rPr>
              <a:t>プロモーションマスタ</a:t>
            </a:r>
            <a:endParaRPr lang="en-US" altLang="ja-JP" sz="800" b="1">
              <a:solidFill>
                <a:srgbClr val="FF0000"/>
              </a:solidFill>
            </a:endParaRPr>
          </a:p>
          <a:p>
            <a:r>
              <a:rPr kumimoji="1" lang="en-US" altLang="ja-JP" sz="800" b="1">
                <a:solidFill>
                  <a:srgbClr val="FF0000"/>
                </a:solidFill>
              </a:rPr>
              <a:t>※ </a:t>
            </a:r>
            <a:r>
              <a:rPr kumimoji="1" lang="ja-JP" altLang="en-US" sz="800" b="1">
                <a:solidFill>
                  <a:srgbClr val="FF0000"/>
                </a:solidFill>
              </a:rPr>
              <a:t>その他マスタ確認要</a:t>
            </a:r>
            <a:endParaRPr kumimoji="1" lang="en-US" altLang="ja-JP" sz="800" b="1">
              <a:solidFill>
                <a:srgbClr val="FF0000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506379F-9482-3416-7B57-D2546CAEDF67}"/>
              </a:ext>
            </a:extLst>
          </p:cNvPr>
          <p:cNvSpPr/>
          <p:nvPr/>
        </p:nvSpPr>
        <p:spPr>
          <a:xfrm>
            <a:off x="932345" y="5124774"/>
            <a:ext cx="2274516" cy="244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切替後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マスタ連携（前月末日５営業日前分）</a:t>
            </a:r>
            <a:endParaRPr kumimoji="1" lang="en-US" altLang="ja-JP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r>
              <a:rPr lang="en-US" altLang="ja-JP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※</a:t>
            </a:r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切替日によっては事前処理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9C7285D-28F3-713C-AC97-85140DC3CB89}"/>
              </a:ext>
            </a:extLst>
          </p:cNvPr>
          <p:cNvSpPr/>
          <p:nvPr/>
        </p:nvSpPr>
        <p:spPr>
          <a:xfrm>
            <a:off x="8520426" y="4361743"/>
            <a:ext cx="1120723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＜切替店全件マスタ＞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プロモーション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特売マスタ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ミックスマッチ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商品マスタ（売価更新のみ）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963D13A-3ABA-EC64-FF53-7923A0C8250D}"/>
              </a:ext>
            </a:extLst>
          </p:cNvPr>
          <p:cNvSpPr/>
          <p:nvPr/>
        </p:nvSpPr>
        <p:spPr>
          <a:xfrm>
            <a:off x="2092228" y="3019316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＜全店差分マスタ＞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商品マスタ　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P001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　</a:t>
            </a: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P003(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全件</a:t>
            </a: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プロモーション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階層マスタ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E3AC1A82-31CD-637B-3E54-7E11AA2B3444}"/>
              </a:ext>
            </a:extLst>
          </p:cNvPr>
          <p:cNvSpPr/>
          <p:nvPr/>
        </p:nvSpPr>
        <p:spPr>
          <a:xfrm>
            <a:off x="932345" y="3704538"/>
            <a:ext cx="1719918" cy="244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マスタ連携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667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151636" y="134128"/>
            <a:ext cx="4450844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新サーバ切替時マスタコンバート課題</a:t>
            </a: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124FE10-05F1-F7A3-EB03-93BCFA57A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127562"/>
              </p:ext>
            </p:extLst>
          </p:nvPr>
        </p:nvGraphicFramePr>
        <p:xfrm>
          <a:off x="301841" y="1029968"/>
          <a:ext cx="10777491" cy="315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01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2222479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8265111">
                  <a:extLst>
                    <a:ext uri="{9D8B030D-6E8A-4147-A177-3AD203B41FA5}">
                      <a16:colId xmlns:a16="http://schemas.microsoft.com/office/drawing/2014/main" val="387927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　　　項　　　　　　　　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　　　　　　　　　　　　　　　　　　詳　　　　　　　　　　　　　　　　　　　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356554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コンバート単位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全店一括コンバート／複数店同時コンバート</a:t>
                      </a:r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／個別</a:t>
                      </a:r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　 </a:t>
                      </a:r>
                      <a:r>
                        <a:rPr lang="ja-JP" altLang="en-US" sz="1200" b="1">
                          <a:solidFill>
                            <a:prstClr val="black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　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※ </a:t>
                      </a:r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マスタ作成取込時間、マスタ容量確認</a:t>
                      </a:r>
                      <a:endParaRPr kumimoji="1" lang="en-US" altLang="ja-JP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富士通特売マスタコンバート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solidFill>
                            <a:prstClr val="black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特売マスタには商品コードを持っていない。</a:t>
                      </a:r>
                      <a:endParaRPr lang="en-US" altLang="ja-JP" sz="1200" b="1">
                        <a:solidFill>
                          <a:prstClr val="black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r>
                        <a:rPr lang="ja-JP" altLang="en-US" sz="1200" b="1">
                          <a:solidFill>
                            <a:prstClr val="black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特売マスタ</a:t>
                      </a:r>
                      <a:r>
                        <a:rPr lang="en-US" altLang="ja-JP" sz="1200" b="1">
                          <a:solidFill>
                            <a:prstClr val="black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PLU</a:t>
                      </a:r>
                      <a:r>
                        <a:rPr lang="ja-JP" altLang="en-US" sz="1200" b="1">
                          <a:solidFill>
                            <a:prstClr val="black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を元に商品マスタより商品コードを付加可否。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コンバート手順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レジ導入時（店舗全レジでない場合／全レジの場合）</a:t>
                      </a:r>
                      <a:endParaRPr kumimoji="1" lang="en-US" altLang="ja-JP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r>
                        <a:rPr kumimoji="1" lang="en-US" altLang="ja-JP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※</a:t>
                      </a:r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全レジでない場合はデータ参照のみ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62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4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所要時間計測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OC</a:t>
                      </a:r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連携取込／富士通サーバー抽出＆取込時間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44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510921"/>
                  </a:ext>
                </a:extLst>
              </a:tr>
              <a:tr h="27788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393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391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55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30EB95-E877-4CF1-B2C9-BE9437374814}"/>
              </a:ext>
            </a:extLst>
          </p:cNvPr>
          <p:cNvSpPr txBox="1"/>
          <p:nvPr/>
        </p:nvSpPr>
        <p:spPr>
          <a:xfrm>
            <a:off x="162802" y="214739"/>
            <a:ext cx="10163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１．システム全体図</a:t>
            </a:r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6" name="AutoShape 4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3714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7" name="AutoShape 6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5238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10" name="AutoShape 9" descr="data:image/jpg;base64,%20/9j/4AAQSkZJRgABAQEAYABgAAD/2wBDAAUDBAQEAwUEBAQFBQUGBwwIBwcHBw8LCwkMEQ8SEhEPERETFhwXExQaFRERGCEYGh0dHx8fExciJCIeJBweHx7/2wBDAQUFBQcGBw4ICA4eFBEUHh4eHh4eHh4eHh4eHh4eHh4eHh4eHh4eHh4eHh4eHh4eHh4eHh4eHh4eHh4eHh4eHh7/wAARCADUASc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iLbwfc/EL4tfEz7V4g1uKbTtavniSCdm3RrcMu0DPAC9PYYrPg+HEV5pGuatp/iPW5bXS5I1UvdsrTKzBS2O23cmf96u1+HFt40g+JnxQ1Xwp4fbUS/ia/tmmEm3yj9oZuPmGen5V0a2fjfTrm8jHgW1tob2Odbm0a8Co5lIJbBk4I2jFeTXqTVRpN/ifZZfQw7w8ZSjBuy3cb763vrr0OI1v4LW+j2l7Le+K/ESvaLG2BK22VXdVDo2cFfm4PtT9K+CdpqqWNzY+Mtdaznkuo5pJJmVoWhGV4zzv7V2lxJ48ntH0+XwnaPp7K3+jNfKQpMgcbT5mQAVGF6YpuhN490i3it4PCto8SuZJVa9TErnzOTiTj/Wngei+lZqvPm62+Zu8HQ9m/wCHzX7wta35nkHi3wNaaLe2lvB4h165W4sorrc10yFRIuQuMnpWMfD0YH/IX1v/AMDmr1jxP4Y8Ya5d21wfDkVr9ntY7VVjvI2BWMYBO5+uKyf+Fe+MD/zCP/JqH/4uuadXE8z5W7fM9jD4XKfZL2ihzddYnF2Xgk3FtHP/AMJBrC7xnH2pjj9amPgM/wDQxaz/AOBLf416Vpvg3X4LGGGXTZxIi4bbLARn/v5Vg+E9c/6Btx/38g/+OVp7XE+ZyLD5T1UfwPK/+EGP2iaL/hItYxEwXP2lucgH196d/wAIH/1Mes/+BLf416cnhHXvtVzI2mTgSOCuJYM4Cgc/vKl/4RPXP+gbc/8Af2D/AOOU3UxPRsmOHyq3vKN/keVP4GKzxxf8JFrJ3xGTP2luPmIx19qd/wAIGf8AoYtY/wDAlv8AGvTpPCOvNeRSf2ZPsSEof3sGc7yf+enoak/4RPXP+gbcf9/IP/jlDqYnuwjh8q6qP4Hlc3gYxxo3/CRawd0qx/8AHy3GQxz1/wBmnf8ACBt/0MWsf+BLf416dc+EdeeOJU0uc7Z1kbMsHQKw/wCenuKl/wCET1z/AKBtx/39g/8AjlHtMTbd/iCw+VXd1H8DyqbwKY7eab/hItZPlxPJj7S3O1Scdfanf8IGf+hj1n/wJb/GvT7rwjr0lncRpps5eSF41zLABllIH/LT3p48J65/0Dbj/v7B/wDHKPa4m27/ABD6vlV9o2+R5cngIs4X/hI9Z5OP+Plv8ajh8D+Ypb/hItYGHZf+PluzEevtXq6+E9cDhv7NueCP+WkH/wAcqC18Ia9HGVfTJwxkduJYD1Ykf8tPej2mJtu/xD6vlXNtG3yPMv8AhAz/ANDFrP8A4Et/jTf+EGP2iSL/AISLWMIqnP2lucjPrXqn/CJ65/0Dbj/v5B/8cqMeEde+1TSHS5wrBAv72DPA/wCulCqYju/xB4fKrqyj+H+Z5j/wgZ/6GLWP/Alv8abJ4G2yQp/wkWsnzAxz9pbjGPf3r1T/AIRPXP8AoG3H/fyD/wCOVHL4Q19ri3ZdMn2xq4b97B1OMf8ALT2oVXE93+IPD5VpZR/A8x/4QM/9DFrP/gS3+NNm8DeXAZP+Ei1k/Oi4+0t/EcZ616p/wieuf9A24/7+Qf8Axyo7nwjrz2/lrpk+fNjY5lg6Bsn/AJaUKpib6t/iEsPlVnZRv8jzH/hAz/0Mes/+BLf40f8ACB/K7HxFrOFRm/4+W5wCfX2r1L/hE9c/6Btx/wB/YP8A47SP4S17ypAumXBZo2UZlg6kED/lpR7TE93+I5YfKbaKP4HlkXgUvEj/APCRawNyg4+0t/jTh4DOcf8ACR6z/wCBLf416fB4R15II1bTbjIUA4kg9P8ArpUg8J65uB/s24/7+Qf/AByj2mJvuwWHym20fwKvwr/Z8i8WaZe6nf8AirXrSzt5GjDx3TMzleuB+Fbafs++AXHy/EbxdxjI+bjoTn6Blz6bh612Xwn8Ra94V0rUtE1bwxe3FjcTPJBLa3cCyJv6ggyD8weK3U17Q0eORPB3idXjK7WF/b5+UKBn99zwiZ9di+lenQqRcFzN3+Z8lj6M1iJezUeXpbltY8+h/Zp8Gy2a3a/ELxWIjJ5fzOwIbcEwR2+ZgPxqWX9mHwjHatct8QvFPlI8iMfNPBQkNx7EEV6VZ+MtOtbE2a+DvEUkWVP727tmYbX3jkzZ+8M1MfHViY7iM+DNdKTh94Nxa/xsWbH77jJP6CteeHf8zj9lW7L/AMlPKrf9mjwZcLK0XxF8UFYpWidvNOAVGSfoPWjRv2afBOsIkmmfEnxLcxu7xq6THbuXORn1wCa9Kj8VaNEk6Q+CdfiWd2eTZdWwzuGCv+u4BHanaH4t0nRmBsfBevxqHaTZ9ptdu9sgtjzsZwcUc8O/5h7Kt2X/AJKeaX/7M/g6xvFtLj4ieKVmMiR7RITgtjBPtyOfcUal+zP4N091S6+InilHYoFXzCSd5wuPxr1DUvGel6heJd3PgnXmmV0cMLm2HK4IBxNyMgcewp194qsNckSOXwF4huXTaVEc9sWAU5HSajnp9/zD2Vbsv/JT5E/ab+GmofCK4sm0/wASaxdQ3jZgna7cHGG3KQO/A/A0V1v7ct74s17TtO1jVfDN1oujWtyttaieRGZnZXYltpOCQvT0FFOi7p27hjIuMoppXsr2t+nU9l/Zg41f4rHuPG9//wCjGr1vwLpOmS+F7K6m0+1lnnQyTSyQqzyOScsSRkmvI/2Yf+Qt8V/+x3v/AP0Y1e0+Af8AkTtM/wCuA/mapfEzml8KL/8AY+k/9Aux/wDAdf8ACj+x9J/6Bdj/AOA6/wCFXaKsgpf2PpP/AEC7H/wHX/Ck/sjSf+gXY/8AgOv+FXicCvDfHHxV8S6X8SdW0jS49On0bSrWGa8uPIdhbsZMMJGyD0wCYw+3rjgigD2T+x9I/wCgXY/+A6f4Uf2RpH/QLsf/AAHT/CvBdc+K3jqD4lroCW6ppu+WRfI06XzmjjkA6sjAgjqQv4isbxt8cfHuk6pqkVjZ24trPWJVBOlTTM1rEkLOo5jwQHJJI53DDADJAPpP+x9I/wCgXY/+A6f4Uf2PpH/QLsf/AAHT/CvJY/iR4xtvHYs9U0u1ttBmks7eO6ezmUCaVNzLu/vc7ccgHAJqv4c+LXiTVNZt7yS10ZdCvLmxt4LeMObpTd7ymX3bWZE8t3UKMB8Z4yQD2L+x9I/6Bdj/AOA6f4Uf2PpH/QLsf/AdP8K8t0Hxt4q1HxR4s8Pw6/4d1CXSbJZbWW00qQM025t6CMznzgoAUlWX5zjjFO+HXxD8R6la6rrepINd0G3dLa1l0jQp4rmS4/5ajyTI7bU4Uk4+bI7UAeof2PpH/QLsf/AdP8KP7H0j/oF2P/gOn+FcB43+IOpQ+F7LVtC0PWYLg63Z2T2t/YG2luI5HAZYxLgcjgNkYPeq3jzxh4qstEt/EWg3+mWdvcSxW0Gj6ppEovZbgybGQN5ygd+iMPlJyQaAPSP7H0j/AKBdj/4Dp/hR/Y+kf9Aux/8AAdP8K89h+Imtap8RNQ8Dabo0VpPa6dLM+ozSpNDFMCAuVRwSORlchhuGcVQ8T/E7XYvC9zBoOm6be+ILK5tbS7kjuz9hWeWUKY45ChLvt5K4G0NySRyAeo/2PpH/AEC7H/wHT/Cj+x9I/wCgXY/+A6f4V4zZ/FXxrrul2QsfC11Y3N7fOIZra1N3GLYQGQHLFEY7/wB2SWQdxjIFen/D/wAUWPibw9a3UeoW9xdtCGuI0j8plYMUbMZZio3Kw6kccE0Aa/8AZGkf9Aux/wDAdP8ACj+x9I/6Bdj/AOA6f4V5ZpnjrxBrHjGCwW8gs9HvNQ1S1sbmK3DtMbUx7FG7IO7FweOuwYrrbTxrLq7Pp+k6D4g0++kjbyLjVdFnjtUYDjex28e2RmgDpv7H0n/oF2P/AIDr/hQdH0j/AKBdj/4Dp/hXn2i+O/EuneJfEGi+K7K31VtNt7OaJ/Dumzu7CczAhoy7nA8ocj1pvj74g6xD4Y0/VPDeiatBdya1b2RtdRsDbyTq4YkKJSvoOcjpjI60Aeh/2PpH/QLsf/AdP8KP7H0j/oF2P/gOn+FeIeNPi7400zxZ4a03StC8+HUUPnxz6ZJDIJDIY1jPmSKFAO3LDIBxyQwFdVrnjXXtL+K2g+HJNZ8Pi01Is9zZNauJ7RBGSFM/m7C7OMKuwZAY9qAPRf7H0j/oF2P/AIDp/hR/Y+k/9Aux/wDAdP8ACvFfC3xe8Sav8Rtc0mKx02+s4LdHsrfTkuLl2YrJged5aRqCyjJcgDoCa6Pw58QvE3inw1Jq1joNjowsxBLK+qXP7i6RkLSIsif6sqMHd847EdcAHo/9j6R/0C7H/wAB0/wo/sfSP+gXY/8AgOn+Fee6N8ULbVPFkkqM1t4Zg0O51Dz54sGfyp1TzYz1MZG7HrwcdKVPFPjnUPiMmi6RceGm0hrGPU2aexuFuFt5HKxoP3oDSEK/O0BcDg5xQB6D/Y+kf9Aux/8AAdP8KP7I0j/oF2P/AH4T/CvH/EXxI8Un4f6h4n0y70iyuDraWMFjcxbpLSNXw6zZZQJCqsxzwq4we9R+LPH3xM0fQdPNno+m32t6n5k0FkpZnaKIozGJYRKrIVcLl3BBI65oA9l/sjSf+gXY/wDgOv8AhR/Y+k/9Aux/8B1/wrzaH4mawE1q1v7HS7HWLbSorzT7FpJSbiVoXlZCWCtgBMfdGDnNd14U8UaR4isreSxvbd7mS1iuZbVZQZYVkUMNy9R1HWgC/wD2PpP/AEC7H/wHX/Cj+x9J/wCgXY/+A6/4VdooApf2PpP/AEC7H/wHX/CsLx1pOmReGbu6h0+1hngCyQyxxKrxsGGCCBkGuqrC8ff8ifqP/XIf+hCk9gR87f8ABQT/AJIpph7/ANvQf+iJ6KT/AIKB/wDJE9M/7D0H/oieipp7FT3Oi/Zh/wCQr8V/+x2v/wD0Y1e0+Af+RO0z/rgP5mvF/wBl/wD5C/xWHb/hN7//ANGNXqehX2raLpkOlyaHcXgtgUSe3niCyLk4OHZSDjqP1pJpSZTTcUdjRXOf8JFqH/Qr6l/3/t//AI5R/wAJFqH/AEK+pf8Af+3/APjlVzLuRys6M1yuofDvwVqGrz6teeHrSa9uJY5Z5TuHmsn3SwBwevQjB75qf/hItQ/6FfUv+/8Ab/8Axyj/AISLUP8AoV9S/wC/9v8A/HKOZdw5WX18P6OviVvEgslOrNbi2NyXYkR5ztAJwOfQc1Su/BPhO7sLixutBs5ra4ujeTRumQ8xIy5754H4DHSm/wDCRah/0K+pf9/7f/45R/wkWof9CvqX/f8At/8A45RzLuHKya68IeG7vxHB4iutLjn1OADyZZHZhGQMAqhO0EAnkDNVrXwB4LtL8X9r4Z02C5VXVXihC7d+d5AHAJycsOe2af8A8JFqH/Qr6l/3/t//AI5R/wAJFqH/AEK+pf8Af+3/APjlHMu4crLtj4Z8P2J082ekWdudNjeOyMcYBgV8bgv1wM+tWtN0rTtNku5LCzitmvJzcXBjXHmSEAFz7kAVkf8ACRah/wBCvqX/AH/t/wD45R/wkWof9CvqX/f+3/8AjlHMu4crNbVtK0/Vo4I9QtkuEt7iO5iDE/LKhyjDHcGq0/hrQbjxFF4iuNLtptWhi8qG6kXc8S88Lnhep5HNUv8AhItQ/wChX1L/AL/2/wD8co/4SLUP+hX1L/v/AG//AMco5l3DlZP/AMIh4Z8uSMaLZqktvLbSKqYV45G3SKQOu48k9ajufBXhS40W20WTQbJdNtn3wWscflxxtgjcAuOeTz+NM/4SLUP+hX1L/v8A2/8A8co/4SLUP+hX1L/v/b//AByjmXcOVkl/4N8O3nhy18Oy2DR6VahVhtoLiSFVVQQFyjAkYPQnBqxpvhjw/pskEmn6TaWjwWv2OJoowpWHOdnHbPNU/wDhItQ/6FfUv+/9v/8AHKP+Ei1D/oV9S/7/ANv/APHKOZdw5WXYvDWgQ2WnWUek2iW+mSLLYxiMYt3AIDL6Hk8+5q7qdjaalp82n30Kz2s6FJY2zhlPbisX/hItQ/6FfUv+/wDb/wDxyj/hItQ/6FfUv+/9v/8AHKOZdw5WS+FfB3hnwrJcyeH9Ht9Pe6Cido8kyBc7ckk9Nx/OtHVtK0/VVtl1C1S4FrcJcwbifklXO1hjuMmsn/hItQ/6FfUv+/8Ab/8Axyj/AISLUP8AoV9S/wC/9v8A/HKOZdw5WWvEXhXw/wCIXgk1nS4LySAERSNkOgOMgMCDg4HHTgUxPCHhlLWe2GiWflXFwl1MDHkySoQUck8kqVGD2xUH/CRah/0K+pf9/wC3/wDjlH/CRah/0K+pf9/7f/45RzLuHKzWh0rT4dXuNWitlW+uIkhmmBO50QkqD243N+dULrwh4Zu9GttGu9EsrnTrWTzIbWaPfGjc87Wz6n86g/4SLUP+hX1L/v8A2/8A8co/4SLUP+hX1L/v/b//AByjmXcOVj9f8F+FdfuLKfWNEtLuSxGLYupARcg7cDAK5AO05HA4qxqfhjQdS1ew1e802KS/08/6LcAlXjGc7cqRlc87Tke1VP8AhItQ/wChX1L/AL/2/wD8co/4SLUP+hX1L/v/AG//AMco5l3DlZJqHgzwtqF9PfXuiWk9xcMHmZl4kYIUBYdCdrEZI6Gsxvhf4EbTIdNbQIzbwTNND/pEu+N2UK21925QQqjAOOBxV/8A4SLUP+hX1L/v/b//AByj/hItQ/6FfUv+/wDb/wDxyjmXcOVlq28K+Hbe/tNQi0i1+2WdqbS3uGTdJHCeqBjzg471PY6Fo9jqdxqVnp8EF5cKFllRcFgAAB+i9PQegrO/4SLUP+hX1L/v/b//AByj/hItQ/6FfUv+/wDb/wDxyjmXcOVnR0Vzn/CRah/0K+pf9/7f/wCOUf8ACRah/wBCvqX/AH/t/wD45RzLuHKzo6wvH/8AyJ+o/wDXIf8AoQqH/hItQ/6FfUv+/wDb/wDxyqOu3uq61psulx6HcWYuMK89xPEVRcgk4RmJPHA/WhyQ1FnhX/BQP/kiemf9h6D/ANET0Uv/AAUF/wCSKaaO39vQf+iJ6KVPYc9zov2Xv+Qx8Vv+x3v/AP0Y1e1V4r+y9/yGPit/2O9//wCjGr2rH+cVlPc0jsFFGP8AOKMf5xUjCijH+cUUAFFTrayMoYbcGl+xy/7P51XKxcyK9FWPsc3t+dH2OX2o5WHMivRVj7HN7fnSfZJv9n86OVhzIgoqx9kl/wBn86Pskv8As/nRysOZFeip/sk3+z+dL9jl9qOVhzIr0VY+xze350fY5vb86OVhzIr0VY+xy+1J9kl/2fzo5WHMiCip/skv+z+dL9kl/wBn86OVhzIr0VY+xze350fY5vb86OVhzIr0VY+xy+1H2Ob2/OjlYcyK9FWPskv+z+dH2SX/AGfzo5WHMivRU/2Sb/Z/Ol+xze350crDmRXoqZ7WVVLHbge9Q4/zik00NO4UUY/zijH+cUgCijH+cUY/zigD5z/4KDf8kV03/sPQ/wDoieij/goN/wAkV03/ALD0P/oieit6exlPc6L9l7/kMfFb/sd7/wD9GNXtWK8V/Ze/5DHxW/7He/8A/RjV7VWU9y47BijFFFSUGKCKKKANaH/VL9BT6ZB/q1+gp9dKMAooopiCiiigA/Gkz71jeONcXw34V1DWmQSG1hLIh43ueFH4sRXzKfHHxKttS/taHxJJcuzbntiNsY77RG3GMfQ+9AH1p+NFeHeDvj/Yzstp4s02TT5xgNPbqXjz6sh+Zfw3V7Doet6Trlkt5pOo219Aw4eGQMPxx0oA0KQ0tI3SgCv9sg+2/Y/NXz9nmbO+3OM1YriPGNrcaXr9p4qtWeSKLEV3HnOI/UfnXa28iTQpLGwZHAZSO4NY06jlKUWtV+R01qChCFSLun+DW6H0UUVscwUUUUAFFFFABRRRQAUUUUAMn/1L/Q1k4rWn/wBS30NZNZVDWmGKMUUVkWGKMUUUAfOf/BQb/kium/8AYeh/9ET0Uf8ABQb/AJIrpv8A2Hof/RE9Fb09jKe50X7L3/IY+K3/AGO9/wD+jGr2rNeK/sv/APIY+K3/AGO9/wD+jGr2r8DWU9y47BmjNH4Gj8DUlBmg9KPwNJ+dAGvB/ql+gp9Mg/1S/QU+ulHOwoPSisbxRqUtlBFbWe37bdsUhzyEGMs59gP1wKG0ldjSu7Fy+1bTbFwt5fW8DnojyAMfw61W/wCEj0P/AKCUA+pNYtjp9tap8qb5GOZJXGXkbuSfWm3t3HbPtMa9OpIFcc8Yo620OuOEcupj/G3WNOuvh7NDaX1vcedcwxsI5AxHzbuQP92vBo02Z+ZmJxyTk8V6R8ZZ1ms9NUwxKxuGcMqjOAuOv/Aq86rehWVWHMjCtSdKXKyC8s7a8TbcQq/oe4+hrMit9X0C6OpaDqN1BIvJMTlX/Thvoa2qB1FbGR7D8A/ideeK2l0PXCj6jDF5sNwo2+egIByP7wyPrXrzV8tfsx2/2j4nyXCjCQWc8n5sqj/0KvqRhkUAcxdabqlnf3NzbSf2hYXTEz2cnVc9Sh/pWh4YU29j9kUuYIj+5LDBCH+E+46Vn2fhCG3u5Jxq2qbXcsI1nKKoJ6cc14t+2t461fwb4Ss9J0a5mgNzGzyyBzufnaqk9cdSfXiualTaldq34nbiKsHFRjK+3S39ep77d+INLtyyiY3Dr95YBvx9T90fiRXNa344mtL1bMWbW7sobLL5jbT3ABAP4E1+ePgv44/Enw5JJ5GvPfWZH76yvVEsMi9xtP1r3TwB+0b4M1iNbPxBb3Hhi6cYYhTd6e7Y4JjY7k7fdNdWhwn1Lpd9bauR5Xie6a4/55KFhI/4ARk1p79ctDlZINRi/usPKkH0I4NeVWsumarpiajp8sV9ZbdxutOf7ZAD7p/rY/1Ax0rsPCNv4oi1CDfc+ZpJUsxll8wMMcbCfnBzj72BjPFVZAdZba7Ys4huWeynPHl3I2ZPs33T+BrVByM1QmhimiMc0aSIRgqy5BqjpUj6ZqI0uRme1lUvZsTkpj70ZPt1HtkdqTVgubtFFFSMKKKKAGT/AOpf6Gsmtab/AFLfQ1k/gayqGtMM0Zo/A0fgayLDNGaPwNH4GgD5z/4KDf8AJFNN/wCw9D/6Inoo/wCCg3/JFdN6/wDIeh/9ET0VvT2Mp7nRfsvZ/tj4rf8AY73/AP6Mavaua8V/Ze/5DHxW/wCx3v8A/wBGNXtXPtWU9y47BzRzRz7Uc+1SUHNBzijn2pDnFAGvB/ql+gp9RxELCpJwMda5m71m+1Nmj0llt7QEg3jLuZ/+uanj/gR49Aa3lNRV2Yxi5OyNXXdZj08pbxRm6vZQfLgVsHH95j/CvvWJbQ3D3bX9/Kst267BtGEiTOdqj69T3wKdZWUFrvZA7yyHMksjFnkPqWPJ/lVmuOrVc9FsdtKgo6vcK4ma1/tDXL/Ulk3FZzDEso3xFUAB+U8fe3cjmu1Y4FcboqX0Hh+3vmW1urRk8yWS1lLvEW+Yl0wCOSc4ziuSpGpa9PodEXDmSnscN8UngF9p1uumpZzJFI8jRSs0cgJABAY5X7p4rkK6T4m3C3HilfLZXjjtEAIOQckn+tc3Xp4aTlSi5HnYiKjUaQVFeSeTaSy/3ELfpUtZ3iSTy9IlHdyE/M1uYnqH7Iumf8h3VWHAENsh9+XYfqlfQNeZfs06b9h+GFvcMu17+4luD7jO1T/3yor02gAr48/4KJt+70tf+nUf+jTX2HXxt/wUXfEujr62y5/7+NQB8i39zLDp9naR7Vja33ONoyxLMevX0/Kqmn2V1qF5HaWcLTTSHCqtXb+0kmhguFKLAltGNzN3xzj15zWp4L1uLR1vVk003djIoS5mjOyZFbjg88f5zQBV8L+KvE/gvWPtXh/WrrT7mFyCYJTsYg9x0Ir7o/ZX/aAj+JCf8I54lENt4jhTcjr8qXSjqQOze1fN3grRfhjrGlva6fDFcyycut05Fwv0PBGPauXurUfDr4x6LP4fuZlMc8MyKzZZMtgqT3FNOwH6duyqu5jxWPdSG48Q6Si5BSSWUj/ZEbKf1dakt7z7dZ290oKpLEsij6gH+tN0VPP8SXEhHy2tssan0ZyWYfkEpt3FY6OiiipGFFFFADJv9S30NZPNa0/+pf6Gsnn2rKoa0w5o5o59qOfasiw5o5o59qOfagD5z/4KDZ/4Urpv/Yeh/wDRE9FH/BQb/kium/8AYeh/9ET0VvT2Mp7nRfsvf8hj4rf9jvf/APoxq9qrxX9l7/kMfFb/ALHe/wD/AEY1e1Y9qynuXHYKKMe1GPapKCgjijHtRigCn4quXkgt9FgYiS7GZmHVIR978/u/iabGixosaKFVRgAdAKqWKTS3d1qF2hSaZ9iIescScKPx5P4irtY1Z88jpow5UFFFFZGoGuK0uyhhM6wl7ae3upYxJA2xsbyVzjr8pHWu1rn4tGE/iK/hj1CW0ubrbcW4YBopCFCupXrkbVPBB59qidOc9IOzDnjDWS0PF/GA2+LNSXcrbZFXIULnCjPA4zWZVzXzKfEWqGYxmT7ZICUJKnBxxmqderTTUEnueZUa5nbYKwfF0hEdvEvLFmfHrgcfrW47qpwzAHsKbZ+Gdd1nxPYTQ6HfzWEckZklEJCld4Lcn2FU2luSk3sfVPgLTRpHgzR9NH/LvZRRn6hRmtusG18R2wlht7mxu7JXYRxvKoKEngAkE4z05reoUk9gaa3CvA/2zfh3N4w8CjVbKMvcaehEgAyRGTkN/wABPX2J9K98pJFV0KsoZSMEHoRTEflL8Of+EfsNduNH8ceZbQFlUM8ZdIyM5yAehyMdqzfiNDZ6b4wuF0mO3SyaNTCIuUKMvWvuT43/ALMug+LRNqPh5YrG8OW+zn5Uz/sN/D/unK+mK+MfG/gDxR4B1lrXWNJN1FAdzQzoeFz1wDnHupxQBx9v5LK9xDK1nLbwhlKty756juPwrs/CVrd+JPjBoGn3Er3M/mQRM7HJJCjBP44rB1OTwtcQrqenwy2swYedpruSpz3jk549jXqH7IFj/bnxxj1a4VUhs0a4kyeEAGQc+xUD8aAPv13t7Gy3SMI4IUAz6AcCpfCziFp/tStDd3j/AGjy2HITG1F/3tqjIqHSLKTVLiPUbtGS1jO61gYffPaRh/6CPxrbm0+0lvor54VNxGCqvk5A/wAk0AW6KKKACiiigBk3+pf6GsmtWf8A1TfQ1lY9qyqGtMKKMe1GPasiwoox7UY9qAPnP/goN/yRXTf+w9D/AOiJ6KP+Cg3/ACRTTf8AsPQ/+iJ6K3p7GU9zov2X8f2x8Vuv/I73/wD6MavauPevFf2Xv+Qx8Vv+x3v/AP0Y1e1cf5FZT3LjsHHvRx70cf5FHH+RUlBx70hx6Gl4/wAikOP8igCq/wB4/WkpX+8frSVyHatgooooGFQXlpDdxhJlJ2tuRlOGQ+oI6Gp6KAaucHdfC3RJp3mXUNSQuxZsyBySTknJGafB8LvDcZBlkv5vrcFQfwFdzRVurLuZeyiuhjaT4W8PaVg2Ok2sb/32Tc35mtmsDxR4w0Dw5C76jfJ5iqW8iL55Dj2HT8ayvhn4jm+JF3qTRwz6bpNmUUBXxNOWycFh90YHbn3FONOUxSqRgdHdA6pdrpNp85EiNdSD7sKAg4J/vHGAOvOa7aq+n2Nrp9sttZwRwQr0RBgfX3PvViu2nTUFY46k3N3CiikbpWhmc14u8Uf2bMulaXbi/wBamXdHBuwkS9PMlP8ACn6seBXFaj4I03W7Wc+JR/at9c8y3b/KynsI8fcUdgPxzSeAtWs49d1Xw9rMZsvEjXs00on4N2pclHRj94BNoA7AYrvPsvtQB8mePP2W4bvUHudDmikjc5IMvkyD6/KVb64FS+HfhD4q+GWlvqGirGzyFWuDbsZpQFIYbsgblyBkAdua+rvsvtWN4w1rS/C2iyapqswSNeI0HLyv2VR3NAGT8HPinB4wP9kapAtnrcUZbCf6u4UdWX0I7r+Xt6fXk3wg8JXs/iK8+IOvaemnXd8pWyslXBhjI5d/9th/WvWR0psAooopAFFFFADJv9S30NZPHoa1pv8AUt9DWTx6fpWVQ1phx70ce9HH+RRx/kVkWHHvRx70cf5FHH+RQB85/wDBQbH/AApXTev/ACHof/RE9FH/AAUG/wCSK6b/ANh6H/0RPRW9PYynudF+y9n+2Pitj/oeL/8A9GNXtXzV4r+y9/yGPit/2PF//wCjGr2usp7lx2E+aj5qWipKE+ag7qWkNAFRvvH60lK/3z9aSuQ7VsFFFFAwooqlE93q07W2kkLGp2zXjDKJ6hP7zfoO9OMXJ2RMpqKuxby/WGUW0MUl1dsMpbwjLEepzwo9zgV454z8ZeJr2+uNNuFk0ZInKSWsZxJ/wJ++fbANfQ2k6VZ6bbmK3jOWO6SRzl5G/vMe5rmfiX4Fs/FVl58Gy21WFf3Nxjhh/cf1X+VdtOgo6vc4alaUtOh8xeICsekXOPvSARkk8ncQOT+Ne9/svaeLX4cteFcPeXkj59VXCj9Qa8H8a6VrlnfR6Jd6NfRXnm8oISyv2XYw4bJPH0r6s+GujSaB4E0fSZl2TwWy+cv92RvmYfgSRW5idFRRRQAUUUUAc3458GaL4vsVh1KFluIjutruE7ZrdvVG/p0ribfxJ4h+H9wmm+PEfUNILBLbXoIycDss6joffv7161UV3bW93bSW11DHPDIpV45FDKwPUEHgigDhvE/xI8JaNo63sOp2+pzTYFta2jiSSZj0GB0/Gs7wV4N1TXNbi8aePo1e9HzafpfWKxXsSOhk/l9a6nRvAHg3R9TGpab4dsbe7U5SRUyUP+yDwv4YrphxTABRRRSAKKKKACiiigBk3+pb6Gsn5q1p/wDUv9DWTWVQ1ph81HzUtFZFifNR81LRQB85f8FBs/8AClNNz/0Hof8A0RPRR/wUG/5Ippv/AGHof/RE9Fb09jKe50X7L3/IY+K3/Y8X/wD6MavavwrxX9l7H9sfFb/sd7//ANGNXtXH+RWU9y47B+FH4Ucf5FHH+RUlB+FBo4/yKQ4/yKAKr/eP1pKVs7j8pPNJg/3TXIdiYVXvry3s0D3Em3ccKoGWc+igck+wqJJL3UJmg02NY0Rtsl1OMIp77V6ufyHvW1o+jWGnyG43m5vCMNczEM5HoOyj2GPxraFFy30MqldR0Rl2ml3+rkNfq9jYn/l3B/eyj/bI+6P9kc+p7V09tBDbwJDBEkcaDaqqMACneZH/AHl/OjzE/vL+ddkIRgrI4pScndj6Kb5if3l/OjzE/vL+dWSDRoxVmRSV+6SOn0p1M8xP7y/nS+Yn95fzoAdRTPMT+8v50eYn95fzoAfRTfMT+8v50nmJ/eX86AH0UzzE/vL+dL5if3l/OgB1FM8xP7y/nS+Yn95fzoAdRTfMT+8v50nmJ/fX86AH0U3zE/vL+dHmJ/eX86AHUUzzE/vr+dL5if3l/OgBs5/ct9DWV+Faczp5TfMvQ96zOP8AIrKoa0w/Cj8KOP8AIo4/yKyLD8KPwo4/yKOP8igD5z/4KDf8kV03/sPQ/wDoieij/goNj/hSum/9h6H/ANET0VvT2Mp7nQ/sv4/tj4rc/wDM73//AKMavauPX9a8U/ZikSPVviqzsqj/AITi/wCp/wCmjV7N9qt/+e0f51nJalxehLx6/rRx6/rUX2q3/wCe0f50farf/ntH+dTZjuiXj1/Wjj1/WovtVv8A89o/zqRJEkGUZWHsaLD0F+X1FHy+opfyo/KkAny+v60fL6il/Kj8qAE+X1FHy+opfyo/KgBPl9RR8vqKX8qPyoAT5fUUfL6il/Kj8qAE+X1FHy+opfyo/KgBPl9RR8vqKX8qPyoAT5fUUfL6il/Kj8qAE+X1FHy+opfyo/KgBPl9RR8vqKX8qPyoAT5fUUfL6il/Kj8qAE+X1FHy+opfyo/KgBPl9RRx6/rS/lR+VACcev60cev60v5UflQAnHr+tHHr+tL+VH5UAfOf/BQXH/CldN5/5j0P/oieij/goN/yRXTf+w9D/wCiJ6K3p7GU9zV/Zsbb4i+KOcf8jpqGM/8AXU17OJV9B+VeIfs9SeXr/wATz6+NdQA+vmGvXPPPvXqYWmpU7ni42q41bHGeM/ixb+G/E02h/wDCO3188Xl5lhdApLgkAA8k8HgVtaL4/wBL1Pxlc+F47eWK5gj3+a0kRjduCY1w24uByRjgdcVn654E8I65qU2pato0V5dS4JkkYkoQAAV9DgCrNh4T8P2PiN/EFtZsl8w6+a2xTt2lgnQMQSCcdzWnsZ3MvrNO3mdn5q+g/KksGzqc+OnkxnA9dz1mmc4qzoLmTULps5xFGPxy/FY4ymo0mzbAVeaskbOfY0Z9jTuaQ5968Y94TPsaM+xpSaM0AJn2NGfY0uT70c0AJn2NGfY07mjmgBufY0Z9jS80ZPvQAmfY0Z9jS5oz9aAEz7GjPsaUZpeaAG59jRn2NO5o5oAbn2NGfY0uT70ZPvQAmfY0Z9jS5PvQM0AJn2NGfY07mjmgBufY0Z9jTufekz9fyoATPsaM+xpcn3ozQAmfY0Z9jS5peaAG59jRn2NO5o5oA+cv+Cgv/JFdN/7D0P8A6Inoo/4KDf8AJFdN/wCw9D/6InorensZT3PnH4h/Ejxr4F+LPj/R/DOuy2VlceJL24li8qNwzmZufmU1jf8AC+Pip/0NDf8AgJD/APEUUVom0RZB/wAL4+Kn/Q0N/wCAkP8A8RR/wvj4qf8AQ0P/AOAkP/xFFFHMwsg/4Xx8VP8AoaG/8BIf/iKnt/2hfjBbpsg8YzxL6LbQgf8AoFFFJu+4JJbEv/DRnxm/6He7/wC/EX/xNN/4aK+Muc/8Jvef9+Yv/iaKKVkO7D/hor4y/wDQ73n/AH5i/wDiaX/hoz4zf9Dtdf8AfiL/AOJooosguxf+GjPjN/0O11/34i/+JpP+GjPjN/0O11/34i/+JooosguH/DRnxm/6Ha6/78Rf/E0v/DRnxm/6Ha7/AO/EX/xNFFFkF2H/AA0Z8Zv+h2u/+/EX/wATR/w0Z8Zv+h2uv+/EX/xNFFFkF2H/AA0Z8Zv+h2uv+/EX/wATR/w0Z8Zv+h2uv+/EX/xNFFFkF2H/AA0Z8Zv+h2u/+/EX/wATR/w0Z8Zv+h3u/wDvxF/8TRRRZBdh/wANGfGb/odrv/vxF/8AE0f8NGfGb/odrv8A78Rf/E0UUWQXYn/DRnxm/wCh2uv+/EX/AMTR/wANF/Gb/od7v/vxF/8AE0UUWQXYv/DRnxm/6Ha6/wC/EX/xNH/DRnxm/wCh2u/+/EX/AMTRRRZBdif8NGfGb/odrr/vxF/8TR/w0Z8Zv+h2uv8AvxF/8TRRRZBdh/w0Z8Zv+h2uv+/EX/xNH/DRnxm/6Ha7/wC/EX/xNFFFkK4v/DRnxm/6Ha6/78Rf/E0f8NGfGb/odrr/AL8Rf/E0UUWQ7sP+GjPjN/0O11/34i/+Jo/4aM+M3/Q7Xf8A34i/+Jooosguw/4aM+M3/Q7Xf/fiL/4mk/4aM+M3/Q7XX/fiL/4miiiyC7MHx18WPiB470iPR/FXiKbUrGOcXCRPFGoEgVlDZVQejN+dFFFMR//Z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12" name="AutoShape 8" descr="data:image/jpg;base64,%20/9j/4AAQSkZJRgABAQEAYABgAAD/2wBDAAUDBAQEAwUEBAQFBQUGBwwIBwcHBw8LCwkMEQ8SEhEPERETFhwXExQaFRERGCEYGh0dHx8fExciJCIeJBweHx7/2wBDAQUFBQcGBw4ICA4eFBEUHh4eHh4eHh4eHh4eHh4eHh4eHh4eHh4eHh4eHh4eHh4eHh4eHh4eHh4eHh4eHh4eHh7/wAARCADTASU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zj4dfC/wlq/wbXxlqGl3lzPbyNHc+TcFRjblWx/vEA+1a+i/Bbwnd2fhm8u4fIi1aWaK4LSuqxMqb4xuJwNwIGT0yfSuv+CHg34mSfCbRH0MaL/Zd5C04ScgtIHBRg+VORjtXVwfD/wCLENtNapb+GjbzMGaJsFRiMx8Arx8pI49a8acqnM/i/Hufb0FhPYrWnfTe19rW23T1+R5f4m+D/gPQYLVrzQ9SWaSSeOaE3fKtHEjDBHBBLde4wa1W+A/w9jSS+NvePZTCxNmonIc+bIscu45x8rNx9K7a++HPxavrR7a7OhTRk5TdICYhtVCqHb8oKqAR7Vbi8EfGCMMoXw6UJQhGIKpslMo2jbx85zSVSpd3UrfMcqeE5I2nTv127+h84a94H8LWWu39lb6YfJt7mSFN8zliFYrk8+1UJfCPh3bgaaoJ7+a/H617zqPwR+Id/qFxfTpo4muJGlk2XO0bmOTgbeOarn4C+PTjcul4z2uz/wDE1y/7Vzfat8z2lVyb2ST9ne3aO/3HlP8AwrXwtn/j1m/7/NT4fhn4VaZVNrNgnn981e5f8Kh8Zf8APjZf+DD/AO106P4R+MkkVvsFicH/AKCH/wBrrX/ae7OJzym20PuR4FZ/DrwvNbJK1rKC2ekrepqb/hWvhb/n1m/7/NXuFn8HPGkFskTWdixXOSL/ABnnP9ypf+FQ+Mv+fGy/8GH/ANrof1nuwU8ptqofgeDj4b+FzdXEf2WXEbBR+9b0Bp//AArXwt/z6y/9/mr3Ffg940FxPK1lY/vXDAfb+gwB/cqT/hUPjL/nxsv/AAYf/a6H9Z6NijPKbaqH4Hg8vw38LrcQxi1lw8TOf3rdQ2Kf/wAK18Lf8+s3/f5q9xk+D3jRrmKX7FYBUiKY+38kls5+5Un/AAqHxl/z42X/AIMP/tdD+s92EZ5V1UPwPB7j4b+F47dXW0lyZo05lboc5/lT/wDhWvhb/n1l/wC/zV7jcfB7xpLEkYsrEYmSQn7fnIXPH3PepP8AhUPjL/nxsf8AwYf/AGuh/WbbsFPKru6h+B4S/wANvCywzSfZZcpGzj983UAmkj+G/hZo1Y2svKg/61q91l+EHjRoZY1sbEF42QE3+cZGM/coj+D/AIyWNV+w2JwAP+Qh/wDa6P8AabbsOfKr7Qt8jw1Php4VaRVNrNywH+uaooPhz4XkEhNrL8sroMSt0DEV70nwi8ZK6t9gseCD/wAhD/7XUNt8HfGkauGs7Bi0jPxf4xkk4+5R/tNt3+IOeVc20LfI8P8A+Fa+Ff8An1m/7/NTD8OPC32p4vsku1Y0b/Wt1Iya94/4VD4y/wCfGx/8GH/2uo/+FPeNPtUkxs7DDIigfb/Qf7lC+s23YOeU3VlD8Dw7/hWvhX/n1m/7/NTJfhx4WV4FFrL+8Zwf3rdguP5mveP+FQ+Mv+fGy/8ABh/9rqOX4PeNHlgYWViBEXJH2/ruC/7HtQvrHVsJTym2ih+B4d/wrXwt/wA+s3/f5qZcfDjwtHayyi0lLLsxmVu7qv8AU17x/wAKh8Zf8+Nj/wCDD/7XUdz8HvGkls8K2Vipcpyb/PR1b+57UL6zfdhKeU20UPwPDv8AhWvhX/n1m/7+tTofhn4VaVVNrNgn/ns1e5/8Kh8Zf8+Nl/4MP/tdKnwj8Zo4YWNiSPXUP/tdH+093+JXPlPaH4FPwD+zb8OLj4dxeJvEGl3dy8sXnLFbXLIQucdS2KuR/Af4HyMVi8MeIHIL8fayDhQecE8Z2t9Mc13fgix+IuieDk8L6x4b0PWrOLCxFtRaMhQcgH5DnB6dK1ZofEMzM0vw28PszBwx/tdud2N2f3XfAr1adSPIr3/E+NxVGftpcrja+luVI4SL9mz4KSCzI0HWB9rKqoN4/wArFGfB59FP6UyT9nH4Hx2FtfNour+TOkT5+2P8gk+7nn6/lXpsOpeNYY444/AmihYn3oP7ZPytjGR+69CRQmo+NFgEC+A9E8oMrBP7YOAVAC/8suwAq/aQ8/xOf2NXuvvieUQ/s/8AwJk0U6t/YusC3WIyvi7dmUbtoGAepNXvDv7NvwP1y1trqy0fVvJuYPPiZ7xxuUHB4z2JFegGTxUbdbf/AIV5oQiXO1BrBAGTk/8ALL15qfT9Q8Z2BJs/AOiQ5GPk1gjj/v17Ue0h5/iHsavdffE86i/Zp+Ccl79lXRNWD75kybx8Zi27u/fcMVBa/s4/BK51SXTl0PVo5UuPs4JvmIJ27t2M5A4I/CvUBq3jcSGQeBNF3ksc/wBsHOW+9/yy74FRR6h40iuHuYfAOhrO7+Yz/wBsHJbGMn916U/aQ8/xD2NXuvvifBn7U/w7074ZfE3/AIR/Scmxks0uYSzEsQzMOck8jGPworX/AGz4PFS/FeC+8XLZpe3unpLFFayF444hI6KoyP8AZP8AOirpu8TLEK1Rp26bbbeR9k/sz4/4UH4N4/5hq/8AoTV6Lgeledfszj/iwng3/sGr/wChNXouP85rF7gtgwPSjA9KMf5zRSGGB6UYHpSceo/OjjGe1AC4HpRgelJS4oAMD0owPSijH+c0AGB6UYHpR/nrRTAMD0owPSkGCMggj2pcUgDA9KMD0pKOKYC4HpRgelJx60uPzpAGB6UYHpRRimAYHpRgelGP85oxSAMD0owPSijFABgelGB6UYoxQAYHpRgelJxmloAMD0owPSkGPWgc0ALgelGB6UYooAMD0owPSjH+c0Y/zmgAwPSjA9KMf5zRj/OaAPhn/goh/wAlX0D/ALAKf+lE9FH/AAUP/wCSr6B/2AU/9KJ6K6I7GMtz6i/Zn/5IH4N6/wDINX/0Jq9F/OvOv2Zif+FB+Def+Yav/oTV6Lk+tYPc1WwfnUGoIZbGeMRNKWjYBA5Tdx03DkfWp8n1qO6hjuraS3uEEkMqlHRujKRgg0hnzRHc30cOl3N7JfpbvaXKttvpbn94lyQd2CSpC7Rz2rotfv8AxBY/Djw9YX15elv7I86S1CbxeSRIWkjlmD7ugBKjkgHnqK9StvAPhO2gu4LfSI4Y7qLynVHYBEyDtTn5BkA/Ljnmm3HgLw5PpdtpckN59itozHHCL2ULgggk4bkkMwJPJBq+ZEtM5D4XX+vyWt3aWs1zLiwiuV06aMRratMoZFjmLMQuCSA2eg7cVl3kPjWX4i6bpN1aajfRjTp7ye0k15UViJIljZmiVMDJYAHhufSvT/DXhPRvDkkz6THdRecFEivdSSK2AADhiRkAAD2FWtG0LS9ImuLixtglxdMGuJ2YvJLjpuY5JAzwKVx2MLx94g8RaHZaZfWOmWrQPdQR37TT4WMSHZtGOeHZPm9M1P4c1/XtU0XUb46JC8sFw0VmkczIt4ihcuDIAVG4soJHO3Pet3WdNs9X0yfTdQi861nAEiZIzggjkcjBAP4VbUbQAOg6UhnMw694qeVFk8B3ESMwDP8A2rbnaM8nA61S8Rafqi+LotXurprDRYov391HqHloEAOUmicbCDk4ZMMPWuzrH1LwvoOpaqmp6jpsN5dRgBGmBdVx0IU8A/hRcDgtF1G/tNGtLTSGbStN17XHt9LlmBZ7e1ETyPL8/wDFJ5TFQeBvHHGKg0261fS/D1l4qt9b1K6+3695Fva3UwkS6tXl8tQoxwcKZAV7H0r1PU9OsNTszZ6hZwXVsSD5UqBlyOnFVU8P6MuqRaoNOtzeQoEhkK5MSgYAUdF49KpMVj5i8ba9rUOjeKJLS+1WOFtUu1gvnleJTEqfIFJZm6g4XjAIP8XHR+JNQ1ZvhVotx/wkU2hkak8Zu3keRXUyKo5QDr2z05r2jXvAvhvWobiG/tblobmR5Z447uSNZGcAMSFIByAKsQeEtDjtLe0ktXu4LdnaJLuZpgCwwThyc8ZHtk0cyFys8X8HalqQ+LenLLeSzK92bJ4fOkIMaWzOJAhbO4tj5iOeBU2pXWv2Ov6prK2usaiHv7eybT4ryXdbQM4QB5VwqOS4baM4HXFev6d4M8Oafc211aaf5dzbSmWOfzGMgJUKQWJyV2gDaeMAelLd+D9Dubq4uTFcwPcyeZOLe7kiWRyACzKpAJ4HPtRzILGD4z0zxbrPhux0DTNPeyyUlvpDqJDiONgfISUfNvcAAv0AzWd8L7i41Pxjf3Wnza9FpVjbfZLuDUbrz1a935YI3IIVQBuU4Ofau4vfDulXum2+m3UDyWcAwsRmbawxjDc/MPrmtCxtLWws47Oxt4ra3iG1IolCqo9gKVyjitW8V+KdMsllvNBtoZ7rbbWUPnZMl155TbjqUZMSAjoAc1L8Rv8AhJVa4utPjuU061tmkeaHU4rcHAJJYMhIx65FdDaeHdJttXbV1tfM1Bs4uJnMjoD1Clido9hUmuaHpmtpFHqlt9qhibcIXc+Wx/2l6N+OaLgcB8MP+Ekt/ha9/rFhcxXl1oa3Ul5NqLTyzTGDOdh/1fXOBjBrovDWuW+j/CbSNd1e7keNNOieSVm3vM5UYUd2djwB1J4rrQoC7cDbjGMcYrBsvBvhiyvY7y20a1SWJzJFxlYmPVkU8KfpSA5nxxaNLcaLt1LWtMl127WGQtesi2YKbigVcAOcbRkkZz1rcvbG48H+GL2fw9Z6jrF6AhEV3eyTO/IBb5iegJbC4zit/VdOsdWsJLHUrSG7tpPvxSoGU/hTNF0qx0ayFlp0RhgDFghctgn60XA5nwOlprF+2vz+JZdZ1KEGM28e6CKz3dV8jrn/AGnyfTFc2LfUdV8feIf7O8R3qytcpZWtvLeeWhWGPzJigWMnCvOF/DBJ4r0abQ9Kk16HXWsYhqcKNGtyo2uVPVSR94fXNU7nwf4buLaOCXS4iI55biN1Yq6SSsWkYMDkFiTnmmmFjnJ7W68IaNaWkNzPHquq6gUSO2Yz/aJSpP3piNnyqSTWf4NsPF2j+OnttUHiFtIvWe7hPmQyQxXByZI5CoJCN1XBGDkdxXbHwpoLaOdJl09ZrPzRMEldnIkHRwxOQw9QaXTvDWm2N9FexPfSzQgiM3F7LKFyMcBmI6UJgcx8OdUXWvB0WgXGo3r6pPZTTz3SuS8IeeVF+bsw28D0ArU+GviX+1/B2kz6rd266pJ5ltKhkVWlmhkaKQqvU5ZCePWtzR9D0jR5rybS9Pt7OS9l865aJAplf1NVrnwvok+p2moNZKk9o++Ly2KLu378lRwTu+bnvRoBtZ9jR+dGT60ZPrUgH50fnRk+tGT60AfDH/BRD/krGgf9gFP/AEonoo/4KIf8lY0D/sAp/wClE9FdEdjGW59Rfszf8kD8G/8AYNX/ANCavRa86/Zn/wCSB+Df+wav/oTV6LWD3NVsFFFFIYUUUUAFFFFABRRRQAUUUUAFFFFABRRRQAUUUUAFFFFABRRRQAUUUUAFFFFABRRRQAUUUUAFFFFABRRRQAUUUUAfDH/BRH/krGgf9gFP/Sieij/goh/yVjQP+wCn/pRPRXRHYxlufUX7M+P+FB+Df+wav/oTV6LgV51+zP8A8kD8G/8AYNX/ANCavRawe5qtgwKMCj6AmmtJGpwzqp9CQKQx2BRgUDpnHFFABgUYFFFABgUYFFFABgUYFFFABgUYFFFABgUYFFFABgUYFFFABgUYFFFABgUYFFFABgUYFFFABgUYFFFABgUYFFFABgUYFFFABgUYFFFABgUYFNkkjjGZXWMf7RxSRTQynEUiSf7rA/yoAfgUYFFFAHwx/wAFEP8AkrGgf9gFP/Sieij/AIKIf8lY0D/sAp/6UT0V0R2MZbn1F+zMf+LB+Df+wav/AKE1XfFXjqWG8udJ8LWK6rqFtxdzu2LW0Po7Dlm/2V6dyK4D4f69d6R+zP4G0/S5PK1TVrRbW2kHWIZYySf8BUEj3xVbwzpJvLC1jt1u5LK9klh0zTYLxrUXaREedd3U6/MsQYjheSWH3t2Bi2lqzuo04KHtam23qZ3izxD4gul1G31bxBqf9owRGaG0T/RbedV5by9nLYGRjOfaszSzpuq+Iriw03SbzU9lvE0cMU8ryM7jezs7PhIwpUbiQCd2M4ruL/wf4es7b7dqWjeH7qzgYG4u9A1Kdbuxzx5mCx8xRnk5Bx/Cea0vGek+G/AehaDpsdvc3OjX1zJJfEHfPq04jzBA7DG7zGxheFOwLjHFZ+1WyOl5hThH93TSfmchp8Ot2MrtoM1zFLEC0kWja/HqDoB13QMSSB3ArtPB/wAUJFW3j8UNbyWc52Q6xboUjDZxtnQ8xnPGegPXFVvHHhz4g3Pg+51S5k8C+HBYQNdW0cVjNJNZMg3LtuFdBvGMcJg9MEGuU0na2pajbXV1HqT3Wn2l9fbUXBuZI2WdSi8AloixX1Y04y5hYWUcZU9lUSTezWh9Eq2RkEEHkEUjyKoyzBR6k4r5zg8TePNI8EXUVndDS9L04tPZm4jEl68CkN5LZyqLgEA8tggfLivozTD513bswHMRb8cD/GrS1OXEYeph/jQz7Tb/APPaP/voUfaYP+e8f/fQrWuyI7aWRVXKoWGR6CvP/wDhMtU/542n/fs/411UcFOtfl6HmYjH08O1z9TqvtEH/PeP/voUn2q3/wCe8f8A30K5b/hMtU/542n/AH7P+NH/AAmWqf8APGz/AO/Z/wAa3/sqsc39s4fzOp+1W/8Az3j/AO+hR9qt/wDnvH/30K5b/hMtU/542f8A37P+NH/CZap/zxs/+/Z/xo/sqt5B/bOH8zqvtNv/AM94/wDvoUfaIP8AnvH/AN9CuV/4TLVP+eNn/wB+z/jR/wAJlqv/ADxtP+/Z/wAaP7KrB/bOH8zqvtMH/PeP/voVFd6jY2trLdXF3DFDChkkdnGFUDJNYNh4t1Ke+gheG02ySKpwhzgn61V/aUuZLX4O6v5J2GUxxMR12lxn+VceNoSwkHKXZs9jJHDNcXTw8Hbmko37XZx9v4n8f/EKeW48JTWvhvw8sjRxX90gaa4IOCVHp9PzzmrH/CIfFD/orsf/AICLXonwysbew0C2sbdAsNtbJHGMdAGf/CutCrj7o/KuGGC54qVSTb9WvyPoMRxE6FWVPB0YRpp2V4Rk7d25Jtt9enZHh3/CIfFD/orsf/gItH/CI/FD/orsf/gIte47V/uj8qNq/wB0flV/UKfd/e/8zD/WjGfyU/8AwVT/APkTw7/hEfih/wBFcj/8BFo/4RH4of8ARXI//ARa9x2r/dH5UbV/uj8qPqFPu/vf+Y/9aMX/ACU//BVP/wCRPDv+ER+KH/RXI/8AwEWgeEfih/0V2P8A8BFr3Hav90flRtX+6Pyo+oU+7+9/5h/rRi/5Kf8A4Kp//Inh3/CIfFD/AKK7H/4CLR/wiHxQ/wCiux/+Ai17jtX+6Pyo2r/dH5UfUId397/zD/WjGfyU/wDwVT/+RPBdRvPin4GgOq3WsWHjDTIvmuoggjmRO5XHp+P0r07wpr2n+JtAtda0uQvbXKbhn7ynoVI7EHIrp7uOOS2kR41ZSjAgjIIx0rxL9nHNvH4t0mI4tbPWXEKk/dByD/6CKzcHQqxindSvv0aN51aea4CriJU4xq0nHWKUVKMnbVLS6drNJaXuej+Jte03w7pT6lqs/lQghVAG55HPREUcsx9K8n8eeNPGhjWb7Lc6HpkgDbbRRLdeWejs3RfooJHvWb4j1S58aeNRJFcLFaiaS209nGUt4Y8ma5I9Ttb8lHSua8W/ED4beGdXt9K1drcXDxo4Goi6u5/LYZRpTGwW33AhtqhiARlR0rnnUq4lyhRdktL/AJnx851Krag7JGbc3RvY5Glmnu3N8iG5mmklHknDhsE4yR8uAOp6V1MPhqaMq5bTNBlIDRxXer/ZJyD0Yop+UHtu/Ku+8H6J4ZutFvfEnh/SXOs2Nq7W1q1491AJTFviki3HBDArhsDgngHNaXgoSaxoiReEksE0zaPtWsX1uZ5b2cgGUqmV3HcSGdmwGyApwcctPA2blUk2/VkQwut5u5xeneLPGnhPUv7O1MvqKqok+y3cgLyR/wB+GcDDj6j64r1nwr4i0zxJpgv9MlLANslicbZIX7o69j+h7V5H4pSy07SNW0M6kt9NpWs20umsIggjWUxpPEm3gKDI/wAvbHtWbpOrzeF9eh8QW+RCCseoRDpNATyT/tJ94H0zVfXHhcRGjUd4y2fVf8Aft3QqKEndM8c/4KI/8lY0D/sAp/6UT0U3/goY6yfFPw9JGwZH8PxsrDoQbibBor6COx0y3PSvhnIbjwr8P4Wz5dl4WMgH+1LPjP5IR+NXbK20IxaFHqgubm60VrjTb/TDdmCK7tSfNjfJIXOFDYJAYIwJG2qXw2ia28I/D25biO+8LtCp/wBuKbdj/vlmP4VteIYdPfVdPjnNxa3d1vhgu4SByBu8p8gq4YbiFYMp2nisJK7PoaWCWKwEeV2abOs8Q+EfDvinS/7E8N/D260SeYCOTUWgFktrGfvHKNmQkZAGCDnrVLVtC1Wb4h6X4Z8RXGsXdvc6m5t0DH7C1gkDsmNo+SWNkTkkHccjIPFaPxx4rjSWMePLFhAxWRp9Oi8xT74ZR/47VbW/HHiy0sjDceM4Vju4yBcPpYDxqerRuhAVsdNwPasZYWrNpa6f19xishx17KGp2njrT/COhWAh8QeKNdv5yubHT2vPPmLj7rJFj5iDjlvlHeuA8KaY9l9svbiMRXV7IJGj3bvKQDCJnuRySfUnHFQaPbpJYNeaDbx2kkrndcXkTSS3I/vsxbeSfViTV/RLGe0a6ur68W6uZ3y7qMIijoqjPAHP5mt40uSL5nqe5gMmjg71Kkvf7FPxgs15LpGhqUS01bUIrS6kJ+ZIycnA75xt9s19E6evl6hEi/dETAfpXzra7tZ+I3hixiyyjUPtBx2jiRmZvzK/nX0XY/8AIST/AHG/mKcd0eFnU+au9ehf1D/jxn/65t/KvF7uUQW005XcI0ZseuBmvaNQ/wCPGf8A65t/KvF72Ez2k8AIBkjZQfqK9zLubkny7nxOaKLrUufbr6XMsa/br4WTX5oZFhaNZDGvLDJAx+tS6vqyaetixhaQXc6xDBxtz3rj521aTwkPCiaLdm8QCMyYHlbVbO7d74q/JPf69daTaDSbq0FpOstzJMuFXaMYB75NcyzKrJcqvzWj0fxX97p2Palw9hqcvaStyKVRv3l8Fvce99Xfzb0NLUPEVyuoXNrpeky6gtmcXDhwoU9doz1NS3Pia1XRbTUbaGW5e8YJbwLwzP3B9MVladousSanrM0WpXOmxyXbMqrCrCQY+9k/l+FU7PTdStfDOi3QspZJtPu3llgxh2UkjIH61H1zG+82nZ36LS0ktLa7dzf+yso9yKcW04p+9JN3g3aTeivJJXi9E7M6LSdeee8nsNTsX0+7hi87YzhlaP8AvAiqKeLp/KTUJNHmTSHk2LdbxnBOAxX0qBFvNa1m71ddPuLWCPTntYlmXDyuST09O1Ld2F63wvj09bWQ3QgUeVt+bO70qvrGKlF8knZKTTt8VrWvp6mf1DLKdWCqU1ebhGUeZ2hzJ8zTv003bS2O70Y51SzI5BlUj8xWh+1B/wAke1H/AK7Q/wDoQrM0AEX9gG4IdM/pWn+1B/yR7Uf+u0P/AKEKnP3ei3/dY+Ako5vRS/5+R/NHVeBD/oH/AGxT/wBCkroZbm3hKiaeKMtwN7AZ+ma8p8a+MJfAvwm1TxFbRrJdxQRRWwYZHmPI6qT7DOfwr5K8F6N4w+LHjuM3NxfaiWmWTULyWQ7YIs5YljwvGcAVpgcC69J1JS5YoyxlbkruKV22foeGU9DRkV8kfss/EPWNO+JEvw9v9Sn1LR55JY7J5XLGFkyRtJ/hYDp0q5ZeLvjR4mu/G99oni60s7DwvPM/lSWkW6VU3HYDsP8ACverll81JrmVrJ38mZe2S3Wv+R9V5FGRXySPiL8aIvh7B8WZfEGmPo/2wQPpS2qjcu7aTnbkZIP8Wa6648efEb4meO7zw38O9RsvD1jpdtHLeXk8QkdncfdGQeM5AwO2SamWXzje8lZbvtYFXT6H0RuFGRXyn4k+MXxG8M+HfFPhfXLy1TxTocsDRajBAhWaJ2GcqRtzgg5wPpV5vGnxc8CX/hDXfF/iCw1jR/EUqJLZx26q0AYKeCFHIDZ6kcGn/Z1W268vPS+ge3j2Pp7cKXIr5B8R/G/xZrviXWZNK8caT4S0/T5njsrW4tvMe72kjJOxsZx7DmtLwb8dfFt7r3hbWdZuYYvD95dNpepRJCojS4AGJA2NwBDq2M9mpvLK6jcX1iFz6ouGHkv/ALp/lXzD4A8X2/h+78f2P2HULq7udQmMJtkQqpPmAbizDHNd38L/ABl4m8cfFPxbNBfhfB+kZtLaFYU/fTdC2/G7sT1xyK898F+DrzxFqfjDUtGuUh1Wy1iRUjlOIriNmYmNsdDkAhu3PY14GbU61KpBQtza/lsfS5ZOUsoxzp72h/6Wg8Lvb6X/AGRJqyPHZi0ey1A/xRxzRbHfj0bBPtk1wPjX4L23xH8dPq1reatHezKBeJb2aSLciJUTzULOuwlTGSpyAW+oHfaZdG+svNkt3gcO8ckUmCVZWKsDjjqDUtnqNx4cljk0zWrvSA2UUIVaIAkEqFkVlXJAPAGSK+ay3MpYdyozi73e34nxlHGRoxcauiOln8D674Z8L2jwyatDpsFt5U1jpc264iSOIJASQMyEYJYL3bgEV1N1Z+F/D3h3T5/EGqXumX11axyXVpZ3Lo11NtHmERJzksTkgAZPNcInjbxa8bXcPi6+mVD0WzgZW/ARZI+hrHjvrnWL+61O7lnuruYAS3csezkdERD0VR26c9ySa66mPUVKqr9N9kbTzWhZKGrLOuTWN/qfnabpY0jTUcPFbu+6SV1U4LendtuTzzms+2vrW/0a2uLjEMV/GFCMc53r938qdBZSC5aW51B7qVUKoCioIw3U4Xucda5y5sP7G06ETahNqE1lAI7WMoERCF2rhR1Y8DJJ68Yrx8RJYiquaV5af0vwPOVadduVRWfQ8o/a3vJL+8+H93MxaSTwlBuJ74nmH9KKuftoaU2h+IPA2kP9+18KQRt/vCabP60V99T+FH0LPo/4d+HrnXP2Y/BNxpihtW02zW7swTjzCCwaP/gSkj8q5G7hvNf0+aLT9agEE0u8R38LefYzKc4VlIwVYdDn06V6z+zhMlv+z54Qmk+6mmKT/wB9NWF8QPDMOuarJrehtHpWpP8A67K7obvHQyKOjf7Y59c1n1PWwONVBck/hZjtpNu8UN5dWdpqGpxRAGYoE8xgOvcD9aZaXuqX12sMujtZW6czNOyvu9FQDr9awtDi1rUbkWrX+gaTMbiW2jW5vmJneL75UKvCj1bH0qG81W5sJ7aG8uoL6O8haa1uNMma4jkVWCsCMblIJHUYPY8GueGY0JVfYc15fP8A4bo/uPqKecUHHlbv2bvodJrNvKzmSHXJ7IEYaNQrDH+yDyDWLBF4s1YT2nhWzt20yC5azkkkBZ4mWFJTI3PzbtxUKP4sepqK2XW9QO3TfDuoy5/5aXKfZ4x75bk/gDXR+C5PF3g+4v8ATV0q21KXVpVvEnRmS2tX2iN1kYjJG1EIwMkkjHFY5rUxscN/savO60ODH5spQVOE/uND9nrTdTfxLq+qeIdNFnqMFlbRQw79xtlkXe6t6OSASOwwK9vsv+QlH/1zb+lcB4Cl/sS0e3viLm8vLhri7u1GDJK3t2UDAA9BXfWP/ISj/wCubfzFdND2nLH2vxdbbHzNao6jc5bs0NQ/48Z/+ubfyrxw17HqH/HjP/1zb+VeOEdfevo8r2kfL5z8UDnpPFdlNqn9laXG1/d85CsFRcdcsf6A1pL/AGxIMu1lD7BWcj8cj+VcprHw9hku2vNHv3spSxYKc4B9iORUK6f8RLH5YNQhu0HTcyn+YzXIsXjac5fWaUmunJZq35n0MsqybE0oPL8TCMraqrdO/r8Nvl82dl9n1AnnUVHsIF/rQYNRHI1FW/3oF/pXHi++I8fB022f32D+hpftvxHkOBp9tH77QP5mr/tOn/z7qfc/8zD/AFbxH/QRh7f4of5HWyHWI+QLK4A7fNGT+PI/SqFj4q0+bVG0q7V7K+VtvlyEFWPoGHFc8+l/ELUBtudTitUPUI4X/wBBGat+H/ANrZ3qX2oXj3lwjBwBwu7sT3NQsXjqtWP1ek1G+vPbby6mryvJsNh6jx2IhKdvdVK7d/N/Db5fM7/R/wDkLWn/AF2X+daH7UH/ACR7Uf8ArtD/AOhCs/R/+Qtaf9dl/nWh+1B/yR7Uf+u0P/oQqeIP4Mv8LH4f/wDI1of9fIfmhde8HweOvhnqXhqaXyWuraMwy4z5ciu5U/TIFfN81n8XfAXgq8+H1j4R1GE3V40k+o6fbNN9ojIwFDoDgfXBx2r668B/8eH/AGyT/wBCkrpMVOFxTp0vZyjzR3sPERft5Ti7PU+XP2VPgzr+i+JE8a+LLN7B4I2WytJT+9LMMF3H8OBnAPNekeBvhRqXh7T/AB/bTaraznxQ0xgKRMPI3oyjdzzjd2r1vFLWlbG1asnJ9bfgc8aMYpHiM3wW1aT9npfhmNatBeLc+d9r8pvLx5hfG3OfbrUOr/BfxNpeuQeJfh74tj0TVpbSO21BJYS0NwVUDeB26Zwc17pRUrG1lfXdt/eP2UT56vv2edS1DwZr0Wo+KEvvFeuTRSXOozxHy1VGztVQc+n5V1vxN+Feo+LdD8Hafb6pa2zaBPHJM0kZYTBVUEDB46V6xRQ8ZWbTvt/lYPZR7Hz14g+AniCy8TanfeBfEmnafYarKZJ7e9slmMDE5JjJ+p9Kb8dfCFj4a/Z4bQ7hrnWNVN1E0FxHbgPJcluW2oOFC5H0r6HpCoPWqWOq80XLW39bi9jGzt1PPfgR4PHgr4V6dpcke29mhNzeEjkyuMkH6DA/CuP/AGe/+Qr46/7DTfzevb5+IH/3T/KvD/2fP+Qp476f8hpv5vXj46bqYiE3u2/yPqMnSjlWNXlT/wDS0c98VNObwp42lvotp0vWpPNwP+WNzj5lPpuxkfiKylurK5Qo7Iynqj//AF69R8S6Qt1HcWWr2q3NvPkOHGVcfXsf5V5br/gfVdKtri60e8jvrWKNpBb3TFZVAGcBwCG/EA+5rw8xyeVWp7ajufHYvBOb5o9ehDdXN/E/l28VgYeiSeaRsHqV7/hRe3Fq9ukU1zLK6Dh42Ktn1yOKgTSdIWx8678d2UNwIYZHhi09pFQyYwobf823PzYHAGTS6X4W17Uru9ht7zSRbWtwYBeIzyLN8qtuRcDI+bHXqDXkYeFTETUKKs1rs1fzu99+hxPKKsV72qfmtCqb77LbyeW5ReXlmlfLH3J+lJo1tbXYXXNRubiGytylxaRWzx/abli2FnCORmFWxyeD9Oa7fRvh/o9rIlxqckmr3CkMv2gAQqfURjj/AL63GtGHwdop1Ka4ks1u0lXalpOiyQwktuJRSPly3PpnOMZNevHJaranKdnfX/gef5HoYPAwoWbWx8y/ty3GrXXjfwrPrdvFb37eHl81Y2DKf9Jnw3BIGRg4BOM9aKd+3bbz23xG8PxzjaToSFU/ur9om4or6aHwo7Jbn1l+zUqv8AfByOoZTpqgg9/mauru/DtrIxa3kaEnt1Fct+zN/wAkD8G9f+Qav/oTV6L+dYvc2WxwN78O9Nnlmlk03TJ3nYNKzxDc5HQmn2HgxdOmlmsNOsbaSXAkeEBS35Cu7/Oj86VwscgNA1EnkRD6vU8Xhu4J/eXEaj/Z5rqPzo/Oi4WRlafolnauJG3TSDkFjwPwrXsj/wATKPt+7bv9Kb+dMljSUAOpODkc4I/KmnrcGro1bxWktZY15ZkIH1Irzr/hE9a/54x/9/BXWfZYfSX/AL+t/jR9lh9Jf+/z/wCNdlDGyoX5epw4nAQxFuZ7HJf8IlrX/PGP/v4KP+ES1r/njH/38Fdb9lh9Jf8Av8/+NH2WH/pr/wB/W/xro/tar5HL/YtHu/6+RyX/AAiWtf8APGP/AL+Cj/hEta/54x/9/BXW/ZYf+mv/AH9b/Gj7LD/01/7+t/jS/tar5B/YlHu/6+RyX/CJa1/zxj/7+Cj/AIRPWv8AnjH/AN/BXW/ZYfSX/v63+NH2WH0l/wC/z/40f2tV8g/sSj3f9fI5nT/C+sQ38EzwxhUkVm/eDoDR+0dY3F/8H9ZW3Uu0ISYqBklVcZ/Ic/hXTfZYfSX/AL/P/jTZrG1mheGaJ5I3Uq6NIxDAjBBGeRXFjcRLFwcZ9mj2MkjHKcVTxFPXlkpetmZ/wo1K31bw1bajasGhuLZGXnp80mR9QeK7GvCZPAHjPwfqE83w71G1uNLncyf2XfuQImPXY2Rx+I7ZzjNS/aPjb/0LWgf+Bzf/AByuGGLcIqM4O67K6PosRkVHEVZVcLiafJJ3XNJRkvJp9V5XTPcaK8O+0fG3/oWtA/8AA5v/AI5R9o+Nv/QtaB/4HN/8cqvr0f5JfczH/Vyp/wBBFL/wZE9xorw77R8bf+ha0D/wOb/45R9o+Nv/AELWgf8Agc3/AMco+ux/kl9zF/q5U/6CKX/gyJ7jRXh32j42/wDQtaB/4HN/8co+0fG3/oWtA/8AA5v/AI5R9ej/ACS+5h/q5U/6CKX/AIMie40V4d9o+Nv/AELWgf8Agc3/AMco+0fG3/oWtA/8Dm/+OUfXo/yS+5j/ANW6n/QRS/8ABkT2u+ljgs5pppEjiSNmd2OAoAySTXin7N6tc2XijXFQi21HWJHgJ43KMnP/AI9j8DVe78J/FDxkBYeKdQsNC0diPtENhI0kk6/3SSxH6gexr1PQNJsdC0e10nTLcQWlsgSNB6ep9STkk9yazcpV6kZ8rSjffq2b1I0MswFXDKrGpUquN+V3jGMXffZtu22yW+pcdUdSrKrD0PNUZ9I06XObdVP+y2K0Pzo/Oug+dMH/AIRXR1AEcIjC52hVXjPXt3p0PhnToUEcRdEHRUAUD8AK3Pzo/OmFkZUehacnWNn/AN5zV63tba3H7mCNPoKn/Oj86LhofDH/AAUQ/wCSr6B/2AU/9KJ6KP8Agoh/yVjQP+wCn/pRPRW8djGW59Rfsz5/4UH4N5/5hq/+hNXouD6153+zN/yQPwb/ANg1f/Qmr0WsHuarYTB9aMH1paKQxMH1owfWlooATB9aMH1paKAEwfWjB9aWigBMH1owfWlooATB9aMH1paKAEwfWjB9aWigBMH1owfWlooATB9aMH1paKAEwfWjB9aWigBMH1owfWlooATB9aMH1paKAEwfWjB9aWigBMH1owfWlooATB9aMH1paKAEwfWjB9aWigBMH1owfWlooA+F/wDgoh/yVjQP+wCn/pRPRS/8FEf+SsaB/wBgFP8A0onorojsYy3PqH9mf/kgfg3/ALBq/wDoTV6LmvOv2Z8f8KD8G9f+Qav/AKE1ei8e9YPc1WwZozRx70ce9IYZozRx70gZSSAckdRnpQAuaM0ce9HHvQAZozRx70ce9ABmjNHHvRx70AGaM0ce9HHvQAZozRx70ce9ABmjNHHvRx70AGaM0ce9HHvQAZozRx70ce9ABmjNHHvRx70AGaM0ce9HHvQAZozRx70ce9ABmjNHHvRx70AGaM0ce9HHvQAZozRx70ce9ABmjNHHvRx70AfDH/BRD/krGgf9gFP/AEonoo/4KIf8lY0D/sAp/wClE9FdEdjGW59Q/sz4/wCFB+Df+wav/oTV6Lx/kV5t+zXcRx/AbwajMSf7NXgKTj5mr0P7ZF/00/79msnFt7GnNFbsm4/yKOP8ioftcX/TT/v2aPtcf/TT/vg0uSXYOePcm4/yKpCzYasb1bhgjJhotg+Y4ABz17VP9si/2/8Avg0kl9bRxq7TDDZxwe3Wk01uHPHuT8e/5Ucf5FU/7Us/+ex/74NH9q2X/PU/98Gp5l3J9rT/AJkXOP8AIo4/yKp/2rZf89T/AN8Gj+1bL/nqf++DRzLuHtYfzIucf5FHH+RVC71rTLPT5L+6vYoLaM4d342nsKxv+FieDP8AoYLT8m/wrenh6tVXhFteSM6mLw9J2nNL1aOo4/yKOP8AIrl/+Fh+DP8AoYLT8m/wpf8AhYfgz/oYLT8m/wAK0+pYn/n2/uZn/aOE/wCfsfvR0/H+RRx/kVy//Cw/Bn/QwWn5N/hWlonibQ9aEv8AZeqW90YgDIEJyo9cGpnha8I80oNL0ZUMbhqkuWFRN+qNbj/Io4/yKh+1R+kn/fs0fao/ST/v2a4/bU/5kdVibj/Io4/yKh+1R+kn/fs0v2qP0k/79mj21P8AmQWJeP8AIo4/yKiW5jLhdxUnpuUjNJ9qj7b29whIp+1ha90BNx/kUcf5FQ/ao/ST/v2aPtSf3ZP+/Zpe2p/zILE3H+RRx/kVD9qj9JP+/Zo+1xD7xZR6shAFHtqf8yHYm4/yKOP8io3uI1YrliR12qTik+1R+kn/AH7NN1YLRyQiXj/Io4/yKi+1R+kn/fBpPtSf3ZP+/Zpe2p/zILE3H+RRx/kVD9rj9JP+/ZqVHDoHRgykZBHeqjOMvhdwF4/yKOP8il59aOfWqATj/Io4/wAil59aOfWgD4Y/4KIf8lX0D/sAp/6UT0Uf8FEP+SsaB/2AU/8ASieiuiOxjLc+kP2aZNvwN8Krn/lxSvRJroxwu/UqpOCcV5b+z5MIPgn4SEh2btORlLcAjJHH5V3UtzBJG0byx7WBU/OBwa9ajCLprU8LETkqstDlvC/xUTW74QNpa2kPkGd55Lo7Y12blLfINoI710PhLxb/AG5PPFJaraEDfbZkYm4jHBkUMinaCQM+/wBM0LHQ/DtiVNrbQRERmIkSffQjG1ueQBwPTtUmjaVoWjzyT6fDFFI4ILeaWwDjIGTwDgZx1xzVKm+5Eqq6JnW+efWsO8m2FWz1eb/0YakN7F/z2j/76FZur+dHaWszRuEd5SGKnHL5H5iuHM4L2OhVOUpwmrdP1Ob8QePoNJ1ltNNr5rI6LI3m4IDqWDBQCSOMZ4FZl18U7W38RSaW1huiS5+zmfz/AOLofl29jkdavXmjaXdXV1dSQust3H5VwySEean90+3WoW8M+HWuWuW0uEztMJzISc7x39K8FRit0QoxW8WVrD4pR3d4bddIkBWNnO2bcxxGX4G3B6Y69TXRaF4uh1bU5rKO0uIjE0g3uhCnZs45A5O/p/smswaDoavKyabAvnQmFwox8h6gemal0/StPsLs3lvE/ntuyzyFvvY3Hn12j8qTjHsKUI9Isf8AEtPtnhOWPrm9h4+iPXmMOiebNHEAAXYKCe2TivW9Ts7m+8OyOsEjR/bIyW2nGAjDP0yRWKmkyI6uqEMpBBx3FfoPDtdU8Co36s+YzvCyniItr7KOTu/Bb26FjLjEwhO+FhyQcEYyT939RVp/AEkWo/Y5ryIHyfNysTnPAOOQPXHWure3vWyVHlkv5hKJtJbB5/U1NG+qxzed5rM20L8y5AAGOn4V6LxOItpNfgcccJhr6wZ5/wCIfCX9k3UcPmicOm8Ns29yMdfaum+DNl9k8QXbAYBtgP8Ax9a0b6zub2RXuFyVG0YXHGSf5k1r+CdNmt7+4mSFyoh+Y7f9oH+lcebYmTyyrGbvLlZ15VhYrM6cqcbK51/jDXx4e0b+0PIE5M8UCo0hRcySBASQCQBuzwDVK28a6YsLf2lLHbTR7DL5XmSxRh87N0hRQM4PUCrmqxaXqtobS9lieLesgAm2kMrBlIIOQQQD+FUZtD8OTWV3ZzCOaO82eeZLksz7Pu8k54r+foYmPLacXf0P1tx7MpXfxM0GC9tIw0zWlwr5uCjKEZWiGMEZPEqnir1l460e51S4sx9oRImhQTNC4UtIcKp4+XnA56k1Ti8J+EY9m+OOYxkmMyXP3M7T8uCMcop49Kt2Gg+F7GGWK1t7VFmlSaX97ku6MGVjz1BAP4VpLFUbaRlcXI+5u6o2bdOf+Wqfzqe3b9xH/uD+VZ9xMlz5cUEiyuZFOEOeAeTxT4ruBI1V540ZQAVZwCD9DROtU+pwdn8T/JDUVzNDPEuuRaHYJdSwSzmSVYkSMqCWOcZLEADjrmuej+IAm0T7fDol2ZA0cbI1xCI43kTdGWk3YCkkLnGQSOK6G7k068t2t7prWaJhhkkKsD+dZzaR4aOnxaebey+xxji3DARtx/EoOG/HNZUsVFR9+DuNw10Zq+H9WGsaVDqKWlxaxzZMaT7dzLnhvlJGD1HPQirGot/oFwP+mbfyrP07+zdPthbWk0aQqSVQzbtvsMnp7VJd3UMlrLHHMjuykKqsCST2AFTCvN1Vyxdr9h8qtqXbJsRN/vmuX8fePYPCN9p1rNpN7fG93HfAUAiVcDLbiP4mQenPXtW+s8cDPHNIkbBjw7AfzrJ8Q6VpOuS2k11fyQy2jO0LwTqpBZdp6gjpXVVxHLi5+0i2rvuQo+7oYOpfFSytrLSruC2glGoQxSiB7h0nG8jIVRGQ+0HJ5HANXZ/iXpaa7HpIsrvzZr1bSGQ7Qsh81YnPBJUKzD7wGe1XdR0Lwzf2Nva3kVpL9mSNIZiU82MIQV2t1HKjpip7zSvD91P9oaOzSc3EVw8sZVXd4mDJuI6jIFL65Rsv3cuocj7nR76g0r/jwi/H+ZqA3tt/z8w/99irGlK406HcpBIzgjB5Nevw3UnOdS66ImslZWLXPp+tHPp+tKA3oaNrV9Wc4nPp+tHPp+tLtaja1AHwv/wUQ/5KvoH/AGAU/wDSieij/goj/wAlY0D/ALAKf+lE9FdEdjGW54Xp3j3xxptjDYaf4v160tIF2xQQ38qJGvoqg4Aqf/hZXxD/AOh48R/+DKX/AOKooqiQ/wCFlfEL/oePEf8A4Mpf/iqP+FlfEL/oePEf/gyl/wDiqKKAuH/CyviH/wBDz4k/8GUv/wAVTj8TPiKRz468Sn/uJzf/ABVFFACf8LK+If8A0PPiT/wZS/8AxVN/4WR8Qf8Aod/Ef/gyl/8AiqKKAA/Ej4gkYPjfxHj/ALCUv/xVH/Cx/iB/0O/iL/wZS/8AxVFFADl+JXxEUfL468SD6anN/wDFUf8ACy/iJ/0PXiT/AMGc3/xVFFO4WD/hZfxE/wCh68Sf+DOb/wCKo/4WX8RP+h68Sf8Agzm/+KooouxWQf8ACy/iJ/0PXiT/AMGc3/xVKPiZ8RR08deJR/3E5v8A4qiii7Cwn/CyviH/ANDz4k/8Gc3/AMVR/wALK+In/Q8+JP8AwZzf/FUUUhif8LK+If8A0PPiT/wZS/8AxVH/AAsr4hf9Dx4j/wDBlL/8VRRQAo+JfxEHTx14kH01Ob/4qj/hZXxE/wCh58Sf+DOb/wCKoooAP+FlfEP/AKHnxJ/4Mpf/AIqj/hZXxD/6HnxJ/wCDKX/4qiigA/4WV8Q/+h58Sf8Agyl/+KoHxL+IgPHjrxIP+4nN/wDFUUUAB+JfxEPXx14kP/cTm/8AiqP+FlfEP/oefEn/AIMpf/iqKKAD/hZXxD/6HnxJ/wCDKX/4qk/4WV8Q/wDoefEn/gyl/wDiqKKAD/hZXxD/AOh58Sf+DKX/AOKp3/CzfiN/0PfiX/wZzf8AxVFFAB/ws34jf9D54m/8Gk3/AMVR/wALN+I3/Q9+Jv8AwaTf/FUUUBcP+Fm/Eb/oe/E3/g0m/wDiqP8AhZvxG/6HzxN/4NJv/iqKKAMXxBr+ueIrqO717WL/AFW4jj8pJby4aVlTJO0FiSBkk49zRRRQB//Z"/>
          <p:cNvSpPr>
            <a:spLocks noChangeAspect="1" noChangeArrowheads="1"/>
          </p:cNvSpPr>
          <p:nvPr/>
        </p:nvSpPr>
        <p:spPr bwMode="auto">
          <a:xfrm>
            <a:off x="6762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D540619-1EE4-A79F-ADB1-D3001A7A98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047" name="正方形/長方形 1046">
            <a:extLst>
              <a:ext uri="{FF2B5EF4-FFF2-40B4-BE49-F238E27FC236}">
                <a16:creationId xmlns:a16="http://schemas.microsoft.com/office/drawing/2014/main" id="{8DE3A4EF-81C1-DBFD-870C-7445273F22B0}"/>
              </a:ext>
            </a:extLst>
          </p:cNvPr>
          <p:cNvSpPr/>
          <p:nvPr/>
        </p:nvSpPr>
        <p:spPr>
          <a:xfrm flipH="1">
            <a:off x="7903787" y="5101378"/>
            <a:ext cx="1926164" cy="1065375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48" name="正方形/長方形 1047">
            <a:extLst>
              <a:ext uri="{FF2B5EF4-FFF2-40B4-BE49-F238E27FC236}">
                <a16:creationId xmlns:a16="http://schemas.microsoft.com/office/drawing/2014/main" id="{C5D53C0E-D19A-194B-2B65-D9E52C74DD0A}"/>
              </a:ext>
            </a:extLst>
          </p:cNvPr>
          <p:cNvSpPr/>
          <p:nvPr/>
        </p:nvSpPr>
        <p:spPr>
          <a:xfrm>
            <a:off x="5696653" y="1118385"/>
            <a:ext cx="4133298" cy="3539608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49" name="正方形/長方形 1048">
            <a:extLst>
              <a:ext uri="{FF2B5EF4-FFF2-40B4-BE49-F238E27FC236}">
                <a16:creationId xmlns:a16="http://schemas.microsoft.com/office/drawing/2014/main" id="{BFDAC45D-B282-B85D-76BE-5F4D6155DCF9}"/>
              </a:ext>
            </a:extLst>
          </p:cNvPr>
          <p:cNvSpPr/>
          <p:nvPr/>
        </p:nvSpPr>
        <p:spPr>
          <a:xfrm>
            <a:off x="8075726" y="5404821"/>
            <a:ext cx="1575274" cy="64293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ignica</a:t>
            </a: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レジ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スキャンＧＯ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pic>
        <p:nvPicPr>
          <p:cNvPr id="1050" name="図 30">
            <a:extLst>
              <a:ext uri="{FF2B5EF4-FFF2-40B4-BE49-F238E27FC236}">
                <a16:creationId xmlns:a16="http://schemas.microsoft.com/office/drawing/2014/main" id="{F28E7E8D-589A-321D-DC86-FCBD97551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37143" y="5520859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1" name="正方形/長方形 1050">
            <a:extLst>
              <a:ext uri="{FF2B5EF4-FFF2-40B4-BE49-F238E27FC236}">
                <a16:creationId xmlns:a16="http://schemas.microsoft.com/office/drawing/2014/main" id="{F32D8594-6500-690A-F61D-108E03972E88}"/>
              </a:ext>
            </a:extLst>
          </p:cNvPr>
          <p:cNvSpPr/>
          <p:nvPr/>
        </p:nvSpPr>
        <p:spPr>
          <a:xfrm>
            <a:off x="7973070" y="5046514"/>
            <a:ext cx="856316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店舗環境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52" name="正方形/長方形 1051">
            <a:extLst>
              <a:ext uri="{FF2B5EF4-FFF2-40B4-BE49-F238E27FC236}">
                <a16:creationId xmlns:a16="http://schemas.microsoft.com/office/drawing/2014/main" id="{866ABB37-21E3-2FB7-1BF2-06AC8269F78B}"/>
              </a:ext>
            </a:extLst>
          </p:cNvPr>
          <p:cNvSpPr/>
          <p:nvPr/>
        </p:nvSpPr>
        <p:spPr>
          <a:xfrm>
            <a:off x="8013654" y="2599341"/>
            <a:ext cx="1592514" cy="52784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Azure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ＰＯＳサーバ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pic>
        <p:nvPicPr>
          <p:cNvPr id="1053" name="Picture 11">
            <a:extLst>
              <a:ext uri="{FF2B5EF4-FFF2-40B4-BE49-F238E27FC236}">
                <a16:creationId xmlns:a16="http://schemas.microsoft.com/office/drawing/2014/main" id="{4601ADB9-647A-6BA0-7ECF-1DF8E061E6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92360" y="261630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4" name="正方形/長方形 1053">
            <a:extLst>
              <a:ext uri="{FF2B5EF4-FFF2-40B4-BE49-F238E27FC236}">
                <a16:creationId xmlns:a16="http://schemas.microsoft.com/office/drawing/2014/main" id="{10DCFA04-192B-A139-70B3-E83DB7F271C1}"/>
              </a:ext>
            </a:extLst>
          </p:cNvPr>
          <p:cNvSpPr/>
          <p:nvPr/>
        </p:nvSpPr>
        <p:spPr>
          <a:xfrm>
            <a:off x="5733803" y="1152207"/>
            <a:ext cx="1343904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Azure</a:t>
            </a:r>
            <a:r>
              <a:rPr kumimoji="0" lang="ja-JP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　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cxnSp>
        <p:nvCxnSpPr>
          <p:cNvPr id="1055" name="直線矢印コネクタ 1054">
            <a:extLst>
              <a:ext uri="{FF2B5EF4-FFF2-40B4-BE49-F238E27FC236}">
                <a16:creationId xmlns:a16="http://schemas.microsoft.com/office/drawing/2014/main" id="{F25D5DE5-34B0-4732-E3E9-F69E0EBE26AF}"/>
              </a:ext>
            </a:extLst>
          </p:cNvPr>
          <p:cNvCxnSpPr>
            <a:cxnSpLocks/>
          </p:cNvCxnSpPr>
          <p:nvPr/>
        </p:nvCxnSpPr>
        <p:spPr>
          <a:xfrm>
            <a:off x="8858009" y="3192935"/>
            <a:ext cx="0" cy="1932154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1056" name="正方形/長方形 1055">
            <a:extLst>
              <a:ext uri="{FF2B5EF4-FFF2-40B4-BE49-F238E27FC236}">
                <a16:creationId xmlns:a16="http://schemas.microsoft.com/office/drawing/2014/main" id="{6FEF0906-1FDE-36F6-5A21-AC178BDF96CA}"/>
              </a:ext>
            </a:extLst>
          </p:cNvPr>
          <p:cNvSpPr/>
          <p:nvPr/>
        </p:nvSpPr>
        <p:spPr>
          <a:xfrm>
            <a:off x="6016241" y="2007101"/>
            <a:ext cx="1592514" cy="52784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共有IFサーバ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pic>
        <p:nvPicPr>
          <p:cNvPr id="1057" name="Picture 11">
            <a:extLst>
              <a:ext uri="{FF2B5EF4-FFF2-40B4-BE49-F238E27FC236}">
                <a16:creationId xmlns:a16="http://schemas.microsoft.com/office/drawing/2014/main" id="{69130C8E-8E62-3546-62D4-525DC25065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94947" y="202406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8" name="正方形/長方形 1057">
            <a:extLst>
              <a:ext uri="{FF2B5EF4-FFF2-40B4-BE49-F238E27FC236}">
                <a16:creationId xmlns:a16="http://schemas.microsoft.com/office/drawing/2014/main" id="{FA2C6215-5ED2-FB44-1712-E51E391F28F3}"/>
              </a:ext>
            </a:extLst>
          </p:cNvPr>
          <p:cNvSpPr/>
          <p:nvPr/>
        </p:nvSpPr>
        <p:spPr>
          <a:xfrm>
            <a:off x="5999001" y="3308830"/>
            <a:ext cx="1592514" cy="52784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IF</a:t>
            </a: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サーバ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pic>
        <p:nvPicPr>
          <p:cNvPr id="1059" name="Picture 11">
            <a:extLst>
              <a:ext uri="{FF2B5EF4-FFF2-40B4-BE49-F238E27FC236}">
                <a16:creationId xmlns:a16="http://schemas.microsoft.com/office/drawing/2014/main" id="{8774A56A-5E9F-2A86-C7CE-75C04F7A46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77707" y="3325793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60" name="直線矢印コネクタ 1059">
            <a:extLst>
              <a:ext uri="{FF2B5EF4-FFF2-40B4-BE49-F238E27FC236}">
                <a16:creationId xmlns:a16="http://schemas.microsoft.com/office/drawing/2014/main" id="{B57C7B39-5CBF-40EA-CB64-E8FD2854415C}"/>
              </a:ext>
            </a:extLst>
          </p:cNvPr>
          <p:cNvCxnSpPr>
            <a:cxnSpLocks/>
            <a:endCxn id="1058" idx="0"/>
          </p:cNvCxnSpPr>
          <p:nvPr/>
        </p:nvCxnSpPr>
        <p:spPr>
          <a:xfrm flipH="1">
            <a:off x="6795258" y="2534945"/>
            <a:ext cx="15833" cy="773885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061" name="直線矢印コネクタ 1060">
            <a:extLst>
              <a:ext uri="{FF2B5EF4-FFF2-40B4-BE49-F238E27FC236}">
                <a16:creationId xmlns:a16="http://schemas.microsoft.com/office/drawing/2014/main" id="{002C8B4C-9C50-11AC-1FB4-5F96B293C60D}"/>
              </a:ext>
            </a:extLst>
          </p:cNvPr>
          <p:cNvCxnSpPr>
            <a:cxnSpLocks/>
          </p:cNvCxnSpPr>
          <p:nvPr/>
        </p:nvCxnSpPr>
        <p:spPr>
          <a:xfrm flipH="1">
            <a:off x="6811091" y="2888189"/>
            <a:ext cx="1161979" cy="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none"/>
          </a:ln>
          <a:effectLst/>
        </p:spPr>
      </p:cxnSp>
      <p:sp>
        <p:nvSpPr>
          <p:cNvPr id="1062" name="正方形/長方形 1061">
            <a:extLst>
              <a:ext uri="{FF2B5EF4-FFF2-40B4-BE49-F238E27FC236}">
                <a16:creationId xmlns:a16="http://schemas.microsoft.com/office/drawing/2014/main" id="{4AF6385D-8323-3565-6297-37B46DDBAEF5}"/>
              </a:ext>
            </a:extLst>
          </p:cNvPr>
          <p:cNvSpPr/>
          <p:nvPr/>
        </p:nvSpPr>
        <p:spPr>
          <a:xfrm>
            <a:off x="1527911" y="3676623"/>
            <a:ext cx="1946385" cy="2493572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63" name="正方形/長方形 1062">
            <a:extLst>
              <a:ext uri="{FF2B5EF4-FFF2-40B4-BE49-F238E27FC236}">
                <a16:creationId xmlns:a16="http://schemas.microsoft.com/office/drawing/2014/main" id="{9086CA15-4C4B-34DA-A28E-46B100572411}"/>
              </a:ext>
            </a:extLst>
          </p:cNvPr>
          <p:cNvSpPr/>
          <p:nvPr/>
        </p:nvSpPr>
        <p:spPr>
          <a:xfrm>
            <a:off x="1529844" y="3704055"/>
            <a:ext cx="856316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アイネス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64" name="正方形/長方形 1063">
            <a:extLst>
              <a:ext uri="{FF2B5EF4-FFF2-40B4-BE49-F238E27FC236}">
                <a16:creationId xmlns:a16="http://schemas.microsoft.com/office/drawing/2014/main" id="{51CB6ECB-C2A4-2B3A-35CB-1CBE8F95846C}"/>
              </a:ext>
            </a:extLst>
          </p:cNvPr>
          <p:cNvSpPr/>
          <p:nvPr/>
        </p:nvSpPr>
        <p:spPr>
          <a:xfrm>
            <a:off x="1660751" y="4313970"/>
            <a:ext cx="1592514" cy="531989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基幹システム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Open central</a:t>
            </a:r>
          </a:p>
        </p:txBody>
      </p:sp>
      <p:pic>
        <p:nvPicPr>
          <p:cNvPr id="1065" name="Picture 11">
            <a:extLst>
              <a:ext uri="{FF2B5EF4-FFF2-40B4-BE49-F238E27FC236}">
                <a16:creationId xmlns:a16="http://schemas.microsoft.com/office/drawing/2014/main" id="{3A7DE200-EE96-73C1-742C-1AAEC0E86B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04600" y="4341751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66" name="直線矢印コネクタ 1065">
            <a:extLst>
              <a:ext uri="{FF2B5EF4-FFF2-40B4-BE49-F238E27FC236}">
                <a16:creationId xmlns:a16="http://schemas.microsoft.com/office/drawing/2014/main" id="{BEEB1DAC-2092-E9C0-5B25-086E0F58DB00}"/>
              </a:ext>
            </a:extLst>
          </p:cNvPr>
          <p:cNvCxnSpPr>
            <a:cxnSpLocks/>
          </p:cNvCxnSpPr>
          <p:nvPr/>
        </p:nvCxnSpPr>
        <p:spPr>
          <a:xfrm flipH="1">
            <a:off x="4641822" y="3590730"/>
            <a:ext cx="1366907" cy="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none"/>
          </a:ln>
          <a:effectLst/>
        </p:spPr>
      </p:cxnSp>
      <p:sp>
        <p:nvSpPr>
          <p:cNvPr id="1067" name="正方形/長方形 1066">
            <a:extLst>
              <a:ext uri="{FF2B5EF4-FFF2-40B4-BE49-F238E27FC236}">
                <a16:creationId xmlns:a16="http://schemas.microsoft.com/office/drawing/2014/main" id="{E901C25D-D28E-4823-CC10-36EB7D442697}"/>
              </a:ext>
            </a:extLst>
          </p:cNvPr>
          <p:cNvSpPr/>
          <p:nvPr/>
        </p:nvSpPr>
        <p:spPr>
          <a:xfrm>
            <a:off x="1543744" y="1079258"/>
            <a:ext cx="1928665" cy="222775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68" name="正方形/長方形 1067">
            <a:extLst>
              <a:ext uri="{FF2B5EF4-FFF2-40B4-BE49-F238E27FC236}">
                <a16:creationId xmlns:a16="http://schemas.microsoft.com/office/drawing/2014/main" id="{E74F425E-DA7C-B92D-3B5C-BD5C78F82AE2}"/>
              </a:ext>
            </a:extLst>
          </p:cNvPr>
          <p:cNvSpPr/>
          <p:nvPr/>
        </p:nvSpPr>
        <p:spPr>
          <a:xfrm>
            <a:off x="1545676" y="1115550"/>
            <a:ext cx="1078489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大創産業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69" name="正方形/長方形 1068">
            <a:extLst>
              <a:ext uri="{FF2B5EF4-FFF2-40B4-BE49-F238E27FC236}">
                <a16:creationId xmlns:a16="http://schemas.microsoft.com/office/drawing/2014/main" id="{C165AE95-3E32-8B1E-D3D1-13C9CBF01982}"/>
              </a:ext>
            </a:extLst>
          </p:cNvPr>
          <p:cNvSpPr/>
          <p:nvPr/>
        </p:nvSpPr>
        <p:spPr>
          <a:xfrm>
            <a:off x="1676584" y="1557116"/>
            <a:ext cx="1592514" cy="53198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ダイソー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基幹システム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pic>
        <p:nvPicPr>
          <p:cNvPr id="1070" name="Picture 11">
            <a:extLst>
              <a:ext uri="{FF2B5EF4-FFF2-40B4-BE49-F238E27FC236}">
                <a16:creationId xmlns:a16="http://schemas.microsoft.com/office/drawing/2014/main" id="{94456DD4-76FC-899A-FDC7-74C30CF0A7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20433" y="158489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71" name="直線矢印コネクタ 1070">
            <a:extLst>
              <a:ext uri="{FF2B5EF4-FFF2-40B4-BE49-F238E27FC236}">
                <a16:creationId xmlns:a16="http://schemas.microsoft.com/office/drawing/2014/main" id="{90413E39-25B5-03BD-3EDF-E5B48FEF3596}"/>
              </a:ext>
            </a:extLst>
          </p:cNvPr>
          <p:cNvCxnSpPr>
            <a:cxnSpLocks/>
          </p:cNvCxnSpPr>
          <p:nvPr/>
        </p:nvCxnSpPr>
        <p:spPr>
          <a:xfrm>
            <a:off x="4661278" y="3581002"/>
            <a:ext cx="0" cy="996389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072" name="直線矢印コネクタ 1071">
            <a:extLst>
              <a:ext uri="{FF2B5EF4-FFF2-40B4-BE49-F238E27FC236}">
                <a16:creationId xmlns:a16="http://schemas.microsoft.com/office/drawing/2014/main" id="{3530A246-5ACD-F31B-F53D-D9BE1E53FABA}"/>
              </a:ext>
            </a:extLst>
          </p:cNvPr>
          <p:cNvCxnSpPr>
            <a:cxnSpLocks/>
          </p:cNvCxnSpPr>
          <p:nvPr/>
        </p:nvCxnSpPr>
        <p:spPr>
          <a:xfrm flipH="1">
            <a:off x="3331121" y="4577391"/>
            <a:ext cx="1330157" cy="9728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triangle"/>
          </a:ln>
          <a:effectLst/>
        </p:spPr>
      </p:cxnSp>
      <p:sp>
        <p:nvSpPr>
          <p:cNvPr id="1074" name="フローチャート : 磁気ディスク 6">
            <a:extLst>
              <a:ext uri="{FF2B5EF4-FFF2-40B4-BE49-F238E27FC236}">
                <a16:creationId xmlns:a16="http://schemas.microsoft.com/office/drawing/2014/main" id="{DD7140A2-460F-05F4-1AFB-F0659882D219}"/>
              </a:ext>
            </a:extLst>
          </p:cNvPr>
          <p:cNvSpPr/>
          <p:nvPr/>
        </p:nvSpPr>
        <p:spPr>
          <a:xfrm>
            <a:off x="8960103" y="3174508"/>
            <a:ext cx="777794" cy="740984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ダイソー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商品マスタ</a:t>
            </a:r>
          </a:p>
        </p:txBody>
      </p:sp>
      <p:sp>
        <p:nvSpPr>
          <p:cNvPr id="1075" name="フローチャート : 磁気ディスク 6">
            <a:extLst>
              <a:ext uri="{FF2B5EF4-FFF2-40B4-BE49-F238E27FC236}">
                <a16:creationId xmlns:a16="http://schemas.microsoft.com/office/drawing/2014/main" id="{455ED1CF-153D-C052-FEAF-B6B748B446A2}"/>
              </a:ext>
            </a:extLst>
          </p:cNvPr>
          <p:cNvSpPr/>
          <p:nvPr/>
        </p:nvSpPr>
        <p:spPr>
          <a:xfrm>
            <a:off x="3627592" y="2097248"/>
            <a:ext cx="733492" cy="714404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ダイソー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店舗向け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076" name="フローチャート : 磁気ディスク 6">
            <a:extLst>
              <a:ext uri="{FF2B5EF4-FFF2-40B4-BE49-F238E27FC236}">
                <a16:creationId xmlns:a16="http://schemas.microsoft.com/office/drawing/2014/main" id="{E352E40D-9A41-C343-0721-48A60DA568A5}"/>
              </a:ext>
            </a:extLst>
          </p:cNvPr>
          <p:cNvSpPr/>
          <p:nvPr/>
        </p:nvSpPr>
        <p:spPr>
          <a:xfrm>
            <a:off x="3630762" y="3774088"/>
            <a:ext cx="733492" cy="714404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店舗向け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077" name="フローチャート : 磁気ディスク 6">
            <a:extLst>
              <a:ext uri="{FF2B5EF4-FFF2-40B4-BE49-F238E27FC236}">
                <a16:creationId xmlns:a16="http://schemas.microsoft.com/office/drawing/2014/main" id="{5BE6C9C9-B7D7-71C6-EB96-4967B0A78615}"/>
              </a:ext>
            </a:extLst>
          </p:cNvPr>
          <p:cNvSpPr/>
          <p:nvPr/>
        </p:nvSpPr>
        <p:spPr>
          <a:xfrm>
            <a:off x="4790191" y="2307349"/>
            <a:ext cx="802497" cy="714404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ダイソー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精算・実績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データ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078" name="フローチャート : 磁気ディスク 6">
            <a:extLst>
              <a:ext uri="{FF2B5EF4-FFF2-40B4-BE49-F238E27FC236}">
                <a16:creationId xmlns:a16="http://schemas.microsoft.com/office/drawing/2014/main" id="{3A55A35C-6037-F230-74CB-3C5F61D28A11}"/>
              </a:ext>
            </a:extLst>
          </p:cNvPr>
          <p:cNvSpPr/>
          <p:nvPr/>
        </p:nvSpPr>
        <p:spPr>
          <a:xfrm>
            <a:off x="7982436" y="3178185"/>
            <a:ext cx="733492" cy="714404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ダイソー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実績</a:t>
            </a:r>
          </a:p>
        </p:txBody>
      </p:sp>
      <p:sp>
        <p:nvSpPr>
          <p:cNvPr id="1079" name="正方形/長方形 1078">
            <a:extLst>
              <a:ext uri="{FF2B5EF4-FFF2-40B4-BE49-F238E27FC236}">
                <a16:creationId xmlns:a16="http://schemas.microsoft.com/office/drawing/2014/main" id="{E0A53EB6-50D8-8EAE-E599-C7DE9F16017D}"/>
              </a:ext>
            </a:extLst>
          </p:cNvPr>
          <p:cNvSpPr/>
          <p:nvPr/>
        </p:nvSpPr>
        <p:spPr>
          <a:xfrm>
            <a:off x="1676584" y="2576068"/>
            <a:ext cx="1592514" cy="53198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ダイソー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集配信サーバ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pic>
        <p:nvPicPr>
          <p:cNvPr id="1080" name="Picture 11">
            <a:extLst>
              <a:ext uri="{FF2B5EF4-FFF2-40B4-BE49-F238E27FC236}">
                <a16:creationId xmlns:a16="http://schemas.microsoft.com/office/drawing/2014/main" id="{0B2CBE69-792C-7B6E-1DFD-28BCE9F3F1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38154" y="258612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81" name="直線矢印コネクタ 1080">
            <a:extLst>
              <a:ext uri="{FF2B5EF4-FFF2-40B4-BE49-F238E27FC236}">
                <a16:creationId xmlns:a16="http://schemas.microsoft.com/office/drawing/2014/main" id="{4A21EF8D-6E20-9EC5-BB67-9F59E8F3E951}"/>
              </a:ext>
            </a:extLst>
          </p:cNvPr>
          <p:cNvCxnSpPr>
            <a:cxnSpLocks/>
          </p:cNvCxnSpPr>
          <p:nvPr/>
        </p:nvCxnSpPr>
        <p:spPr>
          <a:xfrm>
            <a:off x="2443031" y="2094238"/>
            <a:ext cx="8861" cy="49676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1082" name="直線矢印コネクタ 1081">
            <a:extLst>
              <a:ext uri="{FF2B5EF4-FFF2-40B4-BE49-F238E27FC236}">
                <a16:creationId xmlns:a16="http://schemas.microsoft.com/office/drawing/2014/main" id="{4B1C80DC-F330-55C9-6C20-949C48E44138}"/>
              </a:ext>
            </a:extLst>
          </p:cNvPr>
          <p:cNvCxnSpPr>
            <a:cxnSpLocks/>
          </p:cNvCxnSpPr>
          <p:nvPr/>
        </p:nvCxnSpPr>
        <p:spPr>
          <a:xfrm flipH="1">
            <a:off x="4641822" y="2261660"/>
            <a:ext cx="1366907" cy="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none"/>
          </a:ln>
          <a:effectLst/>
        </p:spPr>
      </p:cxnSp>
      <p:cxnSp>
        <p:nvCxnSpPr>
          <p:cNvPr id="1083" name="直線矢印コネクタ 1082">
            <a:extLst>
              <a:ext uri="{FF2B5EF4-FFF2-40B4-BE49-F238E27FC236}">
                <a16:creationId xmlns:a16="http://schemas.microsoft.com/office/drawing/2014/main" id="{7313E1F3-5287-1C4F-58F7-258A3ADE4328}"/>
              </a:ext>
            </a:extLst>
          </p:cNvPr>
          <p:cNvCxnSpPr>
            <a:cxnSpLocks/>
          </p:cNvCxnSpPr>
          <p:nvPr/>
        </p:nvCxnSpPr>
        <p:spPr>
          <a:xfrm>
            <a:off x="4661278" y="2260792"/>
            <a:ext cx="0" cy="650832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084" name="直線矢印コネクタ 1083">
            <a:extLst>
              <a:ext uri="{FF2B5EF4-FFF2-40B4-BE49-F238E27FC236}">
                <a16:creationId xmlns:a16="http://schemas.microsoft.com/office/drawing/2014/main" id="{034AE2C8-E517-0198-B1E1-F930C1990044}"/>
              </a:ext>
            </a:extLst>
          </p:cNvPr>
          <p:cNvCxnSpPr>
            <a:cxnSpLocks/>
          </p:cNvCxnSpPr>
          <p:nvPr/>
        </p:nvCxnSpPr>
        <p:spPr>
          <a:xfrm flipH="1" flipV="1">
            <a:off x="3313399" y="2868188"/>
            <a:ext cx="1330158" cy="16854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triangle"/>
          </a:ln>
          <a:effectLst/>
        </p:spPr>
      </p:cxnSp>
      <p:sp>
        <p:nvSpPr>
          <p:cNvPr id="1086" name="フローチャート : 磁気ディスク 6">
            <a:extLst>
              <a:ext uri="{FF2B5EF4-FFF2-40B4-BE49-F238E27FC236}">
                <a16:creationId xmlns:a16="http://schemas.microsoft.com/office/drawing/2014/main" id="{4BFFBC3C-15CC-F3C5-1D28-313DABA692F0}"/>
              </a:ext>
            </a:extLst>
          </p:cNvPr>
          <p:cNvSpPr/>
          <p:nvPr/>
        </p:nvSpPr>
        <p:spPr>
          <a:xfrm>
            <a:off x="3576686" y="4657993"/>
            <a:ext cx="802497" cy="714404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精算・実績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データ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0850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1"/>
          </p:nvPr>
        </p:nvSpPr>
        <p:spPr bwMode="auto">
          <a:xfrm>
            <a:off x="7019925" y="6453188"/>
            <a:ext cx="1981200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9pPr>
          </a:lstStyle>
          <a:p>
            <a:fld id="{33D586B9-E441-4144-B65D-F4D696F7796F}" type="slidenum">
              <a:rPr lang="en-US" altLang="ja-JP" smtClean="0"/>
              <a:pPr/>
              <a:t>8</a:t>
            </a:fld>
            <a:endParaRPr lang="en-US" altLang="ja-JP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632488" y="241484"/>
            <a:ext cx="9144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>
                <a:latin typeface="メイリオ"/>
                <a:ea typeface="メイリオ"/>
              </a:rPr>
              <a:t>　２．新ＰＯＳシステム全体図</a:t>
            </a: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3220" y="714356"/>
            <a:ext cx="8294746" cy="5332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正方形/長方形 5"/>
          <p:cNvSpPr/>
          <p:nvPr/>
        </p:nvSpPr>
        <p:spPr>
          <a:xfrm>
            <a:off x="1452530" y="6072206"/>
            <a:ext cx="9215470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sz="14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ＰＯＳセンターサーバについてはデータを一元管理するための環境を検討しています。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5650032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151637" y="134128"/>
            <a:ext cx="2245334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データ</a:t>
            </a:r>
            <a:r>
              <a:rPr kumimoji="1" lang="ja-JP" altLang="en-US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の流れ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1BEAF94-864A-E275-039F-A6E0899C9ED6}"/>
              </a:ext>
            </a:extLst>
          </p:cNvPr>
          <p:cNvSpPr/>
          <p:nvPr/>
        </p:nvSpPr>
        <p:spPr>
          <a:xfrm>
            <a:off x="4525947" y="119051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err="1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Ignica</a:t>
            </a:r>
            <a:r>
              <a:rPr lang="en-US" altLang="ja-JP" sz="12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 POS</a:t>
            </a:r>
          </a:p>
          <a:p>
            <a:pPr algn="ctr"/>
            <a:r>
              <a:rPr kumimoji="1" lang="ja-JP" altLang="en-US" sz="12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センターサーバ</a:t>
            </a:r>
            <a:endParaRPr kumimoji="1" lang="ja-JP" altLang="en-US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2E6E77A-7130-0E14-F415-FB0C9CA6980B}"/>
              </a:ext>
            </a:extLst>
          </p:cNvPr>
          <p:cNvSpPr/>
          <p:nvPr/>
        </p:nvSpPr>
        <p:spPr>
          <a:xfrm>
            <a:off x="151637" y="119051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基幹システム</a:t>
            </a:r>
            <a:endParaRPr lang="en-US" altLang="ja-JP" sz="12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en-US" altLang="ja-JP" sz="12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OC</a:t>
            </a:r>
            <a:endParaRPr kumimoji="1" lang="ja-JP" altLang="en-US" sz="12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68" name="フローチャート: 磁気ディスク 67">
            <a:extLst>
              <a:ext uri="{FF2B5EF4-FFF2-40B4-BE49-F238E27FC236}">
                <a16:creationId xmlns:a16="http://schemas.microsoft.com/office/drawing/2014/main" id="{FEEE9D49-5A51-362A-45E0-D9AFCCBA110A}"/>
              </a:ext>
            </a:extLst>
          </p:cNvPr>
          <p:cNvSpPr/>
          <p:nvPr/>
        </p:nvSpPr>
        <p:spPr>
          <a:xfrm>
            <a:off x="1192187" y="2595133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endParaRPr lang="en-US" altLang="ja-JP" sz="800"/>
          </a:p>
          <a:p>
            <a:pPr algn="ctr"/>
            <a:r>
              <a:rPr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全店分</a:t>
            </a:r>
            <a:endParaRPr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実績</a:t>
            </a:r>
            <a:endParaRPr kumimoji="1"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データ</a:t>
            </a:r>
            <a:endParaRPr kumimoji="1"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08ECB96-22EA-84B5-AF3A-E670FC044CC0}"/>
              </a:ext>
            </a:extLst>
          </p:cNvPr>
          <p:cNvSpPr/>
          <p:nvPr/>
        </p:nvSpPr>
        <p:spPr>
          <a:xfrm>
            <a:off x="8619501" y="3125949"/>
            <a:ext cx="350776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sz="1200" b="1">
              <a:solidFill>
                <a:srgbClr val="FF0000"/>
              </a:solidFill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0714A522-37D6-D8C3-2540-944D505E1D3B}"/>
              </a:ext>
            </a:extLst>
          </p:cNvPr>
          <p:cNvSpPr/>
          <p:nvPr/>
        </p:nvSpPr>
        <p:spPr>
          <a:xfrm>
            <a:off x="4525947" y="3460683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新</a:t>
            </a:r>
            <a:r>
              <a:rPr kumimoji="1" lang="ja-JP" altLang="en-US" sz="12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センターサーバ</a:t>
            </a:r>
            <a:endParaRPr kumimoji="1" lang="ja-JP" altLang="en-US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6" name="フローチャート: 磁気ディスク 25">
            <a:extLst>
              <a:ext uri="{FF2B5EF4-FFF2-40B4-BE49-F238E27FC236}">
                <a16:creationId xmlns:a16="http://schemas.microsoft.com/office/drawing/2014/main" id="{CEA933A6-174F-4062-F198-99581CC27E51}"/>
              </a:ext>
            </a:extLst>
          </p:cNvPr>
          <p:cNvSpPr/>
          <p:nvPr/>
        </p:nvSpPr>
        <p:spPr>
          <a:xfrm>
            <a:off x="1192187" y="1794827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7" name="フローチャート: 磁気ディスク 26">
            <a:extLst>
              <a:ext uri="{FF2B5EF4-FFF2-40B4-BE49-F238E27FC236}">
                <a16:creationId xmlns:a16="http://schemas.microsoft.com/office/drawing/2014/main" id="{E0A9251D-9611-B079-B0B4-63B9F8CC14C0}"/>
              </a:ext>
            </a:extLst>
          </p:cNvPr>
          <p:cNvSpPr/>
          <p:nvPr/>
        </p:nvSpPr>
        <p:spPr>
          <a:xfrm>
            <a:off x="4559181" y="1794827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9" name="フローチャート: 磁気ディスク 28">
            <a:extLst>
              <a:ext uri="{FF2B5EF4-FFF2-40B4-BE49-F238E27FC236}">
                <a16:creationId xmlns:a16="http://schemas.microsoft.com/office/drawing/2014/main" id="{552BDDBF-96A1-20E4-2DDA-2EFB31E8ABB0}"/>
              </a:ext>
            </a:extLst>
          </p:cNvPr>
          <p:cNvSpPr/>
          <p:nvPr/>
        </p:nvSpPr>
        <p:spPr>
          <a:xfrm>
            <a:off x="4566922" y="2595133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endParaRPr lang="en-US" altLang="ja-JP" sz="800"/>
          </a:p>
          <a:p>
            <a:pPr algn="ctr"/>
            <a:r>
              <a:rPr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全店分</a:t>
            </a:r>
            <a:endParaRPr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実績</a:t>
            </a:r>
            <a:endParaRPr kumimoji="1"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データ</a:t>
            </a:r>
            <a:endParaRPr kumimoji="1"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54FD5B6-804F-8068-97FF-8252D5EDBBEA}"/>
              </a:ext>
            </a:extLst>
          </p:cNvPr>
          <p:cNvCxnSpPr>
            <a:cxnSpLocks/>
            <a:stCxn id="26" idx="4"/>
            <a:endCxn id="27" idx="2"/>
          </p:cNvCxnSpPr>
          <p:nvPr/>
        </p:nvCxnSpPr>
        <p:spPr>
          <a:xfrm>
            <a:off x="1816199" y="2107529"/>
            <a:ext cx="2742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線矢印コネクタ 230">
            <a:extLst>
              <a:ext uri="{FF2B5EF4-FFF2-40B4-BE49-F238E27FC236}">
                <a16:creationId xmlns:a16="http://schemas.microsoft.com/office/drawing/2014/main" id="{D0D12F46-3077-142F-E0E2-86A4C2B2AA87}"/>
              </a:ext>
            </a:extLst>
          </p:cNvPr>
          <p:cNvCxnSpPr>
            <a:cxnSpLocks/>
            <a:stCxn id="29" idx="2"/>
            <a:endCxn id="68" idx="4"/>
          </p:cNvCxnSpPr>
          <p:nvPr/>
        </p:nvCxnSpPr>
        <p:spPr>
          <a:xfrm flipH="1">
            <a:off x="1816199" y="2907835"/>
            <a:ext cx="27507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300363DB-1135-3943-7B77-52A46E9BB13D}"/>
              </a:ext>
            </a:extLst>
          </p:cNvPr>
          <p:cNvSpPr/>
          <p:nvPr/>
        </p:nvSpPr>
        <p:spPr>
          <a:xfrm>
            <a:off x="1706047" y="2176153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22:30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38" name="正方形/長方形 237">
            <a:extLst>
              <a:ext uri="{FF2B5EF4-FFF2-40B4-BE49-F238E27FC236}">
                <a16:creationId xmlns:a16="http://schemas.microsoft.com/office/drawing/2014/main" id="{150EC7C0-8B7C-D2C8-74B4-01B26BC869C7}"/>
              </a:ext>
            </a:extLst>
          </p:cNvPr>
          <p:cNvSpPr/>
          <p:nvPr/>
        </p:nvSpPr>
        <p:spPr>
          <a:xfrm>
            <a:off x="4051231" y="2960700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700" b="1">
                <a:solidFill>
                  <a:prstClr val="black"/>
                </a:solidFill>
                <a:latin typeface="Century Gothic" panose="020F0302020204030204"/>
                <a:ea typeface="メイリオ" panose="020B0604030504040204" pitchFamily="50" charset="-128"/>
              </a:rPr>
              <a:t>2</a:t>
            </a: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:</a:t>
            </a:r>
            <a:r>
              <a:rPr lang="en-US" altLang="ja-JP" sz="700" b="1">
                <a:solidFill>
                  <a:prstClr val="black"/>
                </a:solidFill>
                <a:latin typeface="Century Gothic" panose="020F0302020204030204"/>
                <a:ea typeface="メイリオ" panose="020B0604030504040204" pitchFamily="50" charset="-128"/>
              </a:rPr>
              <a:t>0</a:t>
            </a: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39" name="フローチャート: 磁気ディスク 238">
            <a:extLst>
              <a:ext uri="{FF2B5EF4-FFF2-40B4-BE49-F238E27FC236}">
                <a16:creationId xmlns:a16="http://schemas.microsoft.com/office/drawing/2014/main" id="{1D327803-8886-5BFE-3B85-9058032E9047}"/>
              </a:ext>
            </a:extLst>
          </p:cNvPr>
          <p:cNvSpPr/>
          <p:nvPr/>
        </p:nvSpPr>
        <p:spPr>
          <a:xfrm>
            <a:off x="4566922" y="4152990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40" name="フローチャート: 磁気ディスク 239">
            <a:extLst>
              <a:ext uri="{FF2B5EF4-FFF2-40B4-BE49-F238E27FC236}">
                <a16:creationId xmlns:a16="http://schemas.microsoft.com/office/drawing/2014/main" id="{AE4FAC95-F248-3C93-7554-57399A17D852}"/>
              </a:ext>
            </a:extLst>
          </p:cNvPr>
          <p:cNvSpPr/>
          <p:nvPr/>
        </p:nvSpPr>
        <p:spPr>
          <a:xfrm>
            <a:off x="1192187" y="4152990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41" name="フローチャート: 磁気ディスク 240">
            <a:extLst>
              <a:ext uri="{FF2B5EF4-FFF2-40B4-BE49-F238E27FC236}">
                <a16:creationId xmlns:a16="http://schemas.microsoft.com/office/drawing/2014/main" id="{6338592D-1E34-3972-639D-4B8F0DF78CBC}"/>
              </a:ext>
            </a:extLst>
          </p:cNvPr>
          <p:cNvSpPr/>
          <p:nvPr/>
        </p:nvSpPr>
        <p:spPr>
          <a:xfrm>
            <a:off x="1192187" y="4944583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algn="ctr"/>
            <a:r>
              <a:rPr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全店分</a:t>
            </a:r>
            <a:endParaRPr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実績</a:t>
            </a:r>
            <a:endParaRPr kumimoji="1"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42" name="フローチャート: 磁気ディスク 241">
            <a:extLst>
              <a:ext uri="{FF2B5EF4-FFF2-40B4-BE49-F238E27FC236}">
                <a16:creationId xmlns:a16="http://schemas.microsoft.com/office/drawing/2014/main" id="{1C39CC13-9FE9-D932-291B-FEDC445CE587}"/>
              </a:ext>
            </a:extLst>
          </p:cNvPr>
          <p:cNvSpPr/>
          <p:nvPr/>
        </p:nvSpPr>
        <p:spPr>
          <a:xfrm>
            <a:off x="4559181" y="4944583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algn="ctr"/>
            <a:r>
              <a:rPr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全店分</a:t>
            </a:r>
            <a:endParaRPr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実績</a:t>
            </a:r>
            <a:endParaRPr kumimoji="1"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43" name="直線矢印コネクタ 242">
            <a:extLst>
              <a:ext uri="{FF2B5EF4-FFF2-40B4-BE49-F238E27FC236}">
                <a16:creationId xmlns:a16="http://schemas.microsoft.com/office/drawing/2014/main" id="{1590EFC1-EB40-2D09-672F-8697A74099D3}"/>
              </a:ext>
            </a:extLst>
          </p:cNvPr>
          <p:cNvCxnSpPr>
            <a:cxnSpLocks/>
            <a:stCxn id="240" idx="4"/>
            <a:endCxn id="239" idx="2"/>
          </p:cNvCxnSpPr>
          <p:nvPr/>
        </p:nvCxnSpPr>
        <p:spPr>
          <a:xfrm>
            <a:off x="1816199" y="4465692"/>
            <a:ext cx="2750723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4038909A-2FC3-3F6A-8961-6497C6002677}"/>
              </a:ext>
            </a:extLst>
          </p:cNvPr>
          <p:cNvCxnSpPr>
            <a:cxnSpLocks/>
            <a:stCxn id="241" idx="4"/>
            <a:endCxn id="242" idx="2"/>
          </p:cNvCxnSpPr>
          <p:nvPr/>
        </p:nvCxnSpPr>
        <p:spPr>
          <a:xfrm>
            <a:off x="1816199" y="5257285"/>
            <a:ext cx="2742982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79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151637" y="134128"/>
            <a:ext cx="3381676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新サーバ対応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データの流れ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1BEAF94-864A-E275-039F-A6E0899C9ED6}"/>
              </a:ext>
            </a:extLst>
          </p:cNvPr>
          <p:cNvSpPr/>
          <p:nvPr/>
        </p:nvSpPr>
        <p:spPr>
          <a:xfrm>
            <a:off x="3066501" y="1190518"/>
            <a:ext cx="5038811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新センターサーバ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2E6E77A-7130-0E14-F415-FB0C9CA6980B}"/>
              </a:ext>
            </a:extLst>
          </p:cNvPr>
          <p:cNvSpPr/>
          <p:nvPr/>
        </p:nvSpPr>
        <p:spPr>
          <a:xfrm>
            <a:off x="491851" y="119051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基幹システム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68" name="フローチャート: 磁気ディスク 67">
            <a:extLst>
              <a:ext uri="{FF2B5EF4-FFF2-40B4-BE49-F238E27FC236}">
                <a16:creationId xmlns:a16="http://schemas.microsoft.com/office/drawing/2014/main" id="{FEEE9D49-5A51-362A-45E0-D9AFCCBA110A}"/>
              </a:ext>
            </a:extLst>
          </p:cNvPr>
          <p:cNvSpPr/>
          <p:nvPr/>
        </p:nvSpPr>
        <p:spPr>
          <a:xfrm>
            <a:off x="1024636" y="2552316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08ECB96-22EA-84B5-AF3A-E670FC044CC0}"/>
              </a:ext>
            </a:extLst>
          </p:cNvPr>
          <p:cNvSpPr/>
          <p:nvPr/>
        </p:nvSpPr>
        <p:spPr>
          <a:xfrm>
            <a:off x="10759490" y="3125949"/>
            <a:ext cx="350776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6" name="フローチャート: 磁気ディスク 25">
            <a:extLst>
              <a:ext uri="{FF2B5EF4-FFF2-40B4-BE49-F238E27FC236}">
                <a16:creationId xmlns:a16="http://schemas.microsoft.com/office/drawing/2014/main" id="{CEA933A6-174F-4062-F198-99581CC27E51}"/>
              </a:ext>
            </a:extLst>
          </p:cNvPr>
          <p:cNvSpPr/>
          <p:nvPr/>
        </p:nvSpPr>
        <p:spPr>
          <a:xfrm>
            <a:off x="1024636" y="1794827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7" name="フローチャート: 磁気ディスク 26">
            <a:extLst>
              <a:ext uri="{FF2B5EF4-FFF2-40B4-BE49-F238E27FC236}">
                <a16:creationId xmlns:a16="http://schemas.microsoft.com/office/drawing/2014/main" id="{E0A9251D-9611-B079-B0B4-63B9F8CC14C0}"/>
              </a:ext>
            </a:extLst>
          </p:cNvPr>
          <p:cNvSpPr/>
          <p:nvPr/>
        </p:nvSpPr>
        <p:spPr>
          <a:xfrm>
            <a:off x="3066502" y="1794827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9" name="フローチャート: 磁気ディスク 28">
            <a:extLst>
              <a:ext uri="{FF2B5EF4-FFF2-40B4-BE49-F238E27FC236}">
                <a16:creationId xmlns:a16="http://schemas.microsoft.com/office/drawing/2014/main" id="{552BDDBF-96A1-20E4-2DDA-2EFB31E8ABB0}"/>
              </a:ext>
            </a:extLst>
          </p:cNvPr>
          <p:cNvSpPr/>
          <p:nvPr/>
        </p:nvSpPr>
        <p:spPr>
          <a:xfrm>
            <a:off x="3066502" y="2552316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54FD5B6-804F-8068-97FF-8252D5EDBBEA}"/>
              </a:ext>
            </a:extLst>
          </p:cNvPr>
          <p:cNvCxnSpPr>
            <a:cxnSpLocks/>
            <a:stCxn id="26" idx="4"/>
            <a:endCxn id="27" idx="2"/>
          </p:cNvCxnSpPr>
          <p:nvPr/>
        </p:nvCxnSpPr>
        <p:spPr>
          <a:xfrm>
            <a:off x="1648648" y="2107529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線矢印コネクタ 230">
            <a:extLst>
              <a:ext uri="{FF2B5EF4-FFF2-40B4-BE49-F238E27FC236}">
                <a16:creationId xmlns:a16="http://schemas.microsoft.com/office/drawing/2014/main" id="{D0D12F46-3077-142F-E0E2-86A4C2B2AA87}"/>
              </a:ext>
            </a:extLst>
          </p:cNvPr>
          <p:cNvCxnSpPr>
            <a:cxnSpLocks/>
            <a:stCxn id="29" idx="2"/>
            <a:endCxn id="68" idx="4"/>
          </p:cNvCxnSpPr>
          <p:nvPr/>
        </p:nvCxnSpPr>
        <p:spPr>
          <a:xfrm flipH="1">
            <a:off x="1648648" y="2865018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300363DB-1135-3943-7B77-52A46E9BB13D}"/>
              </a:ext>
            </a:extLst>
          </p:cNvPr>
          <p:cNvSpPr/>
          <p:nvPr/>
        </p:nvSpPr>
        <p:spPr>
          <a:xfrm>
            <a:off x="1706047" y="2176153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22:30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38" name="正方形/長方形 237">
            <a:extLst>
              <a:ext uri="{FF2B5EF4-FFF2-40B4-BE49-F238E27FC236}">
                <a16:creationId xmlns:a16="http://schemas.microsoft.com/office/drawing/2014/main" id="{150EC7C0-8B7C-D2C8-74B4-01B26BC869C7}"/>
              </a:ext>
            </a:extLst>
          </p:cNvPr>
          <p:cNvSpPr/>
          <p:nvPr/>
        </p:nvSpPr>
        <p:spPr>
          <a:xfrm>
            <a:off x="2546227" y="2916895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2:00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DA41D33-2BFB-A2A3-CF75-2772C474DD28}"/>
              </a:ext>
            </a:extLst>
          </p:cNvPr>
          <p:cNvSpPr/>
          <p:nvPr/>
        </p:nvSpPr>
        <p:spPr>
          <a:xfrm>
            <a:off x="9015400" y="119051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富士通サーバー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6" name="フローチャート: 磁気ディスク 5">
            <a:extLst>
              <a:ext uri="{FF2B5EF4-FFF2-40B4-BE49-F238E27FC236}">
                <a16:creationId xmlns:a16="http://schemas.microsoft.com/office/drawing/2014/main" id="{D9575F36-B6B3-3F38-D921-20B3E1148B27}"/>
              </a:ext>
            </a:extLst>
          </p:cNvPr>
          <p:cNvSpPr/>
          <p:nvPr/>
        </p:nvSpPr>
        <p:spPr>
          <a:xfrm>
            <a:off x="7393951" y="179482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7" name="フローチャート: 磁気ディスク 6">
            <a:extLst>
              <a:ext uri="{FF2B5EF4-FFF2-40B4-BE49-F238E27FC236}">
                <a16:creationId xmlns:a16="http://schemas.microsoft.com/office/drawing/2014/main" id="{ACC3D3DF-7E57-22E0-78E9-5E3117624F2F}"/>
              </a:ext>
            </a:extLst>
          </p:cNvPr>
          <p:cNvSpPr/>
          <p:nvPr/>
        </p:nvSpPr>
        <p:spPr>
          <a:xfrm>
            <a:off x="9581412" y="179482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" name="フローチャート: 磁気ディスク 7">
            <a:extLst>
              <a:ext uri="{FF2B5EF4-FFF2-40B4-BE49-F238E27FC236}">
                <a16:creationId xmlns:a16="http://schemas.microsoft.com/office/drawing/2014/main" id="{5351EBE2-96E6-5669-7A80-3827A9050239}"/>
              </a:ext>
            </a:extLst>
          </p:cNvPr>
          <p:cNvSpPr/>
          <p:nvPr/>
        </p:nvSpPr>
        <p:spPr>
          <a:xfrm>
            <a:off x="9653973" y="346926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取引ログ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2" name="フローチャート: 磁気ディスク 11">
            <a:extLst>
              <a:ext uri="{FF2B5EF4-FFF2-40B4-BE49-F238E27FC236}">
                <a16:creationId xmlns:a16="http://schemas.microsoft.com/office/drawing/2014/main" id="{0568D8DF-39CB-2238-D07B-6DBEFB86201E}"/>
              </a:ext>
            </a:extLst>
          </p:cNvPr>
          <p:cNvSpPr/>
          <p:nvPr/>
        </p:nvSpPr>
        <p:spPr>
          <a:xfrm>
            <a:off x="7481300" y="345892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取引ログ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AE78867C-6C51-E1CB-493D-2170EA5416E9}"/>
              </a:ext>
            </a:extLst>
          </p:cNvPr>
          <p:cNvSpPr/>
          <p:nvPr/>
        </p:nvSpPr>
        <p:spPr>
          <a:xfrm>
            <a:off x="491851" y="3622507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基幹システム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アイネス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8" name="フローチャート: 磁気ディスク 17">
            <a:extLst>
              <a:ext uri="{FF2B5EF4-FFF2-40B4-BE49-F238E27FC236}">
                <a16:creationId xmlns:a16="http://schemas.microsoft.com/office/drawing/2014/main" id="{73A80879-AD22-663F-0928-05B568273EFC}"/>
              </a:ext>
            </a:extLst>
          </p:cNvPr>
          <p:cNvSpPr/>
          <p:nvPr/>
        </p:nvSpPr>
        <p:spPr>
          <a:xfrm>
            <a:off x="1024636" y="436752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POS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分析データ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1" name="フローチャート: 磁気ディスク 20">
            <a:extLst>
              <a:ext uri="{FF2B5EF4-FFF2-40B4-BE49-F238E27FC236}">
                <a16:creationId xmlns:a16="http://schemas.microsoft.com/office/drawing/2014/main" id="{FADB581B-F1CD-C506-9BA3-1FC0B34ACA76}"/>
              </a:ext>
            </a:extLst>
          </p:cNvPr>
          <p:cNvSpPr/>
          <p:nvPr/>
        </p:nvSpPr>
        <p:spPr>
          <a:xfrm>
            <a:off x="3066502" y="436752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POS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分析データ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030C0597-B09D-ABE6-E06C-C4BF3A94301B}"/>
              </a:ext>
            </a:extLst>
          </p:cNvPr>
          <p:cNvCxnSpPr>
            <a:cxnSpLocks/>
            <a:stCxn id="21" idx="2"/>
            <a:endCxn id="18" idx="4"/>
          </p:cNvCxnSpPr>
          <p:nvPr/>
        </p:nvCxnSpPr>
        <p:spPr>
          <a:xfrm flipH="1">
            <a:off x="1648648" y="4680223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フローチャート: 定義済み処理 22">
            <a:extLst>
              <a:ext uri="{FF2B5EF4-FFF2-40B4-BE49-F238E27FC236}">
                <a16:creationId xmlns:a16="http://schemas.microsoft.com/office/drawing/2014/main" id="{1E6C7DC2-43C3-288F-9691-E8ED7BDB7F3B}"/>
              </a:ext>
            </a:extLst>
          </p:cNvPr>
          <p:cNvSpPr/>
          <p:nvPr/>
        </p:nvSpPr>
        <p:spPr>
          <a:xfrm>
            <a:off x="3950564" y="1794825"/>
            <a:ext cx="3000652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/>
              <a:t>サーバーマスタ取込</a:t>
            </a:r>
            <a:endParaRPr kumimoji="1" lang="en-US" altLang="ja-JP" sz="800"/>
          </a:p>
          <a:p>
            <a:pPr algn="ctr"/>
            <a:r>
              <a:rPr lang="ja-JP" altLang="en-US" sz="800"/>
              <a:t>富士通連携マスタ作成</a:t>
            </a:r>
            <a:endParaRPr kumimoji="1" lang="ja-JP" altLang="en-US" sz="800"/>
          </a:p>
        </p:txBody>
      </p:sp>
      <p:sp>
        <p:nvSpPr>
          <p:cNvPr id="24" name="フローチャート: 定義済み処理 23">
            <a:extLst>
              <a:ext uri="{FF2B5EF4-FFF2-40B4-BE49-F238E27FC236}">
                <a16:creationId xmlns:a16="http://schemas.microsoft.com/office/drawing/2014/main" id="{E0658472-AEB3-1ED9-25CC-C472C5D1CF4D}"/>
              </a:ext>
            </a:extLst>
          </p:cNvPr>
          <p:cNvSpPr/>
          <p:nvPr/>
        </p:nvSpPr>
        <p:spPr>
          <a:xfrm>
            <a:off x="3950564" y="2550323"/>
            <a:ext cx="3000652" cy="2442600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800"/>
              <a:t>OC</a:t>
            </a:r>
            <a:r>
              <a:rPr kumimoji="1" lang="ja-JP" altLang="en-US" sz="800"/>
              <a:t>向け実績作成</a:t>
            </a:r>
            <a:endParaRPr kumimoji="1" lang="en-US" altLang="ja-JP" sz="800"/>
          </a:p>
          <a:p>
            <a:pPr algn="ctr"/>
            <a:r>
              <a:rPr kumimoji="1" lang="en-US" altLang="ja-JP" sz="800"/>
              <a:t>POS</a:t>
            </a:r>
            <a:r>
              <a:rPr kumimoji="1" lang="ja-JP" altLang="en-US" sz="800"/>
              <a:t>分析作成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AF8E5E1-1B36-45C9-0F09-ECA33C32222B}"/>
              </a:ext>
            </a:extLst>
          </p:cNvPr>
          <p:cNvCxnSpPr>
            <a:cxnSpLocks/>
            <a:stCxn id="27" idx="4"/>
            <a:endCxn id="23" idx="1"/>
          </p:cNvCxnSpPr>
          <p:nvPr/>
        </p:nvCxnSpPr>
        <p:spPr>
          <a:xfrm flipV="1">
            <a:off x="3690514" y="2107527"/>
            <a:ext cx="260050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線矢印コネクタ 227">
            <a:extLst>
              <a:ext uri="{FF2B5EF4-FFF2-40B4-BE49-F238E27FC236}">
                <a16:creationId xmlns:a16="http://schemas.microsoft.com/office/drawing/2014/main" id="{717F4624-C439-11EA-6A60-DE7AD78158B7}"/>
              </a:ext>
            </a:extLst>
          </p:cNvPr>
          <p:cNvCxnSpPr>
            <a:cxnSpLocks/>
            <a:stCxn id="23" idx="3"/>
            <a:endCxn id="6" idx="2"/>
          </p:cNvCxnSpPr>
          <p:nvPr/>
        </p:nvCxnSpPr>
        <p:spPr>
          <a:xfrm>
            <a:off x="6951216" y="2107527"/>
            <a:ext cx="4427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線矢印コネクタ 250">
            <a:extLst>
              <a:ext uri="{FF2B5EF4-FFF2-40B4-BE49-F238E27FC236}">
                <a16:creationId xmlns:a16="http://schemas.microsoft.com/office/drawing/2014/main" id="{199C4EB7-8A21-AF53-903F-EF468D86E40F}"/>
              </a:ext>
            </a:extLst>
          </p:cNvPr>
          <p:cNvCxnSpPr>
            <a:cxnSpLocks/>
            <a:stCxn id="6" idx="4"/>
            <a:endCxn id="7" idx="2"/>
          </p:cNvCxnSpPr>
          <p:nvPr/>
        </p:nvCxnSpPr>
        <p:spPr>
          <a:xfrm>
            <a:off x="8017963" y="2107527"/>
            <a:ext cx="15634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B9E89F2F-F787-BD63-DB65-42515B6039A9}"/>
              </a:ext>
            </a:extLst>
          </p:cNvPr>
          <p:cNvCxnSpPr>
            <a:cxnSpLocks/>
            <a:endCxn id="21" idx="4"/>
          </p:cNvCxnSpPr>
          <p:nvPr/>
        </p:nvCxnSpPr>
        <p:spPr>
          <a:xfrm flipH="1">
            <a:off x="3690514" y="4680222"/>
            <a:ext cx="26005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C1ACE626-67B6-9D81-7F56-EB2B83404CE1}"/>
              </a:ext>
            </a:extLst>
          </p:cNvPr>
          <p:cNvCxnSpPr>
            <a:cxnSpLocks/>
            <a:stCxn id="12" idx="2"/>
            <a:endCxn id="24" idx="3"/>
          </p:cNvCxnSpPr>
          <p:nvPr/>
        </p:nvCxnSpPr>
        <p:spPr>
          <a:xfrm flipH="1">
            <a:off x="6951216" y="3771623"/>
            <a:ext cx="5300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8037F151-77F2-3B8C-1A21-508595F6D5B8}"/>
              </a:ext>
            </a:extLst>
          </p:cNvPr>
          <p:cNvCxnSpPr>
            <a:cxnSpLocks/>
            <a:stCxn id="8" idx="2"/>
            <a:endCxn id="12" idx="4"/>
          </p:cNvCxnSpPr>
          <p:nvPr/>
        </p:nvCxnSpPr>
        <p:spPr>
          <a:xfrm flipH="1" flipV="1">
            <a:off x="8105312" y="3771623"/>
            <a:ext cx="1548661" cy="103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71B86B64-C5FD-0116-FF2C-EB4022D9448D}"/>
              </a:ext>
            </a:extLst>
          </p:cNvPr>
          <p:cNvCxnSpPr>
            <a:cxnSpLocks/>
          </p:cNvCxnSpPr>
          <p:nvPr/>
        </p:nvCxnSpPr>
        <p:spPr>
          <a:xfrm flipH="1">
            <a:off x="3663882" y="2851101"/>
            <a:ext cx="26005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77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agetech2015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プレゼンテーション2" id="{728EBE56-3AB3-437F-957F-F27631CB2B3E}" vid="{178BA1FE-5FB3-4CAE-8F8F-655C35512A9A}"/>
    </a:ext>
  </a:extLst>
</a:theme>
</file>

<file path=ppt/theme/theme2.xml><?xml version="1.0" encoding="utf-8"?>
<a:theme xmlns:a="http://schemas.openxmlformats.org/drawingml/2006/main" name="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Props1.xml><?xml version="1.0" encoding="utf-8"?>
<ds:datastoreItem xmlns:ds="http://schemas.openxmlformats.org/officeDocument/2006/customXml" ds:itemID="{7A611D7D-13A9-467A-AAB9-E7970D45D4D8}"/>
</file>

<file path=customXml/itemProps2.xml><?xml version="1.0" encoding="utf-8"?>
<ds:datastoreItem xmlns:ds="http://schemas.openxmlformats.org/officeDocument/2006/customXml" ds:itemID="{76AEA699-1393-4629-803E-CAEE5F8DA4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0AE5FD-4413-4FAF-874F-8218F0B1418B}">
  <ds:schemaRefs>
    <ds:schemaRef ds:uri="2dd5972e-fc8f-47aa-916d-ced3529f73a8"/>
    <ds:schemaRef ds:uri="7e648b1b-310d-4301-875b-b3df8f3619bf"/>
    <ds:schemaRef ds:uri="c25985f6-738a-4fbb-ade1-fdbe81c9268b"/>
    <ds:schemaRef ds:uri="c75135be-2182-4479-88b6-6b05442ae4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USMH2023</Template>
  <Application>Microsoft Office PowerPoint</Application>
  <PresentationFormat>Widescreen</PresentationFormat>
  <Slides>10</Slides>
  <Notes>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agetech201505</vt:lpstr>
      <vt:lpstr>Profile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山本  慎一郎</dc:creator>
  <cp:revision>6</cp:revision>
  <dcterms:created xsi:type="dcterms:W3CDTF">2023-10-06T05:00:22Z</dcterms:created>
  <dcterms:modified xsi:type="dcterms:W3CDTF">2025-03-27T06:39:19Z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