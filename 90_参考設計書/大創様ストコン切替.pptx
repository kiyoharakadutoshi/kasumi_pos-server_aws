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7"/>
  </p:notesMasterIdLst>
  <p:sldIdLst>
    <p:sldId id="2147380509" r:id="rId5"/>
    <p:sldId id="214738050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21E88-F394-3E14-D7C4-DE16AA45E082}" v="39" dt="2024-10-21T07:41:56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S::daisuke.sasaki_kasumi.co.jp#ext#@usmh.onmicrosoft.com::3abe477e-7fe6-4d71-843b-fea31b2fdabd" providerId="AD" clId="Web-{41C7FA5E-C432-57DD-091D-8235ABFEBF2E}"/>
    <pc:docChg chg="modSld">
      <pc:chgData name="佐々木  大助" userId="S::daisuke.sasaki_kasumi.co.jp#ext#@usmh.onmicrosoft.com::3abe477e-7fe6-4d71-843b-fea31b2fdabd" providerId="AD" clId="Web-{41C7FA5E-C432-57DD-091D-8235ABFEBF2E}" dt="2024-09-16T00:11:19.409" v="26" actId="14100"/>
      <pc:docMkLst>
        <pc:docMk/>
      </pc:docMkLst>
      <pc:sldChg chg="addSp delSp modSp">
        <pc:chgData name="佐々木  大助" userId="S::daisuke.sasaki_kasumi.co.jp#ext#@usmh.onmicrosoft.com::3abe477e-7fe6-4d71-843b-fea31b2fdabd" providerId="AD" clId="Web-{41C7FA5E-C432-57DD-091D-8235ABFEBF2E}" dt="2024-09-16T00:09:19.608" v="16" actId="1076"/>
        <pc:sldMkLst>
          <pc:docMk/>
          <pc:sldMk cId="2555304810" sldId="2147380508"/>
        </pc:sldMkLst>
        <pc:spChg chg="add mod">
          <ac:chgData name="佐々木  大助" userId="S::daisuke.sasaki_kasumi.co.jp#ext#@usmh.onmicrosoft.com::3abe477e-7fe6-4d71-843b-fea31b2fdabd" providerId="AD" clId="Web-{41C7FA5E-C432-57DD-091D-8235ABFEBF2E}" dt="2024-09-16T00:09:19.608" v="16" actId="1076"/>
          <ac:spMkLst>
            <pc:docMk/>
            <pc:sldMk cId="2555304810" sldId="2147380508"/>
            <ac:spMk id="14" creationId="{0E745CD3-DCFF-C725-15A9-CA2DD9CDBB23}"/>
          </ac:spMkLst>
        </pc:spChg>
        <pc:spChg chg="mod">
          <ac:chgData name="佐々木  大助" userId="S::daisuke.sasaki_kasumi.co.jp#ext#@usmh.onmicrosoft.com::3abe477e-7fe6-4d71-843b-fea31b2fdabd" providerId="AD" clId="Web-{41C7FA5E-C432-57DD-091D-8235ABFEBF2E}" dt="2024-09-16T00:09:03.577" v="14" actId="14100"/>
          <ac:spMkLst>
            <pc:docMk/>
            <pc:sldMk cId="2555304810" sldId="2147380508"/>
            <ac:spMk id="53" creationId="{14F42CDE-8CF9-9AD2-ADE1-1BA7BEA0C59A}"/>
          </ac:spMkLst>
        </pc:spChg>
      </pc:sldChg>
      <pc:sldChg chg="addSp delSp">
        <pc:chgData name="佐々木  大助" userId="S::daisuke.sasaki_kasumi.co.jp#ext#@usmh.onmicrosoft.com::3abe477e-7fe6-4d71-843b-fea31b2fdabd" providerId="AD" clId="Web-{41C7FA5E-C432-57DD-091D-8235ABFEBF2E}" dt="2024-09-16T00:09:52.375" v="20"/>
        <pc:sldMkLst>
          <pc:docMk/>
          <pc:sldMk cId="1776720842" sldId="2147380512"/>
        </pc:sldMkLst>
      </pc:sldChg>
      <pc:sldChg chg="delSp modSp">
        <pc:chgData name="佐々木  大助" userId="S::daisuke.sasaki_kasumi.co.jp#ext#@usmh.onmicrosoft.com::3abe477e-7fe6-4d71-843b-fea31b2fdabd" providerId="AD" clId="Web-{41C7FA5E-C432-57DD-091D-8235ABFEBF2E}" dt="2024-09-16T00:11:19.409" v="26" actId="14100"/>
        <pc:sldMkLst>
          <pc:docMk/>
          <pc:sldMk cId="2282750509" sldId="2147380513"/>
        </pc:sldMkLst>
      </pc:sldChg>
    </pc:docChg>
  </pc:docChgLst>
  <pc:docChgLst>
    <pc:chgData name="佐々木  大助" userId="S::daisuke.sasaki_kasumi.co.jp#ext#@usmh.onmicrosoft.com::3abe477e-7fe6-4d71-843b-fea31b2fdabd" providerId="AD" clId="Web-{15521E88-F394-3E14-D7C4-DE16AA45E082}"/>
    <pc:docChg chg="modSld">
      <pc:chgData name="佐々木  大助" userId="S::daisuke.sasaki_kasumi.co.jp#ext#@usmh.onmicrosoft.com::3abe477e-7fe6-4d71-843b-fea31b2fdabd" providerId="AD" clId="Web-{15521E88-F394-3E14-D7C4-DE16AA45E082}" dt="2024-10-21T07:41:56.791" v="20" actId="20577"/>
      <pc:docMkLst>
        <pc:docMk/>
      </pc:docMkLst>
      <pc:sldChg chg="modSp">
        <pc:chgData name="佐々木  大助" userId="S::daisuke.sasaki_kasumi.co.jp#ext#@usmh.onmicrosoft.com::3abe477e-7fe6-4d71-843b-fea31b2fdabd" providerId="AD" clId="Web-{15521E88-F394-3E14-D7C4-DE16AA45E082}" dt="2024-10-21T07:41:56.791" v="20" actId="20577"/>
        <pc:sldMkLst>
          <pc:docMk/>
          <pc:sldMk cId="2274029884" sldId="2147380509"/>
        </pc:sldMkLst>
        <pc:spChg chg="mod">
          <ac:chgData name="佐々木  大助" userId="S::daisuke.sasaki_kasumi.co.jp#ext#@usmh.onmicrosoft.com::3abe477e-7fe6-4d71-843b-fea31b2fdabd" providerId="AD" clId="Web-{15521E88-F394-3E14-D7C4-DE16AA45E082}" dt="2024-10-21T07:41:56.791" v="20" actId="20577"/>
          <ac:spMkLst>
            <pc:docMk/>
            <pc:sldMk cId="2274029884" sldId="2147380509"/>
            <ac:spMk id="2" creationId="{CB3695AD-E89C-22EF-AE18-BF9E16B8C084}"/>
          </ac:spMkLst>
        </pc:spChg>
      </pc:sldChg>
    </pc:docChg>
  </pc:docChgLst>
  <pc:docChgLst>
    <pc:chgData name="佐々木  大助" userId="S::daisuke.sasaki_kasumi.co.jp#ext#@usmh.onmicrosoft.com::3abe477e-7fe6-4d71-843b-fea31b2fdabd" providerId="AD" clId="Web-{68AF0C1A-C367-1BB5-853D-AE74C4DDA688}"/>
    <pc:docChg chg="addSld modSld sldOrd">
      <pc:chgData name="佐々木  大助" userId="S::daisuke.sasaki_kasumi.co.jp#ext#@usmh.onmicrosoft.com::3abe477e-7fe6-4d71-843b-fea31b2fdabd" providerId="AD" clId="Web-{68AF0C1A-C367-1BB5-853D-AE74C4DDA688}" dt="2024-10-18T05:13:16.769" v="230" actId="20577"/>
      <pc:docMkLst>
        <pc:docMk/>
      </pc:docMkLst>
      <pc:sldChg chg="addSp delSp modSp add ord replId">
        <pc:chgData name="佐々木  大助" userId="S::daisuke.sasaki_kasumi.co.jp#ext#@usmh.onmicrosoft.com::3abe477e-7fe6-4d71-843b-fea31b2fdabd" providerId="AD" clId="Web-{68AF0C1A-C367-1BB5-853D-AE74C4DDA688}" dt="2024-10-18T05:13:16.769" v="230" actId="20577"/>
        <pc:sldMkLst>
          <pc:docMk/>
          <pc:sldMk cId="2274029884" sldId="2147380509"/>
        </pc:sldMkLst>
        <pc:spChg chg="add mod">
          <ac:chgData name="佐々木  大助" userId="S::daisuke.sasaki_kasumi.co.jp#ext#@usmh.onmicrosoft.com::3abe477e-7fe6-4d71-843b-fea31b2fdabd" providerId="AD" clId="Web-{68AF0C1A-C367-1BB5-853D-AE74C4DDA688}" dt="2024-10-18T05:13:16.769" v="230" actId="20577"/>
          <ac:spMkLst>
            <pc:docMk/>
            <pc:sldMk cId="2274029884" sldId="2147380509"/>
            <ac:spMk id="2" creationId="{CB3695AD-E89C-22EF-AE18-BF9E16B8C0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ransition>
    <p:fade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4633428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大創産業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社様過渡期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3695AD-E89C-22EF-AE18-BF9E16B8C084}"/>
              </a:ext>
            </a:extLst>
          </p:cNvPr>
          <p:cNvSpPr txBox="1"/>
          <p:nvPr/>
        </p:nvSpPr>
        <p:spPr>
          <a:xfrm>
            <a:off x="522514" y="1284514"/>
            <a:ext cx="771401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/>
              <a:t>2024年10月22日　確認事項</a:t>
            </a:r>
          </a:p>
          <a:p>
            <a:endParaRPr lang="ja-JP" altLang="en-US"/>
          </a:p>
          <a:p>
            <a:r>
              <a:rPr lang="ja-JP" altLang="en-US"/>
              <a:t>１．次期ストコン切替</a:t>
            </a:r>
          </a:p>
          <a:p>
            <a:r>
              <a:rPr lang="ja-JP" altLang="en-US"/>
              <a:t>・切替想定次期：2025年9月より順次切替</a:t>
            </a:r>
          </a:p>
          <a:p>
            <a:r>
              <a:rPr lang="ja-JP" altLang="en-US"/>
              <a:t>　切替過渡期は現VINX社ストコンと平行で連携</a:t>
            </a:r>
          </a:p>
          <a:p>
            <a:endParaRPr lang="ja-JP" altLang="en-US"/>
          </a:p>
          <a:p>
            <a:r>
              <a:rPr lang="ja-JP" altLang="en-US"/>
              <a:t>２．システム仕様確認</a:t>
            </a:r>
          </a:p>
          <a:p>
            <a:r>
              <a:rPr lang="ja-JP" altLang="en-US"/>
              <a:t>・「商品マスタ」、「分類マスタ（デパ、ライン、クラス、サブクラス）」連携</a:t>
            </a:r>
          </a:p>
          <a:p>
            <a:r>
              <a:rPr lang="ja-JP" altLang="en-US"/>
              <a:t>・「売上実績」連携</a:t>
            </a:r>
          </a:p>
          <a:p>
            <a:r>
              <a:rPr lang="ja-JP" altLang="en-US"/>
              <a:t>・カスミ扱い商品との競合時処理</a:t>
            </a:r>
          </a:p>
          <a:p>
            <a:endParaRPr lang="ja-JP" altLang="en-US"/>
          </a:p>
          <a:p>
            <a:r>
              <a:rPr lang="ja-JP" altLang="en-US"/>
              <a:t>３．現システム課題</a:t>
            </a:r>
          </a:p>
          <a:p>
            <a:r>
              <a:rPr lang="ja-JP" altLang="en-US"/>
              <a:t>・商品マスタ取込エラー</a:t>
            </a:r>
          </a:p>
          <a:p>
            <a:r>
              <a:rPr lang="ja-JP" altLang="en-US"/>
              <a:t>　原因：分類未登録</a:t>
            </a:r>
            <a:endParaRPr lang="ja-JP"/>
          </a:p>
          <a:p>
            <a:r>
              <a:rPr lang="ja-JP" altLang="en-US"/>
              <a:t>　対応：当初登録不足分確認追加（VINX社対応待ち）</a:t>
            </a:r>
            <a:endParaRPr lang="ja-JP"/>
          </a:p>
          <a:p>
            <a:r>
              <a:rPr lang="ja-JP" altLang="en-US"/>
              <a:t>　リカバリ：</a:t>
            </a:r>
            <a:r>
              <a:rPr lang="ja-JP"/>
              <a:t>商品マスタ取込エラー情報の再送信</a:t>
            </a:r>
            <a:endParaRPr lang="ja-JP" altLang="en-US"/>
          </a:p>
          <a:p>
            <a:r>
              <a:rPr lang="ja-JP" altLang="en-US"/>
              <a:t>・未使用商品マスタ削除確認</a:t>
            </a:r>
            <a:endParaRPr lang="ja-JP"/>
          </a:p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740298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9DA30C52-D98D-B498-BBA1-7A058E0DCCF0}"/>
              </a:ext>
            </a:extLst>
          </p:cNvPr>
          <p:cNvSpPr/>
          <p:nvPr/>
        </p:nvSpPr>
        <p:spPr>
          <a:xfrm>
            <a:off x="1450741" y="4760136"/>
            <a:ext cx="8588299" cy="16323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A7019382-6104-DDFF-6497-1536E8E86B40}"/>
              </a:ext>
            </a:extLst>
          </p:cNvPr>
          <p:cNvSpPr/>
          <p:nvPr/>
        </p:nvSpPr>
        <p:spPr>
          <a:xfrm>
            <a:off x="1437425" y="3005534"/>
            <a:ext cx="8588299" cy="3373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0CED3477-CE38-EEE3-B480-D6C68533FC91}"/>
              </a:ext>
            </a:extLst>
          </p:cNvPr>
          <p:cNvSpPr/>
          <p:nvPr/>
        </p:nvSpPr>
        <p:spPr>
          <a:xfrm>
            <a:off x="1437425" y="924722"/>
            <a:ext cx="8588299" cy="1828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53B073-7B85-2817-A8BB-6B8918FA3515}"/>
              </a:ext>
            </a:extLst>
          </p:cNvPr>
          <p:cNvSpPr/>
          <p:nvPr/>
        </p:nvSpPr>
        <p:spPr>
          <a:xfrm>
            <a:off x="2129530" y="3309089"/>
            <a:ext cx="1676400" cy="29004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CA765A-443C-7137-13E8-831F3CBC0CC1}"/>
              </a:ext>
            </a:extLst>
          </p:cNvPr>
          <p:cNvSpPr/>
          <p:nvPr/>
        </p:nvSpPr>
        <p:spPr>
          <a:xfrm>
            <a:off x="2102898" y="3344119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4633428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大創産業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社様過渡期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26E866-7E09-FF35-4963-02C93AA6BCEC}"/>
              </a:ext>
            </a:extLst>
          </p:cNvPr>
          <p:cNvSpPr/>
          <p:nvPr/>
        </p:nvSpPr>
        <p:spPr>
          <a:xfrm>
            <a:off x="4682224" y="3351856"/>
            <a:ext cx="2266660" cy="13457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 : 磁気ディスク 6">
            <a:extLst>
              <a:ext uri="{FF2B5EF4-FFF2-40B4-BE49-F238E27FC236}">
                <a16:creationId xmlns:a16="http://schemas.microsoft.com/office/drawing/2014/main" id="{4618F37B-BE9A-6976-E7AE-C4E301938B70}"/>
              </a:ext>
            </a:extLst>
          </p:cNvPr>
          <p:cNvSpPr/>
          <p:nvPr/>
        </p:nvSpPr>
        <p:spPr>
          <a:xfrm>
            <a:off x="4858008" y="372022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4663246" y="4863887"/>
            <a:ext cx="2266660" cy="1354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4663245" y="4863886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7676632" y="3322102"/>
            <a:ext cx="1778185" cy="1359404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39" name="フローチャート : 磁気ディスク 6">
            <a:extLst>
              <a:ext uri="{FF2B5EF4-FFF2-40B4-BE49-F238E27FC236}">
                <a16:creationId xmlns:a16="http://schemas.microsoft.com/office/drawing/2014/main" id="{0A15E7E2-56A8-603A-3A60-52CDA4CEF44D}"/>
              </a:ext>
            </a:extLst>
          </p:cNvPr>
          <p:cNvSpPr/>
          <p:nvPr/>
        </p:nvSpPr>
        <p:spPr>
          <a:xfrm>
            <a:off x="2311981" y="3767765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BA1866-9545-D266-FEC9-97B558A48C52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>
          <a:xfrm flipV="1">
            <a:off x="6948884" y="4001804"/>
            <a:ext cx="727748" cy="22944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8166324" y="375888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49" name="フローチャート : 磁気ディスク 6">
            <a:extLst>
              <a:ext uri="{FF2B5EF4-FFF2-40B4-BE49-F238E27FC236}">
                <a16:creationId xmlns:a16="http://schemas.microsoft.com/office/drawing/2014/main" id="{7D323823-48FB-EC03-09BB-25CFD2CD8A05}"/>
              </a:ext>
            </a:extLst>
          </p:cNvPr>
          <p:cNvSpPr/>
          <p:nvPr/>
        </p:nvSpPr>
        <p:spPr>
          <a:xfrm>
            <a:off x="4858008" y="4172735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0" name="フローチャート : 磁気ディスク 6">
            <a:extLst>
              <a:ext uri="{FF2B5EF4-FFF2-40B4-BE49-F238E27FC236}">
                <a16:creationId xmlns:a16="http://schemas.microsoft.com/office/drawing/2014/main" id="{9A689018-AB97-1B1C-7F57-1C6A6C541E72}"/>
              </a:ext>
            </a:extLst>
          </p:cNvPr>
          <p:cNvSpPr/>
          <p:nvPr/>
        </p:nvSpPr>
        <p:spPr>
          <a:xfrm>
            <a:off x="2995721" y="4181612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8166324" y="420133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 flipV="1">
            <a:off x="3763006" y="4172734"/>
            <a:ext cx="892585" cy="887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82503" y="569054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実績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65661" y="526265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E85E1-B517-CE76-5C9E-09F55F218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93F6FB-C3C4-DB27-0F70-265D59EC7901}"/>
              </a:ext>
            </a:extLst>
          </p:cNvPr>
          <p:cNvSpPr/>
          <p:nvPr/>
        </p:nvSpPr>
        <p:spPr>
          <a:xfrm>
            <a:off x="7642948" y="3234992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6" name="フローチャート : 磁気ディスク 6">
            <a:extLst>
              <a:ext uri="{FF2B5EF4-FFF2-40B4-BE49-F238E27FC236}">
                <a16:creationId xmlns:a16="http://schemas.microsoft.com/office/drawing/2014/main" id="{D5662B98-DDE6-2DDA-A1F4-51D3E9FBDB33}"/>
              </a:ext>
            </a:extLst>
          </p:cNvPr>
          <p:cNvSpPr/>
          <p:nvPr/>
        </p:nvSpPr>
        <p:spPr>
          <a:xfrm>
            <a:off x="2264543" y="5264916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9" name="フローチャート : 磁気ディスク 6">
            <a:extLst>
              <a:ext uri="{FF2B5EF4-FFF2-40B4-BE49-F238E27FC236}">
                <a16:creationId xmlns:a16="http://schemas.microsoft.com/office/drawing/2014/main" id="{0BD0C18F-6E97-E1AD-BF67-DBA68872489A}"/>
              </a:ext>
            </a:extLst>
          </p:cNvPr>
          <p:cNvSpPr/>
          <p:nvPr/>
        </p:nvSpPr>
        <p:spPr>
          <a:xfrm>
            <a:off x="2978682" y="569354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3A7D75C-DBEB-8223-3062-313D40E1D3D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763006" y="5541160"/>
            <a:ext cx="900240" cy="0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32C0B50-6222-E5F3-95A3-2492EB3E88A2}"/>
              </a:ext>
            </a:extLst>
          </p:cNvPr>
          <p:cNvGrpSpPr/>
          <p:nvPr/>
        </p:nvGrpSpPr>
        <p:grpSpPr>
          <a:xfrm>
            <a:off x="7698141" y="4863886"/>
            <a:ext cx="1778185" cy="1354546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7FCF7F5-BA70-F808-CF99-1DC9016465E7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88013DD9-4B45-0A56-E62F-44C7BC52F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21" name="フローチャート : 磁気ディスク 6">
            <a:extLst>
              <a:ext uri="{FF2B5EF4-FFF2-40B4-BE49-F238E27FC236}">
                <a16:creationId xmlns:a16="http://schemas.microsoft.com/office/drawing/2014/main" id="{37191D8F-AD91-EA27-021E-DC76881F98CF}"/>
              </a:ext>
            </a:extLst>
          </p:cNvPr>
          <p:cNvSpPr/>
          <p:nvPr/>
        </p:nvSpPr>
        <p:spPr>
          <a:xfrm>
            <a:off x="8187833" y="530067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70ABB5A-29E9-1453-BA05-95CE149BFB97}"/>
              </a:ext>
            </a:extLst>
          </p:cNvPr>
          <p:cNvSpPr/>
          <p:nvPr/>
        </p:nvSpPr>
        <p:spPr>
          <a:xfrm>
            <a:off x="7664457" y="4776776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262AA32-0123-4923-EAD9-21CA27FFE013}"/>
              </a:ext>
            </a:extLst>
          </p:cNvPr>
          <p:cNvCxnSpPr>
            <a:cxnSpLocks/>
          </p:cNvCxnSpPr>
          <p:nvPr/>
        </p:nvCxnSpPr>
        <p:spPr>
          <a:xfrm flipV="1">
            <a:off x="6963590" y="5729296"/>
            <a:ext cx="754380" cy="14877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A2AD141-D8D1-DE61-C4EB-8E7FBDA26300}"/>
              </a:ext>
            </a:extLst>
          </p:cNvPr>
          <p:cNvSpPr/>
          <p:nvPr/>
        </p:nvSpPr>
        <p:spPr>
          <a:xfrm>
            <a:off x="2129529" y="1201982"/>
            <a:ext cx="1676400" cy="13946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3B96E94-B6E1-66E1-C74D-B68663415DBB}"/>
              </a:ext>
            </a:extLst>
          </p:cNvPr>
          <p:cNvSpPr/>
          <p:nvPr/>
        </p:nvSpPr>
        <p:spPr>
          <a:xfrm>
            <a:off x="2102897" y="1237011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DCE79F8-BBEC-8E55-1D5B-1A6FFF47A090}"/>
              </a:ext>
            </a:extLst>
          </p:cNvPr>
          <p:cNvSpPr/>
          <p:nvPr/>
        </p:nvSpPr>
        <p:spPr>
          <a:xfrm>
            <a:off x="4655591" y="1244748"/>
            <a:ext cx="2307999" cy="13457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4F42CDE-8CF9-9AD2-ADE1-1BA7BEA0C59A}"/>
              </a:ext>
            </a:extLst>
          </p:cNvPr>
          <p:cNvSpPr/>
          <p:nvPr/>
        </p:nvSpPr>
        <p:spPr>
          <a:xfrm>
            <a:off x="4655591" y="1247423"/>
            <a:ext cx="2060081" cy="40933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Ignica</a:t>
            </a:r>
            <a:r>
              <a:rPr kumimoji="0" lang="en-US" altLang="ja-JP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(VINX)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/>
              <a:ea typeface="UD デジタル 教科書体 NP-B"/>
              <a:cs typeface="メイリオ" pitchFamily="50" charset="-128"/>
            </a:endParaRPr>
          </a:p>
        </p:txBody>
      </p:sp>
      <p:sp>
        <p:nvSpPr>
          <p:cNvPr id="54" name="フローチャート : 磁気ディスク 6">
            <a:extLst>
              <a:ext uri="{FF2B5EF4-FFF2-40B4-BE49-F238E27FC236}">
                <a16:creationId xmlns:a16="http://schemas.microsoft.com/office/drawing/2014/main" id="{A1D2D274-A793-016F-B44E-37B2DDEAD2F4}"/>
              </a:ext>
            </a:extLst>
          </p:cNvPr>
          <p:cNvSpPr/>
          <p:nvPr/>
        </p:nvSpPr>
        <p:spPr>
          <a:xfrm>
            <a:off x="4858007" y="161311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0E825194-6FF8-03C4-D691-22A1B7FB57ED}"/>
              </a:ext>
            </a:extLst>
          </p:cNvPr>
          <p:cNvGrpSpPr/>
          <p:nvPr/>
        </p:nvGrpSpPr>
        <p:grpSpPr>
          <a:xfrm>
            <a:off x="7676631" y="1214994"/>
            <a:ext cx="1778185" cy="1359404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C50FF8D2-1282-5A1F-6B4F-68AA6477036C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60" name="図 59">
              <a:extLst>
                <a:ext uri="{FF2B5EF4-FFF2-40B4-BE49-F238E27FC236}">
                  <a16:creationId xmlns:a16="http://schemas.microsoft.com/office/drawing/2014/main" id="{4BCC058E-D2AC-8EC8-0691-BF087FB7A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61" name="フローチャート : 磁気ディスク 6">
            <a:extLst>
              <a:ext uri="{FF2B5EF4-FFF2-40B4-BE49-F238E27FC236}">
                <a16:creationId xmlns:a16="http://schemas.microsoft.com/office/drawing/2014/main" id="{1BBAEEAE-5D26-0B72-3CF1-EFA3631EC5DB}"/>
              </a:ext>
            </a:extLst>
          </p:cNvPr>
          <p:cNvSpPr/>
          <p:nvPr/>
        </p:nvSpPr>
        <p:spPr>
          <a:xfrm>
            <a:off x="2311980" y="1660657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B19CCAAC-A7E9-9F9D-5105-93BF07C589BD}"/>
              </a:ext>
            </a:extLst>
          </p:cNvPr>
          <p:cNvCxnSpPr>
            <a:cxnSpLocks/>
            <a:stCxn id="52" idx="3"/>
            <a:endCxn id="59" idx="1"/>
          </p:cNvCxnSpPr>
          <p:nvPr/>
        </p:nvCxnSpPr>
        <p:spPr>
          <a:xfrm flipV="1">
            <a:off x="6963590" y="1894696"/>
            <a:ext cx="713041" cy="22944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磁気ディスク 6">
            <a:extLst>
              <a:ext uri="{FF2B5EF4-FFF2-40B4-BE49-F238E27FC236}">
                <a16:creationId xmlns:a16="http://schemas.microsoft.com/office/drawing/2014/main" id="{2C7E5194-FC8E-273F-DF44-3E170431AC7F}"/>
              </a:ext>
            </a:extLst>
          </p:cNvPr>
          <p:cNvSpPr/>
          <p:nvPr/>
        </p:nvSpPr>
        <p:spPr>
          <a:xfrm>
            <a:off x="8166323" y="1651779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5" name="フローチャート : 磁気ディスク 6">
            <a:extLst>
              <a:ext uri="{FF2B5EF4-FFF2-40B4-BE49-F238E27FC236}">
                <a16:creationId xmlns:a16="http://schemas.microsoft.com/office/drawing/2014/main" id="{3B06E379-EFA7-6276-B5F6-5DDC31009B8E}"/>
              </a:ext>
            </a:extLst>
          </p:cNvPr>
          <p:cNvSpPr/>
          <p:nvPr/>
        </p:nvSpPr>
        <p:spPr>
          <a:xfrm>
            <a:off x="4858007" y="206562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6" name="フローチャート : 磁気ディスク 6">
            <a:extLst>
              <a:ext uri="{FF2B5EF4-FFF2-40B4-BE49-F238E27FC236}">
                <a16:creationId xmlns:a16="http://schemas.microsoft.com/office/drawing/2014/main" id="{F05A0DD7-885C-61A8-17C9-7062826EC300}"/>
              </a:ext>
            </a:extLst>
          </p:cNvPr>
          <p:cNvSpPr/>
          <p:nvPr/>
        </p:nvSpPr>
        <p:spPr>
          <a:xfrm>
            <a:off x="2995720" y="2074504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7" name="フローチャート : 磁気ディスク 6">
            <a:extLst>
              <a:ext uri="{FF2B5EF4-FFF2-40B4-BE49-F238E27FC236}">
                <a16:creationId xmlns:a16="http://schemas.microsoft.com/office/drawing/2014/main" id="{1F45922F-7C4D-63FA-6A10-5ADA831A5CEF}"/>
              </a:ext>
            </a:extLst>
          </p:cNvPr>
          <p:cNvSpPr/>
          <p:nvPr/>
        </p:nvSpPr>
        <p:spPr>
          <a:xfrm>
            <a:off x="8166323" y="209422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1421134A-867C-C278-005F-42BDC58BE85E}"/>
              </a:ext>
            </a:extLst>
          </p:cNvPr>
          <p:cNvCxnSpPr>
            <a:cxnSpLocks/>
          </p:cNvCxnSpPr>
          <p:nvPr/>
        </p:nvCxnSpPr>
        <p:spPr>
          <a:xfrm flipV="1">
            <a:off x="3779297" y="1923647"/>
            <a:ext cx="876293" cy="1477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122A202-9F20-7528-5897-74C57A6FA421}"/>
              </a:ext>
            </a:extLst>
          </p:cNvPr>
          <p:cNvSpPr/>
          <p:nvPr/>
        </p:nvSpPr>
        <p:spPr>
          <a:xfrm>
            <a:off x="7642947" y="1127884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4" name="正方形/長方形 1043">
            <a:extLst>
              <a:ext uri="{FF2B5EF4-FFF2-40B4-BE49-F238E27FC236}">
                <a16:creationId xmlns:a16="http://schemas.microsoft.com/office/drawing/2014/main" id="{D66C4F40-EEE4-5112-1DDE-D02C487A8982}"/>
              </a:ext>
            </a:extLst>
          </p:cNvPr>
          <p:cNvSpPr/>
          <p:nvPr/>
        </p:nvSpPr>
        <p:spPr>
          <a:xfrm>
            <a:off x="1421134" y="847967"/>
            <a:ext cx="2341872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現在（</a:t>
            </a: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サーバーのみ）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5" name="正方形/長方形 1044">
            <a:extLst>
              <a:ext uri="{FF2B5EF4-FFF2-40B4-BE49-F238E27FC236}">
                <a16:creationId xmlns:a16="http://schemas.microsoft.com/office/drawing/2014/main" id="{FB94BD2B-8E3A-280C-17C9-57D5EA01CF4D}"/>
              </a:ext>
            </a:extLst>
          </p:cNvPr>
          <p:cNvSpPr/>
          <p:nvPr/>
        </p:nvSpPr>
        <p:spPr>
          <a:xfrm>
            <a:off x="1437425" y="2962506"/>
            <a:ext cx="3445078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移行過渡期（</a:t>
            </a: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サーバー・新サーバー）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6" name="フローチャート : 磁気ディスク 6">
            <a:extLst>
              <a:ext uri="{FF2B5EF4-FFF2-40B4-BE49-F238E27FC236}">
                <a16:creationId xmlns:a16="http://schemas.microsoft.com/office/drawing/2014/main" id="{6A540266-72E0-0F9E-1B35-FC370D94B666}"/>
              </a:ext>
            </a:extLst>
          </p:cNvPr>
          <p:cNvSpPr/>
          <p:nvPr/>
        </p:nvSpPr>
        <p:spPr>
          <a:xfrm>
            <a:off x="8176539" y="5718965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E745CD3-DCFF-C725-15A9-CA2DD9CDBB23}"/>
              </a:ext>
            </a:extLst>
          </p:cNvPr>
          <p:cNvSpPr/>
          <p:nvPr/>
        </p:nvSpPr>
        <p:spPr>
          <a:xfrm>
            <a:off x="4771337" y="3340511"/>
            <a:ext cx="2060081" cy="40933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Ignica</a:t>
            </a:r>
            <a:r>
              <a:rPr kumimoji="0" lang="en-US" altLang="ja-JP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(VINX)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/>
              <a:ea typeface="UD デジタル 教科書体 NP-B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53048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73D526-3A61-41D6-895A-ED9010E75A47}"/>
</file>

<file path=customXml/itemProps2.xml><?xml version="1.0" encoding="utf-8"?>
<ds:datastoreItem xmlns:ds="http://schemas.openxmlformats.org/officeDocument/2006/customXml" ds:itemID="{2B0AE5FD-4413-4FAF-874F-8218F0B1418B}">
  <ds:schemaRefs>
    <ds:schemaRef ds:uri="2dd5972e-fc8f-47aa-916d-ced3529f73a8"/>
    <ds:schemaRef ds:uri="7e648b1b-310d-4301-875b-b3df8f3619bf"/>
    <ds:schemaRef ds:uri="c25985f6-738a-4fbb-ade1-fdbe81c9268b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Profile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revision>1</cp:revision>
  <dcterms:created xsi:type="dcterms:W3CDTF">2023-10-06T05:00:22Z</dcterms:created>
  <dcterms:modified xsi:type="dcterms:W3CDTF">2024-10-21T07:42:05Z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  <property fmtid="{D5CDD505-2E9C-101B-9397-08002B2CF9AE}" pid="4" name="Order">
    <vt:r8>2200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